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0" r:id="rId5"/>
    <p:sldMasterId id="2147483707" r:id="rId6"/>
    <p:sldMasterId id="2147483695" r:id="rId7"/>
    <p:sldMasterId id="2147483676" r:id="rId8"/>
  </p:sldMasterIdLst>
  <p:notesMasterIdLst>
    <p:notesMasterId r:id="rId31"/>
  </p:notesMasterIdLst>
  <p:sldIdLst>
    <p:sldId id="297" r:id="rId9"/>
    <p:sldId id="259" r:id="rId10"/>
    <p:sldId id="260" r:id="rId11"/>
    <p:sldId id="262" r:id="rId12"/>
    <p:sldId id="284" r:id="rId13"/>
    <p:sldId id="285" r:id="rId14"/>
    <p:sldId id="287" r:id="rId15"/>
    <p:sldId id="288" r:id="rId16"/>
    <p:sldId id="289" r:id="rId17"/>
    <p:sldId id="291" r:id="rId18"/>
    <p:sldId id="292" r:id="rId19"/>
    <p:sldId id="293" r:id="rId20"/>
    <p:sldId id="295" r:id="rId21"/>
    <p:sldId id="296" r:id="rId22"/>
    <p:sldId id="277" r:id="rId23"/>
    <p:sldId id="278" r:id="rId24"/>
    <p:sldId id="280" r:id="rId25"/>
    <p:sldId id="281" r:id="rId26"/>
    <p:sldId id="283" r:id="rId27"/>
    <p:sldId id="266" r:id="rId28"/>
    <p:sldId id="270" r:id="rId29"/>
    <p:sldId id="269" r:id="rId30"/>
  </p:sldIdLst>
  <p:sldSz cx="24384000" cy="13716000"/>
  <p:notesSz cx="6858000" cy="9144000"/>
  <p:custDataLst>
    <p:tags r:id="rId3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Guidelines" id="{70A0EEEB-706B-4024-9505-D90179AC0BFE}">
          <p14:sldIdLst>
            <p14:sldId id="297"/>
          </p14:sldIdLst>
        </p14:section>
        <p14:section name="Covers" id="{9E11293C-589F-4E11-834B-CCFAC5AADF66}">
          <p14:sldIdLst>
            <p14:sldId id="259"/>
          </p14:sldIdLst>
        </p14:section>
        <p14:section name="Titles" id="{7189DF46-8202-474F-818B-9AB857826B11}">
          <p14:sldIdLst>
            <p14:sldId id="260"/>
            <p14:sldId id="262"/>
          </p14:sldIdLst>
        </p14:section>
        <p14:section name="Content" id="{9B65405C-19D4-4C34-A937-FD814E5F1479}">
          <p14:sldIdLst>
            <p14:sldId id="284"/>
            <p14:sldId id="285"/>
            <p14:sldId id="287"/>
            <p14:sldId id="288"/>
            <p14:sldId id="289"/>
            <p14:sldId id="291"/>
            <p14:sldId id="292"/>
            <p14:sldId id="293"/>
            <p14:sldId id="295"/>
            <p14:sldId id="296"/>
          </p14:sldIdLst>
        </p14:section>
        <p14:section name="Quotes" id="{E9977FCA-352E-4ABA-AC95-694A2A0C0F21}">
          <p14:sldIdLst>
            <p14:sldId id="277"/>
            <p14:sldId id="278"/>
            <p14:sldId id="280"/>
            <p14:sldId id="281"/>
            <p14:sldId id="283"/>
          </p14:sldIdLst>
        </p14:section>
        <p14:section name="Closing Page" id="{CEC8B5F3-039C-47BE-9BC6-C2BB15000558}">
          <p14:sldIdLst>
            <p14:sldId id="266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30C"/>
    <a:srgbClr val="184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6" autoAdjust="0"/>
    <p:restoredTop sz="91690" autoAdjust="0"/>
  </p:normalViewPr>
  <p:slideViewPr>
    <p:cSldViewPr snapToGrid="0">
      <p:cViewPr varScale="1">
        <p:scale>
          <a:sx n="51" d="100"/>
          <a:sy n="51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arina Holstein" userId="c9969d75-bb75-40b4-a482-731e3a68a130" providerId="ADAL" clId="{1A52B841-9A31-40DA-8492-5D828E76E96C}"/>
    <pc:docChg chg="custSel replTag">
      <pc:chgData name="Catarina Holstein" userId="c9969d75-bb75-40b4-a482-731e3a68a130" providerId="ADAL" clId="{1A52B841-9A31-40DA-8492-5D828E76E96C}" dt="2023-09-16T16:39:25.082" v="34"/>
      <pc:docMkLst>
        <pc:docMk/>
      </pc:docMkLst>
    </pc:docChg>
  </pc:docChgLst>
  <pc:docChgLst>
    <pc:chgData name="Catarina Holstein" userId="c9969d75-bb75-40b4-a482-731e3a68a130" providerId="ADAL" clId="{FC77AD65-28CF-4032-80DE-A52697745DFA}"/>
    <pc:docChg chg="custSel replTag delTag">
      <pc:chgData name="Catarina Holstein" userId="c9969d75-bb75-40b4-a482-731e3a68a130" providerId="ADAL" clId="{FC77AD65-28CF-4032-80DE-A52697745DFA}" dt="2023-12-02T15:30:36.494" v="69"/>
      <pc:docMkLst>
        <pc:docMk/>
      </pc:docMkLst>
    </pc:docChg>
  </pc:docChgLst>
  <pc:docChgLst>
    <pc:chgData name="Catarina Holstein" userId="c9969d75-bb75-40b4-a482-731e3a68a130" providerId="ADAL" clId="{B89FAF44-F07A-4CAE-964A-BD4613AB4EE7}"/>
    <pc:docChg chg="custSel replTag delTag">
      <pc:chgData name="Catarina Holstein" userId="c9969d75-bb75-40b4-a482-731e3a68a130" providerId="ADAL" clId="{B89FAF44-F07A-4CAE-964A-BD4613AB4EE7}" dt="2023-10-14T21:10:53.079" v="69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897163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22680" y="4314294"/>
            <a:ext cx="9350375" cy="300085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680" y="7445320"/>
            <a:ext cx="9350375" cy="1363663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5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0" y="72954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65509876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8473439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0" y="10180955"/>
            <a:ext cx="23081241" cy="1363663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5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Line"/>
          <p:cNvSpPr/>
          <p:nvPr userDrawn="1"/>
        </p:nvSpPr>
        <p:spPr>
          <a:xfrm>
            <a:off x="22560529" y="1238474"/>
            <a:ext cx="1143392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0" y="72954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0" y="729702"/>
            <a:ext cx="9553581" cy="4436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DATE | CARCAVELOS CAMPUS 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1827995"/>
            <a:ext cx="24384000" cy="1370388"/>
            <a:chOff x="0" y="11827995"/>
            <a:chExt cx="24384000" cy="137038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94810657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3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8473439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0" y="10180955"/>
            <a:ext cx="23081241" cy="1363663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5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Line"/>
          <p:cNvSpPr/>
          <p:nvPr userDrawn="1"/>
        </p:nvSpPr>
        <p:spPr>
          <a:xfrm>
            <a:off x="22560529" y="1238474"/>
            <a:ext cx="1143392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0" y="72954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0" y="729702"/>
            <a:ext cx="9553581" cy="4436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DATE | CARCAVELOS CAMPUS </a:t>
            </a:r>
            <a:endParaRPr lang="en-GB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9266853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1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6913289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/>
                <a:cs typeface="Open Sans Light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41491907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/>
                <a:cs typeface="Open Sans Light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3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06863417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7762" y="8247698"/>
            <a:ext cx="114339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7762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0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6380159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1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42633415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6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1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4804947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7762" y="8247698"/>
            <a:ext cx="114339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7762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1" name="Rectangle 10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104191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4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1073260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0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4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8276790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331129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4914409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402525092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88296449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1085629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8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22304148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86802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86802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86802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206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409637767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7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7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7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40498264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7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7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7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9262161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3919931" y="2698909"/>
            <a:ext cx="9617645" cy="8431773"/>
          </a:xfrm>
          <a:prstGeom prst="rect">
            <a:avLst/>
          </a:prstGeom>
        </p:spPr>
        <p:txBody>
          <a:bodyPr/>
          <a:lstStyle>
            <a:lvl1pPr marL="0" marR="0" indent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9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0580757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51424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711077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435466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1" y="-77042"/>
            <a:ext cx="12082190" cy="1387008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5924738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1" y="-77042"/>
            <a:ext cx="12082189" cy="13870084"/>
          </a:xfrm>
          <a:prstGeom prst="rect">
            <a:avLst/>
          </a:prstGeom>
          <a:solidFill>
            <a:srgbClr val="EE230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1769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6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826632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32752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5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84374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6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4489" y="12521171"/>
            <a:ext cx="10836870" cy="9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51860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p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4489" y="12521171"/>
            <a:ext cx="10836871" cy="9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55868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page 05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4484" y="12521171"/>
            <a:ext cx="10836882" cy="94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672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5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85" r:id="rId3"/>
    <p:sldLayoutId id="2147483690" r:id="rId4"/>
    <p:sldLayoutId id="2147483689" r:id="rId5"/>
    <p:sldLayoutId id="2147483732" r:id="rId6"/>
    <p:sldLayoutId id="2147483735" r:id="rId7"/>
    <p:sldLayoutId id="2147483734" r:id="rId8"/>
    <p:sldLayoutId id="2147483736" r:id="rId9"/>
    <p:sldLayoutId id="2147483737" r:id="rId10"/>
    <p:sldLayoutId id="2147483739" r:id="rId11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79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9" r:id="rId3"/>
    <p:sldLayoutId id="2147483712" r:id="rId4"/>
    <p:sldLayoutId id="2147483715" r:id="rId5"/>
    <p:sldLayoutId id="2147483717" r:id="rId6"/>
    <p:sldLayoutId id="2147483718" r:id="rId7"/>
    <p:sldLayoutId id="2147483723" r:id="rId8"/>
    <p:sldLayoutId id="2147483725" r:id="rId9"/>
    <p:sldLayoutId id="2147483730" r:id="rId10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1" r:id="rId2"/>
    <p:sldLayoutId id="2147483703" r:id="rId3"/>
    <p:sldLayoutId id="2147483704" r:id="rId4"/>
    <p:sldLayoutId id="2147483706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5" name="Image"/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888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1" r:id="rId3"/>
    <p:sldLayoutId id="2147483740" r:id="rId4"/>
    <p:sldLayoutId id="2147483742" r:id="rId5"/>
    <p:sldLayoutId id="2147483744" r:id="rId6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2680" y="4314294"/>
            <a:ext cx="9350375" cy="1798506"/>
          </a:xfrm>
        </p:spPr>
        <p:txBody>
          <a:bodyPr/>
          <a:lstStyle/>
          <a:p>
            <a:r>
              <a:rPr lang="en-GB" dirty="0"/>
              <a:t>Guidelines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45080" y="6366300"/>
            <a:ext cx="9227975" cy="2897783"/>
          </a:xfrm>
        </p:spPr>
        <p:txBody>
          <a:bodyPr/>
          <a:lstStyle/>
          <a:p>
            <a:r>
              <a:rPr lang="en-GB" sz="2800" dirty="0"/>
              <a:t>Before using this template, please make sure you have all the fonts installed.</a:t>
            </a:r>
          </a:p>
          <a:p>
            <a:endParaRPr lang="en-GB" sz="2800" dirty="0"/>
          </a:p>
          <a:p>
            <a:r>
              <a:rPr lang="en-GB" sz="2800" dirty="0"/>
              <a:t>You will need </a:t>
            </a:r>
            <a:r>
              <a:rPr lang="en-GB" sz="2800" b="1" dirty="0" err="1"/>
              <a:t>Playfair</a:t>
            </a:r>
            <a:r>
              <a:rPr lang="en-GB" sz="2800" b="1" dirty="0"/>
              <a:t> display </a:t>
            </a:r>
            <a:r>
              <a:rPr lang="en-GB" sz="2800" dirty="0"/>
              <a:t>and </a:t>
            </a:r>
            <a:r>
              <a:rPr lang="en-GB" sz="2800" b="1" dirty="0"/>
              <a:t>open sans</a:t>
            </a:r>
            <a:r>
              <a:rPr lang="en-GB" sz="2800" dirty="0"/>
              <a:t>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NOVA SBE TEMPLATES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650" y="4314294"/>
            <a:ext cx="89535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5657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368016023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05820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84330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3120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0222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23107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26170479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21783928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42824228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66781013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18285181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27154756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17"/>
          </p:nvPr>
        </p:nvSpPr>
        <p:spPr>
          <a:xfrm>
            <a:off x="14329037" y="2792655"/>
            <a:ext cx="9093290" cy="8431773"/>
          </a:xfrm>
        </p:spPr>
        <p:txBody>
          <a:bodyPr/>
          <a:lstStyle/>
          <a:p>
            <a:pPr marL="342900" indent="-342900">
              <a:buBlip>
                <a:blip r:embed="rId2"/>
              </a:buBlip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8477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17167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3583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405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98817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51861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28678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90203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747051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LINECOLOR1" val="12419407"/>
  <p:tag name="FILLLINECOLOR2" val="15853019"/>
  <p:tag name="FILLLINECOLOR3" val="14994616"/>
  <p:tag name="FILLLINECOLOR4" val="14136213"/>
  <p:tag name="FILLLINECOLOR5" val="9592886"/>
  <p:tag name="FILLLINECOLOR6" val="6373412"/>
  <p:tag name="FILLLINECOLOR7" val="5880731"/>
  <p:tag name="FILLLINECOLOR8" val="14545387"/>
  <p:tag name="FILLLINECOLOR9" val="12379095"/>
  <p:tag name="FILLLINECOLOR10" val="10213059"/>
  <p:tag name="FILLLINECOLOR11" val="3969654"/>
  <p:tag name="FILLLINECOLOR12" val="2646351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12419407"/>
  <p:tag name="FONTCOLOR2" val="5880731"/>
  <p:tag name="FONTCOLOR3" val="12566463"/>
  <p:tag name="FONTCOLOR4" val="8355711"/>
  <p:tag name="FONTCOLOR5" val="0"/>
  <p:tag name="FONTCOLOR6" val="16777215"/>
</p:tagLst>
</file>

<file path=ppt/theme/theme1.xml><?xml version="1.0" encoding="utf-8"?>
<a:theme xmlns:a="http://schemas.openxmlformats.org/drawingml/2006/main" name="Cover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itl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Content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Quotes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Endpag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9E37A61AF954A92546B7EA577A930" ma:contentTypeVersion="7" ma:contentTypeDescription="Create a new document." ma:contentTypeScope="" ma:versionID="34d7926f1dc66f9d970bbaf38171237c">
  <xsd:schema xmlns:xsd="http://www.w3.org/2001/XMLSchema" xmlns:xs="http://www.w3.org/2001/XMLSchema" xmlns:p="http://schemas.microsoft.com/office/2006/metadata/properties" xmlns:ns2="c117099f-3274-47d3-a331-57749d93a4ca" targetNamespace="http://schemas.microsoft.com/office/2006/metadata/properties" ma:root="true" ma:fieldsID="86dfcc33178ba28dd3ebbeb2c633f112" ns2:_="">
    <xsd:import namespace="c117099f-3274-47d3-a331-57749d93a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7099f-3274-47d3-a331-57749d93a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E35794-F903-4652-BD17-2C197829E5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F490D5-678D-4CB4-B0FB-296B7269BE9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C56671-C404-4993-924C-D65701C99544}"/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28</Words>
  <Application>Microsoft Office PowerPoint</Application>
  <PresentationFormat>Custom</PresentationFormat>
  <Paragraphs>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Helvetica Neue</vt:lpstr>
      <vt:lpstr>Helvetica Neue Medium</vt:lpstr>
      <vt:lpstr>Open Sans</vt:lpstr>
      <vt:lpstr>Open Sans </vt:lpstr>
      <vt:lpstr>Playfair Display</vt:lpstr>
      <vt:lpstr>Cover</vt:lpstr>
      <vt:lpstr>Title</vt:lpstr>
      <vt:lpstr>Content</vt:lpstr>
      <vt:lpstr>Quotes</vt:lpstr>
      <vt:lpstr>Endpage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Castela</dc:creator>
  <cp:lastModifiedBy>Catarina Holstein</cp:lastModifiedBy>
  <cp:revision>32</cp:revision>
  <cp:lastPrinted>2018-07-19T09:42:38Z</cp:lastPrinted>
  <dcterms:modified xsi:type="dcterms:W3CDTF">2023-12-02T15:30:45Z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0x010100EB19E37A61AF954A92546B7EA577A930</vt:lpwstr>
  </property>
</Properties>
</file>