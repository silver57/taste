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1.xml" ContentType="application/vnd.openxmlformats-officedocument.presentationml.notesSlide+xml"/>
  <Override PartName="/ppt/tags/tag41.xml" ContentType="application/vnd.openxmlformats-officedocument.presentationml.tags+xml"/>
  <Override PartName="/ppt/notesSlides/notesSlide3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4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3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3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37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38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39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40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41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42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43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44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45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46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32.xml" ContentType="application/vnd.openxmlformats-officedocument.presentationml.notesSlide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133.xml" ContentType="application/vnd.openxmlformats-officedocument.presentationml.notesSlid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notesSlides/notesSlide134.xml" ContentType="application/vnd.openxmlformats-officedocument.presentationml.notesSlide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135.xml" ContentType="application/vnd.openxmlformats-officedocument.presentationml.notesSlide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136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notesSlides/notesSlide146.xml" ContentType="application/vnd.openxmlformats-officedocument.presentationml.notesSlide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notesSlides/notesSlide149.xml" ContentType="application/vnd.openxmlformats-officedocument.presentationml.notesSlide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notesSlides/notesSlide150.xml" ContentType="application/vnd.openxmlformats-officedocument.presentationml.notesSlide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notesSlides/notesSlide151.xml" ContentType="application/vnd.openxmlformats-officedocument.presentationml.notesSlide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notesSlides/notesSlide152.xml" ContentType="application/vnd.openxmlformats-officedocument.presentationml.notesSlide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notesSlides/notesSlide153.xml" ContentType="application/vnd.openxmlformats-officedocument.presentationml.notesSlide+xml"/>
  <Override PartName="/ppt/tags/tag398.xml" ContentType="application/vnd.openxmlformats-officedocument.presentationml.tags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notesSlides/notesSlide161.xml" ContentType="application/vnd.openxmlformats-officedocument.presentationml.notesSlide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notesSlides/notesSlide162.xml" ContentType="application/vnd.openxmlformats-officedocument.presentationml.notesSlide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notesSlides/notesSlide163.xml" ContentType="application/vnd.openxmlformats-officedocument.presentationml.notesSlide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notesSlides/notesSlide164.xml" ContentType="application/vnd.openxmlformats-officedocument.presentationml.notesSlide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notesSlides/notesSlide165.xml" ContentType="application/vnd.openxmlformats-officedocument.presentationml.notesSlide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notesSlides/notesSlide166.xml" ContentType="application/vnd.openxmlformats-officedocument.presentationml.notesSlide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notesSlides/notesSlide167.xml" ContentType="application/vnd.openxmlformats-officedocument.presentationml.notesSlide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notesSlides/notesSlide168.xml" ContentType="application/vnd.openxmlformats-officedocument.presentationml.notesSlide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notesSlides/notesSlide169.xml" ContentType="application/vnd.openxmlformats-officedocument.presentationml.notesSlide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notesSlides/notesSlide170.xml" ContentType="application/vnd.openxmlformats-officedocument.presentationml.notesSlide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notesSlides/notesSlide171.xml" ContentType="application/vnd.openxmlformats-officedocument.presentationml.notesSlide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notesSlides/notesSlide172.xml" ContentType="application/vnd.openxmlformats-officedocument.presentationml.notesSlide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notesSlides/notesSlide173.xml" ContentType="application/vnd.openxmlformats-officedocument.presentationml.notesSlide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notesSlides/notesSlide174.xml" ContentType="application/vnd.openxmlformats-officedocument.presentationml.notesSlide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notesSlides/notesSlide181.xml" ContentType="application/vnd.openxmlformats-officedocument.presentationml.notesSlide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notesSlides/notesSlide182.xml" ContentType="application/vnd.openxmlformats-officedocument.presentationml.notesSlide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notesSlides/notesSlide183.xml" ContentType="application/vnd.openxmlformats-officedocument.presentationml.notesSlide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notesSlides/notesSlide193.xml" ContentType="application/vnd.openxmlformats-officedocument.presentationml.notesSlide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notesSlides/notesSlide194.xml" ContentType="application/vnd.openxmlformats-officedocument.presentationml.notesSlide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notesSlides/notesSlide195.xml" ContentType="application/vnd.openxmlformats-officedocument.presentationml.notesSlide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notesSlides/notesSlide196.xml" ContentType="application/vnd.openxmlformats-officedocument.presentationml.notesSlide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notesSlides/notesSlide197.xml" ContentType="application/vnd.openxmlformats-officedocument.presentationml.notesSlide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notesSlides/notesSlide198.xml" ContentType="application/vnd.openxmlformats-officedocument.presentationml.notesSlide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notesSlides/notesSlide199.xml" ContentType="application/vnd.openxmlformats-officedocument.presentationml.notesSlide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notesSlides/notesSlide200.xml" ContentType="application/vnd.openxmlformats-officedocument.presentationml.notesSlide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notesSlides/notesSlide201.xml" ContentType="application/vnd.openxmlformats-officedocument.presentationml.notesSlide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tags/tag714.xml" ContentType="application/vnd.openxmlformats-officedocument.presentationml.tags+xml"/>
  <Override PartName="/ppt/notesSlides/notesSlide247.xml" ContentType="application/vnd.openxmlformats-officedocument.presentationml.notesSlide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notesSlides/notesSlide248.xml" ContentType="application/vnd.openxmlformats-officedocument.presentationml.notesSlide+xml"/>
  <Override PartName="/ppt/tags/tag718.xml" ContentType="application/vnd.openxmlformats-officedocument.presentationml.tags+xml"/>
  <Override PartName="/ppt/notesSlides/notesSlide249.xml" ContentType="application/vnd.openxmlformats-officedocument.presentationml.notesSlide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notesSlides/notesSlide250.xml" ContentType="application/vnd.openxmlformats-officedocument.presentationml.notesSlide+xml"/>
  <Override PartName="/ppt/tags/tag722.xml" ContentType="application/vnd.openxmlformats-officedocument.presentationml.tags+xml"/>
  <Override PartName="/ppt/notesSlides/notesSlide251.xml" ContentType="application/vnd.openxmlformats-officedocument.presentationml.notesSlide+xml"/>
  <Override PartName="/ppt/tags/tag723.xml" ContentType="application/vnd.openxmlformats-officedocument.presentationml.tags+xml"/>
  <Override PartName="/ppt/notesSlides/notesSlide252.xml" ContentType="application/vnd.openxmlformats-officedocument.presentationml.notesSlide+xml"/>
  <Override PartName="/ppt/tags/tag724.xml" ContentType="application/vnd.openxmlformats-officedocument.presentationml.tags+xml"/>
  <Override PartName="/ppt/notesSlides/notesSlide253.xml" ContentType="application/vnd.openxmlformats-officedocument.presentationml.notesSlide+xml"/>
  <Override PartName="/ppt/tags/tag725.xml" ContentType="application/vnd.openxmlformats-officedocument.presentationml.tags+xml"/>
  <Override PartName="/ppt/notesSlides/notesSlide254.xml" ContentType="application/vnd.openxmlformats-officedocument.presentationml.notesSlide+xml"/>
  <Override PartName="/ppt/tags/tag726.xml" ContentType="application/vnd.openxmlformats-officedocument.presentationml.tags+xml"/>
  <Override PartName="/ppt/notesSlides/notesSlide255.xml" ContentType="application/vnd.openxmlformats-officedocument.presentationml.notesSlide+xml"/>
  <Override PartName="/ppt/tags/tag727.xml" ContentType="application/vnd.openxmlformats-officedocument.presentationml.tags+xml"/>
  <Override PartName="/ppt/notesSlides/notesSlide256.xml" ContentType="application/vnd.openxmlformats-officedocument.presentationml.notesSlide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notesSlides/notesSlide257.xml" ContentType="application/vnd.openxmlformats-officedocument.presentationml.notesSlide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notesSlides/notesSlide258.xml" ContentType="application/vnd.openxmlformats-officedocument.presentationml.notesSlide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notesSlides/notesSlide259.xml" ContentType="application/vnd.openxmlformats-officedocument.presentationml.notesSlide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notesSlides/notesSlide260.xml" ContentType="application/vnd.openxmlformats-officedocument.presentationml.notesSlide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notesSlides/notesSlide261.xml" ContentType="application/vnd.openxmlformats-officedocument.presentationml.notesSlide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notesSlides/notesSlide262.xml" ContentType="application/vnd.openxmlformats-officedocument.presentationml.notesSlide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notesSlides/notesSlide263.xml" ContentType="application/vnd.openxmlformats-officedocument.presentationml.notesSlide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notesSlides/notesSlide264.xml" ContentType="application/vnd.openxmlformats-officedocument.presentationml.notesSlide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notesSlides/notesSlide265.xml" ContentType="application/vnd.openxmlformats-officedocument.presentationml.notesSlide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notesSlides/notesSlide266.xml" ContentType="application/vnd.openxmlformats-officedocument.presentationml.notesSlide+xml"/>
  <Override PartName="/ppt/tags/tag785.xml" ContentType="application/vnd.openxmlformats-officedocument.presentationml.tags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tags/tag786.xml" ContentType="application/vnd.openxmlformats-officedocument.presentationml.tags+xml"/>
  <Override PartName="/ppt/notesSlides/notesSlide269.xml" ContentType="application/vnd.openxmlformats-officedocument.presentationml.notesSlide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notesSlides/notesSlide270.xml" ContentType="application/vnd.openxmlformats-officedocument.presentationml.notesSlide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notesSlides/notesSlide271.xml" ContentType="application/vnd.openxmlformats-officedocument.presentationml.notesSlide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notesSlides/notesSlide272.xml" ContentType="application/vnd.openxmlformats-officedocument.presentationml.notesSlide+xml"/>
  <Override PartName="/ppt/tags/tag796.xml" ContentType="application/vnd.openxmlformats-officedocument.presentationml.tags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83"/>
  </p:notesMasterIdLst>
  <p:handoutMasterIdLst>
    <p:handoutMasterId r:id="rId284"/>
  </p:handoutMasterIdLst>
  <p:sldIdLst>
    <p:sldId id="525" r:id="rId2"/>
    <p:sldId id="406" r:id="rId3"/>
    <p:sldId id="408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440" r:id="rId31"/>
    <p:sldId id="441" r:id="rId32"/>
    <p:sldId id="442" r:id="rId33"/>
    <p:sldId id="443" r:id="rId34"/>
    <p:sldId id="444" r:id="rId35"/>
    <p:sldId id="445" r:id="rId36"/>
    <p:sldId id="446" r:id="rId37"/>
    <p:sldId id="447" r:id="rId38"/>
    <p:sldId id="448" r:id="rId39"/>
    <p:sldId id="449" r:id="rId40"/>
    <p:sldId id="450" r:id="rId41"/>
    <p:sldId id="451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59" r:id="rId50"/>
    <p:sldId id="460" r:id="rId51"/>
    <p:sldId id="461" r:id="rId52"/>
    <p:sldId id="462" r:id="rId53"/>
    <p:sldId id="463" r:id="rId54"/>
    <p:sldId id="464" r:id="rId55"/>
    <p:sldId id="465" r:id="rId56"/>
    <p:sldId id="466" r:id="rId57"/>
    <p:sldId id="467" r:id="rId58"/>
    <p:sldId id="468" r:id="rId59"/>
    <p:sldId id="469" r:id="rId60"/>
    <p:sldId id="470" r:id="rId61"/>
    <p:sldId id="471" r:id="rId62"/>
    <p:sldId id="472" r:id="rId63"/>
    <p:sldId id="473" r:id="rId64"/>
    <p:sldId id="474" r:id="rId65"/>
    <p:sldId id="475" r:id="rId66"/>
    <p:sldId id="476" r:id="rId67"/>
    <p:sldId id="477" r:id="rId68"/>
    <p:sldId id="478" r:id="rId69"/>
    <p:sldId id="479" r:id="rId70"/>
    <p:sldId id="480" r:id="rId71"/>
    <p:sldId id="481" r:id="rId72"/>
    <p:sldId id="482" r:id="rId73"/>
    <p:sldId id="483" r:id="rId74"/>
    <p:sldId id="484" r:id="rId75"/>
    <p:sldId id="485" r:id="rId76"/>
    <p:sldId id="486" r:id="rId77"/>
    <p:sldId id="487" r:id="rId78"/>
    <p:sldId id="488" r:id="rId79"/>
    <p:sldId id="489" r:id="rId80"/>
    <p:sldId id="490" r:id="rId81"/>
    <p:sldId id="491" r:id="rId82"/>
    <p:sldId id="492" r:id="rId83"/>
    <p:sldId id="493" r:id="rId84"/>
    <p:sldId id="494" r:id="rId85"/>
    <p:sldId id="495" r:id="rId86"/>
    <p:sldId id="496" r:id="rId87"/>
    <p:sldId id="497" r:id="rId88"/>
    <p:sldId id="498" r:id="rId89"/>
    <p:sldId id="499" r:id="rId90"/>
    <p:sldId id="500" r:id="rId91"/>
    <p:sldId id="501" r:id="rId92"/>
    <p:sldId id="502" r:id="rId93"/>
    <p:sldId id="503" r:id="rId94"/>
    <p:sldId id="508" r:id="rId95"/>
    <p:sldId id="509" r:id="rId96"/>
    <p:sldId id="510" r:id="rId97"/>
    <p:sldId id="511" r:id="rId98"/>
    <p:sldId id="512" r:id="rId99"/>
    <p:sldId id="513" r:id="rId100"/>
    <p:sldId id="514" r:id="rId101"/>
    <p:sldId id="515" r:id="rId102"/>
    <p:sldId id="516" r:id="rId103"/>
    <p:sldId id="517" r:id="rId104"/>
    <p:sldId id="518" r:id="rId105"/>
    <p:sldId id="519" r:id="rId106"/>
    <p:sldId id="520" r:id="rId107"/>
    <p:sldId id="521" r:id="rId108"/>
    <p:sldId id="522" r:id="rId109"/>
    <p:sldId id="523" r:id="rId110"/>
    <p:sldId id="524" r:id="rId111"/>
    <p:sldId id="526" r:id="rId112"/>
    <p:sldId id="527" r:id="rId113"/>
    <p:sldId id="528" r:id="rId114"/>
    <p:sldId id="529" r:id="rId115"/>
    <p:sldId id="530" r:id="rId116"/>
    <p:sldId id="531" r:id="rId117"/>
    <p:sldId id="532" r:id="rId118"/>
    <p:sldId id="533" r:id="rId119"/>
    <p:sldId id="534" r:id="rId120"/>
    <p:sldId id="535" r:id="rId121"/>
    <p:sldId id="536" r:id="rId122"/>
    <p:sldId id="537" r:id="rId123"/>
    <p:sldId id="538" r:id="rId124"/>
    <p:sldId id="539" r:id="rId125"/>
    <p:sldId id="540" r:id="rId126"/>
    <p:sldId id="541" r:id="rId127"/>
    <p:sldId id="542" r:id="rId128"/>
    <p:sldId id="543" r:id="rId129"/>
    <p:sldId id="544" r:id="rId130"/>
    <p:sldId id="545" r:id="rId131"/>
    <p:sldId id="546" r:id="rId132"/>
    <p:sldId id="547" r:id="rId133"/>
    <p:sldId id="548" r:id="rId134"/>
    <p:sldId id="549" r:id="rId135"/>
    <p:sldId id="550" r:id="rId136"/>
    <p:sldId id="551" r:id="rId137"/>
    <p:sldId id="558" r:id="rId138"/>
    <p:sldId id="559" r:id="rId139"/>
    <p:sldId id="560" r:id="rId140"/>
    <p:sldId id="562" r:id="rId141"/>
    <p:sldId id="563" r:id="rId142"/>
    <p:sldId id="564" r:id="rId143"/>
    <p:sldId id="565" r:id="rId144"/>
    <p:sldId id="566" r:id="rId145"/>
    <p:sldId id="567" r:id="rId146"/>
    <p:sldId id="260" r:id="rId147"/>
    <p:sldId id="261" r:id="rId148"/>
    <p:sldId id="262" r:id="rId149"/>
    <p:sldId id="263" r:id="rId150"/>
    <p:sldId id="264" r:id="rId151"/>
    <p:sldId id="265" r:id="rId152"/>
    <p:sldId id="266" r:id="rId153"/>
    <p:sldId id="267" r:id="rId154"/>
    <p:sldId id="268" r:id="rId155"/>
    <p:sldId id="269" r:id="rId156"/>
    <p:sldId id="270" r:id="rId157"/>
    <p:sldId id="271" r:id="rId158"/>
    <p:sldId id="272" r:id="rId159"/>
    <p:sldId id="273" r:id="rId160"/>
    <p:sldId id="274" r:id="rId161"/>
    <p:sldId id="275" r:id="rId162"/>
    <p:sldId id="276" r:id="rId163"/>
    <p:sldId id="277" r:id="rId164"/>
    <p:sldId id="278" r:id="rId165"/>
    <p:sldId id="279" r:id="rId166"/>
    <p:sldId id="280" r:id="rId167"/>
    <p:sldId id="281" r:id="rId168"/>
    <p:sldId id="282" r:id="rId169"/>
    <p:sldId id="283" r:id="rId170"/>
    <p:sldId id="284" r:id="rId171"/>
    <p:sldId id="285" r:id="rId172"/>
    <p:sldId id="286" r:id="rId173"/>
    <p:sldId id="287" r:id="rId174"/>
    <p:sldId id="288" r:id="rId175"/>
    <p:sldId id="289" r:id="rId176"/>
    <p:sldId id="290" r:id="rId177"/>
    <p:sldId id="291" r:id="rId178"/>
    <p:sldId id="292" r:id="rId179"/>
    <p:sldId id="293" r:id="rId180"/>
    <p:sldId id="294" r:id="rId181"/>
    <p:sldId id="295" r:id="rId182"/>
    <p:sldId id="296" r:id="rId183"/>
    <p:sldId id="297" r:id="rId184"/>
    <p:sldId id="298" r:id="rId185"/>
    <p:sldId id="299" r:id="rId186"/>
    <p:sldId id="300" r:id="rId187"/>
    <p:sldId id="301" r:id="rId188"/>
    <p:sldId id="302" r:id="rId189"/>
    <p:sldId id="303" r:id="rId190"/>
    <p:sldId id="304" r:id="rId191"/>
    <p:sldId id="305" r:id="rId192"/>
    <p:sldId id="306" r:id="rId193"/>
    <p:sldId id="307" r:id="rId194"/>
    <p:sldId id="308" r:id="rId195"/>
    <p:sldId id="309" r:id="rId196"/>
    <p:sldId id="310" r:id="rId197"/>
    <p:sldId id="311" r:id="rId198"/>
    <p:sldId id="312" r:id="rId199"/>
    <p:sldId id="313" r:id="rId200"/>
    <p:sldId id="314" r:id="rId201"/>
    <p:sldId id="315" r:id="rId202"/>
    <p:sldId id="316" r:id="rId203"/>
    <p:sldId id="317" r:id="rId204"/>
    <p:sldId id="318" r:id="rId205"/>
    <p:sldId id="319" r:id="rId206"/>
    <p:sldId id="320" r:id="rId207"/>
    <p:sldId id="321" r:id="rId208"/>
    <p:sldId id="322" r:id="rId209"/>
    <p:sldId id="323" r:id="rId210"/>
    <p:sldId id="324" r:id="rId211"/>
    <p:sldId id="326" r:id="rId212"/>
    <p:sldId id="327" r:id="rId213"/>
    <p:sldId id="328" r:id="rId214"/>
    <p:sldId id="329" r:id="rId215"/>
    <p:sldId id="330" r:id="rId216"/>
    <p:sldId id="331" r:id="rId217"/>
    <p:sldId id="332" r:id="rId218"/>
    <p:sldId id="333" r:id="rId219"/>
    <p:sldId id="334" r:id="rId220"/>
    <p:sldId id="335" r:id="rId221"/>
    <p:sldId id="336" r:id="rId222"/>
    <p:sldId id="337" r:id="rId223"/>
    <p:sldId id="338" r:id="rId224"/>
    <p:sldId id="339" r:id="rId225"/>
    <p:sldId id="340" r:id="rId226"/>
    <p:sldId id="341" r:id="rId227"/>
    <p:sldId id="342" r:id="rId228"/>
    <p:sldId id="343" r:id="rId229"/>
    <p:sldId id="344" r:id="rId230"/>
    <p:sldId id="345" r:id="rId231"/>
    <p:sldId id="346" r:id="rId232"/>
    <p:sldId id="347" r:id="rId233"/>
    <p:sldId id="348" r:id="rId234"/>
    <p:sldId id="349" r:id="rId235"/>
    <p:sldId id="350" r:id="rId236"/>
    <p:sldId id="351" r:id="rId237"/>
    <p:sldId id="352" r:id="rId238"/>
    <p:sldId id="353" r:id="rId239"/>
    <p:sldId id="354" r:id="rId240"/>
    <p:sldId id="355" r:id="rId241"/>
    <p:sldId id="356" r:id="rId242"/>
    <p:sldId id="357" r:id="rId243"/>
    <p:sldId id="358" r:id="rId244"/>
    <p:sldId id="359" r:id="rId245"/>
    <p:sldId id="360" r:id="rId246"/>
    <p:sldId id="361" r:id="rId247"/>
    <p:sldId id="362" r:id="rId248"/>
    <p:sldId id="363" r:id="rId249"/>
    <p:sldId id="364" r:id="rId250"/>
    <p:sldId id="365" r:id="rId251"/>
    <p:sldId id="366" r:id="rId252"/>
    <p:sldId id="367" r:id="rId253"/>
    <p:sldId id="368" r:id="rId254"/>
    <p:sldId id="369" r:id="rId255"/>
    <p:sldId id="370" r:id="rId256"/>
    <p:sldId id="371" r:id="rId257"/>
    <p:sldId id="372" r:id="rId258"/>
    <p:sldId id="373" r:id="rId259"/>
    <p:sldId id="374" r:id="rId260"/>
    <p:sldId id="375" r:id="rId261"/>
    <p:sldId id="376" r:id="rId262"/>
    <p:sldId id="377" r:id="rId263"/>
    <p:sldId id="378" r:id="rId264"/>
    <p:sldId id="379" r:id="rId265"/>
    <p:sldId id="380" r:id="rId266"/>
    <p:sldId id="381" r:id="rId267"/>
    <p:sldId id="382" r:id="rId268"/>
    <p:sldId id="383" r:id="rId269"/>
    <p:sldId id="402" r:id="rId270"/>
    <p:sldId id="384" r:id="rId271"/>
    <p:sldId id="385" r:id="rId272"/>
    <p:sldId id="386" r:id="rId273"/>
    <p:sldId id="387" r:id="rId274"/>
    <p:sldId id="388" r:id="rId275"/>
    <p:sldId id="389" r:id="rId276"/>
    <p:sldId id="390" r:id="rId277"/>
    <p:sldId id="391" r:id="rId278"/>
    <p:sldId id="392" r:id="rId279"/>
    <p:sldId id="393" r:id="rId280"/>
    <p:sldId id="394" r:id="rId281"/>
    <p:sldId id="395" r:id="rId282"/>
  </p:sldIdLst>
  <p:sldSz cx="8961438" cy="6721475"/>
  <p:notesSz cx="9906000" cy="6743700"/>
  <p:custDataLst>
    <p:tags r:id="rId28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-윤고딕130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92">
          <p15:clr>
            <a:srgbClr val="A4A3A4"/>
          </p15:clr>
        </p15:guide>
        <p15:guide id="2" orient="horz" pos="149">
          <p15:clr>
            <a:srgbClr val="A4A3A4"/>
          </p15:clr>
        </p15:guide>
        <p15:guide id="3" pos="5512">
          <p15:clr>
            <a:srgbClr val="A4A3A4"/>
          </p15:clr>
        </p15:guide>
        <p15:guide id="4" pos="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4">
          <p15:clr>
            <a:srgbClr val="A4A3A4"/>
          </p15:clr>
        </p15:guide>
        <p15:guide id="2" pos="3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-978" y="-90"/>
      </p:cViewPr>
      <p:guideLst>
        <p:guide orient="horz" pos="4192"/>
        <p:guide orient="horz" pos="149"/>
        <p:guide pos="5512"/>
        <p:guide pos="6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0840"/>
    </p:cViewPr>
  </p:sorterViewPr>
  <p:notesViewPr>
    <p:cSldViewPr snapToGrid="0">
      <p:cViewPr varScale="1">
        <p:scale>
          <a:sx n="81" d="100"/>
          <a:sy n="81" d="100"/>
        </p:scale>
        <p:origin x="-715" y="-77"/>
      </p:cViewPr>
      <p:guideLst>
        <p:guide orient="horz" pos="2124"/>
        <p:guide pos="31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microsoft.com/office/2016/11/relationships/changesInfo" Target="changesInfos/changesInfo1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customXml" Target="../customXml/item1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customXml" Target="../customXml/item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customXml" Target="../customXml/item3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notesMaster" Target="notesMasters/notesMaster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handoutMaster" Target="handoutMasters/handout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tags" Target="tags/tag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presProps" Target="presProps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viewProps" Target="view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theme" Target="theme/theme1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tableStyles" Target="tableStyles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31.xml"/><Relationship Id="rId13" Type="http://schemas.openxmlformats.org/officeDocument/2006/relationships/slide" Target="slides/slide236.xml"/><Relationship Id="rId18" Type="http://schemas.openxmlformats.org/officeDocument/2006/relationships/slide" Target="slides/slide241.xml"/><Relationship Id="rId3" Type="http://schemas.openxmlformats.org/officeDocument/2006/relationships/slide" Target="slides/slide135.xml"/><Relationship Id="rId21" Type="http://schemas.openxmlformats.org/officeDocument/2006/relationships/slide" Target="slides/slide244.xml"/><Relationship Id="rId7" Type="http://schemas.openxmlformats.org/officeDocument/2006/relationships/slide" Target="slides/slide210.xml"/><Relationship Id="rId12" Type="http://schemas.openxmlformats.org/officeDocument/2006/relationships/slide" Target="slides/slide235.xml"/><Relationship Id="rId17" Type="http://schemas.openxmlformats.org/officeDocument/2006/relationships/slide" Target="slides/slide240.xml"/><Relationship Id="rId2" Type="http://schemas.openxmlformats.org/officeDocument/2006/relationships/slide" Target="slides/slide111.xml"/><Relationship Id="rId16" Type="http://schemas.openxmlformats.org/officeDocument/2006/relationships/slide" Target="slides/slide239.xml"/><Relationship Id="rId20" Type="http://schemas.openxmlformats.org/officeDocument/2006/relationships/slide" Target="slides/slide243.xml"/><Relationship Id="rId1" Type="http://schemas.openxmlformats.org/officeDocument/2006/relationships/slide" Target="slides/slide1.xml"/><Relationship Id="rId6" Type="http://schemas.openxmlformats.org/officeDocument/2006/relationships/slide" Target="slides/slide194.xml"/><Relationship Id="rId11" Type="http://schemas.openxmlformats.org/officeDocument/2006/relationships/slide" Target="slides/slide234.xml"/><Relationship Id="rId5" Type="http://schemas.openxmlformats.org/officeDocument/2006/relationships/slide" Target="slides/slide146.xml"/><Relationship Id="rId15" Type="http://schemas.openxmlformats.org/officeDocument/2006/relationships/slide" Target="slides/slide238.xml"/><Relationship Id="rId23" Type="http://schemas.openxmlformats.org/officeDocument/2006/relationships/slide" Target="slides/slide246.xml"/><Relationship Id="rId10" Type="http://schemas.openxmlformats.org/officeDocument/2006/relationships/slide" Target="slides/slide233.xml"/><Relationship Id="rId19" Type="http://schemas.openxmlformats.org/officeDocument/2006/relationships/slide" Target="slides/slide242.xml"/><Relationship Id="rId4" Type="http://schemas.openxmlformats.org/officeDocument/2006/relationships/slide" Target="slides/slide140.xml"/><Relationship Id="rId9" Type="http://schemas.openxmlformats.org/officeDocument/2006/relationships/slide" Target="slides/slide232.xml"/><Relationship Id="rId14" Type="http://schemas.openxmlformats.org/officeDocument/2006/relationships/slide" Target="slides/slide237.xml"/><Relationship Id="rId22" Type="http://schemas.openxmlformats.org/officeDocument/2006/relationships/slide" Target="slides/slide2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arina Holstein" userId="c9969d75-bb75-40b4-a482-731e3a68a130" providerId="ADAL" clId="{5C415DF4-B916-4218-A651-C9895E7DE530}"/>
    <pc:docChg chg="custSel replTag">
      <pc:chgData name="Catarina Holstein" userId="c9969d75-bb75-40b4-a482-731e3a68a130" providerId="ADAL" clId="{5C415DF4-B916-4218-A651-C9895E7DE530}" dt="2022-12-27T20:16:12.260" v="34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13400" y="0"/>
            <a:ext cx="4292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E00E97F-C824-4968-9BE5-BE7C7D9CD672}" type="datetime1">
              <a:rPr lang="zh-CN" altLang="nl-NL"/>
              <a:pPr>
                <a:defRPr/>
              </a:pPr>
              <a:t>2022/12/27</a:t>
            </a:fld>
            <a:endParaRPr lang="en-US" altLang="zh-CN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7150"/>
            <a:ext cx="4292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13400" y="6407150"/>
            <a:ext cx="4292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1201F988-861A-45A1-BDCE-9D8DD7014C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736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9500" y="868363"/>
            <a:ext cx="7683500" cy="57610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84275" y="250825"/>
            <a:ext cx="844073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126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9331325" y="36513"/>
            <a:ext cx="29527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839200" y="6427788"/>
            <a:ext cx="7874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9109427-A230-46D0-ABB6-D44D34C20F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90822" name="McK Separator" hidden="1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27455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6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74.xml"/></Relationships>
</file>

<file path=ppt/notesSlides/_rels/notesSlide15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2.xml"/></Relationships>
</file>

<file path=ppt/notesSlides/_rels/notesSlide15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0.xml"/></Relationships>
</file>

<file path=ppt/notesSlides/_rels/notesSlide15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8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36.xml"/></Relationships>
</file>

<file path=ppt/notesSlides/_rels/notesSlide25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39.xml"/></Relationships>
</file>

<file path=ppt/notesSlides/_rels/notesSlide25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50.xml"/></Relationships>
</file>

<file path=ppt/notesSlides/_rels/notesSlide26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53.xml"/></Relationships>
</file>

<file path=ppt/notesSlides/_rels/notesSlide26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56.xml"/></Relationships>
</file>

<file path=ppt/notesSlides/_rels/notesSlide26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59.xml"/></Relationships>
</file>

<file path=ppt/notesSlides/_rels/notesSlide26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62.xml"/></Relationships>
</file>

<file path=ppt/notesSlides/_rels/notesSlide26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71.xml"/></Relationships>
</file>

<file path=ppt/notesSlides/_rels/notesSlide26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82.xml"/></Relationships>
</file>

<file path=ppt/notesSlides/_rels/notesSlide26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85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87.xml"/></Relationships>
</file>

<file path=ppt/notesSlides/_rels/notesSlide27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90.xml"/></Relationships>
</file>

<file path=ppt/notesSlides/_rels/notesSlide27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93.xml"/></Relationships>
</file>

<file path=ppt/notesSlides/_rels/notesSlide27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96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956B13-F18B-432F-94A5-7FDD240DFA11}" type="slidenum">
              <a:rPr lang="zh-CN" altLang="en-US" smtClean="0"/>
              <a:pPr/>
              <a:t>0</a:t>
            </a:fld>
            <a:endParaRPr lang="en-US" altLang="zh-CN"/>
          </a:p>
        </p:txBody>
      </p:sp>
      <p:sp>
        <p:nvSpPr>
          <p:cNvPr id="291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</p:spTree>
    <p:extLst>
      <p:ext uri="{BB962C8B-B14F-4D97-AF65-F5344CB8AC3E}">
        <p14:creationId xmlns:p14="http://schemas.microsoft.com/office/powerpoint/2010/main" val="3640833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C834EF-EE31-4574-B513-030A99BEDD29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2928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286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971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3E30CC-1729-4BF2-A3FD-E98FC3FC7F64}" type="slidenum">
              <a:rPr lang="zh-CN" altLang="en-US" smtClean="0"/>
              <a:pPr/>
              <a:t>2</a:t>
            </a:fld>
            <a:endParaRPr lang="en-US" altLang="zh-CN"/>
          </a:p>
        </p:txBody>
      </p:sp>
      <p:sp>
        <p:nvSpPr>
          <p:cNvPr id="2938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389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658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5798D4-2B39-433C-BC30-7075E89F5582}" type="slidenum">
              <a:rPr lang="zh-CN" altLang="en-US" smtClean="0"/>
              <a:pPr/>
              <a:t>3</a:t>
            </a:fld>
            <a:endParaRPr lang="en-US" altLang="zh-CN"/>
          </a:p>
        </p:txBody>
      </p:sp>
      <p:sp>
        <p:nvSpPr>
          <p:cNvPr id="29491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491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379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ABB55F-79C7-4A48-ADA8-A63CCB5AC238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2959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594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052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8BBD06-410B-46AE-90E9-58AD391A7041}" type="slidenum">
              <a:rPr lang="zh-CN" altLang="en-US" smtClean="0"/>
              <a:pPr/>
              <a:t>5</a:t>
            </a:fld>
            <a:endParaRPr lang="en-US" altLang="zh-CN"/>
          </a:p>
        </p:txBody>
      </p:sp>
      <p:sp>
        <p:nvSpPr>
          <p:cNvPr id="2969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696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454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D5574C-955B-4FBB-9841-01808F33B10B}" type="slidenum">
              <a:rPr lang="zh-CN" altLang="en-US" smtClean="0"/>
              <a:pPr/>
              <a:t>6</a:t>
            </a:fld>
            <a:endParaRPr lang="en-US" altLang="zh-CN"/>
          </a:p>
        </p:txBody>
      </p:sp>
      <p:sp>
        <p:nvSpPr>
          <p:cNvPr id="2979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798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319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704DFD-F5FD-4B3D-A0F5-3E4C864C3FC4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2990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29901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13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9A825E-132C-4ECB-9C07-457CE65E1E94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3000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003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357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F3B58-55E2-4D4E-B1CA-73F9D28F82DF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30105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106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886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87E73F-E32F-4ABC-8DA9-DF76D804BE6E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3020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208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390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F43CCE-EAAC-4D13-8CC6-7967BD91748E}" type="slidenum">
              <a:rPr lang="zh-CN" altLang="en-US" smtClean="0"/>
              <a:pPr/>
              <a:t>11</a:t>
            </a:fld>
            <a:endParaRPr lang="en-US" altLang="zh-CN"/>
          </a:p>
        </p:txBody>
      </p:sp>
      <p:sp>
        <p:nvSpPr>
          <p:cNvPr id="3031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310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29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8E1158-5928-4BDB-8651-F9CD60105919}" type="slidenum">
              <a:rPr lang="zh-CN" altLang="en-US" smtClean="0"/>
              <a:pPr/>
              <a:t>12</a:t>
            </a:fld>
            <a:endParaRPr lang="en-US" altLang="zh-CN"/>
          </a:p>
        </p:txBody>
      </p:sp>
      <p:sp>
        <p:nvSpPr>
          <p:cNvPr id="3041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413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787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2872AA-7322-4914-8839-D66074BAB8ED}" type="slidenum">
              <a:rPr lang="zh-CN" altLang="en-US" smtClean="0"/>
              <a:pPr/>
              <a:t>13</a:t>
            </a:fld>
            <a:endParaRPr lang="en-US" altLang="zh-CN"/>
          </a:p>
        </p:txBody>
      </p:sp>
      <p:sp>
        <p:nvSpPr>
          <p:cNvPr id="3051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515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956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52F10A-D079-4C81-B8F1-C5995F444193}" type="slidenum">
              <a:rPr lang="zh-CN" altLang="en-US" smtClean="0"/>
              <a:pPr/>
              <a:t>14</a:t>
            </a:fld>
            <a:endParaRPr lang="en-US" altLang="zh-CN"/>
          </a:p>
        </p:txBody>
      </p:sp>
      <p:sp>
        <p:nvSpPr>
          <p:cNvPr id="30617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618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374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FFE416-3C93-4995-95BB-CBE9EBA76E15}" type="slidenum">
              <a:rPr lang="zh-CN" altLang="en-US" smtClean="0"/>
              <a:pPr/>
              <a:t>15</a:t>
            </a:fld>
            <a:endParaRPr lang="en-US" altLang="zh-CN"/>
          </a:p>
        </p:txBody>
      </p:sp>
      <p:sp>
        <p:nvSpPr>
          <p:cNvPr id="30720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720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873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367741-90FC-46BB-9364-DE479AAB5C2B}" type="slidenum">
              <a:rPr lang="zh-CN" altLang="en-US" smtClean="0"/>
              <a:pPr/>
              <a:t>16</a:t>
            </a:fld>
            <a:endParaRPr lang="en-US" altLang="zh-CN"/>
          </a:p>
        </p:txBody>
      </p:sp>
      <p:sp>
        <p:nvSpPr>
          <p:cNvPr id="3082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82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804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9423C4-6418-44C9-9342-BCBD662F170C}" type="slidenum">
              <a:rPr lang="zh-CN" altLang="en-US" smtClean="0"/>
              <a:pPr/>
              <a:t>17</a:t>
            </a:fld>
            <a:endParaRPr lang="en-US" altLang="zh-CN"/>
          </a:p>
        </p:txBody>
      </p:sp>
      <p:sp>
        <p:nvSpPr>
          <p:cNvPr id="3092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0925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035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455FA6-2E96-40EA-89BF-3F59C9A5829E}" type="slidenum">
              <a:rPr lang="zh-CN" altLang="en-US" smtClean="0"/>
              <a:pPr/>
              <a:t>18</a:t>
            </a:fld>
            <a:endParaRPr lang="en-US" altLang="zh-CN"/>
          </a:p>
        </p:txBody>
      </p:sp>
      <p:sp>
        <p:nvSpPr>
          <p:cNvPr id="31027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027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4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DF1C09-487F-4755-8403-EFCBB70EEE0B}" type="slidenum">
              <a:rPr lang="zh-CN" altLang="en-US" smtClean="0"/>
              <a:pPr/>
              <a:t>19</a:t>
            </a:fld>
            <a:endParaRPr lang="en-US" altLang="zh-CN"/>
          </a:p>
        </p:txBody>
      </p:sp>
      <p:sp>
        <p:nvSpPr>
          <p:cNvPr id="3112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130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591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3BF250-8DB1-4AAF-ABD1-0BDA611C87E9}" type="slidenum">
              <a:rPr lang="zh-CN" altLang="en-US" smtClean="0"/>
              <a:pPr/>
              <a:t>20</a:t>
            </a:fld>
            <a:endParaRPr lang="en-US" altLang="zh-CN"/>
          </a:p>
        </p:txBody>
      </p:sp>
      <p:sp>
        <p:nvSpPr>
          <p:cNvPr id="3123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232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5686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437666-6D4A-4AE8-AE50-81FD4247D154}" type="slidenum">
              <a:rPr lang="zh-CN" altLang="en-US" smtClean="0"/>
              <a:pPr/>
              <a:t>21</a:t>
            </a:fld>
            <a:endParaRPr lang="en-US" altLang="zh-CN"/>
          </a:p>
        </p:txBody>
      </p:sp>
      <p:sp>
        <p:nvSpPr>
          <p:cNvPr id="31334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334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301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006BDA-039B-43D3-9B1F-4217200455D0}" type="slidenum">
              <a:rPr lang="zh-CN" altLang="en-US" smtClean="0"/>
              <a:pPr/>
              <a:t>22</a:t>
            </a:fld>
            <a:endParaRPr lang="en-US" altLang="zh-CN"/>
          </a:p>
        </p:txBody>
      </p:sp>
      <p:sp>
        <p:nvSpPr>
          <p:cNvPr id="3143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437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992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FF5EFD-CC1C-440F-A1CF-F4D4AE6EB922}" type="slidenum">
              <a:rPr lang="zh-CN" altLang="en-US" smtClean="0"/>
              <a:pPr/>
              <a:t>23</a:t>
            </a:fld>
            <a:endParaRPr lang="en-US" altLang="zh-CN"/>
          </a:p>
        </p:txBody>
      </p:sp>
      <p:sp>
        <p:nvSpPr>
          <p:cNvPr id="31539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539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8665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4D2C85-9D57-466C-A007-88DB7CE0EA41}" type="slidenum">
              <a:rPr lang="zh-CN" altLang="en-US" smtClean="0"/>
              <a:pPr/>
              <a:t>24</a:t>
            </a:fld>
            <a:endParaRPr lang="en-US" altLang="zh-CN"/>
          </a:p>
        </p:txBody>
      </p:sp>
      <p:sp>
        <p:nvSpPr>
          <p:cNvPr id="31641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642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8525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4E2765-8DEA-4E1C-BC26-BF6702E65DB6}" type="slidenum">
              <a:rPr lang="zh-CN" altLang="en-US" smtClean="0"/>
              <a:pPr/>
              <a:t>25</a:t>
            </a:fld>
            <a:endParaRPr lang="en-US" altLang="zh-CN"/>
          </a:p>
        </p:txBody>
      </p:sp>
      <p:sp>
        <p:nvSpPr>
          <p:cNvPr id="3174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744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137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49A6D7-AADE-4B78-B0AF-FAEE758E0650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3184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846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733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A9B4B1-4C53-4A2B-971C-CA6C40EBDE54}" type="slidenum">
              <a:rPr lang="zh-CN" altLang="en-US" smtClean="0"/>
              <a:pPr/>
              <a:t>27</a:t>
            </a:fld>
            <a:endParaRPr lang="en-US" altLang="zh-CN"/>
          </a:p>
        </p:txBody>
      </p:sp>
      <p:sp>
        <p:nvSpPr>
          <p:cNvPr id="3194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1949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9722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29D217-9BAC-42FF-A37B-67ECA7B189A9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32051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051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077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86D1A1-6209-4E0D-9BB4-E862F3AB885E}" type="slidenum">
              <a:rPr lang="zh-CN" altLang="en-US" smtClean="0"/>
              <a:pPr/>
              <a:t>29</a:t>
            </a:fld>
            <a:endParaRPr lang="en-US" altLang="zh-CN"/>
          </a:p>
        </p:txBody>
      </p:sp>
      <p:sp>
        <p:nvSpPr>
          <p:cNvPr id="3215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154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5806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5C1CAD-6F70-4181-A635-BA07C2058D9E}" type="slidenum">
              <a:rPr lang="zh-CN" altLang="en-US" smtClean="0"/>
              <a:pPr/>
              <a:t>30</a:t>
            </a:fld>
            <a:endParaRPr lang="en-US" altLang="zh-CN"/>
          </a:p>
        </p:txBody>
      </p:sp>
      <p:sp>
        <p:nvSpPr>
          <p:cNvPr id="3225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256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352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9A7EB6-B63F-43D4-A44C-7F59927EB6FD}" type="slidenum">
              <a:rPr lang="zh-CN" altLang="en-US" smtClean="0"/>
              <a:pPr/>
              <a:t>31</a:t>
            </a:fld>
            <a:endParaRPr lang="en-US" altLang="zh-CN"/>
          </a:p>
        </p:txBody>
      </p:sp>
      <p:sp>
        <p:nvSpPr>
          <p:cNvPr id="3235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358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6381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190B72-AA32-4050-8648-DBF8377D3E3B}" type="slidenum">
              <a:rPr lang="zh-CN" altLang="en-US" smtClean="0"/>
              <a:pPr/>
              <a:t>32</a:t>
            </a:fld>
            <a:endParaRPr lang="en-US" altLang="zh-CN"/>
          </a:p>
        </p:txBody>
      </p:sp>
      <p:sp>
        <p:nvSpPr>
          <p:cNvPr id="3246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461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5172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60F06E-BBC2-46B0-8249-5D0A133692EF}" type="slidenum">
              <a:rPr lang="zh-CN" altLang="en-US" smtClean="0"/>
              <a:pPr/>
              <a:t>33</a:t>
            </a:fld>
            <a:endParaRPr lang="en-US" altLang="zh-CN"/>
          </a:p>
        </p:txBody>
      </p:sp>
      <p:sp>
        <p:nvSpPr>
          <p:cNvPr id="3256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563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9481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8A3E28-8D99-48FF-8319-B77A23AB1FA4}" type="slidenum">
              <a:rPr lang="zh-CN" altLang="en-US" smtClean="0"/>
              <a:pPr/>
              <a:t>34</a:t>
            </a:fld>
            <a:endParaRPr lang="en-US" altLang="zh-CN"/>
          </a:p>
        </p:txBody>
      </p:sp>
      <p:sp>
        <p:nvSpPr>
          <p:cNvPr id="32665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666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60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CEC3A-58A1-4CD0-A458-BDD3D1D05046}" type="slidenum">
              <a:rPr lang="zh-CN" altLang="en-US" smtClean="0"/>
              <a:pPr/>
              <a:t>35</a:t>
            </a:fld>
            <a:endParaRPr lang="en-US" altLang="zh-CN"/>
          </a:p>
        </p:txBody>
      </p:sp>
      <p:sp>
        <p:nvSpPr>
          <p:cNvPr id="3276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768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5413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5F00D-094C-4C39-82BF-F69E408E4CFA}" type="slidenum">
              <a:rPr lang="zh-CN" altLang="en-US" smtClean="0"/>
              <a:pPr/>
              <a:t>36</a:t>
            </a:fld>
            <a:endParaRPr lang="en-US" altLang="zh-CN"/>
          </a:p>
        </p:txBody>
      </p:sp>
      <p:sp>
        <p:nvSpPr>
          <p:cNvPr id="3287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870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781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CDDA86-273C-44FC-A606-732330E5BF75}" type="slidenum">
              <a:rPr lang="zh-CN" altLang="en-US" smtClean="0"/>
              <a:pPr/>
              <a:t>37</a:t>
            </a:fld>
            <a:endParaRPr lang="en-US" altLang="zh-CN"/>
          </a:p>
        </p:txBody>
      </p:sp>
      <p:sp>
        <p:nvSpPr>
          <p:cNvPr id="3297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2973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826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EC8F94-9955-4DEC-A6DA-F6CAFA43CDD5}" type="slidenum">
              <a:rPr lang="zh-CN" altLang="en-US" smtClean="0"/>
              <a:pPr/>
              <a:t>38</a:t>
            </a:fld>
            <a:endParaRPr lang="en-US" altLang="zh-CN"/>
          </a:p>
        </p:txBody>
      </p:sp>
      <p:sp>
        <p:nvSpPr>
          <p:cNvPr id="3307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075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5111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01B392-20D6-4616-9A80-ECFD55D35AE6}" type="slidenum">
              <a:rPr lang="zh-CN" altLang="en-US" smtClean="0"/>
              <a:pPr/>
              <a:t>39</a:t>
            </a:fld>
            <a:endParaRPr lang="en-US" altLang="zh-CN"/>
          </a:p>
        </p:txBody>
      </p:sp>
      <p:sp>
        <p:nvSpPr>
          <p:cNvPr id="33177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178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823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F8213B-EC7E-4F40-B6A8-63D55B7F1326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33280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280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90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3CCBD7-F972-4298-84C1-D359EDC2C8F5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3338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38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460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13630D-F276-411C-82BB-397C4FF8CE4C}" type="slidenum">
              <a:rPr lang="zh-CN" altLang="en-US" smtClean="0"/>
              <a:pPr/>
              <a:t>42</a:t>
            </a:fld>
            <a:endParaRPr lang="en-US" altLang="zh-CN"/>
          </a:p>
        </p:txBody>
      </p:sp>
      <p:sp>
        <p:nvSpPr>
          <p:cNvPr id="3348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485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9303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885E17-39A6-4713-B0C2-1229AA0B8E2E}" type="slidenum">
              <a:rPr lang="zh-CN" altLang="en-US" smtClean="0"/>
              <a:pPr/>
              <a:t>43</a:t>
            </a:fld>
            <a:endParaRPr lang="en-US" altLang="zh-CN"/>
          </a:p>
        </p:txBody>
      </p:sp>
      <p:sp>
        <p:nvSpPr>
          <p:cNvPr id="33587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587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0319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9795E2-E7F0-452C-98EB-931922A6659C}" type="slidenum">
              <a:rPr lang="zh-CN" altLang="en-US" smtClean="0"/>
              <a:pPr/>
              <a:t>44</a:t>
            </a:fld>
            <a:endParaRPr lang="en-US" altLang="zh-CN"/>
          </a:p>
        </p:txBody>
      </p:sp>
      <p:sp>
        <p:nvSpPr>
          <p:cNvPr id="3368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690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1008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D1668-91D2-4011-B7EC-AF3A55BEDD7D}" type="slidenum">
              <a:rPr lang="zh-CN" altLang="en-US" smtClean="0"/>
              <a:pPr/>
              <a:t>45</a:t>
            </a:fld>
            <a:endParaRPr lang="en-US" altLang="zh-CN"/>
          </a:p>
        </p:txBody>
      </p:sp>
      <p:sp>
        <p:nvSpPr>
          <p:cNvPr id="3379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792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9394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D03EF9-FBF6-48A8-9E77-9877DFA0CE9D}" type="slidenum">
              <a:rPr lang="zh-CN" altLang="en-US" smtClean="0"/>
              <a:pPr/>
              <a:t>46</a:t>
            </a:fld>
            <a:endParaRPr lang="en-US" altLang="zh-CN"/>
          </a:p>
        </p:txBody>
      </p:sp>
      <p:sp>
        <p:nvSpPr>
          <p:cNvPr id="33894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894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591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61F2AC-550A-4EC8-ADF5-216032B05AFE}" type="slidenum">
              <a:rPr lang="zh-CN" altLang="en-US" smtClean="0"/>
              <a:pPr/>
              <a:t>47</a:t>
            </a:fld>
            <a:endParaRPr lang="en-US" altLang="zh-CN"/>
          </a:p>
        </p:txBody>
      </p:sp>
      <p:sp>
        <p:nvSpPr>
          <p:cNvPr id="3399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3997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726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6CE39C-A168-4CC3-A13A-F0B93249A139}" type="slidenum">
              <a:rPr lang="zh-CN" altLang="en-US" smtClean="0"/>
              <a:pPr/>
              <a:t>48</a:t>
            </a:fld>
            <a:endParaRPr lang="en-US" altLang="zh-CN"/>
          </a:p>
        </p:txBody>
      </p:sp>
      <p:sp>
        <p:nvSpPr>
          <p:cNvPr id="34099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099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5226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7B321B-70CE-4621-9981-181ED60EDA43}" type="slidenum">
              <a:rPr lang="zh-CN" altLang="en-US" smtClean="0"/>
              <a:pPr/>
              <a:t>49</a:t>
            </a:fld>
            <a:endParaRPr lang="en-US" altLang="zh-CN"/>
          </a:p>
        </p:txBody>
      </p:sp>
      <p:sp>
        <p:nvSpPr>
          <p:cNvPr id="34201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202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1820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0C07F9-7C23-4780-9C50-3A3A72BD2F30}" type="slidenum">
              <a:rPr lang="zh-CN" altLang="en-US" smtClean="0"/>
              <a:pPr/>
              <a:t>50</a:t>
            </a:fld>
            <a:endParaRPr lang="en-US" altLang="zh-CN"/>
          </a:p>
        </p:txBody>
      </p:sp>
      <p:sp>
        <p:nvSpPr>
          <p:cNvPr id="3430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304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2401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9381CF-3A79-4082-AD3D-CF0120D17772}" type="slidenum">
              <a:rPr lang="zh-CN" altLang="en-US" smtClean="0"/>
              <a:pPr/>
              <a:t>51</a:t>
            </a:fld>
            <a:endParaRPr lang="en-US" altLang="zh-CN"/>
          </a:p>
        </p:txBody>
      </p:sp>
      <p:sp>
        <p:nvSpPr>
          <p:cNvPr id="3440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406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748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6543BF-56DD-41FD-BEC0-ABE296D0848D}" type="slidenum">
              <a:rPr lang="zh-CN" altLang="en-US" smtClean="0"/>
              <a:pPr/>
              <a:t>52</a:t>
            </a:fld>
            <a:endParaRPr lang="en-US" altLang="zh-CN"/>
          </a:p>
        </p:txBody>
      </p:sp>
      <p:sp>
        <p:nvSpPr>
          <p:cNvPr id="3450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509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0968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6377D9-FE62-4B4A-80C6-5D6643AFA474}" type="slidenum">
              <a:rPr lang="zh-CN" altLang="en-US" smtClean="0"/>
              <a:pPr/>
              <a:t>53</a:t>
            </a:fld>
            <a:endParaRPr lang="en-US" altLang="zh-CN"/>
          </a:p>
        </p:txBody>
      </p:sp>
      <p:sp>
        <p:nvSpPr>
          <p:cNvPr id="34611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611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3511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73D398-E61A-433C-9BEA-00A8B739F4F3}" type="slidenum">
              <a:rPr lang="zh-CN" altLang="en-US" smtClean="0"/>
              <a:pPr/>
              <a:t>54</a:t>
            </a:fld>
            <a:endParaRPr lang="en-US" altLang="zh-CN"/>
          </a:p>
        </p:txBody>
      </p:sp>
      <p:sp>
        <p:nvSpPr>
          <p:cNvPr id="3471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714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8597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BEE303-0BA7-4526-8F4A-8C9732922A07}" type="slidenum">
              <a:rPr lang="zh-CN" altLang="en-US" smtClean="0"/>
              <a:pPr/>
              <a:t>55</a:t>
            </a:fld>
            <a:endParaRPr lang="en-US" altLang="zh-CN"/>
          </a:p>
        </p:txBody>
      </p:sp>
      <p:sp>
        <p:nvSpPr>
          <p:cNvPr id="3481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816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69321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A119E0-94A0-402A-8567-5765808796D8}" type="slidenum">
              <a:rPr lang="zh-CN" altLang="en-US" smtClean="0"/>
              <a:pPr/>
              <a:t>56</a:t>
            </a:fld>
            <a:endParaRPr lang="en-US" altLang="zh-CN"/>
          </a:p>
        </p:txBody>
      </p:sp>
      <p:sp>
        <p:nvSpPr>
          <p:cNvPr id="3491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4918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4135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216DD3-079C-4362-9BBF-EE43B99CCE19}" type="slidenum">
              <a:rPr lang="zh-CN" altLang="en-US" smtClean="0"/>
              <a:pPr/>
              <a:t>57</a:t>
            </a:fld>
            <a:endParaRPr lang="en-US" altLang="zh-CN"/>
          </a:p>
        </p:txBody>
      </p:sp>
      <p:sp>
        <p:nvSpPr>
          <p:cNvPr id="3502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021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7718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0747D2-1135-42DD-B5FD-A86D355F572E}" type="slidenum">
              <a:rPr lang="zh-CN" altLang="en-US" smtClean="0"/>
              <a:pPr/>
              <a:t>58</a:t>
            </a:fld>
            <a:endParaRPr lang="en-US" altLang="zh-CN"/>
          </a:p>
        </p:txBody>
      </p:sp>
      <p:sp>
        <p:nvSpPr>
          <p:cNvPr id="3512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123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69559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5211B0-1788-42DE-BBA2-FF819462F164}" type="slidenum">
              <a:rPr lang="zh-CN" altLang="en-US" smtClean="0"/>
              <a:pPr/>
              <a:t>59</a:t>
            </a:fld>
            <a:endParaRPr lang="en-US" altLang="zh-CN"/>
          </a:p>
        </p:txBody>
      </p:sp>
      <p:sp>
        <p:nvSpPr>
          <p:cNvPr id="35225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226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8764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B981BF-AFDD-40EB-A90B-B24091438A7D}" type="slidenum">
              <a:rPr lang="zh-CN" altLang="en-US" smtClean="0"/>
              <a:pPr/>
              <a:t>60</a:t>
            </a:fld>
            <a:endParaRPr lang="en-US" altLang="zh-CN"/>
          </a:p>
        </p:txBody>
      </p:sp>
      <p:sp>
        <p:nvSpPr>
          <p:cNvPr id="3532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328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94101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F6B989-A90B-4E3F-A676-DEB736D7F94B}" type="slidenum">
              <a:rPr lang="zh-CN" altLang="en-US" smtClean="0"/>
              <a:pPr/>
              <a:t>61</a:t>
            </a:fld>
            <a:endParaRPr lang="en-US" altLang="zh-CN"/>
          </a:p>
        </p:txBody>
      </p:sp>
      <p:sp>
        <p:nvSpPr>
          <p:cNvPr id="3543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430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8624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657D6D-BC11-46C5-B7C6-257B7C3E9172}" type="slidenum">
              <a:rPr lang="zh-CN" altLang="en-US" smtClean="0"/>
              <a:pPr/>
              <a:t>62</a:t>
            </a:fld>
            <a:endParaRPr lang="en-US" altLang="zh-CN"/>
          </a:p>
        </p:txBody>
      </p:sp>
      <p:sp>
        <p:nvSpPr>
          <p:cNvPr id="3553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533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79784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9D66AB-4865-4D1E-927E-AEBCEE46A141}" type="slidenum">
              <a:rPr lang="zh-CN" altLang="en-US" smtClean="0"/>
              <a:pPr/>
              <a:t>63</a:t>
            </a:fld>
            <a:endParaRPr lang="en-US" altLang="zh-CN"/>
          </a:p>
        </p:txBody>
      </p:sp>
      <p:sp>
        <p:nvSpPr>
          <p:cNvPr id="3563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635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45808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540068-EDE1-42E5-ABAE-FB1CD754F1F8}" type="slidenum">
              <a:rPr lang="zh-CN" altLang="en-US" smtClean="0"/>
              <a:pPr/>
              <a:t>64</a:t>
            </a:fld>
            <a:endParaRPr lang="en-US" altLang="zh-CN"/>
          </a:p>
        </p:txBody>
      </p:sp>
      <p:sp>
        <p:nvSpPr>
          <p:cNvPr id="35737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738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269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E631E0-EC4B-4ACC-A7A6-77BCE2148E04}" type="slidenum">
              <a:rPr lang="zh-CN" altLang="en-US" smtClean="0"/>
              <a:pPr/>
              <a:t>65</a:t>
            </a:fld>
            <a:endParaRPr lang="en-US" altLang="zh-CN"/>
          </a:p>
        </p:txBody>
      </p:sp>
      <p:sp>
        <p:nvSpPr>
          <p:cNvPr id="35840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840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38203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EC9FA5-DD44-4C68-9550-E7A9D9EA8E7A}" type="slidenum">
              <a:rPr lang="zh-CN" altLang="en-US" smtClean="0"/>
              <a:pPr/>
              <a:t>66</a:t>
            </a:fld>
            <a:endParaRPr lang="en-US" altLang="zh-CN"/>
          </a:p>
        </p:txBody>
      </p:sp>
      <p:sp>
        <p:nvSpPr>
          <p:cNvPr id="3594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594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1807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6466EF-9548-42BB-B10D-C403D693838E}" type="slidenum">
              <a:rPr lang="zh-CN" altLang="en-US" smtClean="0"/>
              <a:pPr/>
              <a:t>67</a:t>
            </a:fld>
            <a:endParaRPr lang="en-US" altLang="zh-CN"/>
          </a:p>
        </p:txBody>
      </p:sp>
      <p:sp>
        <p:nvSpPr>
          <p:cNvPr id="3604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045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70662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9C4507-0779-4FEB-8CB1-2D2933F2AB5B}" type="slidenum">
              <a:rPr lang="zh-CN" altLang="en-US" smtClean="0"/>
              <a:pPr/>
              <a:t>68</a:t>
            </a:fld>
            <a:endParaRPr lang="en-US" altLang="zh-CN"/>
          </a:p>
        </p:txBody>
      </p:sp>
      <p:sp>
        <p:nvSpPr>
          <p:cNvPr id="36147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147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0075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76339B-1F9F-46C6-8767-660A0260664F}" type="slidenum">
              <a:rPr lang="zh-CN" altLang="en-US" smtClean="0"/>
              <a:pPr/>
              <a:t>69</a:t>
            </a:fld>
            <a:endParaRPr lang="en-US" altLang="zh-CN"/>
          </a:p>
        </p:txBody>
      </p:sp>
      <p:sp>
        <p:nvSpPr>
          <p:cNvPr id="3624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250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7072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31B389-CAF0-418B-880B-4E4F01702F5A}" type="slidenum">
              <a:rPr lang="zh-CN" altLang="en-US" smtClean="0"/>
              <a:pPr/>
              <a:t>70</a:t>
            </a:fld>
            <a:endParaRPr lang="en-US" altLang="zh-CN"/>
          </a:p>
        </p:txBody>
      </p:sp>
      <p:sp>
        <p:nvSpPr>
          <p:cNvPr id="3635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352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1091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BE2F1B-B792-437E-A1FB-6954967223C0}" type="slidenum">
              <a:rPr lang="zh-CN" altLang="en-US" smtClean="0"/>
              <a:pPr/>
              <a:t>71</a:t>
            </a:fld>
            <a:endParaRPr lang="en-US" altLang="zh-CN"/>
          </a:p>
        </p:txBody>
      </p:sp>
      <p:sp>
        <p:nvSpPr>
          <p:cNvPr id="36454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454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9156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FBF611-FCCD-48C5-B8F6-C2BE71A0B77D}" type="slidenum">
              <a:rPr lang="zh-CN" altLang="en-US" smtClean="0"/>
              <a:pPr/>
              <a:t>72</a:t>
            </a:fld>
            <a:endParaRPr lang="en-US" altLang="zh-CN"/>
          </a:p>
        </p:txBody>
      </p:sp>
      <p:sp>
        <p:nvSpPr>
          <p:cNvPr id="3655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557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4808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786C98-6678-4A2D-86D2-01762E837B1F}" type="slidenum">
              <a:rPr lang="zh-CN" altLang="en-US" smtClean="0"/>
              <a:pPr/>
              <a:t>73</a:t>
            </a:fld>
            <a:endParaRPr lang="en-US" altLang="zh-CN"/>
          </a:p>
        </p:txBody>
      </p:sp>
      <p:sp>
        <p:nvSpPr>
          <p:cNvPr id="36659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659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3727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1C01D8-80C2-442F-BB1A-4A1B73CB0A0D}" type="slidenum">
              <a:rPr lang="zh-CN" altLang="en-US" smtClean="0"/>
              <a:pPr/>
              <a:t>74</a:t>
            </a:fld>
            <a:endParaRPr lang="en-US" altLang="zh-CN"/>
          </a:p>
        </p:txBody>
      </p:sp>
      <p:sp>
        <p:nvSpPr>
          <p:cNvPr id="36761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762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0141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BD6524-FF53-411B-97AF-222926755FFA}" type="slidenum">
              <a:rPr lang="zh-CN" altLang="en-US" smtClean="0"/>
              <a:pPr/>
              <a:t>75</a:t>
            </a:fld>
            <a:endParaRPr lang="en-US" altLang="zh-CN"/>
          </a:p>
        </p:txBody>
      </p:sp>
      <p:sp>
        <p:nvSpPr>
          <p:cNvPr id="3686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864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55571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294F19-4497-4EAF-8341-E24257EF4E7C}" type="slidenum">
              <a:rPr lang="zh-CN" altLang="en-US" smtClean="0"/>
              <a:pPr/>
              <a:t>76</a:t>
            </a:fld>
            <a:endParaRPr lang="en-US" altLang="zh-CN"/>
          </a:p>
        </p:txBody>
      </p:sp>
      <p:sp>
        <p:nvSpPr>
          <p:cNvPr id="3696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6966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8957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81396F-D7AC-4A31-8119-9078AA349197}" type="slidenum">
              <a:rPr lang="zh-CN" altLang="en-US" smtClean="0"/>
              <a:pPr/>
              <a:t>77</a:t>
            </a:fld>
            <a:endParaRPr lang="en-US" altLang="zh-CN"/>
          </a:p>
        </p:txBody>
      </p:sp>
      <p:sp>
        <p:nvSpPr>
          <p:cNvPr id="3706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069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26436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E3AAC-D2C1-4C41-A8EB-E8D66940AD9A}" type="slidenum">
              <a:rPr lang="zh-CN" altLang="en-US" smtClean="0"/>
              <a:pPr/>
              <a:t>78</a:t>
            </a:fld>
            <a:endParaRPr lang="en-US" altLang="zh-CN"/>
          </a:p>
        </p:txBody>
      </p:sp>
      <p:sp>
        <p:nvSpPr>
          <p:cNvPr id="37171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171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02117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EB6CA2-8E58-4D0E-BF9D-74BB019D3C43}" type="slidenum">
              <a:rPr lang="zh-CN" altLang="en-US" smtClean="0"/>
              <a:pPr/>
              <a:t>79</a:t>
            </a:fld>
            <a:endParaRPr lang="en-US" altLang="zh-CN"/>
          </a:p>
        </p:txBody>
      </p:sp>
      <p:sp>
        <p:nvSpPr>
          <p:cNvPr id="3727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274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7569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709A93-D124-417F-A8C8-540FADA99E4B}" type="slidenum">
              <a:rPr lang="zh-CN" altLang="en-US" smtClean="0"/>
              <a:pPr/>
              <a:t>80</a:t>
            </a:fld>
            <a:endParaRPr lang="en-US" altLang="zh-CN"/>
          </a:p>
        </p:txBody>
      </p:sp>
      <p:sp>
        <p:nvSpPr>
          <p:cNvPr id="3737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376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9179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3C88D4-82B5-458F-A138-062267152A94}" type="slidenum">
              <a:rPr lang="zh-CN" altLang="en-US" smtClean="0"/>
              <a:pPr/>
              <a:t>81</a:t>
            </a:fld>
            <a:endParaRPr lang="en-US" altLang="zh-CN"/>
          </a:p>
        </p:txBody>
      </p:sp>
      <p:sp>
        <p:nvSpPr>
          <p:cNvPr id="3747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478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19251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675615-0DB3-495E-968A-6B93601C15B3}" type="slidenum">
              <a:rPr lang="zh-CN" altLang="en-US" smtClean="0"/>
              <a:pPr/>
              <a:t>82</a:t>
            </a:fld>
            <a:endParaRPr lang="en-US" altLang="zh-CN"/>
          </a:p>
        </p:txBody>
      </p:sp>
      <p:sp>
        <p:nvSpPr>
          <p:cNvPr id="3758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581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1621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8DE089-FEAD-4BA7-AD89-A21F628B5126}" type="slidenum">
              <a:rPr lang="zh-CN" altLang="en-US" smtClean="0"/>
              <a:pPr/>
              <a:t>83</a:t>
            </a:fld>
            <a:endParaRPr lang="en-US" altLang="zh-CN"/>
          </a:p>
        </p:txBody>
      </p:sp>
      <p:sp>
        <p:nvSpPr>
          <p:cNvPr id="3768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683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9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2509C4-02E1-4A6D-96A5-910416603860}" type="slidenum">
              <a:rPr lang="zh-CN" altLang="en-US" smtClean="0"/>
              <a:pPr/>
              <a:t>84</a:t>
            </a:fld>
            <a:endParaRPr lang="en-US" altLang="zh-CN"/>
          </a:p>
        </p:txBody>
      </p:sp>
      <p:sp>
        <p:nvSpPr>
          <p:cNvPr id="37785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786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9423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BCB19-D3E9-4C02-96B7-AD8A70C581AA}" type="slidenum">
              <a:rPr lang="zh-CN" altLang="en-US" smtClean="0"/>
              <a:pPr/>
              <a:t>85</a:t>
            </a:fld>
            <a:endParaRPr lang="en-US" altLang="zh-CN"/>
          </a:p>
        </p:txBody>
      </p:sp>
      <p:sp>
        <p:nvSpPr>
          <p:cNvPr id="3788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888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63994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FBC2AF-5CA3-4093-A444-AB7DFF373EAC}" type="slidenum">
              <a:rPr lang="zh-CN" altLang="en-US" smtClean="0"/>
              <a:pPr/>
              <a:t>86</a:t>
            </a:fld>
            <a:endParaRPr lang="en-US" altLang="zh-CN"/>
          </a:p>
        </p:txBody>
      </p:sp>
      <p:sp>
        <p:nvSpPr>
          <p:cNvPr id="3799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7990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2902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788701-52C2-42E0-8B1D-803AA9BDDA5D}" type="slidenum">
              <a:rPr lang="zh-CN" altLang="en-US" smtClean="0"/>
              <a:pPr/>
              <a:t>87</a:t>
            </a:fld>
            <a:endParaRPr lang="en-US" altLang="zh-CN"/>
          </a:p>
        </p:txBody>
      </p:sp>
      <p:sp>
        <p:nvSpPr>
          <p:cNvPr id="3809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093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854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63B563-92D0-43A5-95A9-C0F2129E8AC4}" type="slidenum">
              <a:rPr lang="zh-CN" altLang="en-US" smtClean="0"/>
              <a:pPr/>
              <a:t>88</a:t>
            </a:fld>
            <a:endParaRPr lang="en-US" altLang="zh-CN"/>
          </a:p>
        </p:txBody>
      </p:sp>
      <p:sp>
        <p:nvSpPr>
          <p:cNvPr id="3819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195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3750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DE729A-836A-4B22-976E-F3D1406DE1B6}" type="slidenum">
              <a:rPr lang="zh-CN" altLang="en-US" smtClean="0"/>
              <a:pPr/>
              <a:t>89</a:t>
            </a:fld>
            <a:endParaRPr lang="en-US" altLang="zh-CN"/>
          </a:p>
        </p:txBody>
      </p:sp>
      <p:sp>
        <p:nvSpPr>
          <p:cNvPr id="38297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298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2433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FEBB0F-D4EB-455B-B464-38400FE890D3}" type="slidenum">
              <a:rPr lang="zh-CN" altLang="en-US" smtClean="0"/>
              <a:pPr/>
              <a:t>90</a:t>
            </a:fld>
            <a:endParaRPr lang="en-US" altLang="zh-CN"/>
          </a:p>
        </p:txBody>
      </p:sp>
      <p:sp>
        <p:nvSpPr>
          <p:cNvPr id="38400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400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10886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983748-3D83-4BED-8930-EE9C757BAFCA}" type="slidenum">
              <a:rPr lang="zh-CN" altLang="en-US" smtClean="0"/>
              <a:pPr/>
              <a:t>91</a:t>
            </a:fld>
            <a:endParaRPr lang="en-US" altLang="zh-CN"/>
          </a:p>
        </p:txBody>
      </p:sp>
      <p:sp>
        <p:nvSpPr>
          <p:cNvPr id="3850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50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0914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910542-E80A-46A4-B03B-C29120A48134}" type="slidenum">
              <a:rPr lang="zh-CN" altLang="en-US" smtClean="0"/>
              <a:pPr/>
              <a:t>92</a:t>
            </a:fld>
            <a:endParaRPr lang="en-US" altLang="zh-CN"/>
          </a:p>
        </p:txBody>
      </p:sp>
      <p:sp>
        <p:nvSpPr>
          <p:cNvPr id="3860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605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67986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204DE9-3A79-4CB6-B484-955428BAC21C}" type="slidenum">
              <a:rPr lang="zh-CN" altLang="en-US" smtClean="0"/>
              <a:pPr/>
              <a:t>93</a:t>
            </a:fld>
            <a:endParaRPr lang="en-US" altLang="zh-CN"/>
          </a:p>
        </p:txBody>
      </p:sp>
      <p:sp>
        <p:nvSpPr>
          <p:cNvPr id="38707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707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79117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F37A5E-B22A-4700-84EA-9F90C8AC03B5}" type="slidenum">
              <a:rPr lang="zh-CN" altLang="en-US" smtClean="0"/>
              <a:pPr/>
              <a:t>94</a:t>
            </a:fld>
            <a:endParaRPr lang="en-US" altLang="zh-CN"/>
          </a:p>
        </p:txBody>
      </p:sp>
      <p:sp>
        <p:nvSpPr>
          <p:cNvPr id="3880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810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4326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8E4AE0-5E52-4E85-BBB9-2D95315A453D}" type="slidenum">
              <a:rPr lang="zh-CN" altLang="en-US" smtClean="0"/>
              <a:pPr/>
              <a:t>95</a:t>
            </a:fld>
            <a:endParaRPr lang="en-US" altLang="zh-CN"/>
          </a:p>
        </p:txBody>
      </p:sp>
      <p:sp>
        <p:nvSpPr>
          <p:cNvPr id="3891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8912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34470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E68F83-6EA5-41C3-8639-BF2FB07D8C1B}" type="slidenum">
              <a:rPr lang="zh-CN" altLang="en-US" smtClean="0"/>
              <a:pPr/>
              <a:t>96</a:t>
            </a:fld>
            <a:endParaRPr lang="en-US" altLang="zh-CN"/>
          </a:p>
        </p:txBody>
      </p:sp>
      <p:sp>
        <p:nvSpPr>
          <p:cNvPr id="39014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014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2065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A0ECF3-E197-4351-9555-85228BE56048}" type="slidenum">
              <a:rPr lang="zh-CN" altLang="en-US" smtClean="0"/>
              <a:pPr/>
              <a:t>97</a:t>
            </a:fld>
            <a:endParaRPr lang="en-US" altLang="zh-CN"/>
          </a:p>
        </p:txBody>
      </p:sp>
      <p:sp>
        <p:nvSpPr>
          <p:cNvPr id="3911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117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33158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19CCDA-AADE-428C-B2E1-3399A038E1FB}" type="slidenum">
              <a:rPr lang="zh-CN" altLang="en-US" smtClean="0"/>
              <a:pPr/>
              <a:t>98</a:t>
            </a:fld>
            <a:endParaRPr lang="en-US" altLang="zh-CN"/>
          </a:p>
        </p:txBody>
      </p:sp>
      <p:sp>
        <p:nvSpPr>
          <p:cNvPr id="39219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219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65977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D31218-C313-4A65-8F0B-CA84D71A3239}" type="slidenum">
              <a:rPr lang="zh-CN" altLang="en-US" smtClean="0"/>
              <a:pPr/>
              <a:t>99</a:t>
            </a:fld>
            <a:endParaRPr lang="en-US" altLang="zh-CN"/>
          </a:p>
        </p:txBody>
      </p:sp>
      <p:sp>
        <p:nvSpPr>
          <p:cNvPr id="39321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322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94653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4F1C68-EDA3-4995-B422-191B2DBCC6B2}" type="slidenum">
              <a:rPr lang="zh-CN" altLang="en-US" smtClean="0"/>
              <a:pPr/>
              <a:t>100</a:t>
            </a:fld>
            <a:endParaRPr lang="en-US" altLang="zh-CN"/>
          </a:p>
        </p:txBody>
      </p:sp>
      <p:sp>
        <p:nvSpPr>
          <p:cNvPr id="3942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424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6739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88D466-F047-4D9E-8F72-A358EB446EEB}" type="slidenum">
              <a:rPr lang="zh-CN" altLang="en-US" smtClean="0"/>
              <a:pPr/>
              <a:t>101</a:t>
            </a:fld>
            <a:endParaRPr lang="en-US" altLang="zh-CN"/>
          </a:p>
        </p:txBody>
      </p:sp>
      <p:sp>
        <p:nvSpPr>
          <p:cNvPr id="3952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526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53216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57C982-0A16-4FFF-BBFA-999773BDC03B}" type="slidenum">
              <a:rPr lang="zh-CN" altLang="en-US" smtClean="0"/>
              <a:pPr/>
              <a:t>102</a:t>
            </a:fld>
            <a:endParaRPr lang="en-US" altLang="zh-CN"/>
          </a:p>
        </p:txBody>
      </p:sp>
      <p:sp>
        <p:nvSpPr>
          <p:cNvPr id="3962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629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02638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72430C-8B32-436E-92B8-856B171E3DEC}" type="slidenum">
              <a:rPr lang="zh-CN" altLang="en-US" smtClean="0"/>
              <a:pPr/>
              <a:t>103</a:t>
            </a:fld>
            <a:endParaRPr lang="en-US" altLang="zh-CN"/>
          </a:p>
        </p:txBody>
      </p:sp>
      <p:sp>
        <p:nvSpPr>
          <p:cNvPr id="39731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731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88819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52B693-CE0C-405E-BEDA-BB3C743EA37C}" type="slidenum">
              <a:rPr lang="zh-CN" altLang="en-US" smtClean="0"/>
              <a:pPr/>
              <a:t>104</a:t>
            </a:fld>
            <a:endParaRPr lang="en-US" altLang="zh-CN"/>
          </a:p>
        </p:txBody>
      </p:sp>
      <p:sp>
        <p:nvSpPr>
          <p:cNvPr id="3983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834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10540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1F42C-553B-416E-B128-662B7D01533A}" type="slidenum">
              <a:rPr lang="zh-CN" altLang="en-US" smtClean="0"/>
              <a:pPr/>
              <a:t>105</a:t>
            </a:fld>
            <a:endParaRPr lang="en-US" altLang="zh-CN"/>
          </a:p>
        </p:txBody>
      </p:sp>
      <p:sp>
        <p:nvSpPr>
          <p:cNvPr id="3993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39936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83908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3793E3-4766-454B-88E9-8FD21D6AB2E6}" type="slidenum">
              <a:rPr lang="zh-CN" altLang="en-US" smtClean="0"/>
              <a:pPr/>
              <a:t>106</a:t>
            </a:fld>
            <a:endParaRPr lang="en-US" altLang="zh-CN"/>
          </a:p>
        </p:txBody>
      </p:sp>
      <p:sp>
        <p:nvSpPr>
          <p:cNvPr id="4003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038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51880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D60424-7733-4F7C-BD8E-5A39C2EF7DB3}" type="slidenum">
              <a:rPr lang="zh-CN" altLang="en-US" smtClean="0"/>
              <a:pPr/>
              <a:t>107</a:t>
            </a:fld>
            <a:endParaRPr lang="en-US" altLang="zh-CN"/>
          </a:p>
        </p:txBody>
      </p:sp>
      <p:sp>
        <p:nvSpPr>
          <p:cNvPr id="4014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141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08338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6DF1BB-AE29-4DF4-8487-DCE4AA636D6B}" type="slidenum">
              <a:rPr lang="zh-CN" altLang="en-US" smtClean="0"/>
              <a:pPr/>
              <a:t>108</a:t>
            </a:fld>
            <a:endParaRPr lang="en-US" altLang="zh-CN"/>
          </a:p>
        </p:txBody>
      </p:sp>
      <p:sp>
        <p:nvSpPr>
          <p:cNvPr id="4024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243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02973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7378F2-BBAA-48AB-A62F-FF5F6A80D60E}" type="slidenum">
              <a:rPr lang="zh-CN" altLang="en-US" smtClean="0"/>
              <a:pPr/>
              <a:t>109</a:t>
            </a:fld>
            <a:endParaRPr lang="en-US" altLang="zh-CN"/>
          </a:p>
        </p:txBody>
      </p:sp>
      <p:sp>
        <p:nvSpPr>
          <p:cNvPr id="40345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346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45095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E16963-426E-4A88-A49E-FF7C9CA4AD48}" type="slidenum">
              <a:rPr lang="zh-CN" altLang="en-US" smtClean="0"/>
              <a:pPr/>
              <a:t>110</a:t>
            </a:fld>
            <a:endParaRPr lang="en-US" altLang="zh-CN"/>
          </a:p>
        </p:txBody>
      </p:sp>
      <p:sp>
        <p:nvSpPr>
          <p:cNvPr id="404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</p:spTree>
    <p:extLst>
      <p:ext uri="{BB962C8B-B14F-4D97-AF65-F5344CB8AC3E}">
        <p14:creationId xmlns:p14="http://schemas.microsoft.com/office/powerpoint/2010/main" val="391070119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653B16-59EA-4E75-B10A-0160279A5124}" type="slidenum">
              <a:rPr lang="zh-CN" altLang="en-US" smtClean="0"/>
              <a:pPr/>
              <a:t>111</a:t>
            </a:fld>
            <a:endParaRPr lang="en-US" altLang="zh-CN"/>
          </a:p>
        </p:txBody>
      </p:sp>
      <p:sp>
        <p:nvSpPr>
          <p:cNvPr id="4055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550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6785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92823B-AADA-4141-9BCD-859CF07E98D0}" type="slidenum">
              <a:rPr lang="zh-CN" altLang="en-US" smtClean="0"/>
              <a:pPr/>
              <a:t>112</a:t>
            </a:fld>
            <a:endParaRPr lang="en-US" altLang="zh-CN"/>
          </a:p>
        </p:txBody>
      </p:sp>
      <p:sp>
        <p:nvSpPr>
          <p:cNvPr id="4065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653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50224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D429E5-C50F-4CA8-8B22-FB3D5F5D0BB4}" type="slidenum">
              <a:rPr lang="zh-CN" altLang="en-US" smtClean="0"/>
              <a:pPr/>
              <a:t>113</a:t>
            </a:fld>
            <a:endParaRPr lang="en-US" altLang="zh-CN"/>
          </a:p>
        </p:txBody>
      </p:sp>
      <p:sp>
        <p:nvSpPr>
          <p:cNvPr id="4075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755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34809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CFAC2B-B668-4258-AF8E-E2FEEDBCF570}" type="slidenum">
              <a:rPr lang="zh-CN" altLang="en-US" smtClean="0"/>
              <a:pPr/>
              <a:t>114</a:t>
            </a:fld>
            <a:endParaRPr lang="en-US" altLang="zh-CN"/>
          </a:p>
        </p:txBody>
      </p:sp>
      <p:sp>
        <p:nvSpPr>
          <p:cNvPr id="40857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858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64222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D784F7-E163-480D-B4A4-BA85E38C8CE8}" type="slidenum">
              <a:rPr lang="zh-CN" altLang="en-US" smtClean="0"/>
              <a:pPr/>
              <a:t>115</a:t>
            </a:fld>
            <a:endParaRPr lang="en-US" altLang="zh-CN"/>
          </a:p>
        </p:txBody>
      </p:sp>
      <p:sp>
        <p:nvSpPr>
          <p:cNvPr id="40960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0960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614017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F024A0-A04B-498D-82A6-36CEC55CF872}" type="slidenum">
              <a:rPr lang="zh-CN" altLang="en-US" smtClean="0"/>
              <a:pPr/>
              <a:t>116</a:t>
            </a:fld>
            <a:endParaRPr lang="en-US" altLang="zh-CN"/>
          </a:p>
        </p:txBody>
      </p:sp>
      <p:sp>
        <p:nvSpPr>
          <p:cNvPr id="4106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06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63396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FAB5F9-7017-40B6-A199-2F6502F73047}" type="slidenum">
              <a:rPr lang="zh-CN" altLang="en-US" smtClean="0"/>
              <a:pPr/>
              <a:t>117</a:t>
            </a:fld>
            <a:endParaRPr lang="en-US" altLang="zh-CN"/>
          </a:p>
        </p:txBody>
      </p:sp>
      <p:sp>
        <p:nvSpPr>
          <p:cNvPr id="4116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165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30694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95A9E0-EB09-4E9E-AAEF-9435B79C2F52}" type="slidenum">
              <a:rPr lang="zh-CN" altLang="en-US" smtClean="0"/>
              <a:pPr/>
              <a:t>118</a:t>
            </a:fld>
            <a:endParaRPr lang="en-US" altLang="zh-CN"/>
          </a:p>
        </p:txBody>
      </p:sp>
      <p:sp>
        <p:nvSpPr>
          <p:cNvPr id="41267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267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77179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781AC5-2554-4FEC-A4E9-B61A85325408}" type="slidenum">
              <a:rPr lang="zh-CN" altLang="en-US" smtClean="0"/>
              <a:pPr/>
              <a:t>119</a:t>
            </a:fld>
            <a:endParaRPr lang="en-US" altLang="zh-CN"/>
          </a:p>
        </p:txBody>
      </p:sp>
      <p:sp>
        <p:nvSpPr>
          <p:cNvPr id="4136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370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6186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7D7C85-0CBF-422B-8B75-EBF6A65D7600}" type="slidenum">
              <a:rPr lang="zh-CN" altLang="en-US" smtClean="0"/>
              <a:pPr/>
              <a:t>120</a:t>
            </a:fld>
            <a:endParaRPr lang="en-US" altLang="zh-CN"/>
          </a:p>
        </p:txBody>
      </p:sp>
      <p:sp>
        <p:nvSpPr>
          <p:cNvPr id="4147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472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638722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CDF05F-08D8-436F-934E-699A08060FED}" type="slidenum">
              <a:rPr lang="zh-CN" altLang="en-US" smtClean="0"/>
              <a:pPr/>
              <a:t>121</a:t>
            </a:fld>
            <a:endParaRPr lang="en-US" altLang="zh-CN"/>
          </a:p>
        </p:txBody>
      </p:sp>
      <p:sp>
        <p:nvSpPr>
          <p:cNvPr id="41574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574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0953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ADD013-1970-43B0-8938-AB75B7D689E6}" type="slidenum">
              <a:rPr lang="zh-CN" altLang="en-US" smtClean="0"/>
              <a:pPr/>
              <a:t>122</a:t>
            </a:fld>
            <a:endParaRPr lang="en-US" altLang="zh-CN"/>
          </a:p>
        </p:txBody>
      </p:sp>
      <p:sp>
        <p:nvSpPr>
          <p:cNvPr id="4167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677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560422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3424AF-534C-41BA-83EC-41EA826C4D06}" type="slidenum">
              <a:rPr lang="zh-CN" altLang="en-US" smtClean="0"/>
              <a:pPr/>
              <a:t>123</a:t>
            </a:fld>
            <a:endParaRPr lang="en-US" altLang="zh-CN"/>
          </a:p>
        </p:txBody>
      </p:sp>
      <p:sp>
        <p:nvSpPr>
          <p:cNvPr id="41779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779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75552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EC8719-F249-4EDA-BA93-3C03BE1C28EE}" type="slidenum">
              <a:rPr lang="zh-CN" altLang="en-US" smtClean="0"/>
              <a:pPr/>
              <a:t>124</a:t>
            </a:fld>
            <a:endParaRPr lang="en-US" altLang="zh-CN"/>
          </a:p>
        </p:txBody>
      </p:sp>
      <p:sp>
        <p:nvSpPr>
          <p:cNvPr id="41881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882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08314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F932E3-E419-4CCF-9A66-B93C93ECF245}" type="slidenum">
              <a:rPr lang="zh-CN" altLang="en-US" smtClean="0"/>
              <a:pPr/>
              <a:t>125</a:t>
            </a:fld>
            <a:endParaRPr lang="en-US" altLang="zh-CN"/>
          </a:p>
        </p:txBody>
      </p:sp>
      <p:sp>
        <p:nvSpPr>
          <p:cNvPr id="4198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1984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70251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309D8D-9112-4554-8558-5D6CA6232B75}" type="slidenum">
              <a:rPr lang="zh-CN" altLang="en-US" smtClean="0"/>
              <a:pPr/>
              <a:t>126</a:t>
            </a:fld>
            <a:endParaRPr lang="en-US" altLang="zh-CN"/>
          </a:p>
        </p:txBody>
      </p:sp>
      <p:sp>
        <p:nvSpPr>
          <p:cNvPr id="4208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086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43626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8E988B-417A-4BEB-B966-B589E92BFE81}" type="slidenum">
              <a:rPr lang="zh-CN" altLang="en-US" smtClean="0"/>
              <a:pPr/>
              <a:t>127</a:t>
            </a:fld>
            <a:endParaRPr lang="en-US" altLang="zh-CN"/>
          </a:p>
        </p:txBody>
      </p:sp>
      <p:sp>
        <p:nvSpPr>
          <p:cNvPr id="42189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189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24487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9992CB-8D03-4A0A-B616-5CE6160F7EAB}" type="slidenum">
              <a:rPr lang="zh-CN" altLang="en-US" smtClean="0"/>
              <a:pPr/>
              <a:t>128</a:t>
            </a:fld>
            <a:endParaRPr lang="en-US" altLang="zh-CN"/>
          </a:p>
        </p:txBody>
      </p:sp>
      <p:sp>
        <p:nvSpPr>
          <p:cNvPr id="42291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291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05612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056108-93E3-474C-ADBA-2FDA09A3C9C9}" type="slidenum">
              <a:rPr lang="zh-CN" altLang="en-US" smtClean="0"/>
              <a:pPr/>
              <a:t>129</a:t>
            </a:fld>
            <a:endParaRPr lang="en-US" altLang="zh-CN"/>
          </a:p>
        </p:txBody>
      </p:sp>
      <p:sp>
        <p:nvSpPr>
          <p:cNvPr id="4239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394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66201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3CA03C-0428-4DB2-868A-742A6EEE7AC8}" type="slidenum">
              <a:rPr lang="zh-CN" altLang="en-US" smtClean="0"/>
              <a:pPr/>
              <a:t>130</a:t>
            </a:fld>
            <a:endParaRPr lang="en-US" altLang="zh-CN"/>
          </a:p>
        </p:txBody>
      </p:sp>
      <p:sp>
        <p:nvSpPr>
          <p:cNvPr id="42496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496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35830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2D9BF0-2104-4E17-9D8F-C4822AB3B06A}" type="slidenum">
              <a:rPr lang="zh-CN" altLang="en-US" smtClean="0"/>
              <a:pPr/>
              <a:t>131</a:t>
            </a:fld>
            <a:endParaRPr lang="en-US" altLang="zh-CN"/>
          </a:p>
        </p:txBody>
      </p:sp>
      <p:sp>
        <p:nvSpPr>
          <p:cNvPr id="42598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598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978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F28D95-BB84-4E4F-9373-615AAC3FF2C0}" type="slidenum">
              <a:rPr lang="zh-CN" altLang="en-US" smtClean="0"/>
              <a:pPr/>
              <a:t>132</a:t>
            </a:fld>
            <a:endParaRPr lang="en-US" altLang="zh-CN"/>
          </a:p>
        </p:txBody>
      </p:sp>
      <p:sp>
        <p:nvSpPr>
          <p:cNvPr id="42701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701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69285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D12D13-098C-47A2-B31E-04630D1BA2F9}" type="slidenum">
              <a:rPr lang="zh-CN" altLang="en-US" smtClean="0"/>
              <a:pPr/>
              <a:t>133</a:t>
            </a:fld>
            <a:endParaRPr lang="en-US" altLang="zh-CN"/>
          </a:p>
        </p:txBody>
      </p:sp>
      <p:sp>
        <p:nvSpPr>
          <p:cNvPr id="42803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2803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4609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7802F-8FDF-4309-9282-DE3D59F25F5E}" type="slidenum">
              <a:rPr lang="zh-CN" altLang="en-US" smtClean="0"/>
              <a:pPr/>
              <a:t>134</a:t>
            </a:fld>
            <a:endParaRPr lang="en-US" altLang="zh-CN"/>
          </a:p>
        </p:txBody>
      </p:sp>
      <p:sp>
        <p:nvSpPr>
          <p:cNvPr id="429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</p:spTree>
    <p:extLst>
      <p:ext uri="{BB962C8B-B14F-4D97-AF65-F5344CB8AC3E}">
        <p14:creationId xmlns:p14="http://schemas.microsoft.com/office/powerpoint/2010/main" val="208661623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E9EA08-3D76-4AC3-88A7-C7FC9455E39A}" type="slidenum">
              <a:rPr lang="zh-CN" altLang="en-US" smtClean="0"/>
              <a:pPr/>
              <a:t>135</a:t>
            </a:fld>
            <a:endParaRPr lang="en-US" altLang="zh-CN"/>
          </a:p>
        </p:txBody>
      </p:sp>
      <p:sp>
        <p:nvSpPr>
          <p:cNvPr id="4300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008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0362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922E41-5CFC-467F-9C94-30B0306AE121}" type="slidenum">
              <a:rPr lang="zh-CN" altLang="en-US" smtClean="0"/>
              <a:pPr/>
              <a:t>136</a:t>
            </a:fld>
            <a:endParaRPr lang="en-US" altLang="zh-CN"/>
          </a:p>
        </p:txBody>
      </p:sp>
      <p:sp>
        <p:nvSpPr>
          <p:cNvPr id="4311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110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3141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14BF73-6FC3-426C-9E5A-8C9BEC62ADC0}" type="slidenum">
              <a:rPr lang="zh-CN" altLang="en-US" smtClean="0"/>
              <a:pPr/>
              <a:t>137</a:t>
            </a:fld>
            <a:endParaRPr lang="en-US" altLang="zh-CN"/>
          </a:p>
        </p:txBody>
      </p:sp>
      <p:sp>
        <p:nvSpPr>
          <p:cNvPr id="4321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213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40922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1413D-AE93-4404-B17C-2BF04AC7BBAF}" type="slidenum">
              <a:rPr lang="zh-CN" altLang="en-US" smtClean="0"/>
              <a:pPr/>
              <a:t>138</a:t>
            </a:fld>
            <a:endParaRPr lang="en-US" altLang="zh-CN"/>
          </a:p>
        </p:txBody>
      </p:sp>
      <p:sp>
        <p:nvSpPr>
          <p:cNvPr id="4331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315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85686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E8E6EB-2FE0-4835-8644-74E794D8B0E8}" type="slidenum">
              <a:rPr lang="zh-CN" altLang="en-US" smtClean="0"/>
              <a:pPr/>
              <a:t>139</a:t>
            </a:fld>
            <a:endParaRPr lang="en-US" altLang="zh-CN"/>
          </a:p>
        </p:txBody>
      </p:sp>
      <p:sp>
        <p:nvSpPr>
          <p:cNvPr id="434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</p:spTree>
    <p:extLst>
      <p:ext uri="{BB962C8B-B14F-4D97-AF65-F5344CB8AC3E}">
        <p14:creationId xmlns:p14="http://schemas.microsoft.com/office/powerpoint/2010/main" val="281261778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75505F-D1E5-43C1-910C-6A72688759E8}" type="slidenum">
              <a:rPr lang="zh-CN" altLang="en-US" smtClean="0"/>
              <a:pPr/>
              <a:t>140</a:t>
            </a:fld>
            <a:endParaRPr lang="en-US" altLang="zh-CN"/>
          </a:p>
        </p:txBody>
      </p:sp>
      <p:sp>
        <p:nvSpPr>
          <p:cNvPr id="43520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5204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1204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8B656D-A60A-4939-9B80-500BBC0F9EB9}" type="slidenum">
              <a:rPr lang="zh-CN" altLang="en-US" smtClean="0"/>
              <a:pPr/>
              <a:t>141</a:t>
            </a:fld>
            <a:endParaRPr lang="en-US" altLang="zh-CN"/>
          </a:p>
        </p:txBody>
      </p:sp>
      <p:sp>
        <p:nvSpPr>
          <p:cNvPr id="4362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62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26182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03D3A1-8329-48F4-9521-E1D573F641E9}" type="slidenum">
              <a:rPr lang="zh-CN" altLang="en-US" smtClean="0"/>
              <a:pPr/>
              <a:t>142</a:t>
            </a:fld>
            <a:endParaRPr lang="en-US" altLang="zh-CN"/>
          </a:p>
        </p:txBody>
      </p:sp>
      <p:sp>
        <p:nvSpPr>
          <p:cNvPr id="43725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7252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91805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1398BA-75FD-47AD-AF7B-4E4CA17B6860}" type="slidenum">
              <a:rPr lang="zh-CN" altLang="en-US" smtClean="0"/>
              <a:pPr/>
              <a:t>143</a:t>
            </a:fld>
            <a:endParaRPr lang="en-US" altLang="zh-CN"/>
          </a:p>
        </p:txBody>
      </p:sp>
      <p:sp>
        <p:nvSpPr>
          <p:cNvPr id="43827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8276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8168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492D3A-FE66-47B6-B2B2-002200F29EB6}" type="slidenum">
              <a:rPr lang="zh-CN" altLang="en-US" smtClean="0"/>
              <a:pPr/>
              <a:t>144</a:t>
            </a:fld>
            <a:endParaRPr lang="en-US" altLang="zh-CN"/>
          </a:p>
        </p:txBody>
      </p:sp>
      <p:sp>
        <p:nvSpPr>
          <p:cNvPr id="43929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39300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33768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DC199D-7131-41C6-A87C-E600C77C6FAA}" type="slidenum">
              <a:rPr lang="zh-CN" altLang="en-US" smtClean="0"/>
              <a:pPr/>
              <a:t>145</a:t>
            </a:fld>
            <a:endParaRPr lang="en-US" altLang="zh-CN"/>
          </a:p>
        </p:txBody>
      </p:sp>
      <p:sp>
        <p:nvSpPr>
          <p:cNvPr id="440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</p:spTree>
    <p:extLst>
      <p:ext uri="{BB962C8B-B14F-4D97-AF65-F5344CB8AC3E}">
        <p14:creationId xmlns:p14="http://schemas.microsoft.com/office/powerpoint/2010/main" val="224738657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D793C8-99BD-4E33-90FC-C57EA8180EBE}" type="slidenum">
              <a:rPr lang="zh-CN" altLang="en-US" smtClean="0"/>
              <a:pPr/>
              <a:t>146</a:t>
            </a:fld>
            <a:endParaRPr lang="en-US" altLang="zh-CN"/>
          </a:p>
        </p:txBody>
      </p:sp>
      <p:sp>
        <p:nvSpPr>
          <p:cNvPr id="441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1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134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575307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4A4A3D-C18A-468F-B8C4-BDE9AD7D50CC}" type="slidenum">
              <a:rPr lang="zh-CN" altLang="en-US" smtClean="0"/>
              <a:pPr/>
              <a:t>147</a:t>
            </a:fld>
            <a:endParaRPr lang="en-US" altLang="zh-CN"/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237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2406740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7F0ABC-6643-4E36-8A0E-7EE1DB1B7A32}" type="slidenum">
              <a:rPr lang="zh-CN" altLang="en-US" smtClean="0"/>
              <a:pPr/>
              <a:t>148</a:t>
            </a:fld>
            <a:endParaRPr lang="en-US" altLang="zh-CN"/>
          </a:p>
        </p:txBody>
      </p:sp>
      <p:sp>
        <p:nvSpPr>
          <p:cNvPr id="443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3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339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718552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2B9E8E-6F1F-40FE-9DCC-8B3AAD6E10D2}" type="slidenum">
              <a:rPr lang="zh-CN" altLang="en-US" smtClean="0"/>
              <a:pPr/>
              <a:t>149</a:t>
            </a:fld>
            <a:endParaRPr lang="en-US" altLang="zh-CN"/>
          </a:p>
        </p:txBody>
      </p:sp>
      <p:sp>
        <p:nvSpPr>
          <p:cNvPr id="444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4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4421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996929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7A72CF-6EBF-4542-8B0E-DF233386C096}" type="slidenum">
              <a:rPr lang="zh-CN" altLang="en-US" smtClean="0"/>
              <a:pPr/>
              <a:t>150</a:t>
            </a:fld>
            <a:endParaRPr lang="en-US" altLang="zh-CN"/>
          </a:p>
        </p:txBody>
      </p:sp>
      <p:sp>
        <p:nvSpPr>
          <p:cNvPr id="445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5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5445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210313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210EBF-33F8-4894-B697-5A94F11D9DAB}" type="slidenum">
              <a:rPr lang="zh-CN" altLang="en-US" smtClean="0"/>
              <a:pPr/>
              <a:t>151</a:t>
            </a:fld>
            <a:endParaRPr lang="en-US" altLang="zh-CN"/>
          </a:p>
        </p:txBody>
      </p:sp>
      <p:sp>
        <p:nvSpPr>
          <p:cNvPr id="446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6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6469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130919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723FC8-564F-4483-ABDC-28B94164F579}" type="slidenum">
              <a:rPr lang="zh-CN" altLang="en-US" smtClean="0"/>
              <a:pPr/>
              <a:t>152</a:t>
            </a:fld>
            <a:endParaRPr lang="en-US" altLang="zh-CN"/>
          </a:p>
        </p:txBody>
      </p:sp>
      <p:sp>
        <p:nvSpPr>
          <p:cNvPr id="447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7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7493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334423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AE114A-CDC8-4227-A6A6-209688498CC5}" type="slidenum">
              <a:rPr lang="zh-CN" altLang="en-US" smtClean="0"/>
              <a:pPr/>
              <a:t>153</a:t>
            </a:fld>
            <a:endParaRPr lang="en-US" altLang="zh-CN"/>
          </a:p>
        </p:txBody>
      </p:sp>
      <p:sp>
        <p:nvSpPr>
          <p:cNvPr id="448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8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851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637487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63AE15-C368-4491-811E-A8A20EFF8862}" type="slidenum">
              <a:rPr lang="zh-CN" altLang="en-US" smtClean="0"/>
              <a:pPr/>
              <a:t>154</a:t>
            </a:fld>
            <a:endParaRPr lang="en-US" altLang="zh-CN"/>
          </a:p>
        </p:txBody>
      </p:sp>
      <p:sp>
        <p:nvSpPr>
          <p:cNvPr id="449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49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4954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914116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FFC0A1-F23A-45EE-8AA1-43323E21A87A}" type="slidenum">
              <a:rPr lang="zh-CN" altLang="en-US" smtClean="0"/>
              <a:pPr/>
              <a:t>155</a:t>
            </a:fld>
            <a:endParaRPr lang="en-US" altLang="zh-CN"/>
          </a:p>
        </p:txBody>
      </p:sp>
      <p:sp>
        <p:nvSpPr>
          <p:cNvPr id="450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0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056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999227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3A7687-D847-464C-A9F3-D7C31E2FD15F}" type="slidenum">
              <a:rPr lang="zh-CN" altLang="en-US" smtClean="0"/>
              <a:pPr/>
              <a:t>156</a:t>
            </a:fld>
            <a:endParaRPr lang="en-US" altLang="zh-CN"/>
          </a:p>
        </p:txBody>
      </p:sp>
      <p:sp>
        <p:nvSpPr>
          <p:cNvPr id="451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1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158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0028079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FA45BC-A268-45A8-BBF9-B01EB565D7F0}" type="slidenum">
              <a:rPr lang="zh-CN" altLang="en-US" smtClean="0"/>
              <a:pPr/>
              <a:t>157</a:t>
            </a:fld>
            <a:endParaRPr lang="en-US" altLang="zh-CN"/>
          </a:p>
        </p:txBody>
      </p:sp>
      <p:sp>
        <p:nvSpPr>
          <p:cNvPr id="452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2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261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927584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79EE08-7631-4FCB-AE9A-D927037F77EF}" type="slidenum">
              <a:rPr lang="zh-CN" altLang="en-US" smtClean="0"/>
              <a:pPr/>
              <a:t>158</a:t>
            </a:fld>
            <a:endParaRPr lang="en-US" altLang="zh-CN"/>
          </a:p>
        </p:txBody>
      </p:sp>
      <p:sp>
        <p:nvSpPr>
          <p:cNvPr id="453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3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363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2296476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E29045-D55D-4231-940B-BA5040DEDAB0}" type="slidenum">
              <a:rPr lang="zh-CN" altLang="en-US" smtClean="0"/>
              <a:pPr/>
              <a:t>159</a:t>
            </a:fld>
            <a:endParaRPr lang="en-US" altLang="zh-CN"/>
          </a:p>
        </p:txBody>
      </p:sp>
      <p:sp>
        <p:nvSpPr>
          <p:cNvPr id="454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4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466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9142273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321FE7-A307-4565-A7FF-265A49F44AFB}" type="slidenum">
              <a:rPr lang="zh-CN" altLang="en-US" smtClean="0"/>
              <a:pPr/>
              <a:t>160</a:t>
            </a:fld>
            <a:endParaRPr lang="en-US" altLang="zh-CN"/>
          </a:p>
        </p:txBody>
      </p:sp>
      <p:sp>
        <p:nvSpPr>
          <p:cNvPr id="455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5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568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9295733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14A87A-00FE-4E74-99F6-1E0D7AD6488F}" type="slidenum">
              <a:rPr lang="zh-CN" altLang="en-US" smtClean="0"/>
              <a:pPr/>
              <a:t>161</a:t>
            </a:fld>
            <a:endParaRPr lang="en-US" altLang="zh-CN"/>
          </a:p>
        </p:txBody>
      </p:sp>
      <p:sp>
        <p:nvSpPr>
          <p:cNvPr id="45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6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670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589498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3BBD51-51F1-4BFF-8B2E-16BFF2F05EC5}" type="slidenum">
              <a:rPr lang="zh-CN" altLang="en-US" smtClean="0"/>
              <a:pPr/>
              <a:t>162</a:t>
            </a:fld>
            <a:endParaRPr lang="en-US" altLang="zh-CN"/>
          </a:p>
        </p:txBody>
      </p:sp>
      <p:sp>
        <p:nvSpPr>
          <p:cNvPr id="457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7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773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164866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5CBCDD-4F2E-4609-8648-BD985598F355}" type="slidenum">
              <a:rPr lang="zh-CN" altLang="en-US" smtClean="0"/>
              <a:pPr/>
              <a:t>163</a:t>
            </a:fld>
            <a:endParaRPr lang="en-US" altLang="zh-CN"/>
          </a:p>
        </p:txBody>
      </p:sp>
      <p:sp>
        <p:nvSpPr>
          <p:cNvPr id="458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8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875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435603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437DB6-60D2-4C7B-BF93-A7ED559A0526}" type="slidenum">
              <a:rPr lang="zh-CN" altLang="en-US" smtClean="0"/>
              <a:pPr/>
              <a:t>164</a:t>
            </a:fld>
            <a:endParaRPr lang="en-US" altLang="zh-CN"/>
          </a:p>
        </p:txBody>
      </p:sp>
      <p:sp>
        <p:nvSpPr>
          <p:cNvPr id="459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59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978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0534442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F2DE7A-ADCA-49B6-853E-F34F20AD77CE}" type="slidenum">
              <a:rPr lang="zh-CN" altLang="en-US" smtClean="0"/>
              <a:pPr/>
              <a:t>165</a:t>
            </a:fld>
            <a:endParaRPr lang="en-US" altLang="zh-CN"/>
          </a:p>
        </p:txBody>
      </p:sp>
      <p:sp>
        <p:nvSpPr>
          <p:cNvPr id="460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0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080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0129608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97F9D3-B2C3-4984-8F98-E4346A1109E3}" type="slidenum">
              <a:rPr lang="zh-CN" altLang="en-US" smtClean="0"/>
              <a:pPr/>
              <a:t>166</a:t>
            </a:fld>
            <a:endParaRPr lang="en-US" altLang="zh-CN"/>
          </a:p>
        </p:txBody>
      </p:sp>
      <p:sp>
        <p:nvSpPr>
          <p:cNvPr id="461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1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182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170819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CBCB8B-9537-49FB-B1DF-88EC3914D168}" type="slidenum">
              <a:rPr lang="zh-CN" altLang="en-US" smtClean="0"/>
              <a:pPr/>
              <a:t>167</a:t>
            </a:fld>
            <a:endParaRPr lang="en-US" altLang="zh-CN"/>
          </a:p>
        </p:txBody>
      </p:sp>
      <p:sp>
        <p:nvSpPr>
          <p:cNvPr id="462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2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285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487666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AC07A6-2ECF-4E2C-94E2-B34E5C7DD0C0}" type="slidenum">
              <a:rPr lang="zh-CN" altLang="en-US" smtClean="0"/>
              <a:pPr/>
              <a:t>168</a:t>
            </a:fld>
            <a:endParaRPr lang="en-US" altLang="zh-CN"/>
          </a:p>
        </p:txBody>
      </p:sp>
      <p:sp>
        <p:nvSpPr>
          <p:cNvPr id="463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3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387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923878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3329F8-74AD-4F1F-A9A3-4B8AC2842005}" type="slidenum">
              <a:rPr lang="zh-CN" altLang="en-US" smtClean="0"/>
              <a:pPr/>
              <a:t>169</a:t>
            </a:fld>
            <a:endParaRPr lang="en-US" altLang="zh-CN"/>
          </a:p>
        </p:txBody>
      </p:sp>
      <p:sp>
        <p:nvSpPr>
          <p:cNvPr id="464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4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490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4829635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71BFCC-8CD8-43F1-957C-074DDFCEA487}" type="slidenum">
              <a:rPr lang="zh-CN" altLang="en-US" smtClean="0"/>
              <a:pPr/>
              <a:t>170</a:t>
            </a:fld>
            <a:endParaRPr lang="en-US" altLang="zh-CN"/>
          </a:p>
        </p:txBody>
      </p:sp>
      <p:sp>
        <p:nvSpPr>
          <p:cNvPr id="465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5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592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9581562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B23221-0FC1-4B53-B1D4-DEAAB49E4AE2}" type="slidenum">
              <a:rPr lang="zh-CN" altLang="en-US" smtClean="0"/>
              <a:pPr/>
              <a:t>171</a:t>
            </a:fld>
            <a:endParaRPr lang="en-US" altLang="zh-CN"/>
          </a:p>
        </p:txBody>
      </p:sp>
      <p:sp>
        <p:nvSpPr>
          <p:cNvPr id="466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6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694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5507430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724804-8159-4CCF-93EC-7A42D636E4E2}" type="slidenum">
              <a:rPr lang="zh-CN" altLang="en-US" smtClean="0"/>
              <a:pPr/>
              <a:t>172</a:t>
            </a:fld>
            <a:endParaRPr lang="en-US" altLang="zh-CN"/>
          </a:p>
        </p:txBody>
      </p:sp>
      <p:sp>
        <p:nvSpPr>
          <p:cNvPr id="467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7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797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3530449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B6A1B-174E-4E2C-92DC-EE875A8A080B}" type="slidenum">
              <a:rPr lang="zh-CN" altLang="en-US" smtClean="0"/>
              <a:pPr/>
              <a:t>173</a:t>
            </a:fld>
            <a:endParaRPr lang="en-US" altLang="zh-CN"/>
          </a:p>
        </p:txBody>
      </p:sp>
      <p:sp>
        <p:nvSpPr>
          <p:cNvPr id="468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68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6899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004770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BF26E7-C024-411A-8EA0-E17D30F1C277}" type="slidenum">
              <a:rPr lang="zh-CN" altLang="en-US" smtClean="0"/>
              <a:pPr/>
              <a:t>174</a:t>
            </a:fld>
            <a:endParaRPr lang="en-US" altLang="zh-CN"/>
          </a:p>
        </p:txBody>
      </p:sp>
      <p:sp>
        <p:nvSpPr>
          <p:cNvPr id="470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0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002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2224595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1B5C99-6FC6-4EA2-B18D-391D97529B33}" type="slidenum">
              <a:rPr lang="zh-CN" altLang="en-US" smtClean="0"/>
              <a:pPr/>
              <a:t>175</a:t>
            </a:fld>
            <a:endParaRPr lang="en-US" altLang="zh-CN"/>
          </a:p>
        </p:txBody>
      </p:sp>
      <p:sp>
        <p:nvSpPr>
          <p:cNvPr id="471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1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104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762758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21D6EF-B25B-45B8-9D59-D59B33B49EBB}" type="slidenum">
              <a:rPr lang="zh-CN" altLang="en-US" smtClean="0"/>
              <a:pPr/>
              <a:t>176</a:t>
            </a:fld>
            <a:endParaRPr lang="en-US" altLang="zh-CN"/>
          </a:p>
        </p:txBody>
      </p:sp>
      <p:sp>
        <p:nvSpPr>
          <p:cNvPr id="472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2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206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7201078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EDF9E2-B0E3-4004-9383-FE0E1AB67AB3}" type="slidenum">
              <a:rPr lang="zh-CN" altLang="en-US" smtClean="0"/>
              <a:pPr/>
              <a:t>177</a:t>
            </a:fld>
            <a:endParaRPr lang="en-US" altLang="zh-CN"/>
          </a:p>
        </p:txBody>
      </p:sp>
      <p:sp>
        <p:nvSpPr>
          <p:cNvPr id="473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3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309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281302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464D8E-3340-4DE0-BCC3-1A19ACB5DF58}" type="slidenum">
              <a:rPr lang="zh-CN" altLang="en-US" smtClean="0"/>
              <a:pPr/>
              <a:t>178</a:t>
            </a:fld>
            <a:endParaRPr lang="en-US" altLang="zh-CN"/>
          </a:p>
        </p:txBody>
      </p:sp>
      <p:sp>
        <p:nvSpPr>
          <p:cNvPr id="474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4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411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7915293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86CA4D-6397-4C13-8529-A22CC01D8320}" type="slidenum">
              <a:rPr lang="zh-CN" altLang="en-US" smtClean="0"/>
              <a:pPr/>
              <a:t>179</a:t>
            </a:fld>
            <a:endParaRPr lang="en-US" altLang="zh-CN"/>
          </a:p>
        </p:txBody>
      </p:sp>
      <p:sp>
        <p:nvSpPr>
          <p:cNvPr id="475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5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514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8181177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22C0A4-A58A-49E6-9037-91526C5222E6}" type="slidenum">
              <a:rPr lang="zh-CN" altLang="en-US" smtClean="0"/>
              <a:pPr/>
              <a:t>180</a:t>
            </a:fld>
            <a:endParaRPr lang="en-US" altLang="zh-CN"/>
          </a:p>
        </p:txBody>
      </p:sp>
      <p:sp>
        <p:nvSpPr>
          <p:cNvPr id="476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6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616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07349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2710C8-466A-4C34-9D27-E1A6F9D23C6C}" type="slidenum">
              <a:rPr lang="zh-CN" altLang="en-US" smtClean="0"/>
              <a:pPr/>
              <a:t>181</a:t>
            </a:fld>
            <a:endParaRPr lang="en-US" altLang="zh-CN"/>
          </a:p>
        </p:txBody>
      </p:sp>
      <p:sp>
        <p:nvSpPr>
          <p:cNvPr id="477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7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718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3808912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E34735-E3C4-4D0C-918A-1190E0DA4857}" type="slidenum">
              <a:rPr lang="zh-CN" altLang="en-US" smtClean="0"/>
              <a:pPr/>
              <a:t>182</a:t>
            </a:fld>
            <a:endParaRPr lang="en-US" altLang="zh-CN"/>
          </a:p>
        </p:txBody>
      </p:sp>
      <p:sp>
        <p:nvSpPr>
          <p:cNvPr id="478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8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821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877465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A06384-6A85-460A-9EB7-E201733104E6}" type="slidenum">
              <a:rPr lang="zh-CN" altLang="en-US" smtClean="0"/>
              <a:pPr/>
              <a:t>183</a:t>
            </a:fld>
            <a:endParaRPr lang="en-US" altLang="zh-CN"/>
          </a:p>
        </p:txBody>
      </p:sp>
      <p:sp>
        <p:nvSpPr>
          <p:cNvPr id="479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79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923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19609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E48C4E-D05F-46A7-B2A7-33FE16E72DFF}" type="slidenum">
              <a:rPr lang="zh-CN" altLang="en-US" smtClean="0"/>
              <a:pPr/>
              <a:t>184</a:t>
            </a:fld>
            <a:endParaRPr lang="en-US" altLang="zh-CN"/>
          </a:p>
        </p:txBody>
      </p:sp>
      <p:sp>
        <p:nvSpPr>
          <p:cNvPr id="480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0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026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651831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FB7F90-7EC3-49DE-82F6-05B335CCA629}" type="slidenum">
              <a:rPr lang="zh-CN" altLang="en-US" smtClean="0"/>
              <a:pPr/>
              <a:t>185</a:t>
            </a:fld>
            <a:endParaRPr lang="en-US" altLang="zh-CN"/>
          </a:p>
        </p:txBody>
      </p:sp>
      <p:sp>
        <p:nvSpPr>
          <p:cNvPr id="481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1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28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3299322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4BC25B-8052-45F0-B06C-AD302EE58D97}" type="slidenum">
              <a:rPr lang="zh-CN" altLang="en-US" smtClean="0"/>
              <a:pPr/>
              <a:t>186</a:t>
            </a:fld>
            <a:endParaRPr lang="en-US" altLang="zh-CN"/>
          </a:p>
        </p:txBody>
      </p:sp>
      <p:sp>
        <p:nvSpPr>
          <p:cNvPr id="482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2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230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9017853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297882-5033-4D6B-95FF-C2569281BF55}" type="slidenum">
              <a:rPr lang="zh-CN" altLang="en-US" smtClean="0"/>
              <a:pPr/>
              <a:t>187</a:t>
            </a:fld>
            <a:endParaRPr lang="en-US" altLang="zh-CN"/>
          </a:p>
        </p:txBody>
      </p:sp>
      <p:sp>
        <p:nvSpPr>
          <p:cNvPr id="483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3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333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011003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AB53B8-B3E2-4421-AA74-490EFCBBD55D}" type="slidenum">
              <a:rPr lang="zh-CN" altLang="en-US" smtClean="0"/>
              <a:pPr/>
              <a:t>188</a:t>
            </a:fld>
            <a:endParaRPr lang="en-US" altLang="zh-CN"/>
          </a:p>
        </p:txBody>
      </p:sp>
      <p:sp>
        <p:nvSpPr>
          <p:cNvPr id="484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4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435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3041643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682B3A-C5A1-4428-880A-E8451E137EC7}" type="slidenum">
              <a:rPr lang="zh-CN" altLang="en-US" smtClean="0"/>
              <a:pPr/>
              <a:t>189</a:t>
            </a:fld>
            <a:endParaRPr lang="en-US" altLang="zh-CN"/>
          </a:p>
        </p:txBody>
      </p:sp>
      <p:sp>
        <p:nvSpPr>
          <p:cNvPr id="485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1088" y="868363"/>
            <a:ext cx="7680325" cy="5761037"/>
          </a:xfrm>
          <a:ln/>
        </p:spPr>
      </p:sp>
      <p:sp>
        <p:nvSpPr>
          <p:cNvPr id="485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275" y="249238"/>
            <a:ext cx="5484813" cy="182562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538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03158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5661CC-0DED-4FAE-9E35-2E349172C30B}" type="slidenum">
              <a:rPr lang="zh-CN" altLang="en-US" smtClean="0"/>
              <a:pPr/>
              <a:t>190</a:t>
            </a:fld>
            <a:endParaRPr lang="en-US" altLang="zh-CN"/>
          </a:p>
        </p:txBody>
      </p:sp>
      <p:sp>
        <p:nvSpPr>
          <p:cNvPr id="486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6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640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9369313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2206F8-EFE5-4EEB-8315-EE65D58044E6}" type="slidenum">
              <a:rPr lang="zh-CN" altLang="en-US" smtClean="0"/>
              <a:pPr/>
              <a:t>191</a:t>
            </a:fld>
            <a:endParaRPr lang="en-US" altLang="zh-CN"/>
          </a:p>
        </p:txBody>
      </p:sp>
      <p:sp>
        <p:nvSpPr>
          <p:cNvPr id="487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7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742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6617228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5BE489-7E1D-44B6-91B5-F89DD07AFCDB}" type="slidenum">
              <a:rPr lang="zh-CN" altLang="en-US" smtClean="0"/>
              <a:pPr/>
              <a:t>192</a:t>
            </a:fld>
            <a:endParaRPr lang="en-US" altLang="zh-CN"/>
          </a:p>
        </p:txBody>
      </p:sp>
      <p:sp>
        <p:nvSpPr>
          <p:cNvPr id="488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8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845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262125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567EEC-110D-4E70-A1FE-71D5F9CD9F59}" type="slidenum">
              <a:rPr lang="zh-CN" altLang="en-US" smtClean="0"/>
              <a:pPr/>
              <a:t>193</a:t>
            </a:fld>
            <a:endParaRPr lang="en-US" altLang="zh-CN"/>
          </a:p>
        </p:txBody>
      </p:sp>
      <p:sp>
        <p:nvSpPr>
          <p:cNvPr id="489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89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947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4763958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9A1C24-5EBA-4734-8E9D-E8F8FE3C29FE}" type="slidenum">
              <a:rPr lang="zh-CN" altLang="en-US" smtClean="0"/>
              <a:pPr/>
              <a:t>194</a:t>
            </a:fld>
            <a:endParaRPr lang="en-US" altLang="zh-CN"/>
          </a:p>
        </p:txBody>
      </p:sp>
      <p:sp>
        <p:nvSpPr>
          <p:cNvPr id="490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0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050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385448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AF2D2-CCB5-4ABC-8E5D-A49AD95CCD67}" type="slidenum">
              <a:rPr lang="zh-CN" altLang="en-US" smtClean="0"/>
              <a:pPr/>
              <a:t>195</a:t>
            </a:fld>
            <a:endParaRPr lang="en-US" altLang="zh-CN"/>
          </a:p>
        </p:txBody>
      </p:sp>
      <p:sp>
        <p:nvSpPr>
          <p:cNvPr id="491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1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152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733906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7A355F-60B4-4B56-B162-780F808C3CFF}" type="slidenum">
              <a:rPr lang="zh-CN" altLang="en-US" smtClean="0"/>
              <a:pPr/>
              <a:t>196</a:t>
            </a:fld>
            <a:endParaRPr lang="en-US" altLang="zh-CN"/>
          </a:p>
        </p:txBody>
      </p:sp>
      <p:sp>
        <p:nvSpPr>
          <p:cNvPr id="492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2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254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589948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F436CF-C133-4AD9-A0E8-6B1CA41564BF}" type="slidenum">
              <a:rPr lang="zh-CN" altLang="en-US" smtClean="0"/>
              <a:pPr/>
              <a:t>197</a:t>
            </a:fld>
            <a:endParaRPr lang="en-US" altLang="zh-CN"/>
          </a:p>
        </p:txBody>
      </p:sp>
      <p:sp>
        <p:nvSpPr>
          <p:cNvPr id="493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3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357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755716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7B693A-0245-43A3-9788-E98202BD5FF1}" type="slidenum">
              <a:rPr lang="zh-CN" altLang="en-US" smtClean="0"/>
              <a:pPr/>
              <a:t>198</a:t>
            </a:fld>
            <a:endParaRPr lang="en-US" altLang="zh-CN"/>
          </a:p>
        </p:txBody>
      </p:sp>
      <p:sp>
        <p:nvSpPr>
          <p:cNvPr id="494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4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459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085613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BE8C9C-E447-4285-94E5-D183568EFE0B}" type="slidenum">
              <a:rPr lang="zh-CN" altLang="en-US" smtClean="0"/>
              <a:pPr/>
              <a:t>199</a:t>
            </a:fld>
            <a:endParaRPr lang="en-US" altLang="zh-CN"/>
          </a:p>
        </p:txBody>
      </p:sp>
      <p:sp>
        <p:nvSpPr>
          <p:cNvPr id="495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5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562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2665908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B45930-A02C-49AB-9562-71538581ACB5}" type="slidenum">
              <a:rPr lang="zh-CN" altLang="en-US" smtClean="0"/>
              <a:pPr/>
              <a:t>200</a:t>
            </a:fld>
            <a:endParaRPr lang="en-US" altLang="zh-CN"/>
          </a:p>
        </p:txBody>
      </p:sp>
      <p:sp>
        <p:nvSpPr>
          <p:cNvPr id="496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6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664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4163993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B0D20E-53C1-4536-A276-50D3655E6E1C}" type="slidenum">
              <a:rPr lang="zh-CN" altLang="en-US" smtClean="0"/>
              <a:pPr/>
              <a:t>201</a:t>
            </a:fld>
            <a:endParaRPr lang="en-US" altLang="zh-CN"/>
          </a:p>
        </p:txBody>
      </p:sp>
      <p:sp>
        <p:nvSpPr>
          <p:cNvPr id="497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7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766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1462000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C9E7D1-7F62-4F8E-94F5-E1B3AB21E883}" type="slidenum">
              <a:rPr lang="zh-CN" altLang="en-US" smtClean="0"/>
              <a:pPr/>
              <a:t>202</a:t>
            </a:fld>
            <a:endParaRPr lang="en-US" altLang="zh-CN"/>
          </a:p>
        </p:txBody>
      </p:sp>
      <p:sp>
        <p:nvSpPr>
          <p:cNvPr id="498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8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869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4025785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24B1EA-8D2E-4B75-BE54-6D7F918D38E3}" type="slidenum">
              <a:rPr lang="zh-CN" altLang="en-US" smtClean="0"/>
              <a:pPr/>
              <a:t>203</a:t>
            </a:fld>
            <a:endParaRPr lang="en-US" altLang="zh-CN"/>
          </a:p>
        </p:txBody>
      </p:sp>
      <p:sp>
        <p:nvSpPr>
          <p:cNvPr id="499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499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9971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8180236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1131AB-4FFB-4829-8B03-EDD7752BCE7C}" type="slidenum">
              <a:rPr lang="zh-CN" altLang="en-US" smtClean="0"/>
              <a:pPr/>
              <a:t>204</a:t>
            </a:fld>
            <a:endParaRPr lang="en-US" altLang="zh-CN"/>
          </a:p>
        </p:txBody>
      </p:sp>
      <p:sp>
        <p:nvSpPr>
          <p:cNvPr id="500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0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074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7546112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B0EB9C-A462-42E8-AF1B-607C13AA6C17}" type="slidenum">
              <a:rPr lang="zh-CN" altLang="en-US" smtClean="0"/>
              <a:pPr/>
              <a:t>205</a:t>
            </a:fld>
            <a:endParaRPr lang="en-US" altLang="zh-CN"/>
          </a:p>
        </p:txBody>
      </p:sp>
      <p:sp>
        <p:nvSpPr>
          <p:cNvPr id="501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1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76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6267229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2611F0-BDF2-43C9-BB4B-AAC00EA9E6D8}" type="slidenum">
              <a:rPr lang="zh-CN" altLang="en-US" smtClean="0"/>
              <a:pPr/>
              <a:t>206</a:t>
            </a:fld>
            <a:endParaRPr lang="en-US" altLang="zh-CN"/>
          </a:p>
        </p:txBody>
      </p:sp>
      <p:sp>
        <p:nvSpPr>
          <p:cNvPr id="502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2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278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9363308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1D7915-145B-4172-BBE5-E25C806990EC}" type="slidenum">
              <a:rPr lang="zh-CN" altLang="en-US" smtClean="0"/>
              <a:pPr/>
              <a:t>207</a:t>
            </a:fld>
            <a:endParaRPr lang="en-US" altLang="zh-CN"/>
          </a:p>
        </p:txBody>
      </p:sp>
      <p:sp>
        <p:nvSpPr>
          <p:cNvPr id="503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8363"/>
            <a:ext cx="7683500" cy="5762625"/>
          </a:xfrm>
          <a:ln/>
        </p:spPr>
      </p:sp>
      <p:sp>
        <p:nvSpPr>
          <p:cNvPr id="503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275" y="252413"/>
            <a:ext cx="5487988" cy="177800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381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2053164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ABAC7D-0BBB-45FD-97D7-E35FD19D0CAC}" type="slidenum">
              <a:rPr lang="zh-CN" altLang="en-US" smtClean="0"/>
              <a:pPr/>
              <a:t>208</a:t>
            </a:fld>
            <a:endParaRPr lang="en-US" altLang="zh-CN"/>
          </a:p>
        </p:txBody>
      </p:sp>
      <p:sp>
        <p:nvSpPr>
          <p:cNvPr id="504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4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483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0883732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C5EF7F-CAF3-4265-9863-D75447E6B301}" type="slidenum">
              <a:rPr lang="zh-CN" altLang="en-US" smtClean="0"/>
              <a:pPr/>
              <a:t>209</a:t>
            </a:fld>
            <a:endParaRPr lang="en-US" altLang="zh-CN"/>
          </a:p>
        </p:txBody>
      </p:sp>
      <p:sp>
        <p:nvSpPr>
          <p:cNvPr id="505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5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586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3172010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B7D459-B537-43A8-829C-A3C510386312}" type="slidenum">
              <a:rPr lang="zh-CN" altLang="en-US" smtClean="0"/>
              <a:pPr/>
              <a:t>210</a:t>
            </a:fld>
            <a:endParaRPr lang="en-US" altLang="zh-CN"/>
          </a:p>
        </p:txBody>
      </p:sp>
      <p:sp>
        <p:nvSpPr>
          <p:cNvPr id="506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6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688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564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DED56E-4BBB-465E-95FB-16377B5E08CF}" type="slidenum">
              <a:rPr lang="zh-CN" altLang="en-US" smtClean="0"/>
              <a:pPr/>
              <a:t>211</a:t>
            </a:fld>
            <a:endParaRPr lang="en-US" altLang="zh-CN"/>
          </a:p>
        </p:txBody>
      </p:sp>
      <p:sp>
        <p:nvSpPr>
          <p:cNvPr id="507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7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790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6040132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70706A-1436-4E28-9122-0139B0742121}" type="slidenum">
              <a:rPr lang="zh-CN" altLang="en-US" smtClean="0"/>
              <a:pPr/>
              <a:t>212</a:t>
            </a:fld>
            <a:endParaRPr lang="en-US" altLang="zh-CN"/>
          </a:p>
        </p:txBody>
      </p:sp>
      <p:sp>
        <p:nvSpPr>
          <p:cNvPr id="508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8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893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9046078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760F0-8C03-4738-9F53-7E7922BC5CC1}" type="slidenum">
              <a:rPr lang="zh-CN" altLang="en-US" smtClean="0"/>
              <a:pPr/>
              <a:t>213</a:t>
            </a:fld>
            <a:endParaRPr lang="en-US" altLang="zh-CN"/>
          </a:p>
        </p:txBody>
      </p:sp>
      <p:sp>
        <p:nvSpPr>
          <p:cNvPr id="509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09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995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5724064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474645-2E3D-436F-BA25-D52192E74AD1}" type="slidenum">
              <a:rPr lang="zh-CN" altLang="en-US" smtClean="0"/>
              <a:pPr/>
              <a:t>214</a:t>
            </a:fld>
            <a:endParaRPr lang="en-US" altLang="zh-CN"/>
          </a:p>
        </p:txBody>
      </p:sp>
      <p:sp>
        <p:nvSpPr>
          <p:cNvPr id="510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0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098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1449550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7F55C0-8DBC-46D8-9160-FD9942B0B967}" type="slidenum">
              <a:rPr lang="zh-CN" altLang="en-US" smtClean="0"/>
              <a:pPr/>
              <a:t>215</a:t>
            </a:fld>
            <a:endParaRPr lang="en-US" altLang="zh-CN"/>
          </a:p>
        </p:txBody>
      </p:sp>
      <p:sp>
        <p:nvSpPr>
          <p:cNvPr id="512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2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0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8169327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3D28BA-0605-4451-9E2E-C358A15FE0FF}" type="slidenum">
              <a:rPr lang="zh-CN" altLang="en-US" smtClean="0"/>
              <a:pPr/>
              <a:t>216</a:t>
            </a:fld>
            <a:endParaRPr lang="en-US" altLang="zh-CN"/>
          </a:p>
        </p:txBody>
      </p:sp>
      <p:sp>
        <p:nvSpPr>
          <p:cNvPr id="513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3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302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4412194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D46BA4-5DE6-413D-9426-9A7FB8EA3142}" type="slidenum">
              <a:rPr lang="zh-CN" altLang="en-US" smtClean="0"/>
              <a:pPr/>
              <a:t>217</a:t>
            </a:fld>
            <a:endParaRPr lang="en-US" altLang="zh-CN"/>
          </a:p>
        </p:txBody>
      </p:sp>
      <p:sp>
        <p:nvSpPr>
          <p:cNvPr id="514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4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405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9912108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304D02-A183-4C38-9E99-41D74B453C4B}" type="slidenum">
              <a:rPr lang="zh-CN" altLang="en-US" smtClean="0"/>
              <a:pPr/>
              <a:t>218</a:t>
            </a:fld>
            <a:endParaRPr lang="en-US" altLang="zh-CN"/>
          </a:p>
        </p:txBody>
      </p:sp>
      <p:sp>
        <p:nvSpPr>
          <p:cNvPr id="515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5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507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7801424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3EFC1D-0DFC-4283-96FE-7AC81C9321E1}" type="slidenum">
              <a:rPr lang="zh-CN" altLang="en-US" smtClean="0"/>
              <a:pPr/>
              <a:t>219</a:t>
            </a:fld>
            <a:endParaRPr lang="en-US" altLang="zh-CN"/>
          </a:p>
        </p:txBody>
      </p:sp>
      <p:sp>
        <p:nvSpPr>
          <p:cNvPr id="516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6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610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1709440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A339CF-5AE3-40CD-93F4-B462CDC736B0}" type="slidenum">
              <a:rPr lang="zh-CN" altLang="en-US" smtClean="0"/>
              <a:pPr/>
              <a:t>220</a:t>
            </a:fld>
            <a:endParaRPr lang="en-US" altLang="zh-CN"/>
          </a:p>
        </p:txBody>
      </p:sp>
      <p:sp>
        <p:nvSpPr>
          <p:cNvPr id="517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7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712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8684099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8463C-BFC6-41AA-AEC5-FFD8968631C5}" type="slidenum">
              <a:rPr lang="zh-CN" altLang="en-US" smtClean="0"/>
              <a:pPr/>
              <a:t>221</a:t>
            </a:fld>
            <a:endParaRPr lang="en-US" altLang="zh-CN"/>
          </a:p>
        </p:txBody>
      </p:sp>
      <p:sp>
        <p:nvSpPr>
          <p:cNvPr id="518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8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814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2717076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078E7C-A2FE-4085-977A-CDDCD10B3EB5}" type="slidenum">
              <a:rPr lang="zh-CN" altLang="en-US" smtClean="0"/>
              <a:pPr/>
              <a:t>222</a:t>
            </a:fld>
            <a:endParaRPr lang="en-US" altLang="zh-CN"/>
          </a:p>
        </p:txBody>
      </p:sp>
      <p:sp>
        <p:nvSpPr>
          <p:cNvPr id="519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19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917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8954149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4C855B-1BD9-4CF7-9399-43F8FA7FE161}" type="slidenum">
              <a:rPr lang="zh-CN" altLang="en-US" smtClean="0"/>
              <a:pPr/>
              <a:t>223</a:t>
            </a:fld>
            <a:endParaRPr lang="en-US" altLang="zh-CN"/>
          </a:p>
        </p:txBody>
      </p:sp>
      <p:sp>
        <p:nvSpPr>
          <p:cNvPr id="520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0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019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0063292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538DE2-2A18-4E52-8412-B7F2D4791183}" type="slidenum">
              <a:rPr lang="zh-CN" altLang="en-US" smtClean="0"/>
              <a:pPr/>
              <a:t>224</a:t>
            </a:fld>
            <a:endParaRPr lang="en-US" altLang="zh-CN"/>
          </a:p>
        </p:txBody>
      </p:sp>
      <p:sp>
        <p:nvSpPr>
          <p:cNvPr id="521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1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122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813661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95F1CA-8227-4EE9-8CFC-57AAC9F7A151}" type="slidenum">
              <a:rPr lang="zh-CN" altLang="en-US" smtClean="0"/>
              <a:pPr/>
              <a:t>225</a:t>
            </a:fld>
            <a:endParaRPr lang="en-US" altLang="zh-CN"/>
          </a:p>
        </p:txBody>
      </p:sp>
      <p:sp>
        <p:nvSpPr>
          <p:cNvPr id="522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2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224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0483610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47584D-50B5-42F8-B01F-DFC2B35C810B}" type="slidenum">
              <a:rPr lang="zh-CN" altLang="en-US" smtClean="0"/>
              <a:pPr/>
              <a:t>226</a:t>
            </a:fld>
            <a:endParaRPr lang="en-US" altLang="zh-CN"/>
          </a:p>
        </p:txBody>
      </p:sp>
      <p:sp>
        <p:nvSpPr>
          <p:cNvPr id="523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3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326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1393327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D5718D-4951-4F6D-BE42-32E32A0FC897}" type="slidenum">
              <a:rPr lang="zh-CN" altLang="en-US" smtClean="0"/>
              <a:pPr/>
              <a:t>227</a:t>
            </a:fld>
            <a:endParaRPr lang="en-US" altLang="zh-CN"/>
          </a:p>
        </p:txBody>
      </p:sp>
      <p:sp>
        <p:nvSpPr>
          <p:cNvPr id="524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4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429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4260340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0CE1F4-D36D-4F66-B572-B82DE32BD132}" type="slidenum">
              <a:rPr lang="zh-CN" altLang="en-US" smtClean="0"/>
              <a:pPr/>
              <a:t>228</a:t>
            </a:fld>
            <a:endParaRPr lang="en-US" altLang="zh-CN"/>
          </a:p>
        </p:txBody>
      </p:sp>
      <p:sp>
        <p:nvSpPr>
          <p:cNvPr id="525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5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531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3851647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D42A8-5A52-4BC2-80E0-0C3EEEC5DFFC}" type="slidenum">
              <a:rPr lang="zh-CN" altLang="en-US" smtClean="0"/>
              <a:pPr/>
              <a:t>229</a:t>
            </a:fld>
            <a:endParaRPr lang="en-US" altLang="zh-CN"/>
          </a:p>
        </p:txBody>
      </p:sp>
      <p:sp>
        <p:nvSpPr>
          <p:cNvPr id="526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6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634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6108839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2B0B5A-706D-478F-BF9E-4E94A14326B1}" type="slidenum">
              <a:rPr lang="zh-CN" altLang="en-US" smtClean="0"/>
              <a:pPr/>
              <a:t>230</a:t>
            </a:fld>
            <a:endParaRPr lang="en-US" altLang="zh-CN"/>
          </a:p>
        </p:txBody>
      </p:sp>
      <p:sp>
        <p:nvSpPr>
          <p:cNvPr id="527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7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736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53142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69578D-22F1-435E-A200-992DF7A879DF}" type="slidenum">
              <a:rPr lang="zh-CN" altLang="en-US" smtClean="0"/>
              <a:pPr/>
              <a:t>231</a:t>
            </a:fld>
            <a:endParaRPr lang="en-US" altLang="zh-CN"/>
          </a:p>
        </p:txBody>
      </p:sp>
      <p:sp>
        <p:nvSpPr>
          <p:cNvPr id="528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8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838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655196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FDCE64-B7A4-4169-B467-D45C58C179A4}" type="slidenum">
              <a:rPr lang="zh-CN" altLang="en-US" smtClean="0"/>
              <a:pPr/>
              <a:t>232</a:t>
            </a:fld>
            <a:endParaRPr lang="en-US" altLang="zh-CN"/>
          </a:p>
        </p:txBody>
      </p:sp>
      <p:sp>
        <p:nvSpPr>
          <p:cNvPr id="529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29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2941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5769369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C2C01B-6996-46AF-8641-A91816EF163D}" type="slidenum">
              <a:rPr lang="zh-CN" altLang="en-US" smtClean="0"/>
              <a:pPr/>
              <a:t>233</a:t>
            </a:fld>
            <a:endParaRPr lang="en-US" altLang="zh-CN"/>
          </a:p>
        </p:txBody>
      </p:sp>
      <p:sp>
        <p:nvSpPr>
          <p:cNvPr id="530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0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043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814785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A60509-30A7-46F9-BF38-A6712B22EA43}" type="slidenum">
              <a:rPr lang="zh-CN" altLang="en-US" smtClean="0"/>
              <a:pPr/>
              <a:t>234</a:t>
            </a:fld>
            <a:endParaRPr lang="en-US" altLang="zh-CN"/>
          </a:p>
        </p:txBody>
      </p:sp>
      <p:sp>
        <p:nvSpPr>
          <p:cNvPr id="531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1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146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1598702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9C2EED-FE44-47B5-A520-31D4D4829111}" type="slidenum">
              <a:rPr lang="zh-CN" altLang="en-US" smtClean="0"/>
              <a:pPr/>
              <a:t>235</a:t>
            </a:fld>
            <a:endParaRPr lang="en-US" altLang="zh-CN"/>
          </a:p>
        </p:txBody>
      </p:sp>
      <p:sp>
        <p:nvSpPr>
          <p:cNvPr id="532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2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248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6625260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AE8527-2016-4EFA-946C-49B7EEA40499}" type="slidenum">
              <a:rPr lang="zh-CN" altLang="en-US" smtClean="0"/>
              <a:pPr/>
              <a:t>236</a:t>
            </a:fld>
            <a:endParaRPr lang="en-US" altLang="zh-CN"/>
          </a:p>
        </p:txBody>
      </p:sp>
      <p:sp>
        <p:nvSpPr>
          <p:cNvPr id="533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3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350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1015376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BE0530-AF37-44C7-A9BA-D46CAA805EF1}" type="slidenum">
              <a:rPr lang="zh-CN" altLang="en-US" smtClean="0"/>
              <a:pPr/>
              <a:t>237</a:t>
            </a:fld>
            <a:endParaRPr lang="en-US" altLang="zh-CN"/>
          </a:p>
        </p:txBody>
      </p:sp>
      <p:sp>
        <p:nvSpPr>
          <p:cNvPr id="534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4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453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8169467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5877EF-0BDE-42DC-9353-122BCC038908}" type="slidenum">
              <a:rPr lang="zh-CN" altLang="en-US" smtClean="0"/>
              <a:pPr/>
              <a:t>238</a:t>
            </a:fld>
            <a:endParaRPr lang="en-US" altLang="zh-CN"/>
          </a:p>
        </p:txBody>
      </p:sp>
      <p:sp>
        <p:nvSpPr>
          <p:cNvPr id="535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5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555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750143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00EEA7-DA12-44C0-8598-C1AEE31B992C}" type="slidenum">
              <a:rPr lang="zh-CN" altLang="en-US" smtClean="0"/>
              <a:pPr/>
              <a:t>239</a:t>
            </a:fld>
            <a:endParaRPr lang="en-US" altLang="zh-CN"/>
          </a:p>
        </p:txBody>
      </p:sp>
      <p:sp>
        <p:nvSpPr>
          <p:cNvPr id="536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6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658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646544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54ACCF-DDCF-43EB-BAD0-A766C8967C21}" type="slidenum">
              <a:rPr lang="zh-CN" altLang="en-US" smtClean="0"/>
              <a:pPr/>
              <a:t>240</a:t>
            </a:fld>
            <a:endParaRPr lang="en-US" altLang="zh-CN"/>
          </a:p>
        </p:txBody>
      </p:sp>
      <p:sp>
        <p:nvSpPr>
          <p:cNvPr id="537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7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760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97298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133177-2DBD-4F5F-B456-12FEB2054D7D}" type="slidenum">
              <a:rPr lang="zh-CN" altLang="en-US" smtClean="0"/>
              <a:pPr/>
              <a:t>241</a:t>
            </a:fld>
            <a:endParaRPr lang="en-US" altLang="zh-CN"/>
          </a:p>
        </p:txBody>
      </p:sp>
      <p:sp>
        <p:nvSpPr>
          <p:cNvPr id="538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8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862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6943019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3755E1-75F3-4F15-B915-EAC6523FD615}" type="slidenum">
              <a:rPr lang="zh-CN" altLang="en-US" smtClean="0"/>
              <a:pPr/>
              <a:t>242</a:t>
            </a:fld>
            <a:endParaRPr lang="en-US" altLang="zh-CN"/>
          </a:p>
        </p:txBody>
      </p:sp>
      <p:sp>
        <p:nvSpPr>
          <p:cNvPr id="539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39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3965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657416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A6C7D3-3662-4AF3-B41A-6C64A646EC75}" type="slidenum">
              <a:rPr lang="zh-CN" altLang="en-US" smtClean="0"/>
              <a:pPr/>
              <a:t>243</a:t>
            </a:fld>
            <a:endParaRPr lang="en-US" altLang="zh-CN"/>
          </a:p>
        </p:txBody>
      </p:sp>
      <p:sp>
        <p:nvSpPr>
          <p:cNvPr id="540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0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067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1171960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312721-621D-4BB2-AF51-CD16AB5FBA94}" type="slidenum">
              <a:rPr lang="zh-CN" altLang="en-US" smtClean="0"/>
              <a:pPr/>
              <a:t>244</a:t>
            </a:fld>
            <a:endParaRPr lang="en-US" altLang="zh-CN"/>
          </a:p>
        </p:txBody>
      </p:sp>
      <p:sp>
        <p:nvSpPr>
          <p:cNvPr id="541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1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170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411930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6847D7-C239-4633-8025-EDF297526528}" type="slidenum">
              <a:rPr lang="zh-CN" altLang="en-US" smtClean="0"/>
              <a:pPr/>
              <a:t>245</a:t>
            </a:fld>
            <a:endParaRPr lang="en-US" altLang="zh-CN"/>
          </a:p>
        </p:txBody>
      </p:sp>
      <p:sp>
        <p:nvSpPr>
          <p:cNvPr id="542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2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272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4199453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5C142F-B32A-494F-A43D-7B25607F67BB}" type="slidenum">
              <a:rPr lang="zh-CN" altLang="en-US" smtClean="0"/>
              <a:pPr/>
              <a:t>246</a:t>
            </a:fld>
            <a:endParaRPr lang="en-US" altLang="zh-CN"/>
          </a:p>
        </p:txBody>
      </p:sp>
      <p:sp>
        <p:nvSpPr>
          <p:cNvPr id="543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3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374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684736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0D327A-2FDB-4C90-A973-4723CAE52DA0}" type="slidenum">
              <a:rPr lang="zh-CN" altLang="en-US" smtClean="0"/>
              <a:pPr/>
              <a:t>247</a:t>
            </a:fld>
            <a:endParaRPr lang="en-US" altLang="zh-CN"/>
          </a:p>
        </p:txBody>
      </p:sp>
      <p:sp>
        <p:nvSpPr>
          <p:cNvPr id="544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4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477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0553188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D0370C-A812-4A1A-9A96-320B2523471D}" type="slidenum">
              <a:rPr lang="zh-CN" altLang="en-US" smtClean="0"/>
              <a:pPr/>
              <a:t>248</a:t>
            </a:fld>
            <a:endParaRPr lang="en-US" altLang="zh-CN"/>
          </a:p>
        </p:txBody>
      </p:sp>
      <p:sp>
        <p:nvSpPr>
          <p:cNvPr id="545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5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579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1961468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07D780-97C2-4DB0-8D48-FA8B501F1F21}" type="slidenum">
              <a:rPr lang="zh-CN" altLang="en-US" smtClean="0"/>
              <a:pPr/>
              <a:t>249</a:t>
            </a:fld>
            <a:endParaRPr lang="en-US" altLang="zh-CN"/>
          </a:p>
        </p:txBody>
      </p:sp>
      <p:sp>
        <p:nvSpPr>
          <p:cNvPr id="546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6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682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1586442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0D5E97-7072-4542-B997-9A369AA41D32}" type="slidenum">
              <a:rPr lang="zh-CN" altLang="en-US" smtClean="0"/>
              <a:pPr/>
              <a:t>250</a:t>
            </a:fld>
            <a:endParaRPr lang="en-US" altLang="zh-CN"/>
          </a:p>
        </p:txBody>
      </p:sp>
      <p:sp>
        <p:nvSpPr>
          <p:cNvPr id="547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7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784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7296816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DA05E1-4804-410E-A3F1-18754244E870}" type="slidenum">
              <a:rPr lang="zh-CN" altLang="en-US" smtClean="0"/>
              <a:pPr/>
              <a:t>251</a:t>
            </a:fld>
            <a:endParaRPr lang="en-US" altLang="zh-CN"/>
          </a:p>
        </p:txBody>
      </p:sp>
      <p:sp>
        <p:nvSpPr>
          <p:cNvPr id="548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8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886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293744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23682A-9374-4AB7-8F41-3B5C833141CE}" type="slidenum">
              <a:rPr lang="zh-CN" altLang="en-US" smtClean="0"/>
              <a:pPr/>
              <a:t>252</a:t>
            </a:fld>
            <a:endParaRPr lang="en-US" altLang="zh-CN"/>
          </a:p>
        </p:txBody>
      </p:sp>
      <p:sp>
        <p:nvSpPr>
          <p:cNvPr id="549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49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989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9549256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546C88-130D-4ED2-A424-0244F8B8A566}" type="slidenum">
              <a:rPr lang="zh-CN" altLang="en-US" smtClean="0"/>
              <a:pPr/>
              <a:t>253</a:t>
            </a:fld>
            <a:endParaRPr lang="en-US" altLang="zh-CN"/>
          </a:p>
        </p:txBody>
      </p:sp>
      <p:sp>
        <p:nvSpPr>
          <p:cNvPr id="550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0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091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2415365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0AD13E-5BFD-4320-B394-42A738878B67}" type="slidenum">
              <a:rPr lang="zh-CN" altLang="en-US" smtClean="0"/>
              <a:pPr/>
              <a:t>254</a:t>
            </a:fld>
            <a:endParaRPr lang="en-US" altLang="zh-CN"/>
          </a:p>
        </p:txBody>
      </p:sp>
      <p:sp>
        <p:nvSpPr>
          <p:cNvPr id="551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1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194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2993687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60D23C-BFB3-40C4-9FA9-E8D9F136F961}" type="slidenum">
              <a:rPr lang="zh-CN" altLang="en-US" smtClean="0"/>
              <a:pPr/>
              <a:t>255</a:t>
            </a:fld>
            <a:endParaRPr lang="en-US" altLang="zh-CN"/>
          </a:p>
        </p:txBody>
      </p:sp>
      <p:sp>
        <p:nvSpPr>
          <p:cNvPr id="552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2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296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5239812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8276F2-FC6C-4315-9097-A6482F0847C8}" type="slidenum">
              <a:rPr lang="zh-CN" altLang="en-US" smtClean="0"/>
              <a:pPr/>
              <a:t>256</a:t>
            </a:fld>
            <a:endParaRPr lang="en-US" altLang="zh-CN"/>
          </a:p>
        </p:txBody>
      </p:sp>
      <p:sp>
        <p:nvSpPr>
          <p:cNvPr id="553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3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3989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3640278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6D22E8-CB9A-45D9-96B3-E9377DE5A6EA}" type="slidenum">
              <a:rPr lang="zh-CN" altLang="en-US" smtClean="0"/>
              <a:pPr/>
              <a:t>257</a:t>
            </a:fld>
            <a:endParaRPr lang="en-US" altLang="zh-CN"/>
          </a:p>
        </p:txBody>
      </p:sp>
      <p:sp>
        <p:nvSpPr>
          <p:cNvPr id="555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5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5013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7969444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2FCC6E-AD2E-4420-958C-7D6A5486C92F}" type="slidenum">
              <a:rPr lang="zh-CN" altLang="en-US" smtClean="0"/>
              <a:pPr/>
              <a:t>258</a:t>
            </a:fld>
            <a:endParaRPr lang="en-US" altLang="zh-CN"/>
          </a:p>
        </p:txBody>
      </p:sp>
      <p:sp>
        <p:nvSpPr>
          <p:cNvPr id="556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6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6037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9737206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D435B1-00A4-458C-9328-37F94CDDC5A6}" type="slidenum">
              <a:rPr lang="zh-CN" altLang="en-US" smtClean="0"/>
              <a:pPr/>
              <a:t>259</a:t>
            </a:fld>
            <a:endParaRPr lang="en-US" altLang="zh-CN"/>
          </a:p>
        </p:txBody>
      </p:sp>
      <p:sp>
        <p:nvSpPr>
          <p:cNvPr id="557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7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7061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1517036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368FF7-4AED-4E77-B8B3-98D56E3A071C}" type="slidenum">
              <a:rPr lang="zh-CN" altLang="en-US" smtClean="0"/>
              <a:pPr/>
              <a:t>260</a:t>
            </a:fld>
            <a:endParaRPr lang="en-US" altLang="zh-CN"/>
          </a:p>
        </p:txBody>
      </p:sp>
      <p:sp>
        <p:nvSpPr>
          <p:cNvPr id="558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8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8085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8552858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D0E32F-029D-4BF2-ABD3-1F616CC021D3}" type="slidenum">
              <a:rPr lang="zh-CN" altLang="en-US" smtClean="0"/>
              <a:pPr/>
              <a:t>261</a:t>
            </a:fld>
            <a:endParaRPr lang="en-US" altLang="zh-CN"/>
          </a:p>
        </p:txBody>
      </p:sp>
      <p:sp>
        <p:nvSpPr>
          <p:cNvPr id="559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59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9109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0128437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759FFE-3B4E-4041-AF32-E9FE2F390C49}" type="slidenum">
              <a:rPr lang="zh-CN" altLang="en-US" smtClean="0"/>
              <a:pPr/>
              <a:t>262</a:t>
            </a:fld>
            <a:endParaRPr lang="en-US" altLang="zh-CN"/>
          </a:p>
        </p:txBody>
      </p:sp>
      <p:sp>
        <p:nvSpPr>
          <p:cNvPr id="560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0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0133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956204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9E2AA5-48CC-467C-AD9D-709165157DCD}" type="slidenum">
              <a:rPr lang="zh-CN" altLang="en-US" smtClean="0"/>
              <a:pPr/>
              <a:t>263</a:t>
            </a:fld>
            <a:endParaRPr lang="en-US" altLang="zh-CN"/>
          </a:p>
        </p:txBody>
      </p:sp>
      <p:sp>
        <p:nvSpPr>
          <p:cNvPr id="561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1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1157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191181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53ED89-4A37-43A3-A228-06E7012DD7E0}" type="slidenum">
              <a:rPr lang="zh-CN" altLang="en-US" smtClean="0"/>
              <a:pPr/>
              <a:t>264</a:t>
            </a:fld>
            <a:endParaRPr lang="en-US" altLang="zh-CN"/>
          </a:p>
        </p:txBody>
      </p:sp>
      <p:sp>
        <p:nvSpPr>
          <p:cNvPr id="562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2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2181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7523176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B74934-6914-4614-801D-CCF9AD77ADE4}" type="slidenum">
              <a:rPr lang="zh-CN" altLang="en-US" smtClean="0"/>
              <a:pPr/>
              <a:t>265</a:t>
            </a:fld>
            <a:endParaRPr lang="en-US" altLang="zh-CN"/>
          </a:p>
        </p:txBody>
      </p:sp>
      <p:sp>
        <p:nvSpPr>
          <p:cNvPr id="563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3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3205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5273432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808F4B-8E28-47B9-801E-4E818B531EE5}" type="slidenum">
              <a:rPr lang="zh-CN" altLang="en-US" smtClean="0"/>
              <a:pPr/>
              <a:t>266</a:t>
            </a:fld>
            <a:endParaRPr lang="en-US" altLang="zh-CN"/>
          </a:p>
        </p:txBody>
      </p:sp>
      <p:sp>
        <p:nvSpPr>
          <p:cNvPr id="564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4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422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6022640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68B71D-7400-40CF-8BF4-D9DBD50E9497}" type="slidenum">
              <a:rPr lang="zh-CN" altLang="en-US" smtClean="0"/>
              <a:pPr/>
              <a:t>267</a:t>
            </a:fld>
            <a:endParaRPr lang="en-US" altLang="zh-CN"/>
          </a:p>
        </p:txBody>
      </p:sp>
      <p:sp>
        <p:nvSpPr>
          <p:cNvPr id="565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5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525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1396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838A84-4575-45FA-AAA8-CC93A64B49A2}" type="slidenum">
              <a:rPr lang="zh-CN" altLang="en-US" smtClean="0"/>
              <a:pPr/>
              <a:t>268</a:t>
            </a:fld>
            <a:endParaRPr lang="en-US" altLang="zh-CN"/>
          </a:p>
        </p:txBody>
      </p:sp>
      <p:sp>
        <p:nvSpPr>
          <p:cNvPr id="566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2675" y="868363"/>
            <a:ext cx="7680325" cy="5761037"/>
          </a:xfrm>
          <a:ln/>
        </p:spPr>
      </p:sp>
      <p:sp>
        <p:nvSpPr>
          <p:cNvPr id="566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275" y="250825"/>
            <a:ext cx="5487988" cy="179388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6277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2270600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C98EEC-C0CC-40FE-8FA5-E2B9F3D37880}" type="slidenum">
              <a:rPr lang="zh-CN" altLang="en-US" smtClean="0"/>
              <a:pPr/>
              <a:t>269</a:t>
            </a:fld>
            <a:endParaRPr lang="en-US" altLang="zh-CN"/>
          </a:p>
        </p:txBody>
      </p:sp>
      <p:sp>
        <p:nvSpPr>
          <p:cNvPr id="567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7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7301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9774115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7635A2-6B50-473D-B784-BAF2B84EF9B5}" type="slidenum">
              <a:rPr lang="zh-CN" altLang="en-US" smtClean="0"/>
              <a:pPr/>
              <a:t>270</a:t>
            </a:fld>
            <a:endParaRPr lang="en-US" altLang="zh-CN"/>
          </a:p>
        </p:txBody>
      </p:sp>
      <p:sp>
        <p:nvSpPr>
          <p:cNvPr id="568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8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8325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3192890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CE990E-3350-4248-88AE-D0FC5D51E7AC}" type="slidenum">
              <a:rPr lang="zh-CN" altLang="en-US" smtClean="0"/>
              <a:pPr/>
              <a:t>271</a:t>
            </a:fld>
            <a:endParaRPr lang="en-US" altLang="zh-CN"/>
          </a:p>
        </p:txBody>
      </p:sp>
      <p:sp>
        <p:nvSpPr>
          <p:cNvPr id="569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69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69349" name="McK Separator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8971905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CAA50F-D928-45B3-8C89-BAD6884980D0}" type="slidenum">
              <a:rPr lang="zh-CN" altLang="en-US" smtClean="0"/>
              <a:pPr/>
              <a:t>272</a:t>
            </a:fld>
            <a:endParaRPr lang="en-US" altLang="zh-CN"/>
          </a:p>
        </p:txBody>
      </p:sp>
      <p:sp>
        <p:nvSpPr>
          <p:cNvPr id="570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0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037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4058987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818430-8BA9-4761-BBC4-5EF7D29F133B}" type="slidenum">
              <a:rPr lang="zh-CN" altLang="en-US" smtClean="0"/>
              <a:pPr/>
              <a:t>273</a:t>
            </a:fld>
            <a:endParaRPr lang="en-US" altLang="zh-CN"/>
          </a:p>
        </p:txBody>
      </p:sp>
      <p:sp>
        <p:nvSpPr>
          <p:cNvPr id="571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1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139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4979157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963E8F-EF7C-4838-8263-CB957B241702}" type="slidenum">
              <a:rPr lang="zh-CN" altLang="en-US" smtClean="0"/>
              <a:pPr/>
              <a:t>274</a:t>
            </a:fld>
            <a:endParaRPr lang="en-US" altLang="zh-CN"/>
          </a:p>
        </p:txBody>
      </p:sp>
      <p:sp>
        <p:nvSpPr>
          <p:cNvPr id="572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2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242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597584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B8B12-A4C5-452B-8F50-A4F0A1E468F8}" type="slidenum">
              <a:rPr lang="zh-CN" altLang="en-US" smtClean="0"/>
              <a:pPr/>
              <a:t>275</a:t>
            </a:fld>
            <a:endParaRPr lang="en-US" altLang="zh-CN"/>
          </a:p>
        </p:txBody>
      </p:sp>
      <p:sp>
        <p:nvSpPr>
          <p:cNvPr id="573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3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344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8806193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A7E00D-5BBA-42A1-8A48-05480CE96A54}" type="slidenum">
              <a:rPr lang="zh-CN" altLang="en-US" smtClean="0"/>
              <a:pPr/>
              <a:t>276</a:t>
            </a:fld>
            <a:endParaRPr lang="en-US" altLang="zh-CN"/>
          </a:p>
        </p:txBody>
      </p:sp>
      <p:sp>
        <p:nvSpPr>
          <p:cNvPr id="574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4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4469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8167928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188A3A-E631-4AA0-83FF-37E02FAAF7AA}" type="slidenum">
              <a:rPr lang="zh-CN" altLang="en-US" smtClean="0"/>
              <a:pPr/>
              <a:t>277</a:t>
            </a:fld>
            <a:endParaRPr lang="en-US" altLang="zh-CN"/>
          </a:p>
        </p:txBody>
      </p:sp>
      <p:sp>
        <p:nvSpPr>
          <p:cNvPr id="575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5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5493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9332613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450C97-25ED-4184-AD9C-AED333828A2E}" type="slidenum">
              <a:rPr lang="zh-CN" altLang="en-US" smtClean="0"/>
              <a:pPr/>
              <a:t>278</a:t>
            </a:fld>
            <a:endParaRPr lang="en-US" altLang="zh-CN"/>
          </a:p>
        </p:txBody>
      </p:sp>
      <p:sp>
        <p:nvSpPr>
          <p:cNvPr id="576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6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6517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0397879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729E6B-BB18-4D44-A437-DA9E4A735590}" type="slidenum">
              <a:rPr lang="zh-CN" altLang="en-US" smtClean="0"/>
              <a:pPr/>
              <a:t>279</a:t>
            </a:fld>
            <a:endParaRPr lang="en-US" altLang="zh-CN"/>
          </a:p>
        </p:txBody>
      </p:sp>
      <p:sp>
        <p:nvSpPr>
          <p:cNvPr id="577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7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7541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4651547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D54A6B-7628-4638-A969-2E44D9599CE7}" type="slidenum">
              <a:rPr lang="zh-CN" altLang="en-US" smtClean="0"/>
              <a:pPr/>
              <a:t>280</a:t>
            </a:fld>
            <a:endParaRPr lang="en-US" altLang="zh-CN"/>
          </a:p>
        </p:txBody>
      </p:sp>
      <p:sp>
        <p:nvSpPr>
          <p:cNvPr id="578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8800" y="644525"/>
            <a:ext cx="3795713" cy="2846388"/>
          </a:xfrm>
          <a:ln/>
        </p:spPr>
      </p:sp>
      <p:sp>
        <p:nvSpPr>
          <p:cNvPr id="578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3703638"/>
            <a:ext cx="8139113" cy="179387"/>
          </a:xfrm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78565" name="McK Separator"/>
          <p:cNvSpPr>
            <a:spLocks noChangeShapeType="1"/>
          </p:cNvSpPr>
          <p:nvPr/>
        </p:nvSpPr>
        <p:spPr bwMode="auto">
          <a:xfrm>
            <a:off x="1187450" y="1023938"/>
            <a:ext cx="757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441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640013" y="2701925"/>
            <a:ext cx="5027612" cy="365125"/>
          </a:xfrm>
        </p:spPr>
        <p:txBody>
          <a:bodyPr/>
          <a:lstStyle>
            <a:lvl1pPr>
              <a:defRPr sz="2400" b="0">
                <a:ea typeface="-윤고딕130" pitchFamily="18" charset="-127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640013" y="3883025"/>
            <a:ext cx="5027612" cy="2127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A74E1-0265-4A3E-B993-1B2998EDD1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025" y="4319588"/>
            <a:ext cx="7616825" cy="1335087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025" y="2849563"/>
            <a:ext cx="7616825" cy="14700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13EC5-5EE6-45F8-9B33-07411ED401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238" y="1273175"/>
            <a:ext cx="4232275" cy="1222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6913" y="1273175"/>
            <a:ext cx="4233862" cy="1222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2AABA-CFA5-4CB1-BCDB-707C0F9B4E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269875"/>
            <a:ext cx="8066088" cy="11191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675" y="1504950"/>
            <a:ext cx="3959225" cy="6270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7675" y="2132013"/>
            <a:ext cx="3959225" cy="38719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2950" y="1504950"/>
            <a:ext cx="3960813" cy="6270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2950" y="2132013"/>
            <a:ext cx="3960813" cy="38719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D8C7D-BE00-4C87-882F-27B11DD0CE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CBCF1-A8B9-467F-BFC6-5A294957A3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27E6A-EC6D-4A23-BD52-DFCDEBF574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268288"/>
            <a:ext cx="2947988" cy="11382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3613" y="268288"/>
            <a:ext cx="5010150" cy="57356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675" y="1406525"/>
            <a:ext cx="2947988" cy="45974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0BF07-5374-4E00-A0D3-B3AF1EBB16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775" y="4705350"/>
            <a:ext cx="5376863" cy="5556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55775" y="600075"/>
            <a:ext cx="5376863" cy="40338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5775" y="5260975"/>
            <a:ext cx="5376863" cy="7889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15188-25E0-4C3A-B7AE-685E1E272F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BEC0C-4C35-4097-BBD3-3790035178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230188"/>
            <a:ext cx="2154237" cy="2265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063" y="230188"/>
            <a:ext cx="6315075" cy="2265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F939A-AE90-472E-A49E-E51A0787A7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doc id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442325" y="36513"/>
            <a:ext cx="295275" cy="12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>
                <a:solidFill>
                  <a:srgbClr val="000000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0700" y="6511925"/>
            <a:ext cx="18669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200">
                <a:solidFill>
                  <a:srgbClr val="000000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C7A6D764-7A92-4571-8485-D70FF6A10D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9063" y="230188"/>
            <a:ext cx="86185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238" y="1273175"/>
            <a:ext cx="8618537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grpSp>
        <p:nvGrpSpPr>
          <p:cNvPr id="3" name="McK Slide Elements"/>
          <p:cNvGrpSpPr>
            <a:grpSpLocks/>
          </p:cNvGrpSpPr>
          <p:nvPr userDrawn="1"/>
        </p:nvGrpSpPr>
        <p:grpSpPr bwMode="auto">
          <a:xfrm>
            <a:off x="122238" y="531813"/>
            <a:ext cx="8618537" cy="6162675"/>
            <a:chOff x="77" y="335"/>
            <a:chExt cx="5429" cy="3882"/>
          </a:xfrm>
        </p:grpSpPr>
        <p:sp>
          <p:nvSpPr>
            <p:cNvPr id="1031" name="McK Measure" hidden="1"/>
            <p:cNvSpPr txBox="1">
              <a:spLocks noChangeArrowheads="1"/>
            </p:cNvSpPr>
            <p:nvPr userDrawn="1"/>
          </p:nvSpPr>
          <p:spPr bwMode="auto">
            <a:xfrm>
              <a:off x="77" y="335"/>
              <a:ext cx="542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/>
              <a:r>
                <a:rPr lang="en-US" altLang="zh-CN">
                  <a:ea typeface="宋体" pitchFamily="2" charset="-122"/>
                </a:rPr>
                <a:t>Unit of measure</a:t>
              </a:r>
            </a:p>
          </p:txBody>
        </p:sp>
        <p:sp>
          <p:nvSpPr>
            <p:cNvPr id="1032" name="McK Footnote" hidden="1"/>
            <p:cNvSpPr txBox="1">
              <a:spLocks noChangeArrowheads="1"/>
            </p:cNvSpPr>
            <p:nvPr userDrawn="1"/>
          </p:nvSpPr>
          <p:spPr bwMode="auto">
            <a:xfrm>
              <a:off x="79" y="3964"/>
              <a:ext cx="5145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>
              <a:spAutoFit/>
            </a:bodyPr>
            <a:lstStyle/>
            <a:p>
              <a:pPr marL="574675" indent="-574675" defTabSz="895350">
                <a:tabLst>
                  <a:tab pos="533400" algn="r"/>
                </a:tabLst>
              </a:pPr>
              <a:r>
                <a:rPr lang="zh-CN" altLang="en-US" sz="1200">
                  <a:solidFill>
                    <a:srgbClr val="000000"/>
                  </a:solidFill>
                  <a:ea typeface="宋体" pitchFamily="2" charset="-122"/>
                </a:rPr>
                <a:t>	*	</a:t>
              </a:r>
              <a:r>
                <a:rPr lang="en-US" altLang="zh-CN" sz="1200">
                  <a:solidFill>
                    <a:srgbClr val="000000"/>
                  </a:solidFill>
                  <a:ea typeface="宋体" pitchFamily="2" charset="-122"/>
                </a:rPr>
                <a:t>Footnote</a:t>
              </a:r>
            </a:p>
            <a:p>
              <a:pPr marL="574675" indent="-574675" defTabSz="895350">
                <a:spcBef>
                  <a:spcPct val="20000"/>
                </a:spcBef>
                <a:tabLst>
                  <a:tab pos="533400" algn="r"/>
                </a:tabLst>
              </a:pPr>
              <a:r>
                <a:rPr lang="en-US" altLang="zh-CN" sz="1200">
                  <a:solidFill>
                    <a:srgbClr val="000000"/>
                  </a:solidFill>
                  <a:ea typeface="宋体" pitchFamily="2" charset="-122"/>
                </a:rPr>
                <a:t>Source:		Source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895350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895350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2pPr>
      <a:lvl3pPr algn="l" defTabSz="895350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3pPr>
      <a:lvl4pPr algn="l" defTabSz="895350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4pPr>
      <a:lvl5pPr algn="l" defTabSz="895350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5pPr>
      <a:lvl6pPr marL="457200" algn="l" defTabSz="895350" rtl="0" fontAlgn="base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6pPr>
      <a:lvl7pPr marL="914400" algn="l" defTabSz="895350" rtl="0" fontAlgn="base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7pPr>
      <a:lvl8pPr marL="1371600" algn="l" defTabSz="895350" rtl="0" fontAlgn="base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8pPr>
      <a:lvl9pPr marL="1828800" algn="l" defTabSz="895350" rtl="0" fontAlgn="base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pitchFamily="34" charset="0"/>
          <a:ea typeface="-윤고딕150" pitchFamily="18" charset="-127"/>
        </a:defRPr>
      </a:lvl9pPr>
    </p:titleStyle>
    <p:bodyStyle>
      <a:lvl1pPr marL="342900" indent="-342900" algn="l" defTabSz="895350" rtl="0" eaLnBrk="0" fontAlgn="base" hangingPunct="0">
        <a:spcBef>
          <a:spcPct val="0"/>
        </a:spcBef>
        <a:spcAft>
          <a:spcPct val="0"/>
        </a:spcAft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44463" indent="-142875" algn="l" defTabSz="895350" rtl="0" eaLnBrk="0" fontAlgn="base" hangingPunct="0">
        <a:spcBef>
          <a:spcPct val="0"/>
        </a:spcBef>
        <a:spcAft>
          <a:spcPct val="0"/>
        </a:spcAft>
        <a:buSzPct val="120000"/>
        <a:buChar char="•"/>
        <a:defRPr sz="1600">
          <a:solidFill>
            <a:schemeClr val="tx1"/>
          </a:solidFill>
          <a:latin typeface="+mn-lt"/>
          <a:ea typeface="+mn-ea"/>
        </a:defRPr>
      </a:lvl2pPr>
      <a:lvl3pPr marL="295275" indent="-149225" algn="l" defTabSz="895350" rtl="0" eaLnBrk="0" fontAlgn="base" hangingPunct="0">
        <a:spcBef>
          <a:spcPct val="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3pPr>
      <a:lvl4pPr marL="431800" indent="-134938" algn="l" defTabSz="895350" rtl="0" eaLnBrk="0" fontAlgn="base" hangingPunct="0">
        <a:spcBef>
          <a:spcPct val="0"/>
        </a:spcBef>
        <a:spcAft>
          <a:spcPct val="0"/>
        </a:spcAft>
        <a:buSzPct val="89000"/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582613" indent="-149225" algn="l" defTabSz="895350" rtl="0" eaLnBrk="0" fontAlgn="base" hangingPunct="0">
        <a:spcBef>
          <a:spcPct val="0"/>
        </a:spcBef>
        <a:spcAft>
          <a:spcPct val="0"/>
        </a:spcAft>
        <a:buSzPct val="75000"/>
        <a:buChar char="–"/>
        <a:defRPr sz="1600">
          <a:solidFill>
            <a:schemeClr val="tx1"/>
          </a:solidFill>
          <a:latin typeface="+mn-lt"/>
          <a:ea typeface="+mn-ea"/>
        </a:defRPr>
      </a:lvl5pPr>
      <a:lvl6pPr marL="1039813" indent="-149225" algn="l" defTabSz="895350" rtl="0" fontAlgn="base">
        <a:spcBef>
          <a:spcPct val="0"/>
        </a:spcBef>
        <a:spcAft>
          <a:spcPct val="0"/>
        </a:spcAft>
        <a:buSzPct val="75000"/>
        <a:buChar char="–"/>
        <a:defRPr sz="1600">
          <a:solidFill>
            <a:schemeClr val="tx1"/>
          </a:solidFill>
          <a:latin typeface="+mn-lt"/>
          <a:ea typeface="+mn-ea"/>
        </a:defRPr>
      </a:lvl6pPr>
      <a:lvl7pPr marL="1497013" indent="-149225" algn="l" defTabSz="895350" rtl="0" fontAlgn="base">
        <a:spcBef>
          <a:spcPct val="0"/>
        </a:spcBef>
        <a:spcAft>
          <a:spcPct val="0"/>
        </a:spcAft>
        <a:buSzPct val="75000"/>
        <a:buChar char="–"/>
        <a:defRPr sz="1600">
          <a:solidFill>
            <a:schemeClr val="tx1"/>
          </a:solidFill>
          <a:latin typeface="+mn-lt"/>
          <a:ea typeface="+mn-ea"/>
        </a:defRPr>
      </a:lvl7pPr>
      <a:lvl8pPr marL="1954213" indent="-149225" algn="l" defTabSz="895350" rtl="0" fontAlgn="base">
        <a:spcBef>
          <a:spcPct val="0"/>
        </a:spcBef>
        <a:spcAft>
          <a:spcPct val="0"/>
        </a:spcAft>
        <a:buSzPct val="75000"/>
        <a:buChar char="–"/>
        <a:defRPr sz="1600">
          <a:solidFill>
            <a:schemeClr val="tx1"/>
          </a:solidFill>
          <a:latin typeface="+mn-lt"/>
          <a:ea typeface="+mn-ea"/>
        </a:defRPr>
      </a:lvl8pPr>
      <a:lvl9pPr marL="2411413" indent="-149225" algn="l" defTabSz="895350" rtl="0" fontAlgn="base">
        <a:spcBef>
          <a:spcPct val="0"/>
        </a:spcBef>
        <a:spcAft>
          <a:spcPct val="0"/>
        </a:spcAft>
        <a:buSzPct val="75000"/>
        <a:buChar char="–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5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notesSlide" Target="../notesSlides/notesSlide36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3" Type="http://schemas.openxmlformats.org/officeDocument/2006/relationships/tags" Target="../tags/tag6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notesSlide" Target="../notesSlides/notesSlide40.xml"/><Relationship Id="rId5" Type="http://schemas.openxmlformats.org/officeDocument/2006/relationships/tags" Target="../tags/tag78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notesSlide" Target="../notesSlides/notesSlide41.xml"/><Relationship Id="rId5" Type="http://schemas.openxmlformats.org/officeDocument/2006/relationships/tags" Target="../tags/tag87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notesSlide" Target="../notesSlides/notesSlide44.xml"/><Relationship Id="rId2" Type="http://schemas.openxmlformats.org/officeDocument/2006/relationships/tags" Target="../tags/tag117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notesSlide" Target="../notesSlides/notesSlide45.xml"/><Relationship Id="rId2" Type="http://schemas.openxmlformats.org/officeDocument/2006/relationships/tags" Target="../tags/tag132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18" Type="http://schemas.openxmlformats.org/officeDocument/2006/relationships/tags" Target="../tags/tag163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17" Type="http://schemas.openxmlformats.org/officeDocument/2006/relationships/tags" Target="../tags/tag162.xml"/><Relationship Id="rId2" Type="http://schemas.openxmlformats.org/officeDocument/2006/relationships/tags" Target="../tags/tag147.xml"/><Relationship Id="rId16" Type="http://schemas.openxmlformats.org/officeDocument/2006/relationships/tags" Target="../tags/tag161.xml"/><Relationship Id="rId20" Type="http://schemas.openxmlformats.org/officeDocument/2006/relationships/notesSlide" Target="../notesSlides/notesSlide46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tags" Target="../tags/tag160.xml"/><Relationship Id="rId10" Type="http://schemas.openxmlformats.org/officeDocument/2006/relationships/tags" Target="../tags/tag155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tags" Target="../tags/tag159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notesSlide" Target="../notesSlides/notesSlide47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10" Type="http://schemas.openxmlformats.org/officeDocument/2006/relationships/tags" Target="../tags/tag173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7" Type="http://schemas.openxmlformats.org/officeDocument/2006/relationships/notesSlide" Target="../notesSlides/notesSlide81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86.xml"/><Relationship Id="rId4" Type="http://schemas.openxmlformats.org/officeDocument/2006/relationships/tags" Target="../tags/tag18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notesSlide" Target="../notesSlides/notesSlide87.xml"/><Relationship Id="rId4" Type="http://schemas.openxmlformats.org/officeDocument/2006/relationships/tags" Target="../tags/tag190.xml"/><Relationship Id="rId9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tags" Target="../tags/tag207.xml"/><Relationship Id="rId18" Type="http://schemas.openxmlformats.org/officeDocument/2006/relationships/tags" Target="../tags/tag212.xml"/><Relationship Id="rId3" Type="http://schemas.openxmlformats.org/officeDocument/2006/relationships/tags" Target="../tags/tag197.xml"/><Relationship Id="rId21" Type="http://schemas.openxmlformats.org/officeDocument/2006/relationships/slideLayout" Target="../slideLayouts/slideLayout6.xml"/><Relationship Id="rId7" Type="http://schemas.openxmlformats.org/officeDocument/2006/relationships/tags" Target="../tags/tag201.xml"/><Relationship Id="rId12" Type="http://schemas.openxmlformats.org/officeDocument/2006/relationships/tags" Target="../tags/tag206.xml"/><Relationship Id="rId17" Type="http://schemas.openxmlformats.org/officeDocument/2006/relationships/tags" Target="../tags/tag211.xml"/><Relationship Id="rId2" Type="http://schemas.openxmlformats.org/officeDocument/2006/relationships/tags" Target="../tags/tag196.xml"/><Relationship Id="rId16" Type="http://schemas.openxmlformats.org/officeDocument/2006/relationships/tags" Target="../tags/tag210.xml"/><Relationship Id="rId20" Type="http://schemas.openxmlformats.org/officeDocument/2006/relationships/tags" Target="../tags/tag214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5.xml"/><Relationship Id="rId5" Type="http://schemas.openxmlformats.org/officeDocument/2006/relationships/tags" Target="../tags/tag199.xml"/><Relationship Id="rId15" Type="http://schemas.openxmlformats.org/officeDocument/2006/relationships/tags" Target="../tags/tag209.xml"/><Relationship Id="rId10" Type="http://schemas.openxmlformats.org/officeDocument/2006/relationships/tags" Target="../tags/tag204.xml"/><Relationship Id="rId19" Type="http://schemas.openxmlformats.org/officeDocument/2006/relationships/tags" Target="../tags/tag213.xml"/><Relationship Id="rId4" Type="http://schemas.openxmlformats.org/officeDocument/2006/relationships/tags" Target="../tags/tag198.xml"/><Relationship Id="rId9" Type="http://schemas.openxmlformats.org/officeDocument/2006/relationships/tags" Target="../tags/tag203.xml"/><Relationship Id="rId14" Type="http://schemas.openxmlformats.org/officeDocument/2006/relationships/tags" Target="../tags/tag208.xml"/><Relationship Id="rId2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5" Type="http://schemas.openxmlformats.org/officeDocument/2006/relationships/notesSlide" Target="../notesSlides/notesSlide106.xml"/><Relationship Id="rId10" Type="http://schemas.openxmlformats.org/officeDocument/2006/relationships/tags" Target="../tags/tag224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e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e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emf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e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emf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emf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emf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e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4.bin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5.bin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image" Target="../media/image26.emf"/><Relationship Id="rId5" Type="http://schemas.openxmlformats.org/officeDocument/2006/relationships/tags" Target="../tags/tag234.xml"/><Relationship Id="rId10" Type="http://schemas.openxmlformats.org/officeDocument/2006/relationships/oleObject" Target="../embeddings/oleObject26.bin"/><Relationship Id="rId4" Type="http://schemas.openxmlformats.org/officeDocument/2006/relationships/tags" Target="../tags/tag233.xml"/><Relationship Id="rId9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239.xml"/><Relationship Id="rId7" Type="http://schemas.openxmlformats.org/officeDocument/2006/relationships/tags" Target="../tags/tag243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image" Target="../media/image27.emf"/><Relationship Id="rId5" Type="http://schemas.openxmlformats.org/officeDocument/2006/relationships/tags" Target="../tags/tag241.xml"/><Relationship Id="rId10" Type="http://schemas.openxmlformats.org/officeDocument/2006/relationships/oleObject" Target="../embeddings/oleObject27.bin"/><Relationship Id="rId4" Type="http://schemas.openxmlformats.org/officeDocument/2006/relationships/tags" Target="../tags/tag240.xml"/><Relationship Id="rId9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4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13" Type="http://schemas.openxmlformats.org/officeDocument/2006/relationships/tags" Target="../tags/tag258.xml"/><Relationship Id="rId18" Type="http://schemas.openxmlformats.org/officeDocument/2006/relationships/tags" Target="../tags/tag263.xml"/><Relationship Id="rId3" Type="http://schemas.openxmlformats.org/officeDocument/2006/relationships/tags" Target="../tags/tag248.xml"/><Relationship Id="rId21" Type="http://schemas.openxmlformats.org/officeDocument/2006/relationships/slideLayout" Target="../slideLayouts/slideLayout6.xml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20" Type="http://schemas.openxmlformats.org/officeDocument/2006/relationships/tags" Target="../tags/tag265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10" Type="http://schemas.openxmlformats.org/officeDocument/2006/relationships/tags" Target="../tags/tag255.xml"/><Relationship Id="rId19" Type="http://schemas.openxmlformats.org/officeDocument/2006/relationships/tags" Target="../tags/tag264.xml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Relationship Id="rId2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26" Type="http://schemas.openxmlformats.org/officeDocument/2006/relationships/tags" Target="../tags/tag291.xml"/><Relationship Id="rId21" Type="http://schemas.openxmlformats.org/officeDocument/2006/relationships/tags" Target="../tags/tag286.xml"/><Relationship Id="rId42" Type="http://schemas.openxmlformats.org/officeDocument/2006/relationships/tags" Target="../tags/tag307.xml"/><Relationship Id="rId47" Type="http://schemas.openxmlformats.org/officeDocument/2006/relationships/tags" Target="../tags/tag312.xml"/><Relationship Id="rId63" Type="http://schemas.openxmlformats.org/officeDocument/2006/relationships/tags" Target="../tags/tag328.xml"/><Relationship Id="rId68" Type="http://schemas.openxmlformats.org/officeDocument/2006/relationships/tags" Target="../tags/tag333.xml"/><Relationship Id="rId84" Type="http://schemas.openxmlformats.org/officeDocument/2006/relationships/tags" Target="../tags/tag349.xml"/><Relationship Id="rId89" Type="http://schemas.openxmlformats.org/officeDocument/2006/relationships/notesSlide" Target="../notesSlides/notesSlide137.xml"/><Relationship Id="rId16" Type="http://schemas.openxmlformats.org/officeDocument/2006/relationships/tags" Target="../tags/tag281.xml"/><Relationship Id="rId11" Type="http://schemas.openxmlformats.org/officeDocument/2006/relationships/tags" Target="../tags/tag276.xml"/><Relationship Id="rId32" Type="http://schemas.openxmlformats.org/officeDocument/2006/relationships/tags" Target="../tags/tag297.xml"/><Relationship Id="rId37" Type="http://schemas.openxmlformats.org/officeDocument/2006/relationships/tags" Target="../tags/tag302.xml"/><Relationship Id="rId53" Type="http://schemas.openxmlformats.org/officeDocument/2006/relationships/tags" Target="../tags/tag318.xml"/><Relationship Id="rId58" Type="http://schemas.openxmlformats.org/officeDocument/2006/relationships/tags" Target="../tags/tag323.xml"/><Relationship Id="rId74" Type="http://schemas.openxmlformats.org/officeDocument/2006/relationships/tags" Target="../tags/tag339.xml"/><Relationship Id="rId79" Type="http://schemas.openxmlformats.org/officeDocument/2006/relationships/tags" Target="../tags/tag344.xml"/><Relationship Id="rId5" Type="http://schemas.openxmlformats.org/officeDocument/2006/relationships/tags" Target="../tags/tag270.xml"/><Relationship Id="rId14" Type="http://schemas.openxmlformats.org/officeDocument/2006/relationships/tags" Target="../tags/tag279.xml"/><Relationship Id="rId22" Type="http://schemas.openxmlformats.org/officeDocument/2006/relationships/tags" Target="../tags/tag287.xml"/><Relationship Id="rId27" Type="http://schemas.openxmlformats.org/officeDocument/2006/relationships/tags" Target="../tags/tag292.xml"/><Relationship Id="rId30" Type="http://schemas.openxmlformats.org/officeDocument/2006/relationships/tags" Target="../tags/tag295.xml"/><Relationship Id="rId35" Type="http://schemas.openxmlformats.org/officeDocument/2006/relationships/tags" Target="../tags/tag300.xml"/><Relationship Id="rId43" Type="http://schemas.openxmlformats.org/officeDocument/2006/relationships/tags" Target="../tags/tag308.xml"/><Relationship Id="rId48" Type="http://schemas.openxmlformats.org/officeDocument/2006/relationships/tags" Target="../tags/tag313.xml"/><Relationship Id="rId56" Type="http://schemas.openxmlformats.org/officeDocument/2006/relationships/tags" Target="../tags/tag321.xml"/><Relationship Id="rId64" Type="http://schemas.openxmlformats.org/officeDocument/2006/relationships/tags" Target="../tags/tag329.xml"/><Relationship Id="rId69" Type="http://schemas.openxmlformats.org/officeDocument/2006/relationships/tags" Target="../tags/tag334.xml"/><Relationship Id="rId77" Type="http://schemas.openxmlformats.org/officeDocument/2006/relationships/tags" Target="../tags/tag342.xml"/><Relationship Id="rId8" Type="http://schemas.openxmlformats.org/officeDocument/2006/relationships/tags" Target="../tags/tag273.xml"/><Relationship Id="rId51" Type="http://schemas.openxmlformats.org/officeDocument/2006/relationships/tags" Target="../tags/tag316.xml"/><Relationship Id="rId72" Type="http://schemas.openxmlformats.org/officeDocument/2006/relationships/tags" Target="../tags/tag337.xml"/><Relationship Id="rId80" Type="http://schemas.openxmlformats.org/officeDocument/2006/relationships/tags" Target="../tags/tag345.xml"/><Relationship Id="rId85" Type="http://schemas.openxmlformats.org/officeDocument/2006/relationships/tags" Target="../tags/tag350.xml"/><Relationship Id="rId3" Type="http://schemas.openxmlformats.org/officeDocument/2006/relationships/tags" Target="../tags/tag268.xml"/><Relationship Id="rId12" Type="http://schemas.openxmlformats.org/officeDocument/2006/relationships/tags" Target="../tags/tag277.xml"/><Relationship Id="rId17" Type="http://schemas.openxmlformats.org/officeDocument/2006/relationships/tags" Target="../tags/tag282.xml"/><Relationship Id="rId25" Type="http://schemas.openxmlformats.org/officeDocument/2006/relationships/tags" Target="../tags/tag290.xml"/><Relationship Id="rId33" Type="http://schemas.openxmlformats.org/officeDocument/2006/relationships/tags" Target="../tags/tag298.xml"/><Relationship Id="rId38" Type="http://schemas.openxmlformats.org/officeDocument/2006/relationships/tags" Target="../tags/tag303.xml"/><Relationship Id="rId46" Type="http://schemas.openxmlformats.org/officeDocument/2006/relationships/tags" Target="../tags/tag311.xml"/><Relationship Id="rId59" Type="http://schemas.openxmlformats.org/officeDocument/2006/relationships/tags" Target="../tags/tag324.xml"/><Relationship Id="rId67" Type="http://schemas.openxmlformats.org/officeDocument/2006/relationships/tags" Target="../tags/tag332.xml"/><Relationship Id="rId20" Type="http://schemas.openxmlformats.org/officeDocument/2006/relationships/tags" Target="../tags/tag285.xml"/><Relationship Id="rId41" Type="http://schemas.openxmlformats.org/officeDocument/2006/relationships/tags" Target="../tags/tag306.xml"/><Relationship Id="rId54" Type="http://schemas.openxmlformats.org/officeDocument/2006/relationships/tags" Target="../tags/tag319.xml"/><Relationship Id="rId62" Type="http://schemas.openxmlformats.org/officeDocument/2006/relationships/tags" Target="../tags/tag327.xml"/><Relationship Id="rId70" Type="http://schemas.openxmlformats.org/officeDocument/2006/relationships/tags" Target="../tags/tag335.xml"/><Relationship Id="rId75" Type="http://schemas.openxmlformats.org/officeDocument/2006/relationships/tags" Target="../tags/tag340.xml"/><Relationship Id="rId83" Type="http://schemas.openxmlformats.org/officeDocument/2006/relationships/tags" Target="../tags/tag348.xml"/><Relationship Id="rId88" Type="http://schemas.openxmlformats.org/officeDocument/2006/relationships/slideLayout" Target="../slideLayouts/slideLayout6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5" Type="http://schemas.openxmlformats.org/officeDocument/2006/relationships/tags" Target="../tags/tag280.xml"/><Relationship Id="rId23" Type="http://schemas.openxmlformats.org/officeDocument/2006/relationships/tags" Target="../tags/tag288.xml"/><Relationship Id="rId28" Type="http://schemas.openxmlformats.org/officeDocument/2006/relationships/tags" Target="../tags/tag293.xml"/><Relationship Id="rId36" Type="http://schemas.openxmlformats.org/officeDocument/2006/relationships/tags" Target="../tags/tag301.xml"/><Relationship Id="rId49" Type="http://schemas.openxmlformats.org/officeDocument/2006/relationships/tags" Target="../tags/tag314.xml"/><Relationship Id="rId57" Type="http://schemas.openxmlformats.org/officeDocument/2006/relationships/tags" Target="../tags/tag322.xml"/><Relationship Id="rId10" Type="http://schemas.openxmlformats.org/officeDocument/2006/relationships/tags" Target="../tags/tag275.xml"/><Relationship Id="rId31" Type="http://schemas.openxmlformats.org/officeDocument/2006/relationships/tags" Target="../tags/tag296.xml"/><Relationship Id="rId44" Type="http://schemas.openxmlformats.org/officeDocument/2006/relationships/tags" Target="../tags/tag309.xml"/><Relationship Id="rId52" Type="http://schemas.openxmlformats.org/officeDocument/2006/relationships/tags" Target="../tags/tag317.xml"/><Relationship Id="rId60" Type="http://schemas.openxmlformats.org/officeDocument/2006/relationships/tags" Target="../tags/tag325.xml"/><Relationship Id="rId65" Type="http://schemas.openxmlformats.org/officeDocument/2006/relationships/tags" Target="../tags/tag330.xml"/><Relationship Id="rId73" Type="http://schemas.openxmlformats.org/officeDocument/2006/relationships/tags" Target="../tags/tag338.xml"/><Relationship Id="rId78" Type="http://schemas.openxmlformats.org/officeDocument/2006/relationships/tags" Target="../tags/tag343.xml"/><Relationship Id="rId81" Type="http://schemas.openxmlformats.org/officeDocument/2006/relationships/tags" Target="../tags/tag346.xml"/><Relationship Id="rId86" Type="http://schemas.openxmlformats.org/officeDocument/2006/relationships/tags" Target="../tags/tag351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3" Type="http://schemas.openxmlformats.org/officeDocument/2006/relationships/tags" Target="../tags/tag278.xml"/><Relationship Id="rId18" Type="http://schemas.openxmlformats.org/officeDocument/2006/relationships/tags" Target="../tags/tag283.xml"/><Relationship Id="rId39" Type="http://schemas.openxmlformats.org/officeDocument/2006/relationships/tags" Target="../tags/tag304.xml"/><Relationship Id="rId34" Type="http://schemas.openxmlformats.org/officeDocument/2006/relationships/tags" Target="../tags/tag299.xml"/><Relationship Id="rId50" Type="http://schemas.openxmlformats.org/officeDocument/2006/relationships/tags" Target="../tags/tag315.xml"/><Relationship Id="rId55" Type="http://schemas.openxmlformats.org/officeDocument/2006/relationships/tags" Target="../tags/tag320.xml"/><Relationship Id="rId76" Type="http://schemas.openxmlformats.org/officeDocument/2006/relationships/tags" Target="../tags/tag341.xml"/><Relationship Id="rId7" Type="http://schemas.openxmlformats.org/officeDocument/2006/relationships/tags" Target="../tags/tag272.xml"/><Relationship Id="rId71" Type="http://schemas.openxmlformats.org/officeDocument/2006/relationships/tags" Target="../tags/tag336.xml"/><Relationship Id="rId2" Type="http://schemas.openxmlformats.org/officeDocument/2006/relationships/tags" Target="../tags/tag267.xml"/><Relationship Id="rId29" Type="http://schemas.openxmlformats.org/officeDocument/2006/relationships/tags" Target="../tags/tag294.xml"/><Relationship Id="rId24" Type="http://schemas.openxmlformats.org/officeDocument/2006/relationships/tags" Target="../tags/tag289.xml"/><Relationship Id="rId40" Type="http://schemas.openxmlformats.org/officeDocument/2006/relationships/tags" Target="../tags/tag305.xml"/><Relationship Id="rId45" Type="http://schemas.openxmlformats.org/officeDocument/2006/relationships/tags" Target="../tags/tag310.xml"/><Relationship Id="rId66" Type="http://schemas.openxmlformats.org/officeDocument/2006/relationships/tags" Target="../tags/tag331.xml"/><Relationship Id="rId87" Type="http://schemas.openxmlformats.org/officeDocument/2006/relationships/tags" Target="../tags/tag352.xml"/><Relationship Id="rId61" Type="http://schemas.openxmlformats.org/officeDocument/2006/relationships/tags" Target="../tags/tag326.xml"/><Relationship Id="rId82" Type="http://schemas.openxmlformats.org/officeDocument/2006/relationships/tags" Target="../tags/tag347.xml"/><Relationship Id="rId19" Type="http://schemas.openxmlformats.org/officeDocument/2006/relationships/tags" Target="../tags/tag28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4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56.xml"/><Relationship Id="rId1" Type="http://schemas.openxmlformats.org/officeDocument/2006/relationships/tags" Target="../tags/tag355.xml"/><Relationship Id="rId4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7.xml"/><Relationship Id="rId3" Type="http://schemas.openxmlformats.org/officeDocument/2006/relationships/tags" Target="../tags/tag35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58.xml"/><Relationship Id="rId1" Type="http://schemas.openxmlformats.org/officeDocument/2006/relationships/tags" Target="../tags/tag357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4.xml"/><Relationship Id="rId1" Type="http://schemas.openxmlformats.org/officeDocument/2006/relationships/tags" Target="../tags/tag363.xml"/><Relationship Id="rId4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tags" Target="../tags/tag372.xml"/><Relationship Id="rId3" Type="http://schemas.openxmlformats.org/officeDocument/2006/relationships/tags" Target="../tags/tag367.xml"/><Relationship Id="rId7" Type="http://schemas.openxmlformats.org/officeDocument/2006/relationships/tags" Target="../tags/tag371.xml"/><Relationship Id="rId2" Type="http://schemas.openxmlformats.org/officeDocument/2006/relationships/tags" Target="../tags/tag366.xml"/><Relationship Id="rId1" Type="http://schemas.openxmlformats.org/officeDocument/2006/relationships/tags" Target="../tags/tag365.xml"/><Relationship Id="rId6" Type="http://schemas.openxmlformats.org/officeDocument/2006/relationships/tags" Target="../tags/tag370.xml"/><Relationship Id="rId11" Type="http://schemas.openxmlformats.org/officeDocument/2006/relationships/notesSlide" Target="../notesSlides/notesSlide150.xml"/><Relationship Id="rId5" Type="http://schemas.openxmlformats.org/officeDocument/2006/relationships/tags" Target="../tags/tag369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368.xml"/><Relationship Id="rId9" Type="http://schemas.openxmlformats.org/officeDocument/2006/relationships/tags" Target="../tags/tag373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77.xml"/><Relationship Id="rId7" Type="http://schemas.openxmlformats.org/officeDocument/2006/relationships/tags" Target="../tags/tag381.xml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5" Type="http://schemas.openxmlformats.org/officeDocument/2006/relationships/tags" Target="../tags/tag379.xml"/><Relationship Id="rId4" Type="http://schemas.openxmlformats.org/officeDocument/2006/relationships/tags" Target="../tags/tag378.xml"/><Relationship Id="rId9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85.xml"/><Relationship Id="rId7" Type="http://schemas.openxmlformats.org/officeDocument/2006/relationships/tags" Target="../tags/tag389.xml"/><Relationship Id="rId2" Type="http://schemas.openxmlformats.org/officeDocument/2006/relationships/tags" Target="../tags/tag384.xml"/><Relationship Id="rId1" Type="http://schemas.openxmlformats.org/officeDocument/2006/relationships/tags" Target="../tags/tag383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9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93.xml"/><Relationship Id="rId7" Type="http://schemas.openxmlformats.org/officeDocument/2006/relationships/tags" Target="../tags/tag397.xml"/><Relationship Id="rId2" Type="http://schemas.openxmlformats.org/officeDocument/2006/relationships/tags" Target="../tags/tag392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9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1.xml"/><Relationship Id="rId3" Type="http://schemas.openxmlformats.org/officeDocument/2006/relationships/tags" Target="../tags/tag40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0.xml"/><Relationship Id="rId1" Type="http://schemas.openxmlformats.org/officeDocument/2006/relationships/tags" Target="../tags/tag399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tags" Target="../tags/tag412.xml"/><Relationship Id="rId3" Type="http://schemas.openxmlformats.org/officeDocument/2006/relationships/tags" Target="../tags/tag407.xml"/><Relationship Id="rId7" Type="http://schemas.openxmlformats.org/officeDocument/2006/relationships/tags" Target="../tags/tag411.xml"/><Relationship Id="rId2" Type="http://schemas.openxmlformats.org/officeDocument/2006/relationships/tags" Target="../tags/tag406.xml"/><Relationship Id="rId1" Type="http://schemas.openxmlformats.org/officeDocument/2006/relationships/tags" Target="../tags/tag405.xml"/><Relationship Id="rId6" Type="http://schemas.openxmlformats.org/officeDocument/2006/relationships/tags" Target="../tags/tag410.xml"/><Relationship Id="rId5" Type="http://schemas.openxmlformats.org/officeDocument/2006/relationships/tags" Target="../tags/tag409.xml"/><Relationship Id="rId10" Type="http://schemas.openxmlformats.org/officeDocument/2006/relationships/notesSlide" Target="../notesSlides/notesSlide162.xml"/><Relationship Id="rId4" Type="http://schemas.openxmlformats.org/officeDocument/2006/relationships/tags" Target="../tags/tag408.xml"/><Relationship Id="rId9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tags" Target="../tags/tag420.xml"/><Relationship Id="rId3" Type="http://schemas.openxmlformats.org/officeDocument/2006/relationships/tags" Target="../tags/tag415.xml"/><Relationship Id="rId7" Type="http://schemas.openxmlformats.org/officeDocument/2006/relationships/tags" Target="../tags/tag419.xml"/><Relationship Id="rId12" Type="http://schemas.openxmlformats.org/officeDocument/2006/relationships/notesSlide" Target="../notesSlides/notesSlide163.xml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6" Type="http://schemas.openxmlformats.org/officeDocument/2006/relationships/tags" Target="../tags/tag41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17.xml"/><Relationship Id="rId10" Type="http://schemas.openxmlformats.org/officeDocument/2006/relationships/tags" Target="../tags/tag422.xml"/><Relationship Id="rId4" Type="http://schemas.openxmlformats.org/officeDocument/2006/relationships/tags" Target="../tags/tag416.xml"/><Relationship Id="rId9" Type="http://schemas.openxmlformats.org/officeDocument/2006/relationships/tags" Target="../tags/tag421.xml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4.xml"/><Relationship Id="rId3" Type="http://schemas.openxmlformats.org/officeDocument/2006/relationships/tags" Target="../tags/tag42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24.xml"/><Relationship Id="rId1" Type="http://schemas.openxmlformats.org/officeDocument/2006/relationships/tags" Target="../tags/tag423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3" Type="http://schemas.openxmlformats.org/officeDocument/2006/relationships/tags" Target="../tags/tag431.xml"/><Relationship Id="rId7" Type="http://schemas.openxmlformats.org/officeDocument/2006/relationships/tags" Target="../tags/tag435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5" Type="http://schemas.openxmlformats.org/officeDocument/2006/relationships/tags" Target="../tags/tag433.xml"/><Relationship Id="rId10" Type="http://schemas.openxmlformats.org/officeDocument/2006/relationships/notesSlide" Target="../notesSlides/notesSlide165.xml"/><Relationship Id="rId4" Type="http://schemas.openxmlformats.org/officeDocument/2006/relationships/tags" Target="../tags/tag432.xml"/><Relationship Id="rId9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tags" Target="../tags/tag444.xml"/><Relationship Id="rId3" Type="http://schemas.openxmlformats.org/officeDocument/2006/relationships/tags" Target="../tags/tag439.xml"/><Relationship Id="rId7" Type="http://schemas.openxmlformats.org/officeDocument/2006/relationships/tags" Target="../tags/tag443.xml"/><Relationship Id="rId12" Type="http://schemas.openxmlformats.org/officeDocument/2006/relationships/notesSlide" Target="../notesSlides/notesSlide166.xml"/><Relationship Id="rId2" Type="http://schemas.openxmlformats.org/officeDocument/2006/relationships/tags" Target="../tags/tag438.xml"/><Relationship Id="rId1" Type="http://schemas.openxmlformats.org/officeDocument/2006/relationships/tags" Target="../tags/tag437.xml"/><Relationship Id="rId6" Type="http://schemas.openxmlformats.org/officeDocument/2006/relationships/tags" Target="../tags/tag442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41.xml"/><Relationship Id="rId10" Type="http://schemas.openxmlformats.org/officeDocument/2006/relationships/tags" Target="../tags/tag446.xml"/><Relationship Id="rId4" Type="http://schemas.openxmlformats.org/officeDocument/2006/relationships/tags" Target="../tags/tag440.xml"/><Relationship Id="rId9" Type="http://schemas.openxmlformats.org/officeDocument/2006/relationships/tags" Target="../tags/tag445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6" Type="http://schemas.openxmlformats.org/officeDocument/2006/relationships/notesSlide" Target="../notesSlides/notesSlide16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0.xml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8.xml"/><Relationship Id="rId3" Type="http://schemas.openxmlformats.org/officeDocument/2006/relationships/tags" Target="../tags/tag45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452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tags" Target="../tags/tag464.xml"/><Relationship Id="rId3" Type="http://schemas.openxmlformats.org/officeDocument/2006/relationships/tags" Target="../tags/tag459.xml"/><Relationship Id="rId7" Type="http://schemas.openxmlformats.org/officeDocument/2006/relationships/tags" Target="../tags/tag463.xml"/><Relationship Id="rId2" Type="http://schemas.openxmlformats.org/officeDocument/2006/relationships/tags" Target="../tags/tag458.xml"/><Relationship Id="rId1" Type="http://schemas.openxmlformats.org/officeDocument/2006/relationships/tags" Target="../tags/tag457.x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10" Type="http://schemas.openxmlformats.org/officeDocument/2006/relationships/notesSlide" Target="../notesSlides/notesSlide169.xml"/><Relationship Id="rId4" Type="http://schemas.openxmlformats.org/officeDocument/2006/relationships/tags" Target="../tags/tag460.xml"/><Relationship Id="rId9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tags" Target="../tags/tag472.xml"/><Relationship Id="rId3" Type="http://schemas.openxmlformats.org/officeDocument/2006/relationships/tags" Target="../tags/tag467.xml"/><Relationship Id="rId7" Type="http://schemas.openxmlformats.org/officeDocument/2006/relationships/tags" Target="../tags/tag471.xml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6" Type="http://schemas.openxmlformats.org/officeDocument/2006/relationships/tags" Target="../tags/tag470.xml"/><Relationship Id="rId11" Type="http://schemas.openxmlformats.org/officeDocument/2006/relationships/notesSlide" Target="../notesSlides/notesSlide170.xml"/><Relationship Id="rId5" Type="http://schemas.openxmlformats.org/officeDocument/2006/relationships/tags" Target="../tags/tag469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468.xml"/><Relationship Id="rId9" Type="http://schemas.openxmlformats.org/officeDocument/2006/relationships/tags" Target="../tags/tag473.xml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tags" Target="../tags/tag481.xml"/><Relationship Id="rId13" Type="http://schemas.openxmlformats.org/officeDocument/2006/relationships/notesSlide" Target="../notesSlides/notesSlide171.xml"/><Relationship Id="rId3" Type="http://schemas.openxmlformats.org/officeDocument/2006/relationships/tags" Target="../tags/tag476.xml"/><Relationship Id="rId7" Type="http://schemas.openxmlformats.org/officeDocument/2006/relationships/tags" Target="../tags/tag480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475.xml"/><Relationship Id="rId1" Type="http://schemas.openxmlformats.org/officeDocument/2006/relationships/tags" Target="../tags/tag474.xml"/><Relationship Id="rId6" Type="http://schemas.openxmlformats.org/officeDocument/2006/relationships/tags" Target="../tags/tag479.xml"/><Relationship Id="rId11" Type="http://schemas.openxmlformats.org/officeDocument/2006/relationships/tags" Target="../tags/tag484.xml"/><Relationship Id="rId5" Type="http://schemas.openxmlformats.org/officeDocument/2006/relationships/tags" Target="../tags/tag478.xml"/><Relationship Id="rId10" Type="http://schemas.openxmlformats.org/officeDocument/2006/relationships/tags" Target="../tags/tag483.xml"/><Relationship Id="rId4" Type="http://schemas.openxmlformats.org/officeDocument/2006/relationships/tags" Target="../tags/tag477.xml"/><Relationship Id="rId9" Type="http://schemas.openxmlformats.org/officeDocument/2006/relationships/tags" Target="../tags/tag482.xml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tags" Target="../tags/tag492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487.xml"/><Relationship Id="rId7" Type="http://schemas.openxmlformats.org/officeDocument/2006/relationships/tags" Target="../tags/tag491.xml"/><Relationship Id="rId12" Type="http://schemas.openxmlformats.org/officeDocument/2006/relationships/tags" Target="../tags/tag496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6" Type="http://schemas.openxmlformats.org/officeDocument/2006/relationships/tags" Target="../tags/tag490.xml"/><Relationship Id="rId11" Type="http://schemas.openxmlformats.org/officeDocument/2006/relationships/tags" Target="../tags/tag495.xml"/><Relationship Id="rId5" Type="http://schemas.openxmlformats.org/officeDocument/2006/relationships/tags" Target="../tags/tag489.xml"/><Relationship Id="rId10" Type="http://schemas.openxmlformats.org/officeDocument/2006/relationships/tags" Target="../tags/tag494.xml"/><Relationship Id="rId4" Type="http://schemas.openxmlformats.org/officeDocument/2006/relationships/tags" Target="../tags/tag488.xml"/><Relationship Id="rId9" Type="http://schemas.openxmlformats.org/officeDocument/2006/relationships/tags" Target="../tags/tag493.xml"/><Relationship Id="rId14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tags" Target="../tags/tag504.xml"/><Relationship Id="rId13" Type="http://schemas.openxmlformats.org/officeDocument/2006/relationships/tags" Target="../tags/tag509.xml"/><Relationship Id="rId3" Type="http://schemas.openxmlformats.org/officeDocument/2006/relationships/tags" Target="../tags/tag499.xml"/><Relationship Id="rId7" Type="http://schemas.openxmlformats.org/officeDocument/2006/relationships/tags" Target="../tags/tag503.xml"/><Relationship Id="rId12" Type="http://schemas.openxmlformats.org/officeDocument/2006/relationships/tags" Target="../tags/tag508.xml"/><Relationship Id="rId2" Type="http://schemas.openxmlformats.org/officeDocument/2006/relationships/tags" Target="../tags/tag498.xml"/><Relationship Id="rId16" Type="http://schemas.openxmlformats.org/officeDocument/2006/relationships/notesSlide" Target="../notesSlides/notesSlide173.xml"/><Relationship Id="rId1" Type="http://schemas.openxmlformats.org/officeDocument/2006/relationships/tags" Target="../tags/tag497.xml"/><Relationship Id="rId6" Type="http://schemas.openxmlformats.org/officeDocument/2006/relationships/tags" Target="../tags/tag502.xml"/><Relationship Id="rId11" Type="http://schemas.openxmlformats.org/officeDocument/2006/relationships/tags" Target="../tags/tag507.xml"/><Relationship Id="rId5" Type="http://schemas.openxmlformats.org/officeDocument/2006/relationships/tags" Target="../tags/tag501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506.xml"/><Relationship Id="rId4" Type="http://schemas.openxmlformats.org/officeDocument/2006/relationships/tags" Target="../tags/tag500.xml"/><Relationship Id="rId9" Type="http://schemas.openxmlformats.org/officeDocument/2006/relationships/tags" Target="../tags/tag505.xml"/><Relationship Id="rId14" Type="http://schemas.openxmlformats.org/officeDocument/2006/relationships/tags" Target="../tags/tag510.xml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tags" Target="../tags/tag518.xml"/><Relationship Id="rId13" Type="http://schemas.openxmlformats.org/officeDocument/2006/relationships/tags" Target="../tags/tag523.xml"/><Relationship Id="rId3" Type="http://schemas.openxmlformats.org/officeDocument/2006/relationships/tags" Target="../tags/tag513.xml"/><Relationship Id="rId7" Type="http://schemas.openxmlformats.org/officeDocument/2006/relationships/tags" Target="../tags/tag517.xml"/><Relationship Id="rId12" Type="http://schemas.openxmlformats.org/officeDocument/2006/relationships/tags" Target="../tags/tag522.xml"/><Relationship Id="rId17" Type="http://schemas.openxmlformats.org/officeDocument/2006/relationships/notesSlide" Target="../notesSlides/notesSlide174.xml"/><Relationship Id="rId2" Type="http://schemas.openxmlformats.org/officeDocument/2006/relationships/tags" Target="../tags/tag512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511.xml"/><Relationship Id="rId6" Type="http://schemas.openxmlformats.org/officeDocument/2006/relationships/tags" Target="../tags/tag516.xml"/><Relationship Id="rId11" Type="http://schemas.openxmlformats.org/officeDocument/2006/relationships/tags" Target="../tags/tag521.xml"/><Relationship Id="rId5" Type="http://schemas.openxmlformats.org/officeDocument/2006/relationships/tags" Target="../tags/tag515.xml"/><Relationship Id="rId15" Type="http://schemas.openxmlformats.org/officeDocument/2006/relationships/tags" Target="../tags/tag525.xml"/><Relationship Id="rId10" Type="http://schemas.openxmlformats.org/officeDocument/2006/relationships/tags" Target="../tags/tag520.xml"/><Relationship Id="rId4" Type="http://schemas.openxmlformats.org/officeDocument/2006/relationships/tags" Target="../tags/tag514.xml"/><Relationship Id="rId9" Type="http://schemas.openxmlformats.org/officeDocument/2006/relationships/tags" Target="../tags/tag519.xml"/><Relationship Id="rId14" Type="http://schemas.openxmlformats.org/officeDocument/2006/relationships/tags" Target="../tags/tag524.xml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tags" Target="../tags/tag533.xml"/><Relationship Id="rId13" Type="http://schemas.openxmlformats.org/officeDocument/2006/relationships/tags" Target="../tags/tag538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528.xml"/><Relationship Id="rId7" Type="http://schemas.openxmlformats.org/officeDocument/2006/relationships/tags" Target="../tags/tag532.xml"/><Relationship Id="rId12" Type="http://schemas.openxmlformats.org/officeDocument/2006/relationships/tags" Target="../tags/tag537.xml"/><Relationship Id="rId17" Type="http://schemas.openxmlformats.org/officeDocument/2006/relationships/tags" Target="../tags/tag542.xml"/><Relationship Id="rId2" Type="http://schemas.openxmlformats.org/officeDocument/2006/relationships/tags" Target="../tags/tag527.xml"/><Relationship Id="rId16" Type="http://schemas.openxmlformats.org/officeDocument/2006/relationships/tags" Target="../tags/tag541.xml"/><Relationship Id="rId1" Type="http://schemas.openxmlformats.org/officeDocument/2006/relationships/tags" Target="../tags/tag526.xml"/><Relationship Id="rId6" Type="http://schemas.openxmlformats.org/officeDocument/2006/relationships/tags" Target="../tags/tag531.xml"/><Relationship Id="rId11" Type="http://schemas.openxmlformats.org/officeDocument/2006/relationships/tags" Target="../tags/tag536.xml"/><Relationship Id="rId5" Type="http://schemas.openxmlformats.org/officeDocument/2006/relationships/tags" Target="../tags/tag530.xml"/><Relationship Id="rId15" Type="http://schemas.openxmlformats.org/officeDocument/2006/relationships/tags" Target="../tags/tag540.xml"/><Relationship Id="rId10" Type="http://schemas.openxmlformats.org/officeDocument/2006/relationships/tags" Target="../tags/tag535.xml"/><Relationship Id="rId19" Type="http://schemas.openxmlformats.org/officeDocument/2006/relationships/notesSlide" Target="../notesSlides/notesSlide175.xml"/><Relationship Id="rId4" Type="http://schemas.openxmlformats.org/officeDocument/2006/relationships/tags" Target="../tags/tag529.xml"/><Relationship Id="rId9" Type="http://schemas.openxmlformats.org/officeDocument/2006/relationships/tags" Target="../tags/tag534.xml"/><Relationship Id="rId14" Type="http://schemas.openxmlformats.org/officeDocument/2006/relationships/tags" Target="../tags/tag539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tags" Target="../tags/tag550.xml"/><Relationship Id="rId3" Type="http://schemas.openxmlformats.org/officeDocument/2006/relationships/tags" Target="../tags/tag545.xml"/><Relationship Id="rId7" Type="http://schemas.openxmlformats.org/officeDocument/2006/relationships/tags" Target="../tags/tag549.xml"/><Relationship Id="rId2" Type="http://schemas.openxmlformats.org/officeDocument/2006/relationships/tags" Target="../tags/tag544.xml"/><Relationship Id="rId1" Type="http://schemas.openxmlformats.org/officeDocument/2006/relationships/tags" Target="../tags/tag543.xml"/><Relationship Id="rId6" Type="http://schemas.openxmlformats.org/officeDocument/2006/relationships/tags" Target="../tags/tag548.xml"/><Relationship Id="rId11" Type="http://schemas.openxmlformats.org/officeDocument/2006/relationships/notesSlide" Target="../notesSlides/notesSlide181.xml"/><Relationship Id="rId5" Type="http://schemas.openxmlformats.org/officeDocument/2006/relationships/tags" Target="../tags/tag547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546.xml"/><Relationship Id="rId9" Type="http://schemas.openxmlformats.org/officeDocument/2006/relationships/tags" Target="../tags/tag551.xml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tags" Target="../tags/tag559.xml"/><Relationship Id="rId13" Type="http://schemas.openxmlformats.org/officeDocument/2006/relationships/tags" Target="../tags/tag564.xml"/><Relationship Id="rId3" Type="http://schemas.openxmlformats.org/officeDocument/2006/relationships/tags" Target="../tags/tag554.xml"/><Relationship Id="rId7" Type="http://schemas.openxmlformats.org/officeDocument/2006/relationships/tags" Target="../tags/tag558.xml"/><Relationship Id="rId12" Type="http://schemas.openxmlformats.org/officeDocument/2006/relationships/tags" Target="../tags/tag563.xml"/><Relationship Id="rId2" Type="http://schemas.openxmlformats.org/officeDocument/2006/relationships/tags" Target="../tags/tag553.xml"/><Relationship Id="rId1" Type="http://schemas.openxmlformats.org/officeDocument/2006/relationships/tags" Target="../tags/tag552.xml"/><Relationship Id="rId6" Type="http://schemas.openxmlformats.org/officeDocument/2006/relationships/tags" Target="../tags/tag557.xml"/><Relationship Id="rId11" Type="http://schemas.openxmlformats.org/officeDocument/2006/relationships/tags" Target="../tags/tag562.xml"/><Relationship Id="rId5" Type="http://schemas.openxmlformats.org/officeDocument/2006/relationships/tags" Target="../tags/tag556.xml"/><Relationship Id="rId15" Type="http://schemas.openxmlformats.org/officeDocument/2006/relationships/notesSlide" Target="../notesSlides/notesSlide182.xml"/><Relationship Id="rId10" Type="http://schemas.openxmlformats.org/officeDocument/2006/relationships/tags" Target="../tags/tag561.xml"/><Relationship Id="rId4" Type="http://schemas.openxmlformats.org/officeDocument/2006/relationships/tags" Target="../tags/tag555.xml"/><Relationship Id="rId9" Type="http://schemas.openxmlformats.org/officeDocument/2006/relationships/tags" Target="../tags/tag560.xml"/><Relationship Id="rId14" Type="http://schemas.openxmlformats.org/officeDocument/2006/relationships/slideLayout" Target="../slideLayouts/slideLayout6.xml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tags" Target="../tags/tag572.xml"/><Relationship Id="rId3" Type="http://schemas.openxmlformats.org/officeDocument/2006/relationships/tags" Target="../tags/tag567.xml"/><Relationship Id="rId7" Type="http://schemas.openxmlformats.org/officeDocument/2006/relationships/tags" Target="../tags/tag571.xml"/><Relationship Id="rId12" Type="http://schemas.openxmlformats.org/officeDocument/2006/relationships/notesSlide" Target="../notesSlides/notesSlide183.xml"/><Relationship Id="rId2" Type="http://schemas.openxmlformats.org/officeDocument/2006/relationships/tags" Target="../tags/tag566.xml"/><Relationship Id="rId1" Type="http://schemas.openxmlformats.org/officeDocument/2006/relationships/tags" Target="../tags/tag565.xml"/><Relationship Id="rId6" Type="http://schemas.openxmlformats.org/officeDocument/2006/relationships/tags" Target="../tags/tag570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69.xml"/><Relationship Id="rId10" Type="http://schemas.openxmlformats.org/officeDocument/2006/relationships/tags" Target="../tags/tag574.xml"/><Relationship Id="rId4" Type="http://schemas.openxmlformats.org/officeDocument/2006/relationships/tags" Target="../tags/tag568.xml"/><Relationship Id="rId9" Type="http://schemas.openxmlformats.org/officeDocument/2006/relationships/tags" Target="../tags/tag573.xml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tags" Target="../tags/tag582.xml"/><Relationship Id="rId3" Type="http://schemas.openxmlformats.org/officeDocument/2006/relationships/tags" Target="../tags/tag577.xml"/><Relationship Id="rId7" Type="http://schemas.openxmlformats.org/officeDocument/2006/relationships/tags" Target="../tags/tag581.xml"/><Relationship Id="rId12" Type="http://schemas.openxmlformats.org/officeDocument/2006/relationships/notesSlide" Target="../notesSlides/notesSlide184.xml"/><Relationship Id="rId2" Type="http://schemas.openxmlformats.org/officeDocument/2006/relationships/tags" Target="../tags/tag576.xml"/><Relationship Id="rId1" Type="http://schemas.openxmlformats.org/officeDocument/2006/relationships/tags" Target="../tags/tag575.xml"/><Relationship Id="rId6" Type="http://schemas.openxmlformats.org/officeDocument/2006/relationships/tags" Target="../tags/tag580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79.xml"/><Relationship Id="rId10" Type="http://schemas.openxmlformats.org/officeDocument/2006/relationships/tags" Target="../tags/tag584.xml"/><Relationship Id="rId4" Type="http://schemas.openxmlformats.org/officeDocument/2006/relationships/tags" Target="../tags/tag578.xml"/><Relationship Id="rId9" Type="http://schemas.openxmlformats.org/officeDocument/2006/relationships/tags" Target="../tags/tag58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3.xml"/><Relationship Id="rId3" Type="http://schemas.openxmlformats.org/officeDocument/2006/relationships/tags" Target="../tags/tag58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86.xml"/><Relationship Id="rId1" Type="http://schemas.openxmlformats.org/officeDocument/2006/relationships/tags" Target="../tags/tag585.xml"/><Relationship Id="rId6" Type="http://schemas.openxmlformats.org/officeDocument/2006/relationships/tags" Target="../tags/tag590.xml"/><Relationship Id="rId5" Type="http://schemas.openxmlformats.org/officeDocument/2006/relationships/tags" Target="../tags/tag589.xml"/><Relationship Id="rId4" Type="http://schemas.openxmlformats.org/officeDocument/2006/relationships/tags" Target="../tags/tag588.xml"/></Relationships>
</file>

<file path=ppt/slides/_rels/slide194.xml.rels><?xml version="1.0" encoding="UTF-8" standalone="yes"?>
<Relationships xmlns="http://schemas.openxmlformats.org/package/2006/relationships"><Relationship Id="rId8" Type="http://schemas.openxmlformats.org/officeDocument/2006/relationships/tags" Target="../tags/tag598.xml"/><Relationship Id="rId3" Type="http://schemas.openxmlformats.org/officeDocument/2006/relationships/tags" Target="../tags/tag593.xml"/><Relationship Id="rId7" Type="http://schemas.openxmlformats.org/officeDocument/2006/relationships/tags" Target="../tags/tag597.xml"/><Relationship Id="rId12" Type="http://schemas.openxmlformats.org/officeDocument/2006/relationships/notesSlide" Target="../notesSlides/notesSlide194.xml"/><Relationship Id="rId2" Type="http://schemas.openxmlformats.org/officeDocument/2006/relationships/tags" Target="../tags/tag592.xml"/><Relationship Id="rId1" Type="http://schemas.openxmlformats.org/officeDocument/2006/relationships/tags" Target="../tags/tag591.xml"/><Relationship Id="rId6" Type="http://schemas.openxmlformats.org/officeDocument/2006/relationships/tags" Target="../tags/tag59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95.xml"/><Relationship Id="rId10" Type="http://schemas.openxmlformats.org/officeDocument/2006/relationships/tags" Target="../tags/tag600.xml"/><Relationship Id="rId4" Type="http://schemas.openxmlformats.org/officeDocument/2006/relationships/tags" Target="../tags/tag594.xml"/><Relationship Id="rId9" Type="http://schemas.openxmlformats.org/officeDocument/2006/relationships/tags" Target="../tags/tag599.xml"/></Relationships>
</file>

<file path=ppt/slides/_rels/slide19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5.xml"/><Relationship Id="rId3" Type="http://schemas.openxmlformats.org/officeDocument/2006/relationships/tags" Target="../tags/tag60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02.xml"/><Relationship Id="rId1" Type="http://schemas.openxmlformats.org/officeDocument/2006/relationships/tags" Target="../tags/tag601.xml"/><Relationship Id="rId6" Type="http://schemas.openxmlformats.org/officeDocument/2006/relationships/tags" Target="../tags/tag606.xml"/><Relationship Id="rId5" Type="http://schemas.openxmlformats.org/officeDocument/2006/relationships/tags" Target="../tags/tag605.xml"/><Relationship Id="rId4" Type="http://schemas.openxmlformats.org/officeDocument/2006/relationships/tags" Target="../tags/tag604.xml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tags" Target="../tags/tag61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609.xml"/><Relationship Id="rId7" Type="http://schemas.openxmlformats.org/officeDocument/2006/relationships/tags" Target="../tags/tag613.xml"/><Relationship Id="rId12" Type="http://schemas.openxmlformats.org/officeDocument/2006/relationships/tags" Target="../tags/tag618.xml"/><Relationship Id="rId2" Type="http://schemas.openxmlformats.org/officeDocument/2006/relationships/tags" Target="../tags/tag608.xml"/><Relationship Id="rId1" Type="http://schemas.openxmlformats.org/officeDocument/2006/relationships/tags" Target="../tags/tag607.xml"/><Relationship Id="rId6" Type="http://schemas.openxmlformats.org/officeDocument/2006/relationships/tags" Target="../tags/tag612.xml"/><Relationship Id="rId11" Type="http://schemas.openxmlformats.org/officeDocument/2006/relationships/tags" Target="../tags/tag617.xml"/><Relationship Id="rId5" Type="http://schemas.openxmlformats.org/officeDocument/2006/relationships/tags" Target="../tags/tag611.xml"/><Relationship Id="rId10" Type="http://schemas.openxmlformats.org/officeDocument/2006/relationships/tags" Target="../tags/tag616.xml"/><Relationship Id="rId4" Type="http://schemas.openxmlformats.org/officeDocument/2006/relationships/tags" Target="../tags/tag610.xml"/><Relationship Id="rId9" Type="http://schemas.openxmlformats.org/officeDocument/2006/relationships/tags" Target="../tags/tag615.xml"/><Relationship Id="rId14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tags" Target="../tags/tag626.xml"/><Relationship Id="rId13" Type="http://schemas.openxmlformats.org/officeDocument/2006/relationships/tags" Target="../tags/tag631.xml"/><Relationship Id="rId3" Type="http://schemas.openxmlformats.org/officeDocument/2006/relationships/tags" Target="../tags/tag621.xml"/><Relationship Id="rId7" Type="http://schemas.openxmlformats.org/officeDocument/2006/relationships/tags" Target="../tags/tag625.xml"/><Relationship Id="rId12" Type="http://schemas.openxmlformats.org/officeDocument/2006/relationships/tags" Target="../tags/tag630.xml"/><Relationship Id="rId2" Type="http://schemas.openxmlformats.org/officeDocument/2006/relationships/tags" Target="../tags/tag620.xml"/><Relationship Id="rId16" Type="http://schemas.openxmlformats.org/officeDocument/2006/relationships/notesSlide" Target="../notesSlides/notesSlide197.xml"/><Relationship Id="rId1" Type="http://schemas.openxmlformats.org/officeDocument/2006/relationships/tags" Target="../tags/tag619.xml"/><Relationship Id="rId6" Type="http://schemas.openxmlformats.org/officeDocument/2006/relationships/tags" Target="../tags/tag624.xml"/><Relationship Id="rId11" Type="http://schemas.openxmlformats.org/officeDocument/2006/relationships/tags" Target="../tags/tag629.xml"/><Relationship Id="rId5" Type="http://schemas.openxmlformats.org/officeDocument/2006/relationships/tags" Target="../tags/tag62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628.xml"/><Relationship Id="rId4" Type="http://schemas.openxmlformats.org/officeDocument/2006/relationships/tags" Target="../tags/tag622.xml"/><Relationship Id="rId9" Type="http://schemas.openxmlformats.org/officeDocument/2006/relationships/tags" Target="../tags/tag627.xml"/><Relationship Id="rId14" Type="http://schemas.openxmlformats.org/officeDocument/2006/relationships/tags" Target="../tags/tag632.xml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tags" Target="../tags/tag640.xml"/><Relationship Id="rId13" Type="http://schemas.openxmlformats.org/officeDocument/2006/relationships/tags" Target="../tags/tag645.xml"/><Relationship Id="rId18" Type="http://schemas.openxmlformats.org/officeDocument/2006/relationships/tags" Target="../tags/tag650.xml"/><Relationship Id="rId3" Type="http://schemas.openxmlformats.org/officeDocument/2006/relationships/tags" Target="../tags/tag635.xml"/><Relationship Id="rId7" Type="http://schemas.openxmlformats.org/officeDocument/2006/relationships/tags" Target="../tags/tag639.xml"/><Relationship Id="rId12" Type="http://schemas.openxmlformats.org/officeDocument/2006/relationships/tags" Target="../tags/tag644.xml"/><Relationship Id="rId17" Type="http://schemas.openxmlformats.org/officeDocument/2006/relationships/tags" Target="../tags/tag649.xml"/><Relationship Id="rId2" Type="http://schemas.openxmlformats.org/officeDocument/2006/relationships/tags" Target="../tags/tag634.xml"/><Relationship Id="rId16" Type="http://schemas.openxmlformats.org/officeDocument/2006/relationships/tags" Target="../tags/tag648.xml"/><Relationship Id="rId20" Type="http://schemas.openxmlformats.org/officeDocument/2006/relationships/notesSlide" Target="../notesSlides/notesSlide198.xml"/><Relationship Id="rId1" Type="http://schemas.openxmlformats.org/officeDocument/2006/relationships/tags" Target="../tags/tag633.xml"/><Relationship Id="rId6" Type="http://schemas.openxmlformats.org/officeDocument/2006/relationships/tags" Target="../tags/tag638.xml"/><Relationship Id="rId11" Type="http://schemas.openxmlformats.org/officeDocument/2006/relationships/tags" Target="../tags/tag643.xml"/><Relationship Id="rId5" Type="http://schemas.openxmlformats.org/officeDocument/2006/relationships/tags" Target="../tags/tag637.xml"/><Relationship Id="rId15" Type="http://schemas.openxmlformats.org/officeDocument/2006/relationships/tags" Target="../tags/tag647.xml"/><Relationship Id="rId10" Type="http://schemas.openxmlformats.org/officeDocument/2006/relationships/tags" Target="../tags/tag642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636.xml"/><Relationship Id="rId9" Type="http://schemas.openxmlformats.org/officeDocument/2006/relationships/tags" Target="../tags/tag641.xml"/><Relationship Id="rId14" Type="http://schemas.openxmlformats.org/officeDocument/2006/relationships/tags" Target="../tags/tag646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tags" Target="../tags/tag653.xml"/><Relationship Id="rId2" Type="http://schemas.openxmlformats.org/officeDocument/2006/relationships/tags" Target="../tags/tag652.xml"/><Relationship Id="rId1" Type="http://schemas.openxmlformats.org/officeDocument/2006/relationships/tags" Target="../tags/tag651.xml"/><Relationship Id="rId6" Type="http://schemas.openxmlformats.org/officeDocument/2006/relationships/notesSlide" Target="../notesSlides/notesSlide19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4.xml"/></Relationships>
</file>

<file path=ppt/slides/_rels/slide200.xml.rels><?xml version="1.0" encoding="UTF-8" standalone="yes"?>
<Relationships xmlns="http://schemas.openxmlformats.org/package/2006/relationships"><Relationship Id="rId8" Type="http://schemas.openxmlformats.org/officeDocument/2006/relationships/tags" Target="../tags/tag662.xml"/><Relationship Id="rId13" Type="http://schemas.openxmlformats.org/officeDocument/2006/relationships/tags" Target="../tags/tag667.xml"/><Relationship Id="rId18" Type="http://schemas.openxmlformats.org/officeDocument/2006/relationships/tags" Target="../tags/tag672.xml"/><Relationship Id="rId3" Type="http://schemas.openxmlformats.org/officeDocument/2006/relationships/tags" Target="../tags/tag657.xml"/><Relationship Id="rId7" Type="http://schemas.openxmlformats.org/officeDocument/2006/relationships/tags" Target="../tags/tag661.xml"/><Relationship Id="rId12" Type="http://schemas.openxmlformats.org/officeDocument/2006/relationships/tags" Target="../tags/tag666.xml"/><Relationship Id="rId17" Type="http://schemas.openxmlformats.org/officeDocument/2006/relationships/tags" Target="../tags/tag671.xml"/><Relationship Id="rId2" Type="http://schemas.openxmlformats.org/officeDocument/2006/relationships/tags" Target="../tags/tag656.xml"/><Relationship Id="rId16" Type="http://schemas.openxmlformats.org/officeDocument/2006/relationships/tags" Target="../tags/tag670.xml"/><Relationship Id="rId20" Type="http://schemas.openxmlformats.org/officeDocument/2006/relationships/notesSlide" Target="../notesSlides/notesSlide200.xml"/><Relationship Id="rId1" Type="http://schemas.openxmlformats.org/officeDocument/2006/relationships/tags" Target="../tags/tag655.xml"/><Relationship Id="rId6" Type="http://schemas.openxmlformats.org/officeDocument/2006/relationships/tags" Target="../tags/tag660.xml"/><Relationship Id="rId11" Type="http://schemas.openxmlformats.org/officeDocument/2006/relationships/tags" Target="../tags/tag665.xml"/><Relationship Id="rId5" Type="http://schemas.openxmlformats.org/officeDocument/2006/relationships/tags" Target="../tags/tag659.xml"/><Relationship Id="rId15" Type="http://schemas.openxmlformats.org/officeDocument/2006/relationships/tags" Target="../tags/tag669.xml"/><Relationship Id="rId10" Type="http://schemas.openxmlformats.org/officeDocument/2006/relationships/tags" Target="../tags/tag66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658.xml"/><Relationship Id="rId9" Type="http://schemas.openxmlformats.org/officeDocument/2006/relationships/tags" Target="../tags/tag663.xml"/><Relationship Id="rId14" Type="http://schemas.openxmlformats.org/officeDocument/2006/relationships/tags" Target="../tags/tag668.xml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tags" Target="../tags/tag680.xml"/><Relationship Id="rId13" Type="http://schemas.openxmlformats.org/officeDocument/2006/relationships/tags" Target="../tags/tag685.xml"/><Relationship Id="rId18" Type="http://schemas.openxmlformats.org/officeDocument/2006/relationships/tags" Target="../tags/tag690.xml"/><Relationship Id="rId3" Type="http://schemas.openxmlformats.org/officeDocument/2006/relationships/tags" Target="../tags/tag675.xml"/><Relationship Id="rId7" Type="http://schemas.openxmlformats.org/officeDocument/2006/relationships/tags" Target="../tags/tag679.xml"/><Relationship Id="rId12" Type="http://schemas.openxmlformats.org/officeDocument/2006/relationships/tags" Target="../tags/tag684.xml"/><Relationship Id="rId17" Type="http://schemas.openxmlformats.org/officeDocument/2006/relationships/tags" Target="../tags/tag689.xml"/><Relationship Id="rId2" Type="http://schemas.openxmlformats.org/officeDocument/2006/relationships/tags" Target="../tags/tag674.xml"/><Relationship Id="rId16" Type="http://schemas.openxmlformats.org/officeDocument/2006/relationships/tags" Target="../tags/tag688.xml"/><Relationship Id="rId20" Type="http://schemas.openxmlformats.org/officeDocument/2006/relationships/notesSlide" Target="../notesSlides/notesSlide201.xml"/><Relationship Id="rId1" Type="http://schemas.openxmlformats.org/officeDocument/2006/relationships/tags" Target="../tags/tag673.xml"/><Relationship Id="rId6" Type="http://schemas.openxmlformats.org/officeDocument/2006/relationships/tags" Target="../tags/tag678.xml"/><Relationship Id="rId11" Type="http://schemas.openxmlformats.org/officeDocument/2006/relationships/tags" Target="../tags/tag683.xml"/><Relationship Id="rId5" Type="http://schemas.openxmlformats.org/officeDocument/2006/relationships/tags" Target="../tags/tag677.xml"/><Relationship Id="rId15" Type="http://schemas.openxmlformats.org/officeDocument/2006/relationships/tags" Target="../tags/tag687.xml"/><Relationship Id="rId10" Type="http://schemas.openxmlformats.org/officeDocument/2006/relationships/tags" Target="../tags/tag682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676.xml"/><Relationship Id="rId9" Type="http://schemas.openxmlformats.org/officeDocument/2006/relationships/tags" Target="../tags/tag681.xml"/><Relationship Id="rId14" Type="http://schemas.openxmlformats.org/officeDocument/2006/relationships/tags" Target="../tags/tag686.xml"/></Relationships>
</file>

<file path=ppt/slides/_rels/slide202.xml.rels><?xml version="1.0" encoding="UTF-8" standalone="yes"?>
<Relationships xmlns="http://schemas.openxmlformats.org/package/2006/relationships"><Relationship Id="rId8" Type="http://schemas.openxmlformats.org/officeDocument/2006/relationships/tags" Target="../tags/tag698.xml"/><Relationship Id="rId3" Type="http://schemas.openxmlformats.org/officeDocument/2006/relationships/tags" Target="../tags/tag693.xml"/><Relationship Id="rId7" Type="http://schemas.openxmlformats.org/officeDocument/2006/relationships/tags" Target="../tags/tag697.xml"/><Relationship Id="rId2" Type="http://schemas.openxmlformats.org/officeDocument/2006/relationships/tags" Target="../tags/tag692.xml"/><Relationship Id="rId1" Type="http://schemas.openxmlformats.org/officeDocument/2006/relationships/tags" Target="../tags/tag691.xml"/><Relationship Id="rId6" Type="http://schemas.openxmlformats.org/officeDocument/2006/relationships/tags" Target="../tags/tag696.xml"/><Relationship Id="rId5" Type="http://schemas.openxmlformats.org/officeDocument/2006/relationships/tags" Target="../tags/tag695.xml"/><Relationship Id="rId10" Type="http://schemas.openxmlformats.org/officeDocument/2006/relationships/notesSlide" Target="../notesSlides/notesSlide202.xml"/><Relationship Id="rId4" Type="http://schemas.openxmlformats.org/officeDocument/2006/relationships/tags" Target="../tags/tag694.xml"/><Relationship Id="rId9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6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6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6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6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6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6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6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6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6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6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6.xml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2.xml"/><Relationship Id="rId3" Type="http://schemas.openxmlformats.org/officeDocument/2006/relationships/tags" Target="../tags/tag70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00.xml"/><Relationship Id="rId1" Type="http://schemas.openxmlformats.org/officeDocument/2006/relationships/tags" Target="../tags/tag699.xml"/><Relationship Id="rId6" Type="http://schemas.openxmlformats.org/officeDocument/2006/relationships/tags" Target="../tags/tag704.xml"/><Relationship Id="rId5" Type="http://schemas.openxmlformats.org/officeDocument/2006/relationships/tags" Target="../tags/tag703.xml"/><Relationship Id="rId4" Type="http://schemas.openxmlformats.org/officeDocument/2006/relationships/tags" Target="../tags/tag70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6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6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6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6.xml"/></Relationships>
</file>

<file path=ppt/slides/_rels/slide227.xml.rels><?xml version="1.0" encoding="UTF-8" standalone="yes"?>
<Relationships xmlns="http://schemas.openxmlformats.org/package/2006/relationships"><Relationship Id="rId8" Type="http://schemas.openxmlformats.org/officeDocument/2006/relationships/tags" Target="../tags/tag712.xml"/><Relationship Id="rId3" Type="http://schemas.openxmlformats.org/officeDocument/2006/relationships/tags" Target="../tags/tag707.xml"/><Relationship Id="rId7" Type="http://schemas.openxmlformats.org/officeDocument/2006/relationships/tags" Target="../tags/tag711.xml"/><Relationship Id="rId2" Type="http://schemas.openxmlformats.org/officeDocument/2006/relationships/tags" Target="../tags/tag706.xml"/><Relationship Id="rId1" Type="http://schemas.openxmlformats.org/officeDocument/2006/relationships/tags" Target="../tags/tag705.xml"/><Relationship Id="rId6" Type="http://schemas.openxmlformats.org/officeDocument/2006/relationships/tags" Target="../tags/tag710.xml"/><Relationship Id="rId11" Type="http://schemas.openxmlformats.org/officeDocument/2006/relationships/notesSlide" Target="../notesSlides/notesSlide227.xml"/><Relationship Id="rId5" Type="http://schemas.openxmlformats.org/officeDocument/2006/relationships/tags" Target="../tags/tag709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708.xml"/><Relationship Id="rId9" Type="http://schemas.openxmlformats.org/officeDocument/2006/relationships/tags" Target="../tags/tag713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6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6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6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7.xml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4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8.bin"/></Relationships>
</file>

<file path=ppt/slides/_rels/slide2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tags" Target="../tags/tag717.xml"/><Relationship Id="rId7" Type="http://schemas.openxmlformats.org/officeDocument/2006/relationships/image" Target="../media/image30.emf"/><Relationship Id="rId2" Type="http://schemas.openxmlformats.org/officeDocument/2006/relationships/tags" Target="../tags/tag716.xml"/><Relationship Id="rId1" Type="http://schemas.openxmlformats.org/officeDocument/2006/relationships/tags" Target="../tags/tag715.xml"/><Relationship Id="rId6" Type="http://schemas.openxmlformats.org/officeDocument/2006/relationships/oleObject" Target="../embeddings/oleObject30.bin"/><Relationship Id="rId5" Type="http://schemas.openxmlformats.org/officeDocument/2006/relationships/notesSlide" Target="../notesSlides/notesSlide248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1.emf"/></Relationships>
</file>

<file path=ppt/slides/_rels/slide2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249.xml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8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emf"/></Relationships>
</file>

<file path=ppt/slides/_rels/slide2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721.xml"/><Relationship Id="rId7" Type="http://schemas.openxmlformats.org/officeDocument/2006/relationships/image" Target="../media/image35.emf"/><Relationship Id="rId2" Type="http://schemas.openxmlformats.org/officeDocument/2006/relationships/tags" Target="../tags/tag720.xml"/><Relationship Id="rId1" Type="http://schemas.openxmlformats.org/officeDocument/2006/relationships/tags" Target="../tags/tag719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7.emf"/><Relationship Id="rId5" Type="http://schemas.openxmlformats.org/officeDocument/2006/relationships/notesSlide" Target="../notesSlides/notesSlide250.xml"/><Relationship Id="rId10" Type="http://schemas.openxmlformats.org/officeDocument/2006/relationships/oleObject" Target="../embeddings/oleObject37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6.emf"/></Relationships>
</file>

<file path=ppt/slides/_rels/slide2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notesSlide" Target="../notesSlides/notesSlide251.xml"/><Relationship Id="rId7" Type="http://schemas.openxmlformats.org/officeDocument/2006/relationships/image" Target="../media/image39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emf"/></Relationships>
</file>

<file path=ppt/slides/_rels/slide2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6.emf"/><Relationship Id="rId3" Type="http://schemas.openxmlformats.org/officeDocument/2006/relationships/notesSlide" Target="../notesSlides/notesSlide252.xml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3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4.emf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3.xml"/><Relationship Id="rId7" Type="http://schemas.openxmlformats.org/officeDocument/2006/relationships/image" Target="../media/image4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4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47.emf"/><Relationship Id="rId4" Type="http://schemas.openxmlformats.org/officeDocument/2006/relationships/oleObject" Target="../embeddings/oleObject47.bin"/></Relationships>
</file>

<file path=ppt/slides/_rels/slide2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notesSlide" Target="../notesSlides/notesSlide254.xml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5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emf"/></Relationships>
</file>

<file path=ppt/slides/_rels/slide2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255.xml"/><Relationship Id="rId7" Type="http://schemas.openxmlformats.org/officeDocument/2006/relationships/image" Target="../media/image5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6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5.emf"/><Relationship Id="rId5" Type="http://schemas.openxmlformats.org/officeDocument/2006/relationships/image" Target="../media/image52.e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4.emf"/></Relationships>
</file>

<file path=ppt/slides/_rels/slide2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0.emf"/><Relationship Id="rId3" Type="http://schemas.openxmlformats.org/officeDocument/2006/relationships/notesSlide" Target="../notesSlides/notesSlide256.xml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7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8.emf"/></Relationships>
</file>

<file path=ppt/slides/_rels/slide257.xml.rels><?xml version="1.0" encoding="UTF-8" standalone="yes"?>
<Relationships xmlns="http://schemas.openxmlformats.org/package/2006/relationships"><Relationship Id="rId8" Type="http://schemas.openxmlformats.org/officeDocument/2006/relationships/tags" Target="../tags/tag735.xml"/><Relationship Id="rId13" Type="http://schemas.openxmlformats.org/officeDocument/2006/relationships/oleObject" Target="../embeddings/oleObject62.bin"/><Relationship Id="rId3" Type="http://schemas.openxmlformats.org/officeDocument/2006/relationships/tags" Target="../tags/tag730.xml"/><Relationship Id="rId7" Type="http://schemas.openxmlformats.org/officeDocument/2006/relationships/tags" Target="../tags/tag734.xml"/><Relationship Id="rId12" Type="http://schemas.openxmlformats.org/officeDocument/2006/relationships/image" Target="../media/image61.emf"/><Relationship Id="rId2" Type="http://schemas.openxmlformats.org/officeDocument/2006/relationships/tags" Target="../tags/tag729.xml"/><Relationship Id="rId16" Type="http://schemas.openxmlformats.org/officeDocument/2006/relationships/image" Target="../media/image63.emf"/><Relationship Id="rId1" Type="http://schemas.openxmlformats.org/officeDocument/2006/relationships/tags" Target="../tags/tag728.xml"/><Relationship Id="rId6" Type="http://schemas.openxmlformats.org/officeDocument/2006/relationships/tags" Target="../tags/tag733.xml"/><Relationship Id="rId11" Type="http://schemas.openxmlformats.org/officeDocument/2006/relationships/oleObject" Target="../embeddings/oleObject61.bin"/><Relationship Id="rId5" Type="http://schemas.openxmlformats.org/officeDocument/2006/relationships/tags" Target="../tags/tag732.xml"/><Relationship Id="rId15" Type="http://schemas.openxmlformats.org/officeDocument/2006/relationships/oleObject" Target="../embeddings/oleObject63.bin"/><Relationship Id="rId10" Type="http://schemas.openxmlformats.org/officeDocument/2006/relationships/notesSlide" Target="../notesSlides/notesSlide257.xml"/><Relationship Id="rId4" Type="http://schemas.openxmlformats.org/officeDocument/2006/relationships/tags" Target="../tags/tag731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62.emf"/></Relationships>
</file>

<file path=ppt/slides/_rels/slide2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7.emf"/><Relationship Id="rId2" Type="http://schemas.openxmlformats.org/officeDocument/2006/relationships/tags" Target="../tags/tag738.xml"/><Relationship Id="rId1" Type="http://schemas.openxmlformats.org/officeDocument/2006/relationships/tags" Target="../tags/tag737.x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6.emf"/><Relationship Id="rId4" Type="http://schemas.openxmlformats.org/officeDocument/2006/relationships/notesSlide" Target="../notesSlides/notesSlide258.xml"/><Relationship Id="rId9" Type="http://schemas.openxmlformats.org/officeDocument/2006/relationships/oleObject" Target="../embeddings/oleObject66.bin"/></Relationships>
</file>

<file path=ppt/slides/_rels/slide259.xml.rels><?xml version="1.0" encoding="UTF-8" standalone="yes"?>
<Relationships xmlns="http://schemas.openxmlformats.org/package/2006/relationships"><Relationship Id="rId8" Type="http://schemas.openxmlformats.org/officeDocument/2006/relationships/tags" Target="../tags/tag747.xml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0.emf"/><Relationship Id="rId3" Type="http://schemas.openxmlformats.org/officeDocument/2006/relationships/tags" Target="../tags/tag742.xml"/><Relationship Id="rId7" Type="http://schemas.openxmlformats.org/officeDocument/2006/relationships/tags" Target="../tags/tag746.xml"/><Relationship Id="rId12" Type="http://schemas.openxmlformats.org/officeDocument/2006/relationships/notesSlide" Target="../notesSlides/notesSlide259.xml"/><Relationship Id="rId17" Type="http://schemas.openxmlformats.org/officeDocument/2006/relationships/oleObject" Target="../embeddings/oleObject70.bin"/><Relationship Id="rId2" Type="http://schemas.openxmlformats.org/officeDocument/2006/relationships/tags" Target="../tags/tag741.xml"/><Relationship Id="rId16" Type="http://schemas.openxmlformats.org/officeDocument/2006/relationships/image" Target="../media/image69.emf"/><Relationship Id="rId20" Type="http://schemas.openxmlformats.org/officeDocument/2006/relationships/image" Target="../media/image71.emf"/><Relationship Id="rId1" Type="http://schemas.openxmlformats.org/officeDocument/2006/relationships/tags" Target="../tags/tag740.xml"/><Relationship Id="rId6" Type="http://schemas.openxmlformats.org/officeDocument/2006/relationships/tags" Target="../tags/tag745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744.xml"/><Relationship Id="rId15" Type="http://schemas.openxmlformats.org/officeDocument/2006/relationships/oleObject" Target="../embeddings/oleObject69.bin"/><Relationship Id="rId10" Type="http://schemas.openxmlformats.org/officeDocument/2006/relationships/tags" Target="../tags/tag749.xml"/><Relationship Id="rId19" Type="http://schemas.openxmlformats.org/officeDocument/2006/relationships/oleObject" Target="../embeddings/oleObject71.bin"/><Relationship Id="rId4" Type="http://schemas.openxmlformats.org/officeDocument/2006/relationships/tags" Target="../tags/tag743.xml"/><Relationship Id="rId9" Type="http://schemas.openxmlformats.org/officeDocument/2006/relationships/tags" Target="../tags/tag748.xml"/><Relationship Id="rId14" Type="http://schemas.openxmlformats.org/officeDocument/2006/relationships/image" Target="../media/image68.emf"/></Relationships>
</file>

<file path=ppt/slides/_rels/slide2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73.bin"/><Relationship Id="rId2" Type="http://schemas.openxmlformats.org/officeDocument/2006/relationships/tags" Target="../tags/tag752.xml"/><Relationship Id="rId1" Type="http://schemas.openxmlformats.org/officeDocument/2006/relationships/tags" Target="../tags/tag751.x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72.bin"/><Relationship Id="rId4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75.bin"/><Relationship Id="rId2" Type="http://schemas.openxmlformats.org/officeDocument/2006/relationships/tags" Target="../tags/tag755.xml"/><Relationship Id="rId1" Type="http://schemas.openxmlformats.org/officeDocument/2006/relationships/tags" Target="../tags/tag754.xml"/><Relationship Id="rId6" Type="http://schemas.openxmlformats.org/officeDocument/2006/relationships/image" Target="../media/image74.emf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6.emf"/><Relationship Id="rId4" Type="http://schemas.openxmlformats.org/officeDocument/2006/relationships/notesSlide" Target="../notesSlides/notesSlide261.xml"/><Relationship Id="rId9" Type="http://schemas.openxmlformats.org/officeDocument/2006/relationships/oleObject" Target="../embeddings/oleObject76.bin"/></Relationships>
</file>

<file path=ppt/slides/_rels/slide2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0.emf"/><Relationship Id="rId2" Type="http://schemas.openxmlformats.org/officeDocument/2006/relationships/tags" Target="../tags/tag758.xml"/><Relationship Id="rId1" Type="http://schemas.openxmlformats.org/officeDocument/2006/relationships/tags" Target="../tags/tag757.xml"/><Relationship Id="rId6" Type="http://schemas.openxmlformats.org/officeDocument/2006/relationships/image" Target="../media/image77.e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79.emf"/><Relationship Id="rId4" Type="http://schemas.openxmlformats.org/officeDocument/2006/relationships/notesSlide" Target="../notesSlides/notesSlide262.xml"/><Relationship Id="rId9" Type="http://schemas.openxmlformats.org/officeDocument/2006/relationships/oleObject" Target="../embeddings/oleObject79.bin"/></Relationships>
</file>

<file path=ppt/slides/_rels/slide2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82.bin"/><Relationship Id="rId2" Type="http://schemas.openxmlformats.org/officeDocument/2006/relationships/tags" Target="../tags/tag761.xml"/><Relationship Id="rId1" Type="http://schemas.openxmlformats.org/officeDocument/2006/relationships/tags" Target="../tags/tag760.x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81.bin"/><Relationship Id="rId4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8" Type="http://schemas.openxmlformats.org/officeDocument/2006/relationships/tags" Target="../tags/tag770.xml"/><Relationship Id="rId13" Type="http://schemas.openxmlformats.org/officeDocument/2006/relationships/oleObject" Target="../embeddings/oleObject84.bin"/><Relationship Id="rId3" Type="http://schemas.openxmlformats.org/officeDocument/2006/relationships/tags" Target="../tags/tag765.xml"/><Relationship Id="rId7" Type="http://schemas.openxmlformats.org/officeDocument/2006/relationships/tags" Target="../tags/tag769.xml"/><Relationship Id="rId12" Type="http://schemas.openxmlformats.org/officeDocument/2006/relationships/image" Target="../media/image83.emf"/><Relationship Id="rId2" Type="http://schemas.openxmlformats.org/officeDocument/2006/relationships/tags" Target="../tags/tag764.xml"/><Relationship Id="rId16" Type="http://schemas.openxmlformats.org/officeDocument/2006/relationships/image" Target="../media/image85.emf"/><Relationship Id="rId1" Type="http://schemas.openxmlformats.org/officeDocument/2006/relationships/tags" Target="../tags/tag763.xml"/><Relationship Id="rId6" Type="http://schemas.openxmlformats.org/officeDocument/2006/relationships/tags" Target="../tags/tag768.xml"/><Relationship Id="rId11" Type="http://schemas.openxmlformats.org/officeDocument/2006/relationships/oleObject" Target="../embeddings/oleObject83.bin"/><Relationship Id="rId5" Type="http://schemas.openxmlformats.org/officeDocument/2006/relationships/tags" Target="../tags/tag767.xml"/><Relationship Id="rId15" Type="http://schemas.openxmlformats.org/officeDocument/2006/relationships/oleObject" Target="../embeddings/oleObject85.bin"/><Relationship Id="rId10" Type="http://schemas.openxmlformats.org/officeDocument/2006/relationships/notesSlide" Target="../notesSlides/notesSlide264.xml"/><Relationship Id="rId4" Type="http://schemas.openxmlformats.org/officeDocument/2006/relationships/tags" Target="../tags/tag766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84.emf"/></Relationships>
</file>

<file path=ppt/slides/_rels/slide265.xml.rels><?xml version="1.0" encoding="UTF-8" standalone="yes"?>
<Relationships xmlns="http://schemas.openxmlformats.org/package/2006/relationships"><Relationship Id="rId8" Type="http://schemas.openxmlformats.org/officeDocument/2006/relationships/tags" Target="../tags/tag779.xml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8.emf"/><Relationship Id="rId3" Type="http://schemas.openxmlformats.org/officeDocument/2006/relationships/tags" Target="../tags/tag774.xml"/><Relationship Id="rId7" Type="http://schemas.openxmlformats.org/officeDocument/2006/relationships/tags" Target="../tags/tag778.xml"/><Relationship Id="rId12" Type="http://schemas.openxmlformats.org/officeDocument/2006/relationships/notesSlide" Target="../notesSlides/notesSlide265.xml"/><Relationship Id="rId17" Type="http://schemas.openxmlformats.org/officeDocument/2006/relationships/oleObject" Target="../embeddings/oleObject88.bin"/><Relationship Id="rId2" Type="http://schemas.openxmlformats.org/officeDocument/2006/relationships/tags" Target="../tags/tag773.xml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1" Type="http://schemas.openxmlformats.org/officeDocument/2006/relationships/tags" Target="../tags/tag772.xml"/><Relationship Id="rId6" Type="http://schemas.openxmlformats.org/officeDocument/2006/relationships/tags" Target="../tags/tag77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776.xml"/><Relationship Id="rId15" Type="http://schemas.openxmlformats.org/officeDocument/2006/relationships/oleObject" Target="../embeddings/oleObject87.bin"/><Relationship Id="rId10" Type="http://schemas.openxmlformats.org/officeDocument/2006/relationships/tags" Target="../tags/tag781.xml"/><Relationship Id="rId19" Type="http://schemas.openxmlformats.org/officeDocument/2006/relationships/oleObject" Target="../embeddings/oleObject89.bin"/><Relationship Id="rId4" Type="http://schemas.openxmlformats.org/officeDocument/2006/relationships/tags" Target="../tags/tag775.xml"/><Relationship Id="rId9" Type="http://schemas.openxmlformats.org/officeDocument/2006/relationships/tags" Target="../tags/tag780.xml"/><Relationship Id="rId14" Type="http://schemas.openxmlformats.org/officeDocument/2006/relationships/image" Target="../media/image86.emf"/></Relationships>
</file>

<file path=ppt/slides/_rels/slide2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3.emf"/><Relationship Id="rId2" Type="http://schemas.openxmlformats.org/officeDocument/2006/relationships/tags" Target="../tags/tag784.xml"/><Relationship Id="rId1" Type="http://schemas.openxmlformats.org/officeDocument/2006/relationships/tags" Target="../tags/tag783.x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2.emf"/><Relationship Id="rId4" Type="http://schemas.openxmlformats.org/officeDocument/2006/relationships/notesSlide" Target="../notesSlides/notesSlide266.xml"/><Relationship Id="rId9" Type="http://schemas.openxmlformats.org/officeDocument/2006/relationships/oleObject" Target="../embeddings/oleObject92.bin"/></Relationships>
</file>

<file path=ppt/slides/_rels/slide2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98.emf"/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e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97.emf"/><Relationship Id="rId4" Type="http://schemas.openxmlformats.org/officeDocument/2006/relationships/image" Target="../media/image94.emf"/><Relationship Id="rId9" Type="http://schemas.openxmlformats.org/officeDocument/2006/relationships/oleObject" Target="../embeddings/oleObject97.bin"/></Relationships>
</file>

<file path=ppt/slides/_rels/slide2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6.e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3.emf"/><Relationship Id="rId17" Type="http://schemas.openxmlformats.org/officeDocument/2006/relationships/oleObject" Target="../embeddings/oleObject106.bin"/><Relationship Id="rId2" Type="http://schemas.openxmlformats.org/officeDocument/2006/relationships/notesSlide" Target="../notesSlides/notesSlide268.xml"/><Relationship Id="rId16" Type="http://schemas.openxmlformats.org/officeDocument/2006/relationships/image" Target="../media/image105.emf"/><Relationship Id="rId20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02.e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99.e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4.emf"/></Relationships>
</file>

<file path=ppt/slides/_rels/slide26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emf"/><Relationship Id="rId18" Type="http://schemas.openxmlformats.org/officeDocument/2006/relationships/oleObject" Target="../embeddings/oleObject115.bin"/><Relationship Id="rId26" Type="http://schemas.openxmlformats.org/officeDocument/2006/relationships/oleObject" Target="../embeddings/oleObject119.bin"/><Relationship Id="rId21" Type="http://schemas.openxmlformats.org/officeDocument/2006/relationships/image" Target="../media/image116.emf"/><Relationship Id="rId34" Type="http://schemas.openxmlformats.org/officeDocument/2006/relationships/oleObject" Target="../embeddings/oleObject123.bin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14.emf"/><Relationship Id="rId25" Type="http://schemas.openxmlformats.org/officeDocument/2006/relationships/image" Target="../media/image118.emf"/><Relationship Id="rId33" Type="http://schemas.openxmlformats.org/officeDocument/2006/relationships/image" Target="../media/image122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6.bin"/><Relationship Id="rId29" Type="http://schemas.openxmlformats.org/officeDocument/2006/relationships/image" Target="../media/image120.emf"/><Relationship Id="rId1" Type="http://schemas.openxmlformats.org/officeDocument/2006/relationships/tags" Target="../tags/tag786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1.emf"/><Relationship Id="rId24" Type="http://schemas.openxmlformats.org/officeDocument/2006/relationships/oleObject" Target="../embeddings/oleObject118.bin"/><Relationship Id="rId32" Type="http://schemas.openxmlformats.org/officeDocument/2006/relationships/oleObject" Target="../embeddings/oleObject122.bin"/><Relationship Id="rId37" Type="http://schemas.openxmlformats.org/officeDocument/2006/relationships/image" Target="../media/image124.emf"/><Relationship Id="rId5" Type="http://schemas.openxmlformats.org/officeDocument/2006/relationships/image" Target="../media/image108.emf"/><Relationship Id="rId15" Type="http://schemas.openxmlformats.org/officeDocument/2006/relationships/image" Target="../media/image113.emf"/><Relationship Id="rId23" Type="http://schemas.openxmlformats.org/officeDocument/2006/relationships/image" Target="../media/image117.emf"/><Relationship Id="rId28" Type="http://schemas.openxmlformats.org/officeDocument/2006/relationships/oleObject" Target="../embeddings/oleObject120.bin"/><Relationship Id="rId36" Type="http://schemas.openxmlformats.org/officeDocument/2006/relationships/oleObject" Target="../embeddings/oleObject124.bin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15.emf"/><Relationship Id="rId31" Type="http://schemas.openxmlformats.org/officeDocument/2006/relationships/image" Target="../media/image121.e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113.bin"/><Relationship Id="rId22" Type="http://schemas.openxmlformats.org/officeDocument/2006/relationships/oleObject" Target="../embeddings/oleObject117.bin"/><Relationship Id="rId27" Type="http://schemas.openxmlformats.org/officeDocument/2006/relationships/image" Target="../media/image119.emf"/><Relationship Id="rId30" Type="http://schemas.openxmlformats.org/officeDocument/2006/relationships/oleObject" Target="../embeddings/oleObject121.bin"/><Relationship Id="rId35" Type="http://schemas.openxmlformats.org/officeDocument/2006/relationships/image" Target="../media/image123.emf"/><Relationship Id="rId8" Type="http://schemas.openxmlformats.org/officeDocument/2006/relationships/oleObject" Target="../embeddings/oleObject110.bin"/><Relationship Id="rId3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126.bin"/><Relationship Id="rId2" Type="http://schemas.openxmlformats.org/officeDocument/2006/relationships/tags" Target="../tags/tag789.xml"/><Relationship Id="rId1" Type="http://schemas.openxmlformats.org/officeDocument/2006/relationships/tags" Target="../tags/tag788.xml"/><Relationship Id="rId6" Type="http://schemas.openxmlformats.org/officeDocument/2006/relationships/image" Target="../media/image125.emf"/><Relationship Id="rId5" Type="http://schemas.openxmlformats.org/officeDocument/2006/relationships/oleObject" Target="../embeddings/oleObject125.bin"/><Relationship Id="rId4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128.bin"/><Relationship Id="rId2" Type="http://schemas.openxmlformats.org/officeDocument/2006/relationships/tags" Target="../tags/tag792.xml"/><Relationship Id="rId1" Type="http://schemas.openxmlformats.org/officeDocument/2006/relationships/tags" Target="../tags/tag791.xml"/><Relationship Id="rId6" Type="http://schemas.openxmlformats.org/officeDocument/2006/relationships/image" Target="../media/image127.emf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29.emf"/><Relationship Id="rId4" Type="http://schemas.openxmlformats.org/officeDocument/2006/relationships/notesSlide" Target="../notesSlides/notesSlide271.xml"/><Relationship Id="rId9" Type="http://schemas.openxmlformats.org/officeDocument/2006/relationships/oleObject" Target="../embeddings/oleObject129.bin"/></Relationships>
</file>

<file path=ppt/slides/_rels/slide2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33.emf"/><Relationship Id="rId2" Type="http://schemas.openxmlformats.org/officeDocument/2006/relationships/tags" Target="../tags/tag795.xml"/><Relationship Id="rId1" Type="http://schemas.openxmlformats.org/officeDocument/2006/relationships/tags" Target="../tags/tag794.xml"/><Relationship Id="rId6" Type="http://schemas.openxmlformats.org/officeDocument/2006/relationships/image" Target="../media/image130.e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32.emf"/><Relationship Id="rId4" Type="http://schemas.openxmlformats.org/officeDocument/2006/relationships/notesSlide" Target="../notesSlides/notesSlide272.xml"/><Relationship Id="rId9" Type="http://schemas.openxmlformats.org/officeDocument/2006/relationships/oleObject" Target="../embeddings/oleObject132.bin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e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4.emf"/></Relationships>
</file>

<file path=ppt/slides/_rels/slide2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6.emf"/></Relationships>
</file>

<file path=ppt/slides/_rels/slide2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e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42.emf"/><Relationship Id="rId4" Type="http://schemas.openxmlformats.org/officeDocument/2006/relationships/image" Target="../media/image139.emf"/><Relationship Id="rId9" Type="http://schemas.openxmlformats.org/officeDocument/2006/relationships/oleObject" Target="../embeddings/oleObject142.bin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43.emf"/></Relationships>
</file>

<file path=ppt/slides/_rels/slide2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e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45.emf"/></Relationships>
</file>

<file path=ppt/slides/_rels/slide2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emf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151.emf"/><Relationship Id="rId4" Type="http://schemas.openxmlformats.org/officeDocument/2006/relationships/image" Target="../media/image148.emf"/><Relationship Id="rId9" Type="http://schemas.openxmlformats.org/officeDocument/2006/relationships/oleObject" Target="../embeddings/oleObject151.bin"/></Relationships>
</file>

<file path=ppt/slides/_rels/slide2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53.bin"/><Relationship Id="rId2" Type="http://schemas.openxmlformats.org/officeDocument/2006/relationships/tags" Target="../tags/tag798.xml"/><Relationship Id="rId1" Type="http://schemas.openxmlformats.org/officeDocument/2006/relationships/tags" Target="../tags/tag797.xml"/><Relationship Id="rId6" Type="http://schemas.openxmlformats.org/officeDocument/2006/relationships/image" Target="../media/image152.emf"/><Relationship Id="rId5" Type="http://schemas.openxmlformats.org/officeDocument/2006/relationships/oleObject" Target="../embeddings/oleObject152.bin"/><Relationship Id="rId4" Type="http://schemas.openxmlformats.org/officeDocument/2006/relationships/notesSlide" Target="../notesSlides/notesSlide279.xml"/></Relationships>
</file>

<file path=ppt/slides/_rels/slide2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emf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57.emf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57.bin"/></Relationships>
</file>

<file path=ppt/slides/_rels/slide2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e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62.emf"/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e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161.emf"/><Relationship Id="rId4" Type="http://schemas.openxmlformats.org/officeDocument/2006/relationships/image" Target="../media/image158.emf"/><Relationship Id="rId9" Type="http://schemas.openxmlformats.org/officeDocument/2006/relationships/oleObject" Target="../embeddings/oleObject16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2640013" y="2701925"/>
            <a:ext cx="5027612" cy="369888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 Black" pitchFamily="34" charset="0"/>
              </a:rPr>
              <a:t>Powerpoint Templates 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8DC251A-6663-4C94-BD85-41DFF60FB1AA}" type="slidenum">
              <a:rPr lang="zh-CN" altLang="en-US" smtClean="0"/>
              <a:pPr defTabSz="895350"/>
              <a:t>1</a:t>
            </a:fld>
            <a:endParaRPr lang="en-US" altLang="zh-CN"/>
          </a:p>
        </p:txBody>
      </p:sp>
      <p:cxnSp>
        <p:nvCxnSpPr>
          <p:cNvPr id="4099" name="AutoShape 2"/>
          <p:cNvCxnSpPr>
            <a:cxnSpLocks noChangeShapeType="1"/>
            <a:stCxn id="4110" idx="2"/>
            <a:endCxn id="4109" idx="0"/>
          </p:cNvCxnSpPr>
          <p:nvPr/>
        </p:nvCxnSpPr>
        <p:spPr bwMode="auto">
          <a:xfrm rot="16200000" flipH="1">
            <a:off x="5600700" y="1724026"/>
            <a:ext cx="655637" cy="3071812"/>
          </a:xfrm>
          <a:prstGeom prst="bentConnector3">
            <a:avLst>
              <a:gd name="adj1" fmla="val 4988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100" name="AutoShape 3"/>
          <p:cNvCxnSpPr>
            <a:cxnSpLocks noChangeShapeType="1"/>
            <a:stCxn id="4110" idx="2"/>
            <a:endCxn id="4106" idx="0"/>
          </p:cNvCxnSpPr>
          <p:nvPr/>
        </p:nvCxnSpPr>
        <p:spPr bwMode="auto">
          <a:xfrm rot="16200000" flipH="1">
            <a:off x="4835525" y="2489201"/>
            <a:ext cx="655637" cy="1541462"/>
          </a:xfrm>
          <a:prstGeom prst="bentConnector3">
            <a:avLst>
              <a:gd name="adj1" fmla="val 4988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101" name="AutoShape 4"/>
          <p:cNvCxnSpPr>
            <a:cxnSpLocks noChangeShapeType="1"/>
            <a:stCxn id="4110" idx="2"/>
            <a:endCxn id="4108" idx="0"/>
          </p:cNvCxnSpPr>
          <p:nvPr/>
        </p:nvCxnSpPr>
        <p:spPr bwMode="auto">
          <a:xfrm rot="5400000">
            <a:off x="3304382" y="2499519"/>
            <a:ext cx="655637" cy="1520825"/>
          </a:xfrm>
          <a:prstGeom prst="bentConnector3">
            <a:avLst>
              <a:gd name="adj1" fmla="val 4988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102" name="AutoShape 5"/>
          <p:cNvCxnSpPr>
            <a:cxnSpLocks noChangeShapeType="1"/>
            <a:stCxn id="4110" idx="2"/>
            <a:endCxn id="4107" idx="0"/>
          </p:cNvCxnSpPr>
          <p:nvPr/>
        </p:nvCxnSpPr>
        <p:spPr bwMode="auto">
          <a:xfrm rot="5400000">
            <a:off x="2551113" y="1746250"/>
            <a:ext cx="655637" cy="3027363"/>
          </a:xfrm>
          <a:prstGeom prst="bentConnector3">
            <a:avLst>
              <a:gd name="adj1" fmla="val 4988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4103" name="AutoShape 6"/>
          <p:cNvCxnSpPr>
            <a:cxnSpLocks noChangeShapeType="1"/>
            <a:endCxn id="4105" idx="0"/>
          </p:cNvCxnSpPr>
          <p:nvPr/>
        </p:nvCxnSpPr>
        <p:spPr bwMode="auto">
          <a:xfrm>
            <a:off x="4392613" y="2932113"/>
            <a:ext cx="6350" cy="6556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410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5</a:t>
            </a:r>
            <a:r>
              <a:rPr lang="en-US" altLang="zh-CN"/>
              <a:t>PS MARKETING</a:t>
            </a:r>
          </a:p>
        </p:txBody>
      </p:sp>
      <p:sp>
        <p:nvSpPr>
          <p:cNvPr id="4105" name="Rectangle 8"/>
          <p:cNvSpPr>
            <a:spLocks noChangeArrowheads="1"/>
          </p:cNvSpPr>
          <p:nvPr/>
        </p:nvSpPr>
        <p:spPr bwMode="blackWhite">
          <a:xfrm>
            <a:off x="3730625" y="3587750"/>
            <a:ext cx="1336675" cy="731838"/>
          </a:xfrm>
          <a:prstGeom prst="rect">
            <a:avLst/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109728" tIns="21308" rIns="21308" bIns="21308">
            <a:flatTx/>
          </a:bodyPr>
          <a:lstStyle/>
          <a:p>
            <a:pPr defTabSz="804863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Place</a:t>
            </a:r>
          </a:p>
        </p:txBody>
      </p:sp>
      <p:sp>
        <p:nvSpPr>
          <p:cNvPr id="4106" name="Rectangle 9"/>
          <p:cNvSpPr>
            <a:spLocks noChangeArrowheads="1"/>
          </p:cNvSpPr>
          <p:nvPr/>
        </p:nvSpPr>
        <p:spPr bwMode="blackWhite">
          <a:xfrm>
            <a:off x="5265738" y="3587750"/>
            <a:ext cx="1335087" cy="731838"/>
          </a:xfrm>
          <a:prstGeom prst="rect">
            <a:avLst/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109728" tIns="21308" rIns="21308" bIns="21308">
            <a:flatTx/>
          </a:bodyPr>
          <a:lstStyle/>
          <a:p>
            <a:pPr defTabSz="804863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Price</a:t>
            </a:r>
          </a:p>
        </p:txBody>
      </p:sp>
      <p:sp>
        <p:nvSpPr>
          <p:cNvPr id="4107" name="Rectangle 10"/>
          <p:cNvSpPr>
            <a:spLocks noChangeArrowheads="1"/>
          </p:cNvSpPr>
          <p:nvPr/>
        </p:nvSpPr>
        <p:spPr bwMode="blackWhite">
          <a:xfrm>
            <a:off x="696913" y="3587750"/>
            <a:ext cx="1335087" cy="731838"/>
          </a:xfrm>
          <a:prstGeom prst="rect">
            <a:avLst/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109728" tIns="21308" rIns="21308" bIns="21308">
            <a:flatTx/>
          </a:bodyPr>
          <a:lstStyle/>
          <a:p>
            <a:pPr defTabSz="804863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Product</a:t>
            </a:r>
          </a:p>
        </p:txBody>
      </p:sp>
      <p:sp>
        <p:nvSpPr>
          <p:cNvPr id="4108" name="Rectangle 11"/>
          <p:cNvSpPr>
            <a:spLocks noChangeArrowheads="1"/>
          </p:cNvSpPr>
          <p:nvPr/>
        </p:nvSpPr>
        <p:spPr bwMode="blackWhite">
          <a:xfrm>
            <a:off x="2203450" y="3587750"/>
            <a:ext cx="1335088" cy="731838"/>
          </a:xfrm>
          <a:prstGeom prst="rect">
            <a:avLst/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109728" tIns="21308" rIns="21308" bIns="21308">
            <a:flatTx/>
          </a:bodyPr>
          <a:lstStyle/>
          <a:p>
            <a:pPr defTabSz="804863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Package</a:t>
            </a:r>
          </a:p>
        </p:txBody>
      </p:sp>
      <p:sp>
        <p:nvSpPr>
          <p:cNvPr id="4109" name="Rectangle 12"/>
          <p:cNvSpPr>
            <a:spLocks noChangeArrowheads="1"/>
          </p:cNvSpPr>
          <p:nvPr/>
        </p:nvSpPr>
        <p:spPr bwMode="blackWhite">
          <a:xfrm>
            <a:off x="6796088" y="3587750"/>
            <a:ext cx="1335087" cy="731838"/>
          </a:xfrm>
          <a:prstGeom prst="rect">
            <a:avLst/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109728" tIns="21308" rIns="21308" bIns="21308">
            <a:flatTx/>
          </a:bodyPr>
          <a:lstStyle/>
          <a:p>
            <a:pPr defTabSz="804863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Positioning promotion</a:t>
            </a:r>
          </a:p>
        </p:txBody>
      </p:sp>
      <p:sp>
        <p:nvSpPr>
          <p:cNvPr id="4110" name="Rectangle 13"/>
          <p:cNvSpPr>
            <a:spLocks noChangeArrowheads="1"/>
          </p:cNvSpPr>
          <p:nvPr/>
        </p:nvSpPr>
        <p:spPr bwMode="blackWhite">
          <a:xfrm>
            <a:off x="3724275" y="2200275"/>
            <a:ext cx="1336675" cy="731838"/>
          </a:xfrm>
          <a:prstGeom prst="rect">
            <a:avLst/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109728" tIns="21308" rIns="21308" bIns="21308">
            <a:flatTx/>
          </a:bodyPr>
          <a:lstStyle/>
          <a:p>
            <a:pPr defTabSz="804863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Product offering</a:t>
            </a:r>
          </a:p>
        </p:txBody>
      </p:sp>
      <p:sp>
        <p:nvSpPr>
          <p:cNvPr id="411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11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B51DA7F-7567-495A-978F-E10D55A90057}" type="slidenum">
              <a:rPr lang="zh-CN" altLang="en-US" smtClean="0"/>
              <a:pPr defTabSz="895350"/>
              <a:t>2</a:t>
            </a:fld>
            <a:endParaRPr lang="en-US" altLang="zh-CN"/>
          </a:p>
        </p:txBody>
      </p:sp>
      <p:sp>
        <p:nvSpPr>
          <p:cNvPr id="331778" name="AutoShape 2"/>
          <p:cNvSpPr>
            <a:spLocks noChangeArrowheads="1"/>
          </p:cNvSpPr>
          <p:nvPr/>
        </p:nvSpPr>
        <p:spPr bwMode="auto">
          <a:xfrm>
            <a:off x="1020763" y="2363788"/>
            <a:ext cx="6711950" cy="2168525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r="100000" b="100000"/>
            </a:path>
          </a:gradFill>
          <a:ln w="9525">
            <a:miter lim="800000"/>
            <a:headEnd/>
            <a:tailEnd/>
          </a:ln>
          <a:effectLst/>
          <a:scene3d>
            <a:camera prst="legacyObliqueTop">
              <a:rot lat="17099998" lon="0" rev="0"/>
            </a:camera>
            <a:lightRig rig="legacyFlat2" dir="b"/>
          </a:scene3d>
          <a:sp3d extrusionH="125400" prstMaterial="legacyMetal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lIns="0" tIns="0" rIns="0" bIns="0" anchor="ctr">
            <a:flatTx/>
          </a:bodyPr>
          <a:lstStyle/>
          <a:p>
            <a:pPr algn="ctr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ARROW 3D</a:t>
            </a:r>
          </a:p>
        </p:txBody>
      </p:sp>
      <p:sp>
        <p:nvSpPr>
          <p:cNvPr id="512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12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61FAC7E-06CF-4139-A88E-FD54642C916F}" type="slidenum">
              <a:rPr lang="zh-CN" altLang="en-US" smtClean="0"/>
              <a:pPr defTabSz="895350"/>
              <a:t>3</a:t>
            </a:fld>
            <a:endParaRPr lang="en-US" altLang="zh-CN"/>
          </a:p>
        </p:txBody>
      </p:sp>
      <p:sp>
        <p:nvSpPr>
          <p:cNvPr id="6147" name="Freeform 2"/>
          <p:cNvSpPr>
            <a:spLocks/>
          </p:cNvSpPr>
          <p:nvPr/>
        </p:nvSpPr>
        <p:spPr bwMode="blackWhite">
          <a:xfrm>
            <a:off x="2246313" y="1789113"/>
            <a:ext cx="4856162" cy="3098800"/>
          </a:xfrm>
          <a:custGeom>
            <a:avLst/>
            <a:gdLst>
              <a:gd name="T0" fmla="*/ 0 w 3059"/>
              <a:gd name="T1" fmla="*/ 0 h 1952"/>
              <a:gd name="T2" fmla="*/ 2147483647 w 3059"/>
              <a:gd name="T3" fmla="*/ 0 h 1952"/>
              <a:gd name="T4" fmla="*/ 2147483647 w 3059"/>
              <a:gd name="T5" fmla="*/ 2147483647 h 1952"/>
              <a:gd name="T6" fmla="*/ 2147483647 w 3059"/>
              <a:gd name="T7" fmla="*/ 2147483647 h 1952"/>
              <a:gd name="T8" fmla="*/ 2147483647 w 3059"/>
              <a:gd name="T9" fmla="*/ 2147483647 h 1952"/>
              <a:gd name="T10" fmla="*/ 2147483647 w 3059"/>
              <a:gd name="T11" fmla="*/ 2147483647 h 1952"/>
              <a:gd name="T12" fmla="*/ 2147483647 w 3059"/>
              <a:gd name="T13" fmla="*/ 2147483647 h 1952"/>
              <a:gd name="T14" fmla="*/ 2147483647 w 3059"/>
              <a:gd name="T15" fmla="*/ 2147483647 h 1952"/>
              <a:gd name="T16" fmla="*/ 2147483647 w 3059"/>
              <a:gd name="T17" fmla="*/ 2147483647 h 1952"/>
              <a:gd name="T18" fmla="*/ 2147483647 w 3059"/>
              <a:gd name="T19" fmla="*/ 2147483647 h 1952"/>
              <a:gd name="T20" fmla="*/ 2147483647 w 3059"/>
              <a:gd name="T21" fmla="*/ 2147483647 h 1952"/>
              <a:gd name="T22" fmla="*/ 0 w 3059"/>
              <a:gd name="T23" fmla="*/ 2147483647 h 1952"/>
              <a:gd name="T24" fmla="*/ 0 w 3059"/>
              <a:gd name="T25" fmla="*/ 2147483647 h 1952"/>
              <a:gd name="T26" fmla="*/ 2147483647 w 3059"/>
              <a:gd name="T27" fmla="*/ 2147483647 h 1952"/>
              <a:gd name="T28" fmla="*/ 2147483647 w 3059"/>
              <a:gd name="T29" fmla="*/ 2147483647 h 1952"/>
              <a:gd name="T30" fmla="*/ 2147483647 w 3059"/>
              <a:gd name="T31" fmla="*/ 2147483647 h 1952"/>
              <a:gd name="T32" fmla="*/ 2147483647 w 3059"/>
              <a:gd name="T33" fmla="*/ 2147483647 h 1952"/>
              <a:gd name="T34" fmla="*/ 2147483647 w 3059"/>
              <a:gd name="T35" fmla="*/ 2147483647 h 1952"/>
              <a:gd name="T36" fmla="*/ 0 w 3059"/>
              <a:gd name="T37" fmla="*/ 2147483647 h 1952"/>
              <a:gd name="T38" fmla="*/ 0 w 3059"/>
              <a:gd name="T39" fmla="*/ 0 h 195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3059"/>
              <a:gd name="T61" fmla="*/ 0 h 1952"/>
              <a:gd name="T62" fmla="*/ 3059 w 3059"/>
              <a:gd name="T63" fmla="*/ 1952 h 1952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3059" h="1952">
                <a:moveTo>
                  <a:pt x="0" y="0"/>
                </a:moveTo>
                <a:lnTo>
                  <a:pt x="2250" y="0"/>
                </a:lnTo>
                <a:lnTo>
                  <a:pt x="2250" y="478"/>
                </a:lnTo>
                <a:lnTo>
                  <a:pt x="2855" y="478"/>
                </a:lnTo>
                <a:lnTo>
                  <a:pt x="2855" y="243"/>
                </a:lnTo>
                <a:lnTo>
                  <a:pt x="3058" y="971"/>
                </a:lnTo>
                <a:lnTo>
                  <a:pt x="2848" y="1684"/>
                </a:lnTo>
                <a:lnTo>
                  <a:pt x="2841" y="1684"/>
                </a:lnTo>
                <a:lnTo>
                  <a:pt x="2841" y="1450"/>
                </a:lnTo>
                <a:lnTo>
                  <a:pt x="2250" y="1450"/>
                </a:lnTo>
                <a:lnTo>
                  <a:pt x="2250" y="1951"/>
                </a:lnTo>
                <a:lnTo>
                  <a:pt x="0" y="1951"/>
                </a:lnTo>
                <a:lnTo>
                  <a:pt x="0" y="1450"/>
                </a:lnTo>
                <a:lnTo>
                  <a:pt x="606" y="1450"/>
                </a:lnTo>
                <a:lnTo>
                  <a:pt x="606" y="1676"/>
                </a:lnTo>
                <a:lnTo>
                  <a:pt x="807" y="971"/>
                </a:lnTo>
                <a:lnTo>
                  <a:pt x="606" y="250"/>
                </a:lnTo>
                <a:lnTo>
                  <a:pt x="606" y="478"/>
                </a:lnTo>
                <a:lnTo>
                  <a:pt x="0" y="478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2393950" y="1895475"/>
            <a:ext cx="3417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2393950" y="3224213"/>
            <a:ext cx="903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3679825" y="3224213"/>
            <a:ext cx="3417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2393950" y="4529138"/>
            <a:ext cx="3417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CUTOUT 3D</a:t>
            </a:r>
          </a:p>
        </p:txBody>
      </p:sp>
      <p:sp>
        <p:nvSpPr>
          <p:cNvPr id="615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15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38C91C9-7A64-46DD-AE32-46309015EF7E}" type="slidenum">
              <a:rPr lang="zh-CN" altLang="en-US" smtClean="0"/>
              <a:pPr defTabSz="895350"/>
              <a:t>4</a:t>
            </a:fld>
            <a:endParaRPr lang="en-US" altLang="zh-CN"/>
          </a:p>
        </p:txBody>
      </p:sp>
      <p:sp>
        <p:nvSpPr>
          <p:cNvPr id="7171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H="1" flipV="1">
            <a:off x="5886450" y="2741613"/>
            <a:ext cx="1274763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rot="10800000" tIns="91440" rIns="0" bIns="0">
            <a:flatTx/>
          </a:bodyPr>
          <a:lstStyle/>
          <a:p>
            <a:pPr defTabSz="993775" eaLnBrk="0" hangingPunct="0"/>
            <a:endParaRPr lang="zh-CN" altLang="en-US" sz="12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172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1839913" y="2741613"/>
            <a:ext cx="1274762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rot="10800000" tIns="91440" rIns="0" bIns="0">
            <a:flatTx/>
          </a:bodyPr>
          <a:lstStyle/>
          <a:p>
            <a:pPr defTabSz="993775" eaLnBrk="0" hangingPunct="0"/>
            <a:endParaRPr lang="zh-CN" altLang="en-US" sz="12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173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 rot="5400000">
            <a:off x="3888581" y="1124744"/>
            <a:ext cx="1274763" cy="1673225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rot="10800000" vert="eaVert" tIns="91440" rIns="0" bIns="0">
            <a:flatTx/>
          </a:bodyPr>
          <a:lstStyle/>
          <a:p>
            <a:pPr defTabSz="993775" eaLnBrk="0" hangingPunct="0"/>
            <a:endParaRPr lang="zh-CN" altLang="en-US" sz="12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174" name="AutoShape 5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 rot="16200000" flipV="1">
            <a:off x="3886200" y="4352925"/>
            <a:ext cx="1274763" cy="1674813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2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rot="10800000" vert="eaVert" tIns="91440" rIns="0" bIns="0">
            <a:flatTx/>
          </a:bodyPr>
          <a:lstStyle/>
          <a:p>
            <a:pPr defTabSz="993775" eaLnBrk="0" hangingPunct="0"/>
            <a:endParaRPr lang="zh-CN" altLang="en-US" sz="12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175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4064000" y="1709738"/>
            <a:ext cx="8826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New entrant</a:t>
            </a:r>
          </a:p>
        </p:txBody>
      </p:sp>
      <p:sp>
        <p:nvSpPr>
          <p:cNvPr id="7176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blackWhite">
          <a:xfrm>
            <a:off x="1874838" y="3463925"/>
            <a:ext cx="995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Suppliers</a:t>
            </a:r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blackWhite">
          <a:xfrm>
            <a:off x="3271838" y="2757488"/>
            <a:ext cx="2468562" cy="1643062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anchor="ctr">
            <a:flatTx/>
          </a:bodyPr>
          <a:lstStyle/>
          <a:p>
            <a:pPr algn="ctr" defTabSz="993775" eaLnBrk="0" hangingPunct="0"/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Industry</a:t>
            </a:r>
            <a:br>
              <a:rPr lang="en-US" altLang="zh-CN" b="1">
                <a:solidFill>
                  <a:srgbClr val="000000"/>
                </a:solidFill>
                <a:ea typeface="宋体" pitchFamily="2" charset="-122"/>
              </a:rPr>
            </a:b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competitors</a:t>
            </a:r>
            <a:endParaRPr lang="en-US" altLang="zh-CN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178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blackWhite">
          <a:xfrm>
            <a:off x="5959475" y="3463925"/>
            <a:ext cx="995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Buyers</a:t>
            </a:r>
          </a:p>
        </p:txBody>
      </p:sp>
      <p:sp>
        <p:nvSpPr>
          <p:cNvPr id="7179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blackWhite">
          <a:xfrm>
            <a:off x="4006850" y="5200650"/>
            <a:ext cx="1076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Substitutes</a:t>
            </a: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FORCES AT WORK</a:t>
            </a:r>
          </a:p>
        </p:txBody>
      </p:sp>
      <p:sp>
        <p:nvSpPr>
          <p:cNvPr id="718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18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A70FDA1-8FA0-4D31-826F-C316E19DD487}" type="slidenum">
              <a:rPr lang="zh-CN" altLang="en-US" smtClean="0"/>
              <a:pPr defTabSz="895350"/>
              <a:t>5</a:t>
            </a:fld>
            <a:endParaRPr lang="en-US" altLang="zh-CN"/>
          </a:p>
        </p:txBody>
      </p:sp>
      <p:sp>
        <p:nvSpPr>
          <p:cNvPr id="8195" name="Freeform 2"/>
          <p:cNvSpPr>
            <a:spLocks/>
          </p:cNvSpPr>
          <p:nvPr/>
        </p:nvSpPr>
        <p:spPr bwMode="blackWhite">
          <a:xfrm flipH="1">
            <a:off x="4497388" y="2003425"/>
            <a:ext cx="3100387" cy="2908300"/>
          </a:xfrm>
          <a:custGeom>
            <a:avLst/>
            <a:gdLst>
              <a:gd name="T0" fmla="*/ 0 w 1953"/>
              <a:gd name="T1" fmla="*/ 0 h 1832"/>
              <a:gd name="T2" fmla="*/ 2147483647 w 1953"/>
              <a:gd name="T3" fmla="*/ 2147483647 h 1832"/>
              <a:gd name="T4" fmla="*/ 2147483647 w 1953"/>
              <a:gd name="T5" fmla="*/ 2147483647 h 1832"/>
              <a:gd name="T6" fmla="*/ 2147483647 w 1953"/>
              <a:gd name="T7" fmla="*/ 2147483647 h 1832"/>
              <a:gd name="T8" fmla="*/ 2147483647 w 1953"/>
              <a:gd name="T9" fmla="*/ 2147483647 h 1832"/>
              <a:gd name="T10" fmla="*/ 0 w 1953"/>
              <a:gd name="T11" fmla="*/ 2147483647 h 18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53"/>
              <a:gd name="T19" fmla="*/ 0 h 1832"/>
              <a:gd name="T20" fmla="*/ 1953 w 1953"/>
              <a:gd name="T21" fmla="*/ 1832 h 18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53" h="1832">
                <a:moveTo>
                  <a:pt x="0" y="0"/>
                </a:moveTo>
                <a:lnTo>
                  <a:pt x="1653" y="1"/>
                </a:lnTo>
                <a:lnTo>
                  <a:pt x="1953" y="287"/>
                </a:lnTo>
                <a:lnTo>
                  <a:pt x="1953" y="1542"/>
                </a:lnTo>
                <a:lnTo>
                  <a:pt x="1653" y="1828"/>
                </a:lnTo>
                <a:lnTo>
                  <a:pt x="0" y="1832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8196" name="Freeform 3"/>
          <p:cNvSpPr>
            <a:spLocks/>
          </p:cNvSpPr>
          <p:nvPr/>
        </p:nvSpPr>
        <p:spPr bwMode="blackWhite">
          <a:xfrm flipH="1">
            <a:off x="5249863" y="2524125"/>
            <a:ext cx="2336800" cy="1854200"/>
          </a:xfrm>
          <a:custGeom>
            <a:avLst/>
            <a:gdLst>
              <a:gd name="T0" fmla="*/ 2147483647 w 1472"/>
              <a:gd name="T1" fmla="*/ 0 h 1168"/>
              <a:gd name="T2" fmla="*/ 2147483647 w 1472"/>
              <a:gd name="T3" fmla="*/ 0 h 1168"/>
              <a:gd name="T4" fmla="*/ 2147483647 w 1472"/>
              <a:gd name="T5" fmla="*/ 2147483647 h 1168"/>
              <a:gd name="T6" fmla="*/ 2147483647 w 1472"/>
              <a:gd name="T7" fmla="*/ 2147483647 h 1168"/>
              <a:gd name="T8" fmla="*/ 2147483647 w 1472"/>
              <a:gd name="T9" fmla="*/ 2147483647 h 1168"/>
              <a:gd name="T10" fmla="*/ 0 w 1472"/>
              <a:gd name="T11" fmla="*/ 2147483647 h 11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72"/>
              <a:gd name="T19" fmla="*/ 0 h 1168"/>
              <a:gd name="T20" fmla="*/ 1472 w 1472"/>
              <a:gd name="T21" fmla="*/ 1168 h 11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72" h="1168">
                <a:moveTo>
                  <a:pt x="8" y="0"/>
                </a:moveTo>
                <a:lnTo>
                  <a:pt x="1276" y="0"/>
                </a:lnTo>
                <a:lnTo>
                  <a:pt x="1472" y="232"/>
                </a:lnTo>
                <a:lnTo>
                  <a:pt x="1472" y="976"/>
                </a:lnTo>
                <a:lnTo>
                  <a:pt x="1260" y="1168"/>
                </a:lnTo>
                <a:lnTo>
                  <a:pt x="0" y="1168"/>
                </a:lnTo>
              </a:path>
            </a:pathLst>
          </a:custGeom>
          <a:solidFill>
            <a:srgbClr val="FFCC00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FFCC00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8197" name="Freeform 4"/>
          <p:cNvSpPr>
            <a:spLocks/>
          </p:cNvSpPr>
          <p:nvPr/>
        </p:nvSpPr>
        <p:spPr bwMode="blackWhite">
          <a:xfrm flipH="1">
            <a:off x="5497513" y="3006725"/>
            <a:ext cx="2082800" cy="898525"/>
          </a:xfrm>
          <a:custGeom>
            <a:avLst/>
            <a:gdLst>
              <a:gd name="T0" fmla="*/ 0 w 1312"/>
              <a:gd name="T1" fmla="*/ 0 h 566"/>
              <a:gd name="T2" fmla="*/ 2147483647 w 1312"/>
              <a:gd name="T3" fmla="*/ 0 h 566"/>
              <a:gd name="T4" fmla="*/ 2147483647 w 1312"/>
              <a:gd name="T5" fmla="*/ 2147483647 h 566"/>
              <a:gd name="T6" fmla="*/ 2147483647 w 1312"/>
              <a:gd name="T7" fmla="*/ 2147483647 h 566"/>
              <a:gd name="T8" fmla="*/ 0 w 1312"/>
              <a:gd name="T9" fmla="*/ 2147483647 h 5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2"/>
              <a:gd name="T16" fmla="*/ 0 h 566"/>
              <a:gd name="T17" fmla="*/ 1312 w 1312"/>
              <a:gd name="T18" fmla="*/ 566 h 5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2" h="566">
                <a:moveTo>
                  <a:pt x="0" y="0"/>
                </a:moveTo>
                <a:lnTo>
                  <a:pt x="1000" y="0"/>
                </a:lnTo>
                <a:lnTo>
                  <a:pt x="1312" y="284"/>
                </a:lnTo>
                <a:lnTo>
                  <a:pt x="1012" y="564"/>
                </a:lnTo>
                <a:lnTo>
                  <a:pt x="0" y="566"/>
                </a:lnTo>
              </a:path>
            </a:pathLst>
          </a:custGeom>
          <a:solidFill>
            <a:schemeClr val="accent1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8198" name="Freeform 5"/>
          <p:cNvSpPr>
            <a:spLocks/>
          </p:cNvSpPr>
          <p:nvPr/>
        </p:nvSpPr>
        <p:spPr bwMode="blackWhite">
          <a:xfrm>
            <a:off x="1358900" y="2003425"/>
            <a:ext cx="3100388" cy="2908300"/>
          </a:xfrm>
          <a:custGeom>
            <a:avLst/>
            <a:gdLst>
              <a:gd name="T0" fmla="*/ 0 w 1953"/>
              <a:gd name="T1" fmla="*/ 0 h 1832"/>
              <a:gd name="T2" fmla="*/ 2147483647 w 1953"/>
              <a:gd name="T3" fmla="*/ 2147483647 h 1832"/>
              <a:gd name="T4" fmla="*/ 2147483647 w 1953"/>
              <a:gd name="T5" fmla="*/ 2147483647 h 1832"/>
              <a:gd name="T6" fmla="*/ 2147483647 w 1953"/>
              <a:gd name="T7" fmla="*/ 2147483647 h 1832"/>
              <a:gd name="T8" fmla="*/ 2147483647 w 1953"/>
              <a:gd name="T9" fmla="*/ 2147483647 h 1832"/>
              <a:gd name="T10" fmla="*/ 0 w 1953"/>
              <a:gd name="T11" fmla="*/ 2147483647 h 18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53"/>
              <a:gd name="T19" fmla="*/ 0 h 1832"/>
              <a:gd name="T20" fmla="*/ 1953 w 1953"/>
              <a:gd name="T21" fmla="*/ 1832 h 18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53" h="1832">
                <a:moveTo>
                  <a:pt x="0" y="0"/>
                </a:moveTo>
                <a:lnTo>
                  <a:pt x="1653" y="1"/>
                </a:lnTo>
                <a:lnTo>
                  <a:pt x="1953" y="287"/>
                </a:lnTo>
                <a:lnTo>
                  <a:pt x="1953" y="1542"/>
                </a:lnTo>
                <a:lnTo>
                  <a:pt x="1653" y="1828"/>
                </a:lnTo>
                <a:lnTo>
                  <a:pt x="0" y="1832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8199" name="Freeform 6"/>
          <p:cNvSpPr>
            <a:spLocks/>
          </p:cNvSpPr>
          <p:nvPr/>
        </p:nvSpPr>
        <p:spPr bwMode="blackWhite">
          <a:xfrm>
            <a:off x="1355725" y="2524125"/>
            <a:ext cx="2336800" cy="1854200"/>
          </a:xfrm>
          <a:custGeom>
            <a:avLst/>
            <a:gdLst>
              <a:gd name="T0" fmla="*/ 2147483647 w 1472"/>
              <a:gd name="T1" fmla="*/ 0 h 1168"/>
              <a:gd name="T2" fmla="*/ 2147483647 w 1472"/>
              <a:gd name="T3" fmla="*/ 0 h 1168"/>
              <a:gd name="T4" fmla="*/ 2147483647 w 1472"/>
              <a:gd name="T5" fmla="*/ 2147483647 h 1168"/>
              <a:gd name="T6" fmla="*/ 2147483647 w 1472"/>
              <a:gd name="T7" fmla="*/ 2147483647 h 1168"/>
              <a:gd name="T8" fmla="*/ 2147483647 w 1472"/>
              <a:gd name="T9" fmla="*/ 2147483647 h 1168"/>
              <a:gd name="T10" fmla="*/ 0 w 1472"/>
              <a:gd name="T11" fmla="*/ 2147483647 h 11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72"/>
              <a:gd name="T19" fmla="*/ 0 h 1168"/>
              <a:gd name="T20" fmla="*/ 1472 w 1472"/>
              <a:gd name="T21" fmla="*/ 1168 h 11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72" h="1168">
                <a:moveTo>
                  <a:pt x="8" y="0"/>
                </a:moveTo>
                <a:lnTo>
                  <a:pt x="1276" y="0"/>
                </a:lnTo>
                <a:lnTo>
                  <a:pt x="1472" y="232"/>
                </a:lnTo>
                <a:lnTo>
                  <a:pt x="1472" y="976"/>
                </a:lnTo>
                <a:lnTo>
                  <a:pt x="1260" y="1168"/>
                </a:lnTo>
                <a:lnTo>
                  <a:pt x="0" y="1168"/>
                </a:lnTo>
              </a:path>
            </a:pathLst>
          </a:custGeom>
          <a:solidFill>
            <a:srgbClr val="FFCC00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FFCC00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8200" name="Freeform 7"/>
          <p:cNvSpPr>
            <a:spLocks/>
          </p:cNvSpPr>
          <p:nvPr/>
        </p:nvSpPr>
        <p:spPr bwMode="blackWhite">
          <a:xfrm>
            <a:off x="1357313" y="3006725"/>
            <a:ext cx="2082800" cy="898525"/>
          </a:xfrm>
          <a:custGeom>
            <a:avLst/>
            <a:gdLst>
              <a:gd name="T0" fmla="*/ 0 w 1312"/>
              <a:gd name="T1" fmla="*/ 0 h 566"/>
              <a:gd name="T2" fmla="*/ 2147483647 w 1312"/>
              <a:gd name="T3" fmla="*/ 0 h 566"/>
              <a:gd name="T4" fmla="*/ 2147483647 w 1312"/>
              <a:gd name="T5" fmla="*/ 2147483647 h 566"/>
              <a:gd name="T6" fmla="*/ 2147483647 w 1312"/>
              <a:gd name="T7" fmla="*/ 2147483647 h 566"/>
              <a:gd name="T8" fmla="*/ 0 w 1312"/>
              <a:gd name="T9" fmla="*/ 2147483647 h 5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2"/>
              <a:gd name="T16" fmla="*/ 0 h 566"/>
              <a:gd name="T17" fmla="*/ 1312 w 1312"/>
              <a:gd name="T18" fmla="*/ 566 h 5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2" h="566">
                <a:moveTo>
                  <a:pt x="0" y="0"/>
                </a:moveTo>
                <a:lnTo>
                  <a:pt x="1000" y="0"/>
                </a:lnTo>
                <a:lnTo>
                  <a:pt x="1312" y="284"/>
                </a:lnTo>
                <a:lnTo>
                  <a:pt x="1012" y="564"/>
                </a:lnTo>
                <a:lnTo>
                  <a:pt x="0" y="566"/>
                </a:lnTo>
              </a:path>
            </a:pathLst>
          </a:custGeom>
          <a:solidFill>
            <a:schemeClr val="accent1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8201" name="Oval 8"/>
          <p:cNvSpPr>
            <a:spLocks noChangeArrowheads="1"/>
          </p:cNvSpPr>
          <p:nvPr/>
        </p:nvSpPr>
        <p:spPr bwMode="blackWhite">
          <a:xfrm>
            <a:off x="3467100" y="2482850"/>
            <a:ext cx="2012950" cy="1955800"/>
          </a:xfrm>
          <a:prstGeom prst="ellipse">
            <a:avLst/>
          </a:prstGeom>
          <a:solidFill>
            <a:srgbClr val="FF0000"/>
          </a:soli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8202" name="Rectangle 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08113" y="2117725"/>
            <a:ext cx="2308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3" name="Rectangle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34050" y="2116138"/>
            <a:ext cx="1708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4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08113" y="2641600"/>
            <a:ext cx="1947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5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34050" y="2638425"/>
            <a:ext cx="16684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6" name="Rectangle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08113" y="3316288"/>
            <a:ext cx="1790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7" name="Rectangle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34050" y="3314700"/>
            <a:ext cx="1790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8" name="Rectangle 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408113" y="3997325"/>
            <a:ext cx="1790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09" name="Rectangle 1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34050" y="3992563"/>
            <a:ext cx="1790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10" name="Rectangle 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408113" y="4498975"/>
            <a:ext cx="2368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11" name="Rectangle 1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734050" y="4495800"/>
            <a:ext cx="1790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212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JOINT</a:t>
            </a:r>
          </a:p>
        </p:txBody>
      </p:sp>
      <p:sp>
        <p:nvSpPr>
          <p:cNvPr id="821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21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E062379-7122-4956-839F-02917AF66013}" type="slidenum">
              <a:rPr lang="zh-CN" altLang="en-US" smtClean="0"/>
              <a:pPr defTabSz="895350"/>
              <a:t>6</a:t>
            </a:fld>
            <a:endParaRPr lang="en-US" altLang="zh-CN"/>
          </a:p>
        </p:txBody>
      </p:sp>
      <p:sp>
        <p:nvSpPr>
          <p:cNvPr id="9219" name="Freeform 2"/>
          <p:cNvSpPr>
            <a:spLocks/>
          </p:cNvSpPr>
          <p:nvPr/>
        </p:nvSpPr>
        <p:spPr bwMode="blackWhite">
          <a:xfrm>
            <a:off x="6577013" y="4108450"/>
            <a:ext cx="1347787" cy="1579563"/>
          </a:xfrm>
          <a:custGeom>
            <a:avLst/>
            <a:gdLst>
              <a:gd name="T0" fmla="*/ 2147483647 w 979"/>
              <a:gd name="T1" fmla="*/ 2147483647 h 1146"/>
              <a:gd name="T2" fmla="*/ 0 w 979"/>
              <a:gd name="T3" fmla="*/ 2147483647 h 1146"/>
              <a:gd name="T4" fmla="*/ 2147483647 w 979"/>
              <a:gd name="T5" fmla="*/ 0 h 1146"/>
              <a:gd name="T6" fmla="*/ 2147483647 w 979"/>
              <a:gd name="T7" fmla="*/ 2147483647 h 1146"/>
              <a:gd name="T8" fmla="*/ 2147483647 w 979"/>
              <a:gd name="T9" fmla="*/ 2147483647 h 11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79"/>
              <a:gd name="T16" fmla="*/ 0 h 1146"/>
              <a:gd name="T17" fmla="*/ 979 w 979"/>
              <a:gd name="T18" fmla="*/ 1146 h 11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79" h="1146">
                <a:moveTo>
                  <a:pt x="498" y="1145"/>
                </a:moveTo>
                <a:lnTo>
                  <a:pt x="0" y="401"/>
                </a:lnTo>
                <a:lnTo>
                  <a:pt x="366" y="0"/>
                </a:lnTo>
                <a:lnTo>
                  <a:pt x="978" y="631"/>
                </a:lnTo>
                <a:lnTo>
                  <a:pt x="498" y="1145"/>
                </a:lnTo>
              </a:path>
            </a:pathLst>
          </a:custGeom>
          <a:solidFill>
            <a:schemeClr val="accent2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0" name="Freeform 3"/>
          <p:cNvSpPr>
            <a:spLocks/>
          </p:cNvSpPr>
          <p:nvPr/>
        </p:nvSpPr>
        <p:spPr bwMode="blackWhite">
          <a:xfrm>
            <a:off x="1743075" y="4108450"/>
            <a:ext cx="5338763" cy="558800"/>
          </a:xfrm>
          <a:custGeom>
            <a:avLst/>
            <a:gdLst>
              <a:gd name="T0" fmla="*/ 0 w 3876"/>
              <a:gd name="T1" fmla="*/ 2147483647 h 405"/>
              <a:gd name="T2" fmla="*/ 2147483647 w 3876"/>
              <a:gd name="T3" fmla="*/ 2147483647 h 405"/>
              <a:gd name="T4" fmla="*/ 2147483647 w 3876"/>
              <a:gd name="T5" fmla="*/ 0 h 405"/>
              <a:gd name="T6" fmla="*/ 2147483647 w 3876"/>
              <a:gd name="T7" fmla="*/ 2147483647 h 405"/>
              <a:gd name="T8" fmla="*/ 0 w 3876"/>
              <a:gd name="T9" fmla="*/ 2147483647 h 4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76"/>
              <a:gd name="T16" fmla="*/ 0 h 405"/>
              <a:gd name="T17" fmla="*/ 3876 w 3876"/>
              <a:gd name="T18" fmla="*/ 405 h 4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76" h="405">
                <a:moveTo>
                  <a:pt x="0" y="404"/>
                </a:moveTo>
                <a:lnTo>
                  <a:pt x="3510" y="404"/>
                </a:lnTo>
                <a:lnTo>
                  <a:pt x="3875" y="0"/>
                </a:lnTo>
                <a:lnTo>
                  <a:pt x="692" y="2"/>
                </a:lnTo>
                <a:lnTo>
                  <a:pt x="0" y="404"/>
                </a:lnTo>
              </a:path>
            </a:pathLst>
          </a:custGeom>
          <a:solidFill>
            <a:schemeClr val="accent1">
              <a:alpha val="50195"/>
            </a:schemeClr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1" name="Freeform 4"/>
          <p:cNvSpPr>
            <a:spLocks/>
          </p:cNvSpPr>
          <p:nvPr/>
        </p:nvSpPr>
        <p:spPr bwMode="blackWhite">
          <a:xfrm>
            <a:off x="1060450" y="4662488"/>
            <a:ext cx="6203950" cy="1025525"/>
          </a:xfrm>
          <a:custGeom>
            <a:avLst/>
            <a:gdLst>
              <a:gd name="T0" fmla="*/ 0 w 4504"/>
              <a:gd name="T1" fmla="*/ 2147483647 h 744"/>
              <a:gd name="T2" fmla="*/ 2147483647 w 4504"/>
              <a:gd name="T3" fmla="*/ 2147483647 h 744"/>
              <a:gd name="T4" fmla="*/ 2147483647 w 4504"/>
              <a:gd name="T5" fmla="*/ 0 h 744"/>
              <a:gd name="T6" fmla="*/ 2147483647 w 4504"/>
              <a:gd name="T7" fmla="*/ 0 h 744"/>
              <a:gd name="T8" fmla="*/ 0 w 4504"/>
              <a:gd name="T9" fmla="*/ 2147483647 h 7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04"/>
              <a:gd name="T16" fmla="*/ 0 h 744"/>
              <a:gd name="T17" fmla="*/ 4504 w 4504"/>
              <a:gd name="T18" fmla="*/ 744 h 7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04" h="744">
                <a:moveTo>
                  <a:pt x="0" y="743"/>
                </a:moveTo>
                <a:lnTo>
                  <a:pt x="4503" y="743"/>
                </a:lnTo>
                <a:lnTo>
                  <a:pt x="4003" y="0"/>
                </a:lnTo>
                <a:lnTo>
                  <a:pt x="494" y="0"/>
                </a:lnTo>
                <a:lnTo>
                  <a:pt x="0" y="743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2" name="Freeform 5"/>
          <p:cNvSpPr>
            <a:spLocks/>
          </p:cNvSpPr>
          <p:nvPr/>
        </p:nvSpPr>
        <p:spPr bwMode="blackWhite">
          <a:xfrm>
            <a:off x="5775325" y="3133725"/>
            <a:ext cx="1176338" cy="1368425"/>
          </a:xfrm>
          <a:custGeom>
            <a:avLst/>
            <a:gdLst>
              <a:gd name="T0" fmla="*/ 0 w 854"/>
              <a:gd name="T1" fmla="*/ 2147483647 h 993"/>
              <a:gd name="T2" fmla="*/ 2147483647 w 854"/>
              <a:gd name="T3" fmla="*/ 2147483647 h 993"/>
              <a:gd name="T4" fmla="*/ 2147483647 w 854"/>
              <a:gd name="T5" fmla="*/ 2147483647 h 993"/>
              <a:gd name="T6" fmla="*/ 2147483647 w 854"/>
              <a:gd name="T7" fmla="*/ 0 h 993"/>
              <a:gd name="T8" fmla="*/ 0 w 854"/>
              <a:gd name="T9" fmla="*/ 2147483647 h 9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4"/>
              <a:gd name="T16" fmla="*/ 0 h 993"/>
              <a:gd name="T17" fmla="*/ 854 w 854"/>
              <a:gd name="T18" fmla="*/ 993 h 9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4" h="993">
                <a:moveTo>
                  <a:pt x="0" y="269"/>
                </a:moveTo>
                <a:lnTo>
                  <a:pt x="505" y="992"/>
                </a:lnTo>
                <a:lnTo>
                  <a:pt x="853" y="621"/>
                </a:lnTo>
                <a:lnTo>
                  <a:pt x="245" y="0"/>
                </a:lnTo>
                <a:lnTo>
                  <a:pt x="0" y="269"/>
                </a:lnTo>
              </a:path>
            </a:pathLst>
          </a:custGeom>
          <a:solidFill>
            <a:schemeClr val="accent2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3" name="Freeform 6"/>
          <p:cNvSpPr>
            <a:spLocks/>
          </p:cNvSpPr>
          <p:nvPr/>
        </p:nvSpPr>
        <p:spPr bwMode="blackWhite">
          <a:xfrm>
            <a:off x="2546350" y="3133725"/>
            <a:ext cx="3565525" cy="371475"/>
          </a:xfrm>
          <a:custGeom>
            <a:avLst/>
            <a:gdLst>
              <a:gd name="T0" fmla="*/ 0 w 2589"/>
              <a:gd name="T1" fmla="*/ 2147483647 h 269"/>
              <a:gd name="T2" fmla="*/ 2147483647 w 2589"/>
              <a:gd name="T3" fmla="*/ 2147483647 h 269"/>
              <a:gd name="T4" fmla="*/ 2147483647 w 2589"/>
              <a:gd name="T5" fmla="*/ 0 h 269"/>
              <a:gd name="T6" fmla="*/ 2147483647 w 2589"/>
              <a:gd name="T7" fmla="*/ 0 h 269"/>
              <a:gd name="T8" fmla="*/ 0 w 2589"/>
              <a:gd name="T9" fmla="*/ 2147483647 h 2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89"/>
              <a:gd name="T16" fmla="*/ 0 h 269"/>
              <a:gd name="T17" fmla="*/ 2589 w 2589"/>
              <a:gd name="T18" fmla="*/ 269 h 2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89" h="269">
                <a:moveTo>
                  <a:pt x="0" y="268"/>
                </a:moveTo>
                <a:lnTo>
                  <a:pt x="2342" y="268"/>
                </a:lnTo>
                <a:lnTo>
                  <a:pt x="2588" y="0"/>
                </a:lnTo>
                <a:lnTo>
                  <a:pt x="653" y="0"/>
                </a:lnTo>
                <a:lnTo>
                  <a:pt x="0" y="268"/>
                </a:lnTo>
              </a:path>
            </a:pathLst>
          </a:custGeom>
          <a:solidFill>
            <a:schemeClr val="accent1">
              <a:alpha val="50195"/>
            </a:schemeClr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4" name="Freeform 7"/>
          <p:cNvSpPr>
            <a:spLocks/>
          </p:cNvSpPr>
          <p:nvPr/>
        </p:nvSpPr>
        <p:spPr bwMode="blackWhite">
          <a:xfrm>
            <a:off x="1855788" y="3503613"/>
            <a:ext cx="4619625" cy="1000125"/>
          </a:xfrm>
          <a:custGeom>
            <a:avLst/>
            <a:gdLst>
              <a:gd name="T0" fmla="*/ 0 w 3354"/>
              <a:gd name="T1" fmla="*/ 2147483647 h 726"/>
              <a:gd name="T2" fmla="*/ 2147483647 w 3354"/>
              <a:gd name="T3" fmla="*/ 2147483647 h 726"/>
              <a:gd name="T4" fmla="*/ 2147483647 w 3354"/>
              <a:gd name="T5" fmla="*/ 0 h 726"/>
              <a:gd name="T6" fmla="*/ 2147483647 w 3354"/>
              <a:gd name="T7" fmla="*/ 0 h 726"/>
              <a:gd name="T8" fmla="*/ 0 w 3354"/>
              <a:gd name="T9" fmla="*/ 2147483647 h 7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54"/>
              <a:gd name="T16" fmla="*/ 0 h 726"/>
              <a:gd name="T17" fmla="*/ 3354 w 3354"/>
              <a:gd name="T18" fmla="*/ 726 h 7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54" h="726">
                <a:moveTo>
                  <a:pt x="0" y="725"/>
                </a:moveTo>
                <a:lnTo>
                  <a:pt x="3353" y="725"/>
                </a:lnTo>
                <a:lnTo>
                  <a:pt x="2844" y="0"/>
                </a:lnTo>
                <a:lnTo>
                  <a:pt x="499" y="0"/>
                </a:lnTo>
                <a:lnTo>
                  <a:pt x="0" y="725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5" name="Freeform 8"/>
          <p:cNvSpPr>
            <a:spLocks/>
          </p:cNvSpPr>
          <p:nvPr/>
        </p:nvSpPr>
        <p:spPr bwMode="blackWhite">
          <a:xfrm>
            <a:off x="3360738" y="2136775"/>
            <a:ext cx="1782762" cy="180975"/>
          </a:xfrm>
          <a:custGeom>
            <a:avLst/>
            <a:gdLst>
              <a:gd name="T0" fmla="*/ 0 w 1295"/>
              <a:gd name="T1" fmla="*/ 2147483647 h 131"/>
              <a:gd name="T2" fmla="*/ 2147483647 w 1295"/>
              <a:gd name="T3" fmla="*/ 2147483647 h 131"/>
              <a:gd name="T4" fmla="*/ 2147483647 w 1295"/>
              <a:gd name="T5" fmla="*/ 0 h 131"/>
              <a:gd name="T6" fmla="*/ 2147483647 w 1295"/>
              <a:gd name="T7" fmla="*/ 0 h 131"/>
              <a:gd name="T8" fmla="*/ 0 w 1295"/>
              <a:gd name="T9" fmla="*/ 2147483647 h 1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5"/>
              <a:gd name="T16" fmla="*/ 0 h 131"/>
              <a:gd name="T17" fmla="*/ 1295 w 1295"/>
              <a:gd name="T18" fmla="*/ 131 h 1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5" h="131">
                <a:moveTo>
                  <a:pt x="0" y="130"/>
                </a:moveTo>
                <a:lnTo>
                  <a:pt x="1166" y="130"/>
                </a:lnTo>
                <a:lnTo>
                  <a:pt x="1294" y="0"/>
                </a:lnTo>
                <a:lnTo>
                  <a:pt x="403" y="0"/>
                </a:lnTo>
                <a:lnTo>
                  <a:pt x="0" y="130"/>
                </a:lnTo>
              </a:path>
            </a:pathLst>
          </a:custGeom>
          <a:solidFill>
            <a:schemeClr val="accent1">
              <a:alpha val="50195"/>
            </a:schemeClr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6" name="Freeform 9"/>
          <p:cNvSpPr>
            <a:spLocks/>
          </p:cNvSpPr>
          <p:nvPr/>
        </p:nvSpPr>
        <p:spPr bwMode="blackWhite">
          <a:xfrm>
            <a:off x="4946650" y="2138363"/>
            <a:ext cx="1012825" cy="1198562"/>
          </a:xfrm>
          <a:custGeom>
            <a:avLst/>
            <a:gdLst>
              <a:gd name="T0" fmla="*/ 2147483647 w 735"/>
              <a:gd name="T1" fmla="*/ 2147483647 h 870"/>
              <a:gd name="T2" fmla="*/ 2147483647 w 735"/>
              <a:gd name="T3" fmla="*/ 2147483647 h 870"/>
              <a:gd name="T4" fmla="*/ 2147483647 w 735"/>
              <a:gd name="T5" fmla="*/ 0 h 870"/>
              <a:gd name="T6" fmla="*/ 0 w 735"/>
              <a:gd name="T7" fmla="*/ 2147483647 h 870"/>
              <a:gd name="T8" fmla="*/ 2147483647 w 735"/>
              <a:gd name="T9" fmla="*/ 2147483647 h 8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5"/>
              <a:gd name="T16" fmla="*/ 0 h 870"/>
              <a:gd name="T17" fmla="*/ 735 w 735"/>
              <a:gd name="T18" fmla="*/ 870 h 8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5" h="870">
                <a:moveTo>
                  <a:pt x="502" y="869"/>
                </a:moveTo>
                <a:lnTo>
                  <a:pt x="734" y="619"/>
                </a:lnTo>
                <a:lnTo>
                  <a:pt x="126" y="0"/>
                </a:lnTo>
                <a:lnTo>
                  <a:pt x="0" y="130"/>
                </a:lnTo>
                <a:lnTo>
                  <a:pt x="502" y="869"/>
                </a:lnTo>
              </a:path>
            </a:pathLst>
          </a:custGeom>
          <a:solidFill>
            <a:schemeClr val="accent2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7" name="Freeform 10"/>
          <p:cNvSpPr>
            <a:spLocks/>
          </p:cNvSpPr>
          <p:nvPr/>
        </p:nvSpPr>
        <p:spPr bwMode="blackWhite">
          <a:xfrm>
            <a:off x="2660650" y="2316163"/>
            <a:ext cx="3001963" cy="1020762"/>
          </a:xfrm>
          <a:custGeom>
            <a:avLst/>
            <a:gdLst>
              <a:gd name="T0" fmla="*/ 0 w 2179"/>
              <a:gd name="T1" fmla="*/ 2147483647 h 741"/>
              <a:gd name="T2" fmla="*/ 2147483647 w 2179"/>
              <a:gd name="T3" fmla="*/ 2147483647 h 741"/>
              <a:gd name="T4" fmla="*/ 2147483647 w 2179"/>
              <a:gd name="T5" fmla="*/ 0 h 741"/>
              <a:gd name="T6" fmla="*/ 2147483647 w 2179"/>
              <a:gd name="T7" fmla="*/ 0 h 741"/>
              <a:gd name="T8" fmla="*/ 0 w 2179"/>
              <a:gd name="T9" fmla="*/ 2147483647 h 7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79"/>
              <a:gd name="T16" fmla="*/ 0 h 741"/>
              <a:gd name="T17" fmla="*/ 2179 w 2179"/>
              <a:gd name="T18" fmla="*/ 741 h 7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79" h="741">
                <a:moveTo>
                  <a:pt x="0" y="740"/>
                </a:moveTo>
                <a:lnTo>
                  <a:pt x="2178" y="740"/>
                </a:lnTo>
                <a:lnTo>
                  <a:pt x="1672" y="0"/>
                </a:lnTo>
                <a:lnTo>
                  <a:pt x="505" y="0"/>
                </a:lnTo>
                <a:lnTo>
                  <a:pt x="0" y="74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8" name="Freeform 11"/>
          <p:cNvSpPr>
            <a:spLocks/>
          </p:cNvSpPr>
          <p:nvPr/>
        </p:nvSpPr>
        <p:spPr bwMode="blackWhite">
          <a:xfrm>
            <a:off x="4156075" y="1150938"/>
            <a:ext cx="858838" cy="1012825"/>
          </a:xfrm>
          <a:custGeom>
            <a:avLst/>
            <a:gdLst>
              <a:gd name="T0" fmla="*/ 2147483647 w 623"/>
              <a:gd name="T1" fmla="*/ 2147483647 h 735"/>
              <a:gd name="T2" fmla="*/ 2147483647 w 623"/>
              <a:gd name="T3" fmla="*/ 2147483647 h 735"/>
              <a:gd name="T4" fmla="*/ 0 w 623"/>
              <a:gd name="T5" fmla="*/ 0 h 735"/>
              <a:gd name="T6" fmla="*/ 2147483647 w 623"/>
              <a:gd name="T7" fmla="*/ 2147483647 h 735"/>
              <a:gd name="T8" fmla="*/ 0 60000 65536"/>
              <a:gd name="T9" fmla="*/ 0 60000 65536"/>
              <a:gd name="T10" fmla="*/ 0 60000 65536"/>
              <a:gd name="T11" fmla="*/ 0 60000 65536"/>
              <a:gd name="T12" fmla="*/ 0 w 623"/>
              <a:gd name="T13" fmla="*/ 0 h 735"/>
              <a:gd name="T14" fmla="*/ 623 w 623"/>
              <a:gd name="T15" fmla="*/ 735 h 7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3" h="735">
                <a:moveTo>
                  <a:pt x="505" y="734"/>
                </a:moveTo>
                <a:lnTo>
                  <a:pt x="622" y="620"/>
                </a:lnTo>
                <a:lnTo>
                  <a:pt x="0" y="0"/>
                </a:lnTo>
                <a:lnTo>
                  <a:pt x="505" y="734"/>
                </a:lnTo>
              </a:path>
            </a:pathLst>
          </a:custGeom>
          <a:solidFill>
            <a:schemeClr val="accent2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29" name="Freeform 12"/>
          <p:cNvSpPr>
            <a:spLocks/>
          </p:cNvSpPr>
          <p:nvPr/>
        </p:nvSpPr>
        <p:spPr bwMode="blackWhite">
          <a:xfrm>
            <a:off x="3462338" y="1150938"/>
            <a:ext cx="1392237" cy="1012825"/>
          </a:xfrm>
          <a:custGeom>
            <a:avLst/>
            <a:gdLst>
              <a:gd name="T0" fmla="*/ 0 w 1011"/>
              <a:gd name="T1" fmla="*/ 2147483647 h 735"/>
              <a:gd name="T2" fmla="*/ 2147483647 w 1011"/>
              <a:gd name="T3" fmla="*/ 2147483647 h 735"/>
              <a:gd name="T4" fmla="*/ 2147483647 w 1011"/>
              <a:gd name="T5" fmla="*/ 0 h 735"/>
              <a:gd name="T6" fmla="*/ 0 w 1011"/>
              <a:gd name="T7" fmla="*/ 2147483647 h 735"/>
              <a:gd name="T8" fmla="*/ 0 60000 65536"/>
              <a:gd name="T9" fmla="*/ 0 60000 65536"/>
              <a:gd name="T10" fmla="*/ 0 60000 65536"/>
              <a:gd name="T11" fmla="*/ 0 60000 65536"/>
              <a:gd name="T12" fmla="*/ 0 w 1011"/>
              <a:gd name="T13" fmla="*/ 0 h 735"/>
              <a:gd name="T14" fmla="*/ 1011 w 1011"/>
              <a:gd name="T15" fmla="*/ 735 h 7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1" h="735">
                <a:moveTo>
                  <a:pt x="0" y="734"/>
                </a:moveTo>
                <a:lnTo>
                  <a:pt x="1010" y="734"/>
                </a:lnTo>
                <a:lnTo>
                  <a:pt x="505" y="0"/>
                </a:lnTo>
                <a:lnTo>
                  <a:pt x="0" y="734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230" name="Rectangle 13"/>
          <p:cNvSpPr>
            <a:spLocks noChangeArrowheads="1"/>
          </p:cNvSpPr>
          <p:nvPr/>
        </p:nvSpPr>
        <p:spPr bwMode="black">
          <a:xfrm>
            <a:off x="1776413" y="5084763"/>
            <a:ext cx="47704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62000" eaLnBrk="0" hangingPunct="0"/>
            <a:r>
              <a:rPr lang="en-US" altLang="zh-CN">
                <a:ea typeface="宋体" pitchFamily="2" charset="-122"/>
              </a:rPr>
              <a:t>Text</a:t>
            </a:r>
            <a:endParaRPr lang="en-US" altLang="zh-CN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9231" name="Rectangle 14"/>
          <p:cNvSpPr>
            <a:spLocks noChangeArrowheads="1"/>
          </p:cNvSpPr>
          <p:nvPr/>
        </p:nvSpPr>
        <p:spPr bwMode="black">
          <a:xfrm>
            <a:off x="3300413" y="2779713"/>
            <a:ext cx="17224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62000" eaLnBrk="0" hangingPunct="0"/>
            <a:r>
              <a:rPr lang="en-US" altLang="zh-CN">
                <a:ea typeface="宋体" pitchFamily="2" charset="-122"/>
              </a:rPr>
              <a:t>Text</a:t>
            </a:r>
            <a:endParaRPr lang="en-US" altLang="zh-CN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9232" name="Rectangle 15"/>
          <p:cNvSpPr>
            <a:spLocks noChangeArrowheads="1"/>
          </p:cNvSpPr>
          <p:nvPr/>
        </p:nvSpPr>
        <p:spPr bwMode="black">
          <a:xfrm>
            <a:off x="3836988" y="1773238"/>
            <a:ext cx="650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62000" eaLnBrk="0" hangingPunct="0"/>
            <a:r>
              <a:rPr lang="en-US" altLang="zh-CN">
                <a:ea typeface="宋体" pitchFamily="2" charset="-122"/>
              </a:rPr>
              <a:t>Text</a:t>
            </a:r>
            <a:endParaRPr lang="en-US" altLang="zh-CN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9233" name="Rectangle 16"/>
          <p:cNvSpPr>
            <a:spLocks noChangeArrowheads="1"/>
          </p:cNvSpPr>
          <p:nvPr/>
        </p:nvSpPr>
        <p:spPr bwMode="black">
          <a:xfrm>
            <a:off x="2514600" y="3894138"/>
            <a:ext cx="32940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62000" eaLnBrk="0" hangingPunct="0"/>
            <a:r>
              <a:rPr lang="en-US" altLang="zh-CN">
                <a:ea typeface="宋体" pitchFamily="2" charset="-122"/>
              </a:rPr>
              <a:t>Text</a:t>
            </a:r>
            <a:endParaRPr lang="en-US" altLang="zh-CN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9234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SEPARATE 4</a:t>
            </a:r>
          </a:p>
        </p:txBody>
      </p:sp>
      <p:sp>
        <p:nvSpPr>
          <p:cNvPr id="923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23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51B4BA1-9DF5-4206-AA44-4AEF2879C37F}" type="slidenum">
              <a:rPr lang="zh-CN" altLang="en-US" smtClean="0"/>
              <a:pPr defTabSz="895350"/>
              <a:t>7</a:t>
            </a:fld>
            <a:endParaRPr lang="en-US" altLang="zh-CN"/>
          </a:p>
        </p:txBody>
      </p:sp>
      <p:sp>
        <p:nvSpPr>
          <p:cNvPr id="10243" name="Freeform 2"/>
          <p:cNvSpPr>
            <a:spLocks/>
          </p:cNvSpPr>
          <p:nvPr/>
        </p:nvSpPr>
        <p:spPr bwMode="blackWhite">
          <a:xfrm>
            <a:off x="4132263" y="1241425"/>
            <a:ext cx="3140075" cy="4279900"/>
          </a:xfrm>
          <a:custGeom>
            <a:avLst/>
            <a:gdLst>
              <a:gd name="T0" fmla="*/ 0 w 1978"/>
              <a:gd name="T1" fmla="*/ 2147483647 h 2696"/>
              <a:gd name="T2" fmla="*/ 2147483647 w 1978"/>
              <a:gd name="T3" fmla="*/ 2147483647 h 2696"/>
              <a:gd name="T4" fmla="*/ 2147483647 w 1978"/>
              <a:gd name="T5" fmla="*/ 0 h 2696"/>
              <a:gd name="T6" fmla="*/ 2147483647 w 1978"/>
              <a:gd name="T7" fmla="*/ 2147483647 h 2696"/>
              <a:gd name="T8" fmla="*/ 2147483647 w 1978"/>
              <a:gd name="T9" fmla="*/ 2147483647 h 2696"/>
              <a:gd name="T10" fmla="*/ 2147483647 w 1978"/>
              <a:gd name="T11" fmla="*/ 2147483647 h 2696"/>
              <a:gd name="T12" fmla="*/ 0 w 1978"/>
              <a:gd name="T13" fmla="*/ 2147483647 h 26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78"/>
              <a:gd name="T22" fmla="*/ 0 h 2696"/>
              <a:gd name="T23" fmla="*/ 1978 w 1978"/>
              <a:gd name="T24" fmla="*/ 2696 h 26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78" h="2696">
                <a:moveTo>
                  <a:pt x="0" y="340"/>
                </a:moveTo>
                <a:lnTo>
                  <a:pt x="1564" y="340"/>
                </a:lnTo>
                <a:lnTo>
                  <a:pt x="1564" y="0"/>
                </a:lnTo>
                <a:lnTo>
                  <a:pt x="1977" y="1361"/>
                </a:lnTo>
                <a:lnTo>
                  <a:pt x="1564" y="2695"/>
                </a:lnTo>
                <a:lnTo>
                  <a:pt x="1564" y="2392"/>
                </a:lnTo>
                <a:lnTo>
                  <a:pt x="0" y="2392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0244" name="Freeform 3"/>
          <p:cNvSpPr>
            <a:spLocks/>
          </p:cNvSpPr>
          <p:nvPr/>
        </p:nvSpPr>
        <p:spPr bwMode="blackWhite">
          <a:xfrm>
            <a:off x="1489075" y="1781175"/>
            <a:ext cx="3213100" cy="1577975"/>
          </a:xfrm>
          <a:custGeom>
            <a:avLst/>
            <a:gdLst>
              <a:gd name="T0" fmla="*/ 2147483647 w 2024"/>
              <a:gd name="T1" fmla="*/ 2147483647 h 994"/>
              <a:gd name="T2" fmla="*/ 2147483647 w 2024"/>
              <a:gd name="T3" fmla="*/ 0 h 994"/>
              <a:gd name="T4" fmla="*/ 2147483647 w 2024"/>
              <a:gd name="T5" fmla="*/ 2147483647 h 994"/>
              <a:gd name="T6" fmla="*/ 0 w 2024"/>
              <a:gd name="T7" fmla="*/ 2147483647 h 994"/>
              <a:gd name="T8" fmla="*/ 0 w 2024"/>
              <a:gd name="T9" fmla="*/ 2147483647 h 994"/>
              <a:gd name="T10" fmla="*/ 2147483647 w 2024"/>
              <a:gd name="T11" fmla="*/ 2147483647 h 99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24"/>
              <a:gd name="T19" fmla="*/ 0 h 994"/>
              <a:gd name="T20" fmla="*/ 2024 w 2024"/>
              <a:gd name="T21" fmla="*/ 994 h 99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24" h="994">
                <a:moveTo>
                  <a:pt x="1638" y="434"/>
                </a:moveTo>
                <a:lnTo>
                  <a:pt x="1638" y="0"/>
                </a:lnTo>
                <a:lnTo>
                  <a:pt x="2023" y="993"/>
                </a:lnTo>
                <a:lnTo>
                  <a:pt x="0" y="993"/>
                </a:lnTo>
                <a:lnTo>
                  <a:pt x="0" y="434"/>
                </a:lnTo>
                <a:lnTo>
                  <a:pt x="1638" y="434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0245" name="Freeform 4"/>
          <p:cNvSpPr>
            <a:spLocks/>
          </p:cNvSpPr>
          <p:nvPr/>
        </p:nvSpPr>
        <p:spPr bwMode="blackWhite">
          <a:xfrm>
            <a:off x="1489075" y="3465513"/>
            <a:ext cx="3213100" cy="1576387"/>
          </a:xfrm>
          <a:custGeom>
            <a:avLst/>
            <a:gdLst>
              <a:gd name="T0" fmla="*/ 2147483647 w 2024"/>
              <a:gd name="T1" fmla="*/ 2147483647 h 993"/>
              <a:gd name="T2" fmla="*/ 2147483647 w 2024"/>
              <a:gd name="T3" fmla="*/ 2147483647 h 993"/>
              <a:gd name="T4" fmla="*/ 2147483647 w 2024"/>
              <a:gd name="T5" fmla="*/ 0 h 993"/>
              <a:gd name="T6" fmla="*/ 0 w 2024"/>
              <a:gd name="T7" fmla="*/ 0 h 993"/>
              <a:gd name="T8" fmla="*/ 0 w 2024"/>
              <a:gd name="T9" fmla="*/ 2147483647 h 993"/>
              <a:gd name="T10" fmla="*/ 2147483647 w 2024"/>
              <a:gd name="T11" fmla="*/ 2147483647 h 99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24"/>
              <a:gd name="T19" fmla="*/ 0 h 993"/>
              <a:gd name="T20" fmla="*/ 2024 w 2024"/>
              <a:gd name="T21" fmla="*/ 993 h 99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24" h="993">
                <a:moveTo>
                  <a:pt x="1638" y="558"/>
                </a:moveTo>
                <a:lnTo>
                  <a:pt x="1638" y="992"/>
                </a:lnTo>
                <a:lnTo>
                  <a:pt x="2023" y="0"/>
                </a:lnTo>
                <a:lnTo>
                  <a:pt x="0" y="0"/>
                </a:lnTo>
                <a:lnTo>
                  <a:pt x="0" y="558"/>
                </a:lnTo>
                <a:lnTo>
                  <a:pt x="1638" y="558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1611313" y="2571750"/>
            <a:ext cx="1952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1611313" y="3565525"/>
            <a:ext cx="1952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4814888" y="1973263"/>
            <a:ext cx="16176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A 3D</a:t>
            </a:r>
          </a:p>
        </p:txBody>
      </p:sp>
      <p:sp>
        <p:nvSpPr>
          <p:cNvPr id="1025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25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503BA00-C0D5-4E7D-8041-0ADECD4B178F}" type="slidenum">
              <a:rPr lang="zh-CN" altLang="en-US" smtClean="0"/>
              <a:pPr defTabSz="895350"/>
              <a:t>8</a:t>
            </a:fld>
            <a:endParaRPr lang="en-US" altLang="zh-CN"/>
          </a:p>
        </p:txBody>
      </p:sp>
      <p:grpSp>
        <p:nvGrpSpPr>
          <p:cNvPr id="11267" name="Group 2"/>
          <p:cNvGrpSpPr>
            <a:grpSpLocks/>
          </p:cNvGrpSpPr>
          <p:nvPr/>
        </p:nvGrpSpPr>
        <p:grpSpPr bwMode="auto">
          <a:xfrm>
            <a:off x="1468438" y="1503363"/>
            <a:ext cx="6091237" cy="4113212"/>
            <a:chOff x="925" y="926"/>
            <a:chExt cx="3837" cy="2591"/>
          </a:xfrm>
        </p:grpSpPr>
        <p:sp>
          <p:nvSpPr>
            <p:cNvPr id="11275" name="Freeform 3"/>
            <p:cNvSpPr>
              <a:spLocks/>
            </p:cNvSpPr>
            <p:nvPr/>
          </p:nvSpPr>
          <p:spPr bwMode="blackWhite">
            <a:xfrm>
              <a:off x="3431" y="926"/>
              <a:ext cx="1331" cy="2591"/>
            </a:xfrm>
            <a:custGeom>
              <a:avLst/>
              <a:gdLst>
                <a:gd name="T0" fmla="*/ 0 w 1331"/>
                <a:gd name="T1" fmla="*/ 2187 h 2591"/>
                <a:gd name="T2" fmla="*/ 784 w 1331"/>
                <a:gd name="T3" fmla="*/ 2187 h 2591"/>
                <a:gd name="T4" fmla="*/ 784 w 1331"/>
                <a:gd name="T5" fmla="*/ 2590 h 2591"/>
                <a:gd name="T6" fmla="*/ 1330 w 1331"/>
                <a:gd name="T7" fmla="*/ 1295 h 2591"/>
                <a:gd name="T8" fmla="*/ 784 w 1331"/>
                <a:gd name="T9" fmla="*/ 0 h 2591"/>
                <a:gd name="T10" fmla="*/ 784 w 1331"/>
                <a:gd name="T11" fmla="*/ 393 h 2591"/>
                <a:gd name="T12" fmla="*/ 0 w 1331"/>
                <a:gd name="T13" fmla="*/ 393 h 2591"/>
                <a:gd name="T14" fmla="*/ 352 w 1331"/>
                <a:gd name="T15" fmla="*/ 1295 h 2591"/>
                <a:gd name="T16" fmla="*/ 0 w 1331"/>
                <a:gd name="T17" fmla="*/ 2187 h 25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31"/>
                <a:gd name="T28" fmla="*/ 0 h 2591"/>
                <a:gd name="T29" fmla="*/ 1331 w 1331"/>
                <a:gd name="T30" fmla="*/ 2591 h 259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31" h="2591">
                  <a:moveTo>
                    <a:pt x="0" y="2187"/>
                  </a:moveTo>
                  <a:lnTo>
                    <a:pt x="784" y="2187"/>
                  </a:lnTo>
                  <a:lnTo>
                    <a:pt x="784" y="2590"/>
                  </a:lnTo>
                  <a:lnTo>
                    <a:pt x="1330" y="1295"/>
                  </a:lnTo>
                  <a:lnTo>
                    <a:pt x="784" y="0"/>
                  </a:lnTo>
                  <a:lnTo>
                    <a:pt x="784" y="393"/>
                  </a:lnTo>
                  <a:lnTo>
                    <a:pt x="0" y="393"/>
                  </a:lnTo>
                  <a:lnTo>
                    <a:pt x="352" y="1295"/>
                  </a:lnTo>
                  <a:lnTo>
                    <a:pt x="0" y="2187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11276" name="Freeform 4"/>
            <p:cNvSpPr>
              <a:spLocks/>
            </p:cNvSpPr>
            <p:nvPr/>
          </p:nvSpPr>
          <p:spPr bwMode="blackWhite">
            <a:xfrm>
              <a:off x="2045" y="1319"/>
              <a:ext cx="1636" cy="867"/>
            </a:xfrm>
            <a:custGeom>
              <a:avLst/>
              <a:gdLst>
                <a:gd name="T0" fmla="*/ 1298 w 1636"/>
                <a:gd name="T1" fmla="*/ 0 h 867"/>
                <a:gd name="T2" fmla="*/ 1635 w 1636"/>
                <a:gd name="T3" fmla="*/ 866 h 867"/>
                <a:gd name="T4" fmla="*/ 368 w 1636"/>
                <a:gd name="T5" fmla="*/ 866 h 867"/>
                <a:gd name="T6" fmla="*/ 0 w 1636"/>
                <a:gd name="T7" fmla="*/ 0 h 867"/>
                <a:gd name="T8" fmla="*/ 1298 w 1636"/>
                <a:gd name="T9" fmla="*/ 0 h 8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6"/>
                <a:gd name="T16" fmla="*/ 0 h 867"/>
                <a:gd name="T17" fmla="*/ 1636 w 1636"/>
                <a:gd name="T18" fmla="*/ 867 h 8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6" h="867">
                  <a:moveTo>
                    <a:pt x="1298" y="0"/>
                  </a:moveTo>
                  <a:lnTo>
                    <a:pt x="1635" y="866"/>
                  </a:lnTo>
                  <a:lnTo>
                    <a:pt x="368" y="866"/>
                  </a:lnTo>
                  <a:lnTo>
                    <a:pt x="0" y="0"/>
                  </a:lnTo>
                  <a:lnTo>
                    <a:pt x="1298" y="0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11277" name="Freeform 5"/>
            <p:cNvSpPr>
              <a:spLocks/>
            </p:cNvSpPr>
            <p:nvPr/>
          </p:nvSpPr>
          <p:spPr bwMode="blackWhite">
            <a:xfrm>
              <a:off x="2045" y="2248"/>
              <a:ext cx="1636" cy="867"/>
            </a:xfrm>
            <a:custGeom>
              <a:avLst/>
              <a:gdLst>
                <a:gd name="T0" fmla="*/ 1298 w 1636"/>
                <a:gd name="T1" fmla="*/ 866 h 867"/>
                <a:gd name="T2" fmla="*/ 1635 w 1636"/>
                <a:gd name="T3" fmla="*/ 0 h 867"/>
                <a:gd name="T4" fmla="*/ 352 w 1636"/>
                <a:gd name="T5" fmla="*/ 0 h 867"/>
                <a:gd name="T6" fmla="*/ 0 w 1636"/>
                <a:gd name="T7" fmla="*/ 866 h 867"/>
                <a:gd name="T8" fmla="*/ 1298 w 1636"/>
                <a:gd name="T9" fmla="*/ 866 h 8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6"/>
                <a:gd name="T16" fmla="*/ 0 h 867"/>
                <a:gd name="T17" fmla="*/ 1636 w 1636"/>
                <a:gd name="T18" fmla="*/ 867 h 8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6" h="867">
                  <a:moveTo>
                    <a:pt x="1298" y="866"/>
                  </a:moveTo>
                  <a:lnTo>
                    <a:pt x="1635" y="0"/>
                  </a:lnTo>
                  <a:lnTo>
                    <a:pt x="352" y="0"/>
                  </a:lnTo>
                  <a:lnTo>
                    <a:pt x="0" y="866"/>
                  </a:lnTo>
                  <a:lnTo>
                    <a:pt x="1298" y="866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11278" name="Freeform 6"/>
            <p:cNvSpPr>
              <a:spLocks/>
            </p:cNvSpPr>
            <p:nvPr/>
          </p:nvSpPr>
          <p:spPr bwMode="blackWhite">
            <a:xfrm>
              <a:off x="925" y="1319"/>
              <a:ext cx="1402" cy="1787"/>
            </a:xfrm>
            <a:custGeom>
              <a:avLst/>
              <a:gdLst>
                <a:gd name="T0" fmla="*/ 1401 w 1402"/>
                <a:gd name="T1" fmla="*/ 884 h 1787"/>
                <a:gd name="T2" fmla="*/ 1032 w 1402"/>
                <a:gd name="T3" fmla="*/ 0 h 1787"/>
                <a:gd name="T4" fmla="*/ 0 w 1402"/>
                <a:gd name="T5" fmla="*/ 0 h 1787"/>
                <a:gd name="T6" fmla="*/ 0 w 1402"/>
                <a:gd name="T7" fmla="*/ 1786 h 1787"/>
                <a:gd name="T8" fmla="*/ 1032 w 1402"/>
                <a:gd name="T9" fmla="*/ 1786 h 1787"/>
                <a:gd name="T10" fmla="*/ 1401 w 1402"/>
                <a:gd name="T11" fmla="*/ 884 h 17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02"/>
                <a:gd name="T19" fmla="*/ 0 h 1787"/>
                <a:gd name="T20" fmla="*/ 1402 w 1402"/>
                <a:gd name="T21" fmla="*/ 1787 h 17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02" h="1787">
                  <a:moveTo>
                    <a:pt x="1401" y="884"/>
                  </a:moveTo>
                  <a:lnTo>
                    <a:pt x="1032" y="0"/>
                  </a:lnTo>
                  <a:lnTo>
                    <a:pt x="0" y="0"/>
                  </a:lnTo>
                  <a:lnTo>
                    <a:pt x="0" y="1786"/>
                  </a:lnTo>
                  <a:lnTo>
                    <a:pt x="1032" y="1786"/>
                  </a:lnTo>
                  <a:lnTo>
                    <a:pt x="1401" y="884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</p:grpSp>
      <p:sp>
        <p:nvSpPr>
          <p:cNvPr id="11268" name="Rectangle 7"/>
          <p:cNvSpPr>
            <a:spLocks noChangeArrowheads="1"/>
          </p:cNvSpPr>
          <p:nvPr/>
        </p:nvSpPr>
        <p:spPr bwMode="auto">
          <a:xfrm>
            <a:off x="1624013" y="3454400"/>
            <a:ext cx="1681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1269" name="Rectangle 8"/>
          <p:cNvSpPr>
            <a:spLocks noChangeArrowheads="1"/>
          </p:cNvSpPr>
          <p:nvPr/>
        </p:nvSpPr>
        <p:spPr bwMode="auto">
          <a:xfrm>
            <a:off x="3779838" y="2311400"/>
            <a:ext cx="1682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1270" name="Rectangle 9"/>
          <p:cNvSpPr>
            <a:spLocks noChangeArrowheads="1"/>
          </p:cNvSpPr>
          <p:nvPr/>
        </p:nvSpPr>
        <p:spPr bwMode="auto">
          <a:xfrm>
            <a:off x="3779838" y="3848100"/>
            <a:ext cx="1682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1271" name="Rectangle 10"/>
          <p:cNvSpPr>
            <a:spLocks noChangeArrowheads="1"/>
          </p:cNvSpPr>
          <p:nvPr/>
        </p:nvSpPr>
        <p:spPr bwMode="auto">
          <a:xfrm>
            <a:off x="6135688" y="3454400"/>
            <a:ext cx="1103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127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B 3D</a:t>
            </a:r>
          </a:p>
        </p:txBody>
      </p:sp>
      <p:sp>
        <p:nvSpPr>
          <p:cNvPr id="1127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27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51D097B-22C9-4057-BA71-13560941A9ED}" type="slidenum">
              <a:rPr lang="zh-CN" altLang="en-US" smtClean="0"/>
              <a:pPr defTabSz="895350"/>
              <a:t>9</a:t>
            </a:fld>
            <a:endParaRPr lang="en-US" altLang="zh-CN"/>
          </a:p>
        </p:txBody>
      </p:sp>
      <p:grpSp>
        <p:nvGrpSpPr>
          <p:cNvPr id="12291" name="Group 2"/>
          <p:cNvGrpSpPr>
            <a:grpSpLocks/>
          </p:cNvGrpSpPr>
          <p:nvPr/>
        </p:nvGrpSpPr>
        <p:grpSpPr bwMode="auto">
          <a:xfrm>
            <a:off x="1568450" y="1455738"/>
            <a:ext cx="5805488" cy="4181475"/>
            <a:chOff x="898" y="920"/>
            <a:chExt cx="3657" cy="2634"/>
          </a:xfrm>
        </p:grpSpPr>
        <p:sp>
          <p:nvSpPr>
            <p:cNvPr id="12298" name="Freeform 3"/>
            <p:cNvSpPr>
              <a:spLocks/>
            </p:cNvSpPr>
            <p:nvPr/>
          </p:nvSpPr>
          <p:spPr bwMode="blackWhite">
            <a:xfrm>
              <a:off x="898" y="2282"/>
              <a:ext cx="3656" cy="1272"/>
            </a:xfrm>
            <a:custGeom>
              <a:avLst/>
              <a:gdLst>
                <a:gd name="T0" fmla="*/ 0 w 3656"/>
                <a:gd name="T1" fmla="*/ 283 h 1272"/>
                <a:gd name="T2" fmla="*/ 0 w 3656"/>
                <a:gd name="T3" fmla="*/ 941 h 1272"/>
                <a:gd name="T4" fmla="*/ 3303 w 3656"/>
                <a:gd name="T5" fmla="*/ 938 h 1272"/>
                <a:gd name="T6" fmla="*/ 3303 w 3656"/>
                <a:gd name="T7" fmla="*/ 1271 h 1272"/>
                <a:gd name="T8" fmla="*/ 3655 w 3656"/>
                <a:gd name="T9" fmla="*/ 0 h 1272"/>
                <a:gd name="T10" fmla="*/ 3303 w 3656"/>
                <a:gd name="T11" fmla="*/ 0 h 1272"/>
                <a:gd name="T12" fmla="*/ 3102 w 3656"/>
                <a:gd name="T13" fmla="*/ 616 h 1272"/>
                <a:gd name="T14" fmla="*/ 3102 w 3656"/>
                <a:gd name="T15" fmla="*/ 286 h 1272"/>
                <a:gd name="T16" fmla="*/ 0 w 3656"/>
                <a:gd name="T17" fmla="*/ 283 h 12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6"/>
                <a:gd name="T28" fmla="*/ 0 h 1272"/>
                <a:gd name="T29" fmla="*/ 3656 w 3656"/>
                <a:gd name="T30" fmla="*/ 1272 h 12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6" h="1272">
                  <a:moveTo>
                    <a:pt x="0" y="283"/>
                  </a:moveTo>
                  <a:lnTo>
                    <a:pt x="0" y="941"/>
                  </a:lnTo>
                  <a:lnTo>
                    <a:pt x="3303" y="938"/>
                  </a:lnTo>
                  <a:lnTo>
                    <a:pt x="3303" y="1271"/>
                  </a:lnTo>
                  <a:lnTo>
                    <a:pt x="3655" y="0"/>
                  </a:lnTo>
                  <a:lnTo>
                    <a:pt x="3303" y="0"/>
                  </a:lnTo>
                  <a:lnTo>
                    <a:pt x="3102" y="616"/>
                  </a:lnTo>
                  <a:lnTo>
                    <a:pt x="3102" y="286"/>
                  </a:lnTo>
                  <a:lnTo>
                    <a:pt x="0" y="283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12299" name="Freeform 4"/>
            <p:cNvSpPr>
              <a:spLocks/>
            </p:cNvSpPr>
            <p:nvPr/>
          </p:nvSpPr>
          <p:spPr bwMode="blackWhite">
            <a:xfrm>
              <a:off x="899" y="920"/>
              <a:ext cx="3656" cy="1272"/>
            </a:xfrm>
            <a:custGeom>
              <a:avLst/>
              <a:gdLst>
                <a:gd name="T0" fmla="*/ 0 w 3656"/>
                <a:gd name="T1" fmla="*/ 987 h 1272"/>
                <a:gd name="T2" fmla="*/ 0 w 3656"/>
                <a:gd name="T3" fmla="*/ 329 h 1272"/>
                <a:gd name="T4" fmla="*/ 3303 w 3656"/>
                <a:gd name="T5" fmla="*/ 331 h 1272"/>
                <a:gd name="T6" fmla="*/ 3303 w 3656"/>
                <a:gd name="T7" fmla="*/ 0 h 1272"/>
                <a:gd name="T8" fmla="*/ 3655 w 3656"/>
                <a:gd name="T9" fmla="*/ 1271 h 1272"/>
                <a:gd name="T10" fmla="*/ 3303 w 3656"/>
                <a:gd name="T11" fmla="*/ 1271 h 1272"/>
                <a:gd name="T12" fmla="*/ 3102 w 3656"/>
                <a:gd name="T13" fmla="*/ 654 h 1272"/>
                <a:gd name="T14" fmla="*/ 3102 w 3656"/>
                <a:gd name="T15" fmla="*/ 985 h 1272"/>
                <a:gd name="T16" fmla="*/ 0 w 3656"/>
                <a:gd name="T17" fmla="*/ 987 h 12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6"/>
                <a:gd name="T28" fmla="*/ 0 h 1272"/>
                <a:gd name="T29" fmla="*/ 3656 w 3656"/>
                <a:gd name="T30" fmla="*/ 1272 h 12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6" h="1272">
                  <a:moveTo>
                    <a:pt x="0" y="987"/>
                  </a:moveTo>
                  <a:lnTo>
                    <a:pt x="0" y="329"/>
                  </a:lnTo>
                  <a:lnTo>
                    <a:pt x="3303" y="331"/>
                  </a:lnTo>
                  <a:lnTo>
                    <a:pt x="3303" y="0"/>
                  </a:lnTo>
                  <a:lnTo>
                    <a:pt x="3655" y="1271"/>
                  </a:lnTo>
                  <a:lnTo>
                    <a:pt x="3303" y="1271"/>
                  </a:lnTo>
                  <a:lnTo>
                    <a:pt x="3102" y="654"/>
                  </a:lnTo>
                  <a:lnTo>
                    <a:pt x="3102" y="985"/>
                  </a:lnTo>
                  <a:lnTo>
                    <a:pt x="0" y="987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176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</p:grp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1757363" y="2089150"/>
            <a:ext cx="3970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1757363" y="3422650"/>
            <a:ext cx="3970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1757363" y="4170363"/>
            <a:ext cx="3970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229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C 3D</a:t>
            </a:r>
          </a:p>
        </p:txBody>
      </p:sp>
      <p:sp>
        <p:nvSpPr>
          <p:cNvPr id="1229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29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7208B00-ECDE-4E31-BD73-D74C8EBAA059}" type="slidenum">
              <a:rPr lang="zh-CN" altLang="en-US" smtClean="0"/>
              <a:pPr defTabSz="895350"/>
              <a:t>10</a:t>
            </a:fld>
            <a:endParaRPr lang="en-US" altLang="zh-CN"/>
          </a:p>
        </p:txBody>
      </p:sp>
      <p:sp>
        <p:nvSpPr>
          <p:cNvPr id="13315" name="Freeform 2"/>
          <p:cNvSpPr>
            <a:spLocks/>
          </p:cNvSpPr>
          <p:nvPr/>
        </p:nvSpPr>
        <p:spPr bwMode="blackWhite">
          <a:xfrm>
            <a:off x="4778375" y="1812925"/>
            <a:ext cx="2457450" cy="3092450"/>
          </a:xfrm>
          <a:custGeom>
            <a:avLst/>
            <a:gdLst>
              <a:gd name="T0" fmla="*/ 0 w 1448"/>
              <a:gd name="T1" fmla="*/ 2147483647 h 1879"/>
              <a:gd name="T2" fmla="*/ 0 w 1448"/>
              <a:gd name="T3" fmla="*/ 2147483647 h 1879"/>
              <a:gd name="T4" fmla="*/ 2147483647 w 1448"/>
              <a:gd name="T5" fmla="*/ 2147483647 h 1879"/>
              <a:gd name="T6" fmla="*/ 2147483647 w 1448"/>
              <a:gd name="T7" fmla="*/ 0 h 1879"/>
              <a:gd name="T8" fmla="*/ 2147483647 w 1448"/>
              <a:gd name="T9" fmla="*/ 2147483647 h 1879"/>
              <a:gd name="T10" fmla="*/ 2147483647 w 1448"/>
              <a:gd name="T11" fmla="*/ 2147483647 h 1879"/>
              <a:gd name="T12" fmla="*/ 2147483647 w 1448"/>
              <a:gd name="T13" fmla="*/ 2147483647 h 1879"/>
              <a:gd name="T14" fmla="*/ 0 w 1448"/>
              <a:gd name="T15" fmla="*/ 2147483647 h 187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48"/>
              <a:gd name="T25" fmla="*/ 0 h 1879"/>
              <a:gd name="T26" fmla="*/ 1448 w 1448"/>
              <a:gd name="T27" fmla="*/ 1879 h 187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48" h="1879">
                <a:moveTo>
                  <a:pt x="0" y="1518"/>
                </a:moveTo>
                <a:lnTo>
                  <a:pt x="0" y="655"/>
                </a:lnTo>
                <a:lnTo>
                  <a:pt x="1087" y="392"/>
                </a:lnTo>
                <a:lnTo>
                  <a:pt x="1087" y="0"/>
                </a:lnTo>
                <a:lnTo>
                  <a:pt x="1447" y="895"/>
                </a:lnTo>
                <a:lnTo>
                  <a:pt x="1087" y="1878"/>
                </a:lnTo>
                <a:lnTo>
                  <a:pt x="1087" y="1518"/>
                </a:lnTo>
                <a:lnTo>
                  <a:pt x="0" y="1518"/>
                </a:lnTo>
              </a:path>
            </a:pathLst>
          </a:custGeom>
          <a:solidFill>
            <a:schemeClr val="fol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3316" name="Freeform 3"/>
          <p:cNvSpPr>
            <a:spLocks/>
          </p:cNvSpPr>
          <p:nvPr/>
        </p:nvSpPr>
        <p:spPr bwMode="blackWhite">
          <a:xfrm>
            <a:off x="3052763" y="2457450"/>
            <a:ext cx="2297112" cy="2343150"/>
          </a:xfrm>
          <a:custGeom>
            <a:avLst/>
            <a:gdLst>
              <a:gd name="T0" fmla="*/ 0 w 1353"/>
              <a:gd name="T1" fmla="*/ 2147483647 h 1423"/>
              <a:gd name="T2" fmla="*/ 2147483647 w 1353"/>
              <a:gd name="T3" fmla="*/ 2147483647 h 1423"/>
              <a:gd name="T4" fmla="*/ 2147483647 w 1353"/>
              <a:gd name="T5" fmla="*/ 2147483647 h 1423"/>
              <a:gd name="T6" fmla="*/ 2147483647 w 1353"/>
              <a:gd name="T7" fmla="*/ 0 h 1423"/>
              <a:gd name="T8" fmla="*/ 2147483647 w 1353"/>
              <a:gd name="T9" fmla="*/ 2147483647 h 1423"/>
              <a:gd name="T10" fmla="*/ 2147483647 w 1353"/>
              <a:gd name="T11" fmla="*/ 2147483647 h 1423"/>
              <a:gd name="T12" fmla="*/ 2147483647 w 1353"/>
              <a:gd name="T13" fmla="*/ 2147483647 h 1423"/>
              <a:gd name="T14" fmla="*/ 0 w 1353"/>
              <a:gd name="T15" fmla="*/ 2147483647 h 142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53"/>
              <a:gd name="T25" fmla="*/ 0 h 1423"/>
              <a:gd name="T26" fmla="*/ 1353 w 1353"/>
              <a:gd name="T27" fmla="*/ 1423 h 142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53" h="1423">
                <a:moveTo>
                  <a:pt x="0" y="1118"/>
                </a:moveTo>
                <a:lnTo>
                  <a:pt x="16" y="511"/>
                </a:lnTo>
                <a:lnTo>
                  <a:pt x="1016" y="263"/>
                </a:lnTo>
                <a:lnTo>
                  <a:pt x="1016" y="0"/>
                </a:lnTo>
                <a:lnTo>
                  <a:pt x="1352" y="679"/>
                </a:lnTo>
                <a:lnTo>
                  <a:pt x="1016" y="1422"/>
                </a:lnTo>
                <a:lnTo>
                  <a:pt x="1016" y="1118"/>
                </a:lnTo>
                <a:lnTo>
                  <a:pt x="0" y="1118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3317" name="Freeform 4"/>
          <p:cNvSpPr>
            <a:spLocks/>
          </p:cNvSpPr>
          <p:nvPr/>
        </p:nvSpPr>
        <p:spPr bwMode="blackWhite">
          <a:xfrm>
            <a:off x="1330325" y="2995613"/>
            <a:ext cx="2295525" cy="1646237"/>
          </a:xfrm>
          <a:custGeom>
            <a:avLst/>
            <a:gdLst>
              <a:gd name="T0" fmla="*/ 0 w 1352"/>
              <a:gd name="T1" fmla="*/ 2147483647 h 1000"/>
              <a:gd name="T2" fmla="*/ 0 w 1352"/>
              <a:gd name="T3" fmla="*/ 2147483647 h 1000"/>
              <a:gd name="T4" fmla="*/ 2147483647 w 1352"/>
              <a:gd name="T5" fmla="*/ 2147483647 h 1000"/>
              <a:gd name="T6" fmla="*/ 2147483647 w 1352"/>
              <a:gd name="T7" fmla="*/ 0 h 1000"/>
              <a:gd name="T8" fmla="*/ 2147483647 w 1352"/>
              <a:gd name="T9" fmla="*/ 2147483647 h 1000"/>
              <a:gd name="T10" fmla="*/ 2147483647 w 1352"/>
              <a:gd name="T11" fmla="*/ 2147483647 h 1000"/>
              <a:gd name="T12" fmla="*/ 2147483647 w 1352"/>
              <a:gd name="T13" fmla="*/ 2147483647 h 1000"/>
              <a:gd name="T14" fmla="*/ 0 w 1352"/>
              <a:gd name="T15" fmla="*/ 2147483647 h 10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52"/>
              <a:gd name="T25" fmla="*/ 0 h 1000"/>
              <a:gd name="T26" fmla="*/ 1352 w 1352"/>
              <a:gd name="T27" fmla="*/ 1000 h 10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52" h="1000">
                <a:moveTo>
                  <a:pt x="0" y="791"/>
                </a:moveTo>
                <a:lnTo>
                  <a:pt x="0" y="440"/>
                </a:lnTo>
                <a:lnTo>
                  <a:pt x="1023" y="184"/>
                </a:lnTo>
                <a:lnTo>
                  <a:pt x="1023" y="0"/>
                </a:lnTo>
                <a:lnTo>
                  <a:pt x="1351" y="480"/>
                </a:lnTo>
                <a:lnTo>
                  <a:pt x="1023" y="999"/>
                </a:lnTo>
                <a:lnTo>
                  <a:pt x="1023" y="791"/>
                </a:lnTo>
                <a:lnTo>
                  <a:pt x="0" y="791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1433513" y="3840163"/>
            <a:ext cx="1711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3763963" y="3579813"/>
            <a:ext cx="1323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5445125" y="3392488"/>
            <a:ext cx="1447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1332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D 3D</a:t>
            </a:r>
          </a:p>
        </p:txBody>
      </p:sp>
      <p:sp>
        <p:nvSpPr>
          <p:cNvPr id="1332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32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7F19CEE-00E3-4E39-AFF3-075F2E1F21F9}" type="slidenum">
              <a:rPr lang="zh-CN" altLang="en-US" smtClean="0"/>
              <a:pPr defTabSz="895350"/>
              <a:t>11</a:t>
            </a:fld>
            <a:endParaRPr lang="en-US" altLang="zh-CN"/>
          </a:p>
        </p:txBody>
      </p:sp>
      <p:sp>
        <p:nvSpPr>
          <p:cNvPr id="14339" name="Freeform 2"/>
          <p:cNvSpPr>
            <a:spLocks/>
          </p:cNvSpPr>
          <p:nvPr/>
        </p:nvSpPr>
        <p:spPr bwMode="blackWhite">
          <a:xfrm>
            <a:off x="5040313" y="1455738"/>
            <a:ext cx="2635250" cy="4075112"/>
          </a:xfrm>
          <a:custGeom>
            <a:avLst/>
            <a:gdLst>
              <a:gd name="T0" fmla="*/ 0 w 1660"/>
              <a:gd name="T1" fmla="*/ 2147483647 h 2567"/>
              <a:gd name="T2" fmla="*/ 2147483647 w 1660"/>
              <a:gd name="T3" fmla="*/ 2147483647 h 2567"/>
              <a:gd name="T4" fmla="*/ 2147483647 w 1660"/>
              <a:gd name="T5" fmla="*/ 0 h 2567"/>
              <a:gd name="T6" fmla="*/ 2147483647 w 1660"/>
              <a:gd name="T7" fmla="*/ 2147483647 h 2567"/>
              <a:gd name="T8" fmla="*/ 2147483647 w 1660"/>
              <a:gd name="T9" fmla="*/ 2147483647 h 2567"/>
              <a:gd name="T10" fmla="*/ 2147483647 w 1660"/>
              <a:gd name="T11" fmla="*/ 2147483647 h 2567"/>
              <a:gd name="T12" fmla="*/ 0 w 1660"/>
              <a:gd name="T13" fmla="*/ 2147483647 h 2567"/>
              <a:gd name="T14" fmla="*/ 0 w 1660"/>
              <a:gd name="T15" fmla="*/ 2147483647 h 2567"/>
              <a:gd name="T16" fmla="*/ 0 w 1660"/>
              <a:gd name="T17" fmla="*/ 2147483647 h 256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60"/>
              <a:gd name="T28" fmla="*/ 0 h 2567"/>
              <a:gd name="T29" fmla="*/ 1660 w 1660"/>
              <a:gd name="T30" fmla="*/ 2567 h 256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60" h="2567">
                <a:moveTo>
                  <a:pt x="0" y="256"/>
                </a:moveTo>
                <a:lnTo>
                  <a:pt x="1080" y="256"/>
                </a:lnTo>
                <a:lnTo>
                  <a:pt x="1080" y="0"/>
                </a:lnTo>
                <a:lnTo>
                  <a:pt x="1659" y="1283"/>
                </a:lnTo>
                <a:lnTo>
                  <a:pt x="1080" y="2566"/>
                </a:lnTo>
                <a:lnTo>
                  <a:pt x="1080" y="2309"/>
                </a:lnTo>
                <a:lnTo>
                  <a:pt x="0" y="2309"/>
                </a:lnTo>
                <a:lnTo>
                  <a:pt x="0" y="1283"/>
                </a:lnTo>
                <a:lnTo>
                  <a:pt x="0" y="256"/>
                </a:lnTo>
              </a:path>
            </a:pathLst>
          </a:custGeom>
          <a:solidFill>
            <a:schemeClr val="fol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4340" name="Freeform 3"/>
          <p:cNvSpPr>
            <a:spLocks/>
          </p:cNvSpPr>
          <p:nvPr/>
        </p:nvSpPr>
        <p:spPr bwMode="blackWhite">
          <a:xfrm>
            <a:off x="3376613" y="1862138"/>
            <a:ext cx="2398712" cy="3260725"/>
          </a:xfrm>
          <a:custGeom>
            <a:avLst/>
            <a:gdLst>
              <a:gd name="T0" fmla="*/ 0 w 1511"/>
              <a:gd name="T1" fmla="*/ 2147483647 h 2054"/>
              <a:gd name="T2" fmla="*/ 2147483647 w 1511"/>
              <a:gd name="T3" fmla="*/ 2147483647 h 2054"/>
              <a:gd name="T4" fmla="*/ 2147483647 w 1511"/>
              <a:gd name="T5" fmla="*/ 0 h 2054"/>
              <a:gd name="T6" fmla="*/ 2147483647 w 1511"/>
              <a:gd name="T7" fmla="*/ 2147483647 h 2054"/>
              <a:gd name="T8" fmla="*/ 2147483647 w 1511"/>
              <a:gd name="T9" fmla="*/ 2147483647 h 2054"/>
              <a:gd name="T10" fmla="*/ 2147483647 w 1511"/>
              <a:gd name="T11" fmla="*/ 2147483647 h 2054"/>
              <a:gd name="T12" fmla="*/ 0 w 1511"/>
              <a:gd name="T13" fmla="*/ 2147483647 h 2054"/>
              <a:gd name="T14" fmla="*/ 0 w 1511"/>
              <a:gd name="T15" fmla="*/ 2147483647 h 2054"/>
              <a:gd name="T16" fmla="*/ 0 w 1511"/>
              <a:gd name="T17" fmla="*/ 2147483647 h 205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11"/>
              <a:gd name="T28" fmla="*/ 0 h 2054"/>
              <a:gd name="T29" fmla="*/ 1511 w 1511"/>
              <a:gd name="T30" fmla="*/ 2054 h 205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11" h="2054">
                <a:moveTo>
                  <a:pt x="0" y="203"/>
                </a:moveTo>
                <a:lnTo>
                  <a:pt x="1048" y="203"/>
                </a:lnTo>
                <a:lnTo>
                  <a:pt x="1048" y="0"/>
                </a:lnTo>
                <a:lnTo>
                  <a:pt x="1510" y="1026"/>
                </a:lnTo>
                <a:lnTo>
                  <a:pt x="1048" y="2053"/>
                </a:lnTo>
                <a:lnTo>
                  <a:pt x="1048" y="1849"/>
                </a:lnTo>
                <a:lnTo>
                  <a:pt x="0" y="1849"/>
                </a:lnTo>
                <a:lnTo>
                  <a:pt x="0" y="1026"/>
                </a:lnTo>
                <a:lnTo>
                  <a:pt x="0" y="203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4341" name="Freeform 4"/>
          <p:cNvSpPr>
            <a:spLocks/>
          </p:cNvSpPr>
          <p:nvPr/>
        </p:nvSpPr>
        <p:spPr bwMode="blackWhite">
          <a:xfrm>
            <a:off x="2049463" y="2203450"/>
            <a:ext cx="1916112" cy="2597150"/>
          </a:xfrm>
          <a:custGeom>
            <a:avLst/>
            <a:gdLst>
              <a:gd name="T0" fmla="*/ 0 w 1207"/>
              <a:gd name="T1" fmla="*/ 2147483647 h 1636"/>
              <a:gd name="T2" fmla="*/ 2147483647 w 1207"/>
              <a:gd name="T3" fmla="*/ 2147483647 h 1636"/>
              <a:gd name="T4" fmla="*/ 2147483647 w 1207"/>
              <a:gd name="T5" fmla="*/ 0 h 1636"/>
              <a:gd name="T6" fmla="*/ 2147483647 w 1207"/>
              <a:gd name="T7" fmla="*/ 2147483647 h 1636"/>
              <a:gd name="T8" fmla="*/ 2147483647 w 1207"/>
              <a:gd name="T9" fmla="*/ 2147483647 h 1636"/>
              <a:gd name="T10" fmla="*/ 2147483647 w 1207"/>
              <a:gd name="T11" fmla="*/ 2147483647 h 1636"/>
              <a:gd name="T12" fmla="*/ 0 w 1207"/>
              <a:gd name="T13" fmla="*/ 2147483647 h 1636"/>
              <a:gd name="T14" fmla="*/ 0 w 1207"/>
              <a:gd name="T15" fmla="*/ 2147483647 h 1636"/>
              <a:gd name="T16" fmla="*/ 0 w 1207"/>
              <a:gd name="T17" fmla="*/ 2147483647 h 16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207"/>
              <a:gd name="T28" fmla="*/ 0 h 1636"/>
              <a:gd name="T29" fmla="*/ 1207 w 1207"/>
              <a:gd name="T30" fmla="*/ 1636 h 16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207" h="1636">
                <a:moveTo>
                  <a:pt x="0" y="244"/>
                </a:moveTo>
                <a:lnTo>
                  <a:pt x="837" y="244"/>
                </a:lnTo>
                <a:lnTo>
                  <a:pt x="837" y="0"/>
                </a:lnTo>
                <a:lnTo>
                  <a:pt x="1206" y="812"/>
                </a:lnTo>
                <a:lnTo>
                  <a:pt x="837" y="1635"/>
                </a:lnTo>
                <a:lnTo>
                  <a:pt x="837" y="1390"/>
                </a:lnTo>
                <a:lnTo>
                  <a:pt x="0" y="1390"/>
                </a:lnTo>
                <a:lnTo>
                  <a:pt x="0" y="812"/>
                </a:lnTo>
                <a:lnTo>
                  <a:pt x="0" y="244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4342" name="Freeform 5"/>
          <p:cNvSpPr>
            <a:spLocks/>
          </p:cNvSpPr>
          <p:nvPr/>
        </p:nvSpPr>
        <p:spPr bwMode="blackWhite">
          <a:xfrm>
            <a:off x="1025525" y="2592388"/>
            <a:ext cx="1438275" cy="1819275"/>
          </a:xfrm>
          <a:custGeom>
            <a:avLst/>
            <a:gdLst>
              <a:gd name="T0" fmla="*/ 0 w 906"/>
              <a:gd name="T1" fmla="*/ 2147483647 h 1146"/>
              <a:gd name="T2" fmla="*/ 2147483647 w 906"/>
              <a:gd name="T3" fmla="*/ 2147483647 h 1146"/>
              <a:gd name="T4" fmla="*/ 2147483647 w 906"/>
              <a:gd name="T5" fmla="*/ 0 h 1146"/>
              <a:gd name="T6" fmla="*/ 2147483647 w 906"/>
              <a:gd name="T7" fmla="*/ 2147483647 h 1146"/>
              <a:gd name="T8" fmla="*/ 2147483647 w 906"/>
              <a:gd name="T9" fmla="*/ 2147483647 h 1146"/>
              <a:gd name="T10" fmla="*/ 2147483647 w 906"/>
              <a:gd name="T11" fmla="*/ 2147483647 h 1146"/>
              <a:gd name="T12" fmla="*/ 0 w 906"/>
              <a:gd name="T13" fmla="*/ 2147483647 h 1146"/>
              <a:gd name="T14" fmla="*/ 0 w 906"/>
              <a:gd name="T15" fmla="*/ 2147483647 h 1146"/>
              <a:gd name="T16" fmla="*/ 0 w 906"/>
              <a:gd name="T17" fmla="*/ 2147483647 h 114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06"/>
              <a:gd name="T28" fmla="*/ 0 h 1146"/>
              <a:gd name="T29" fmla="*/ 906 w 906"/>
              <a:gd name="T30" fmla="*/ 1146 h 114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06" h="1146">
                <a:moveTo>
                  <a:pt x="0" y="224"/>
                </a:moveTo>
                <a:lnTo>
                  <a:pt x="645" y="224"/>
                </a:lnTo>
                <a:lnTo>
                  <a:pt x="645" y="0"/>
                </a:lnTo>
                <a:lnTo>
                  <a:pt x="905" y="567"/>
                </a:lnTo>
                <a:lnTo>
                  <a:pt x="645" y="1145"/>
                </a:lnTo>
                <a:lnTo>
                  <a:pt x="645" y="920"/>
                </a:lnTo>
                <a:lnTo>
                  <a:pt x="0" y="920"/>
                </a:lnTo>
                <a:lnTo>
                  <a:pt x="0" y="567"/>
                </a:lnTo>
                <a:lnTo>
                  <a:pt x="0" y="224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1154113" y="3389313"/>
            <a:ext cx="795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auto">
          <a:xfrm>
            <a:off x="2609850" y="3389313"/>
            <a:ext cx="102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auto">
          <a:xfrm>
            <a:off x="4127500" y="3387725"/>
            <a:ext cx="1243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5949950" y="3387725"/>
            <a:ext cx="1243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143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E 3D</a:t>
            </a:r>
          </a:p>
        </p:txBody>
      </p:sp>
      <p:sp>
        <p:nvSpPr>
          <p:cNvPr id="1434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34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27BA5A7-D2BA-4ED5-B84D-074B5DBDF395}" type="slidenum">
              <a:rPr lang="zh-CN" altLang="en-US" smtClean="0"/>
              <a:pPr defTabSz="895350"/>
              <a:t>12</a:t>
            </a:fld>
            <a:endParaRPr lang="en-US" altLang="zh-CN"/>
          </a:p>
        </p:txBody>
      </p:sp>
      <p:sp>
        <p:nvSpPr>
          <p:cNvPr id="15363" name="Freeform 2"/>
          <p:cNvSpPr>
            <a:spLocks/>
          </p:cNvSpPr>
          <p:nvPr/>
        </p:nvSpPr>
        <p:spPr bwMode="blackWhite">
          <a:xfrm>
            <a:off x="4519613" y="2192338"/>
            <a:ext cx="3292475" cy="2312987"/>
          </a:xfrm>
          <a:custGeom>
            <a:avLst/>
            <a:gdLst>
              <a:gd name="T0" fmla="*/ 0 w 1800"/>
              <a:gd name="T1" fmla="*/ 2147483647 h 1303"/>
              <a:gd name="T2" fmla="*/ 2147483647 w 1800"/>
              <a:gd name="T3" fmla="*/ 2147483647 h 1303"/>
              <a:gd name="T4" fmla="*/ 2147483647 w 1800"/>
              <a:gd name="T5" fmla="*/ 0 h 1303"/>
              <a:gd name="T6" fmla="*/ 2147483647 w 1800"/>
              <a:gd name="T7" fmla="*/ 2147483647 h 1303"/>
              <a:gd name="T8" fmla="*/ 2147483647 w 1800"/>
              <a:gd name="T9" fmla="*/ 2147483647 h 1303"/>
              <a:gd name="T10" fmla="*/ 2147483647 w 1800"/>
              <a:gd name="T11" fmla="*/ 2147483647 h 1303"/>
              <a:gd name="T12" fmla="*/ 0 w 1800"/>
              <a:gd name="T13" fmla="*/ 2147483647 h 1303"/>
              <a:gd name="T14" fmla="*/ 0 w 1800"/>
              <a:gd name="T15" fmla="*/ 2147483647 h 1303"/>
              <a:gd name="T16" fmla="*/ 0 w 1800"/>
              <a:gd name="T17" fmla="*/ 2147483647 h 130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00"/>
              <a:gd name="T28" fmla="*/ 0 h 1303"/>
              <a:gd name="T29" fmla="*/ 1800 w 1800"/>
              <a:gd name="T30" fmla="*/ 1303 h 130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00" h="1303">
                <a:moveTo>
                  <a:pt x="0" y="128"/>
                </a:moveTo>
                <a:lnTo>
                  <a:pt x="1423" y="128"/>
                </a:lnTo>
                <a:lnTo>
                  <a:pt x="1423" y="0"/>
                </a:lnTo>
                <a:lnTo>
                  <a:pt x="1799" y="655"/>
                </a:lnTo>
                <a:lnTo>
                  <a:pt x="1423" y="1302"/>
                </a:lnTo>
                <a:lnTo>
                  <a:pt x="1423" y="1174"/>
                </a:lnTo>
                <a:lnTo>
                  <a:pt x="0" y="1174"/>
                </a:lnTo>
                <a:lnTo>
                  <a:pt x="0" y="655"/>
                </a:lnTo>
                <a:lnTo>
                  <a:pt x="0" y="128"/>
                </a:lnTo>
              </a:path>
            </a:pathLst>
          </a:custGeom>
          <a:solidFill>
            <a:schemeClr val="fol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5364" name="Freeform 3"/>
          <p:cNvSpPr>
            <a:spLocks/>
          </p:cNvSpPr>
          <p:nvPr/>
        </p:nvSpPr>
        <p:spPr bwMode="blackWhite">
          <a:xfrm>
            <a:off x="2530475" y="2401888"/>
            <a:ext cx="2633663" cy="2198687"/>
          </a:xfrm>
          <a:custGeom>
            <a:avLst/>
            <a:gdLst>
              <a:gd name="T0" fmla="*/ 0 w 1440"/>
              <a:gd name="T1" fmla="*/ 2147483647 h 1239"/>
              <a:gd name="T2" fmla="*/ 2147483647 w 1440"/>
              <a:gd name="T3" fmla="*/ 2147483647 h 1239"/>
              <a:gd name="T4" fmla="*/ 2147483647 w 1440"/>
              <a:gd name="T5" fmla="*/ 0 h 1239"/>
              <a:gd name="T6" fmla="*/ 2147483647 w 1440"/>
              <a:gd name="T7" fmla="*/ 2147483647 h 1239"/>
              <a:gd name="T8" fmla="*/ 2147483647 w 1440"/>
              <a:gd name="T9" fmla="*/ 2147483647 h 1239"/>
              <a:gd name="T10" fmla="*/ 2147483647 w 1440"/>
              <a:gd name="T11" fmla="*/ 2147483647 h 1239"/>
              <a:gd name="T12" fmla="*/ 0 w 1440"/>
              <a:gd name="T13" fmla="*/ 2147483647 h 1239"/>
              <a:gd name="T14" fmla="*/ 0 w 1440"/>
              <a:gd name="T15" fmla="*/ 2147483647 h 1239"/>
              <a:gd name="T16" fmla="*/ 0 w 1440"/>
              <a:gd name="T17" fmla="*/ 2147483647 h 123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40"/>
              <a:gd name="T28" fmla="*/ 0 h 1239"/>
              <a:gd name="T29" fmla="*/ 1440 w 1440"/>
              <a:gd name="T30" fmla="*/ 1239 h 123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40" h="1239">
                <a:moveTo>
                  <a:pt x="0" y="184"/>
                </a:moveTo>
                <a:lnTo>
                  <a:pt x="1079" y="184"/>
                </a:lnTo>
                <a:lnTo>
                  <a:pt x="1079" y="0"/>
                </a:lnTo>
                <a:lnTo>
                  <a:pt x="1439" y="615"/>
                </a:lnTo>
                <a:lnTo>
                  <a:pt x="1079" y="1238"/>
                </a:lnTo>
                <a:lnTo>
                  <a:pt x="1079" y="1054"/>
                </a:lnTo>
                <a:lnTo>
                  <a:pt x="0" y="1054"/>
                </a:lnTo>
                <a:lnTo>
                  <a:pt x="0" y="615"/>
                </a:lnTo>
                <a:lnTo>
                  <a:pt x="0" y="184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5365" name="Freeform 4"/>
          <p:cNvSpPr>
            <a:spLocks/>
          </p:cNvSpPr>
          <p:nvPr/>
        </p:nvSpPr>
        <p:spPr bwMode="blackWhite">
          <a:xfrm>
            <a:off x="1125538" y="2744788"/>
            <a:ext cx="1976437" cy="1914525"/>
          </a:xfrm>
          <a:custGeom>
            <a:avLst/>
            <a:gdLst>
              <a:gd name="T0" fmla="*/ 0 w 1080"/>
              <a:gd name="T1" fmla="*/ 2147483647 h 1079"/>
              <a:gd name="T2" fmla="*/ 2147483647 w 1080"/>
              <a:gd name="T3" fmla="*/ 2147483647 h 1079"/>
              <a:gd name="T4" fmla="*/ 2147483647 w 1080"/>
              <a:gd name="T5" fmla="*/ 0 h 1079"/>
              <a:gd name="T6" fmla="*/ 2147483647 w 1080"/>
              <a:gd name="T7" fmla="*/ 2147483647 h 1079"/>
              <a:gd name="T8" fmla="*/ 2147483647 w 1080"/>
              <a:gd name="T9" fmla="*/ 2147483647 h 1079"/>
              <a:gd name="T10" fmla="*/ 2147483647 w 1080"/>
              <a:gd name="T11" fmla="*/ 2147483647 h 1079"/>
              <a:gd name="T12" fmla="*/ 0 w 1080"/>
              <a:gd name="T13" fmla="*/ 2147483647 h 1079"/>
              <a:gd name="T14" fmla="*/ 0 w 1080"/>
              <a:gd name="T15" fmla="*/ 2147483647 h 1079"/>
              <a:gd name="T16" fmla="*/ 0 w 1080"/>
              <a:gd name="T17" fmla="*/ 2147483647 h 10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80"/>
              <a:gd name="T28" fmla="*/ 0 h 1079"/>
              <a:gd name="T29" fmla="*/ 1080 w 1080"/>
              <a:gd name="T30" fmla="*/ 1079 h 107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80" h="1079">
                <a:moveTo>
                  <a:pt x="0" y="215"/>
                </a:moveTo>
                <a:lnTo>
                  <a:pt x="768" y="215"/>
                </a:lnTo>
                <a:lnTo>
                  <a:pt x="768" y="0"/>
                </a:lnTo>
                <a:lnTo>
                  <a:pt x="1079" y="543"/>
                </a:lnTo>
                <a:lnTo>
                  <a:pt x="768" y="1078"/>
                </a:lnTo>
                <a:lnTo>
                  <a:pt x="768" y="862"/>
                </a:lnTo>
                <a:lnTo>
                  <a:pt x="0" y="862"/>
                </a:lnTo>
                <a:lnTo>
                  <a:pt x="0" y="543"/>
                </a:lnTo>
                <a:lnTo>
                  <a:pt x="0" y="215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1233488" y="3568700"/>
            <a:ext cx="1512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3298825" y="3368675"/>
            <a:ext cx="1509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5359400" y="3251200"/>
            <a:ext cx="2106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1536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G 3D</a:t>
            </a:r>
          </a:p>
        </p:txBody>
      </p:sp>
      <p:sp>
        <p:nvSpPr>
          <p:cNvPr id="1537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537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B515840-C172-49B3-B5FD-CBE168E2F105}" type="slidenum">
              <a:rPr lang="zh-CN" altLang="en-US" smtClean="0"/>
              <a:pPr defTabSz="895350"/>
              <a:t>13</a:t>
            </a:fld>
            <a:endParaRPr lang="en-US" altLang="zh-CN"/>
          </a:p>
        </p:txBody>
      </p:sp>
      <p:sp>
        <p:nvSpPr>
          <p:cNvPr id="16387" name="Freeform 2"/>
          <p:cNvSpPr>
            <a:spLocks/>
          </p:cNvSpPr>
          <p:nvPr/>
        </p:nvSpPr>
        <p:spPr bwMode="blackWhite">
          <a:xfrm>
            <a:off x="1603375" y="1446213"/>
            <a:ext cx="5630863" cy="3881437"/>
          </a:xfrm>
          <a:custGeom>
            <a:avLst/>
            <a:gdLst>
              <a:gd name="T0" fmla="*/ 2147483647 w 2629"/>
              <a:gd name="T1" fmla="*/ 0 h 2129"/>
              <a:gd name="T2" fmla="*/ 0 w 2629"/>
              <a:gd name="T3" fmla="*/ 0 h 2129"/>
              <a:gd name="T4" fmla="*/ 0 w 2629"/>
              <a:gd name="T5" fmla="*/ 2147483647 h 2129"/>
              <a:gd name="T6" fmla="*/ 2147483647 w 2629"/>
              <a:gd name="T7" fmla="*/ 2147483647 h 2129"/>
              <a:gd name="T8" fmla="*/ 2147483647 w 2629"/>
              <a:gd name="T9" fmla="*/ 2147483647 h 2129"/>
              <a:gd name="T10" fmla="*/ 2147483647 w 2629"/>
              <a:gd name="T11" fmla="*/ 2147483647 h 2129"/>
              <a:gd name="T12" fmla="*/ 2147483647 w 2629"/>
              <a:gd name="T13" fmla="*/ 2147483647 h 2129"/>
              <a:gd name="T14" fmla="*/ 2147483647 w 2629"/>
              <a:gd name="T15" fmla="*/ 2147483647 h 2129"/>
              <a:gd name="T16" fmla="*/ 0 w 2629"/>
              <a:gd name="T17" fmla="*/ 2147483647 h 2129"/>
              <a:gd name="T18" fmla="*/ 0 w 2629"/>
              <a:gd name="T19" fmla="*/ 2147483647 h 2129"/>
              <a:gd name="T20" fmla="*/ 2147483647 w 2629"/>
              <a:gd name="T21" fmla="*/ 2147483647 h 2129"/>
              <a:gd name="T22" fmla="*/ 2147483647 w 2629"/>
              <a:gd name="T23" fmla="*/ 0 h 212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629"/>
              <a:gd name="T37" fmla="*/ 0 h 2129"/>
              <a:gd name="T38" fmla="*/ 2629 w 2629"/>
              <a:gd name="T39" fmla="*/ 2129 h 212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629" h="2129">
                <a:moveTo>
                  <a:pt x="2629" y="0"/>
                </a:moveTo>
                <a:lnTo>
                  <a:pt x="0" y="0"/>
                </a:lnTo>
                <a:lnTo>
                  <a:pt x="0" y="520"/>
                </a:lnTo>
                <a:lnTo>
                  <a:pt x="1196" y="520"/>
                </a:lnTo>
                <a:lnTo>
                  <a:pt x="1196" y="265"/>
                </a:lnTo>
                <a:lnTo>
                  <a:pt x="1433" y="1060"/>
                </a:lnTo>
                <a:lnTo>
                  <a:pt x="1196" y="1854"/>
                </a:lnTo>
                <a:lnTo>
                  <a:pt x="1196" y="1590"/>
                </a:lnTo>
                <a:lnTo>
                  <a:pt x="0" y="1590"/>
                </a:lnTo>
                <a:lnTo>
                  <a:pt x="0" y="2129"/>
                </a:lnTo>
                <a:lnTo>
                  <a:pt x="2629" y="2129"/>
                </a:lnTo>
                <a:lnTo>
                  <a:pt x="2629" y="0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652588" y="3244850"/>
            <a:ext cx="2547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4799013" y="3244850"/>
            <a:ext cx="2290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I 3D</a:t>
            </a:r>
          </a:p>
        </p:txBody>
      </p:sp>
      <p:sp>
        <p:nvSpPr>
          <p:cNvPr id="1639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639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675AB7C-B07E-4841-8B86-B13D719C4F39}" type="slidenum">
              <a:rPr lang="zh-CN" altLang="en-US" smtClean="0"/>
              <a:pPr defTabSz="895350"/>
              <a:t>14</a:t>
            </a:fld>
            <a:endParaRPr lang="en-US" altLang="zh-CN"/>
          </a:p>
        </p:txBody>
      </p:sp>
      <p:sp>
        <p:nvSpPr>
          <p:cNvPr id="17411" name="Freeform 2"/>
          <p:cNvSpPr>
            <a:spLocks/>
          </p:cNvSpPr>
          <p:nvPr/>
        </p:nvSpPr>
        <p:spPr bwMode="blackWhite">
          <a:xfrm>
            <a:off x="4357688" y="1446213"/>
            <a:ext cx="3074987" cy="3995737"/>
          </a:xfrm>
          <a:custGeom>
            <a:avLst/>
            <a:gdLst>
              <a:gd name="T0" fmla="*/ 0 w 1864"/>
              <a:gd name="T1" fmla="*/ 2147483647 h 2495"/>
              <a:gd name="T2" fmla="*/ 2147483647 w 1864"/>
              <a:gd name="T3" fmla="*/ 2147483647 h 2495"/>
              <a:gd name="T4" fmla="*/ 2147483647 w 1864"/>
              <a:gd name="T5" fmla="*/ 0 h 2495"/>
              <a:gd name="T6" fmla="*/ 2147483647 w 1864"/>
              <a:gd name="T7" fmla="*/ 2147483647 h 2495"/>
              <a:gd name="T8" fmla="*/ 2147483647 w 1864"/>
              <a:gd name="T9" fmla="*/ 2147483647 h 2495"/>
              <a:gd name="T10" fmla="*/ 2147483647 w 1864"/>
              <a:gd name="T11" fmla="*/ 2147483647 h 2495"/>
              <a:gd name="T12" fmla="*/ 0 w 1864"/>
              <a:gd name="T13" fmla="*/ 2147483647 h 2495"/>
              <a:gd name="T14" fmla="*/ 2147483647 w 1864"/>
              <a:gd name="T15" fmla="*/ 2147483647 h 2495"/>
              <a:gd name="T16" fmla="*/ 0 w 1864"/>
              <a:gd name="T17" fmla="*/ 2147483647 h 249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64"/>
              <a:gd name="T28" fmla="*/ 0 h 2495"/>
              <a:gd name="T29" fmla="*/ 1864 w 1864"/>
              <a:gd name="T30" fmla="*/ 2495 h 249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64" h="2495">
                <a:moveTo>
                  <a:pt x="0" y="312"/>
                </a:moveTo>
                <a:lnTo>
                  <a:pt x="1471" y="312"/>
                </a:lnTo>
                <a:lnTo>
                  <a:pt x="1471" y="0"/>
                </a:lnTo>
                <a:lnTo>
                  <a:pt x="1863" y="1247"/>
                </a:lnTo>
                <a:lnTo>
                  <a:pt x="1471" y="2494"/>
                </a:lnTo>
                <a:lnTo>
                  <a:pt x="1471" y="2214"/>
                </a:lnTo>
                <a:lnTo>
                  <a:pt x="0" y="2214"/>
                </a:lnTo>
                <a:lnTo>
                  <a:pt x="432" y="1263"/>
                </a:lnTo>
                <a:lnTo>
                  <a:pt x="0" y="312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7412" name="Freeform 3"/>
          <p:cNvSpPr>
            <a:spLocks/>
          </p:cNvSpPr>
          <p:nvPr/>
        </p:nvSpPr>
        <p:spPr bwMode="blackWhite">
          <a:xfrm>
            <a:off x="1693863" y="3840163"/>
            <a:ext cx="3062287" cy="1154112"/>
          </a:xfrm>
          <a:custGeom>
            <a:avLst/>
            <a:gdLst>
              <a:gd name="T0" fmla="*/ 2147483647 w 1856"/>
              <a:gd name="T1" fmla="*/ 2147483647 h 720"/>
              <a:gd name="T2" fmla="*/ 2147483647 w 1856"/>
              <a:gd name="T3" fmla="*/ 2147483647 h 720"/>
              <a:gd name="T4" fmla="*/ 2147483647 w 1856"/>
              <a:gd name="T5" fmla="*/ 0 h 720"/>
              <a:gd name="T6" fmla="*/ 0 w 1856"/>
              <a:gd name="T7" fmla="*/ 0 h 720"/>
              <a:gd name="T8" fmla="*/ 0 w 1856"/>
              <a:gd name="T9" fmla="*/ 2147483647 h 720"/>
              <a:gd name="T10" fmla="*/ 2147483647 w 1856"/>
              <a:gd name="T11" fmla="*/ 2147483647 h 7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56"/>
              <a:gd name="T19" fmla="*/ 0 h 720"/>
              <a:gd name="T20" fmla="*/ 1856 w 1856"/>
              <a:gd name="T21" fmla="*/ 720 h 7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56" h="720">
                <a:moveTo>
                  <a:pt x="1527" y="312"/>
                </a:moveTo>
                <a:lnTo>
                  <a:pt x="1527" y="719"/>
                </a:lnTo>
                <a:lnTo>
                  <a:pt x="1855" y="0"/>
                </a:lnTo>
                <a:lnTo>
                  <a:pt x="0" y="0"/>
                </a:lnTo>
                <a:lnTo>
                  <a:pt x="0" y="312"/>
                </a:lnTo>
                <a:lnTo>
                  <a:pt x="1527" y="312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7413" name="Freeform 4"/>
          <p:cNvSpPr>
            <a:spLocks/>
          </p:cNvSpPr>
          <p:nvPr/>
        </p:nvSpPr>
        <p:spPr bwMode="blackWhite">
          <a:xfrm>
            <a:off x="1693863" y="1946275"/>
            <a:ext cx="3062287" cy="1152525"/>
          </a:xfrm>
          <a:custGeom>
            <a:avLst/>
            <a:gdLst>
              <a:gd name="T0" fmla="*/ 2147483647 w 1856"/>
              <a:gd name="T1" fmla="*/ 2147483647 h 720"/>
              <a:gd name="T2" fmla="*/ 2147483647 w 1856"/>
              <a:gd name="T3" fmla="*/ 0 h 720"/>
              <a:gd name="T4" fmla="*/ 2147483647 w 1856"/>
              <a:gd name="T5" fmla="*/ 2147483647 h 720"/>
              <a:gd name="T6" fmla="*/ 0 w 1856"/>
              <a:gd name="T7" fmla="*/ 2147483647 h 720"/>
              <a:gd name="T8" fmla="*/ 0 w 1856"/>
              <a:gd name="T9" fmla="*/ 2147483647 h 720"/>
              <a:gd name="T10" fmla="*/ 2147483647 w 1856"/>
              <a:gd name="T11" fmla="*/ 2147483647 h 7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56"/>
              <a:gd name="T19" fmla="*/ 0 h 720"/>
              <a:gd name="T20" fmla="*/ 1856 w 1856"/>
              <a:gd name="T21" fmla="*/ 720 h 7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56" h="720">
                <a:moveTo>
                  <a:pt x="1527" y="407"/>
                </a:moveTo>
                <a:lnTo>
                  <a:pt x="1527" y="0"/>
                </a:lnTo>
                <a:lnTo>
                  <a:pt x="1855" y="719"/>
                </a:lnTo>
                <a:lnTo>
                  <a:pt x="0" y="719"/>
                </a:lnTo>
                <a:lnTo>
                  <a:pt x="0" y="407"/>
                </a:lnTo>
                <a:lnTo>
                  <a:pt x="1527" y="407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7414" name="Freeform 5"/>
          <p:cNvSpPr>
            <a:spLocks/>
          </p:cNvSpPr>
          <p:nvPr/>
        </p:nvSpPr>
        <p:spPr bwMode="blackWhite">
          <a:xfrm>
            <a:off x="1695450" y="3187700"/>
            <a:ext cx="3232150" cy="579438"/>
          </a:xfrm>
          <a:custGeom>
            <a:avLst/>
            <a:gdLst>
              <a:gd name="T0" fmla="*/ 0 w 1959"/>
              <a:gd name="T1" fmla="*/ 0 h 362"/>
              <a:gd name="T2" fmla="*/ 2147483647 w 1959"/>
              <a:gd name="T3" fmla="*/ 0 h 362"/>
              <a:gd name="T4" fmla="*/ 2147483647 w 1959"/>
              <a:gd name="T5" fmla="*/ 2147483647 h 362"/>
              <a:gd name="T6" fmla="*/ 2147483647 w 1959"/>
              <a:gd name="T7" fmla="*/ 2147483647 h 362"/>
              <a:gd name="T8" fmla="*/ 0 w 1959"/>
              <a:gd name="T9" fmla="*/ 2147483647 h 362"/>
              <a:gd name="T10" fmla="*/ 0 w 1959"/>
              <a:gd name="T11" fmla="*/ 0 h 3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59"/>
              <a:gd name="T19" fmla="*/ 0 h 362"/>
              <a:gd name="T20" fmla="*/ 1959 w 1959"/>
              <a:gd name="T21" fmla="*/ 362 h 36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59" h="362">
                <a:moveTo>
                  <a:pt x="0" y="0"/>
                </a:moveTo>
                <a:lnTo>
                  <a:pt x="1885" y="0"/>
                </a:lnTo>
                <a:lnTo>
                  <a:pt x="1958" y="184"/>
                </a:lnTo>
                <a:lnTo>
                  <a:pt x="1882" y="361"/>
                </a:lnTo>
                <a:lnTo>
                  <a:pt x="0" y="36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1808163" y="2740025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1808163" y="3367088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1779588" y="3949700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5203825" y="3336925"/>
            <a:ext cx="2068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J 3D</a:t>
            </a:r>
          </a:p>
        </p:txBody>
      </p:sp>
      <p:sp>
        <p:nvSpPr>
          <p:cNvPr id="1742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42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BC0F828-5F60-415A-A542-1A830FC721CA}" type="slidenum">
              <a:rPr lang="zh-CN" altLang="en-US" smtClean="0"/>
              <a:pPr defTabSz="895350"/>
              <a:t>15</a:t>
            </a:fld>
            <a:endParaRPr lang="en-US" altLang="zh-CN"/>
          </a:p>
        </p:txBody>
      </p:sp>
      <p:sp>
        <p:nvSpPr>
          <p:cNvPr id="18435" name="Freeform 2"/>
          <p:cNvSpPr>
            <a:spLocks/>
          </p:cNvSpPr>
          <p:nvPr/>
        </p:nvSpPr>
        <p:spPr bwMode="blackWhite">
          <a:xfrm>
            <a:off x="1466850" y="2690813"/>
            <a:ext cx="2162175" cy="1352550"/>
          </a:xfrm>
          <a:custGeom>
            <a:avLst/>
            <a:gdLst>
              <a:gd name="T0" fmla="*/ 0 w 1528"/>
              <a:gd name="T1" fmla="*/ 2147483647 h 985"/>
              <a:gd name="T2" fmla="*/ 2147483647 w 1528"/>
              <a:gd name="T3" fmla="*/ 2147483647 h 985"/>
              <a:gd name="T4" fmla="*/ 2147483647 w 1528"/>
              <a:gd name="T5" fmla="*/ 0 h 985"/>
              <a:gd name="T6" fmla="*/ 2147483647 w 1528"/>
              <a:gd name="T7" fmla="*/ 2147483647 h 985"/>
              <a:gd name="T8" fmla="*/ 2147483647 w 1528"/>
              <a:gd name="T9" fmla="*/ 2147483647 h 985"/>
              <a:gd name="T10" fmla="*/ 2147483647 w 1528"/>
              <a:gd name="T11" fmla="*/ 2147483647 h 985"/>
              <a:gd name="T12" fmla="*/ 0 w 1528"/>
              <a:gd name="T13" fmla="*/ 2147483647 h 9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8"/>
              <a:gd name="T22" fmla="*/ 0 h 985"/>
              <a:gd name="T23" fmla="*/ 1528 w 1528"/>
              <a:gd name="T24" fmla="*/ 985 h 98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8" h="985">
                <a:moveTo>
                  <a:pt x="0" y="208"/>
                </a:moveTo>
                <a:lnTo>
                  <a:pt x="1284" y="208"/>
                </a:lnTo>
                <a:lnTo>
                  <a:pt x="1284" y="0"/>
                </a:lnTo>
                <a:lnTo>
                  <a:pt x="1527" y="472"/>
                </a:lnTo>
                <a:lnTo>
                  <a:pt x="1284" y="984"/>
                </a:lnTo>
                <a:lnTo>
                  <a:pt x="1284" y="752"/>
                </a:lnTo>
                <a:lnTo>
                  <a:pt x="0" y="752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8436" name="Line 3"/>
          <p:cNvSpPr>
            <a:spLocks noChangeShapeType="1"/>
          </p:cNvSpPr>
          <p:nvPr/>
        </p:nvSpPr>
        <p:spPr bwMode="blackWhite">
          <a:xfrm flipH="1">
            <a:off x="1371600" y="1906588"/>
            <a:ext cx="55626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37" name="Line 4"/>
          <p:cNvSpPr>
            <a:spLocks noChangeShapeType="1"/>
          </p:cNvSpPr>
          <p:nvPr/>
        </p:nvSpPr>
        <p:spPr bwMode="blackWhite">
          <a:xfrm flipH="1">
            <a:off x="1371600" y="2279650"/>
            <a:ext cx="3913188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38" name="Line 5"/>
          <p:cNvSpPr>
            <a:spLocks noChangeShapeType="1"/>
          </p:cNvSpPr>
          <p:nvPr/>
        </p:nvSpPr>
        <p:spPr bwMode="blackWhite">
          <a:xfrm flipH="1">
            <a:off x="1371600" y="2640013"/>
            <a:ext cx="260191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39" name="Line 6"/>
          <p:cNvSpPr>
            <a:spLocks noChangeShapeType="1"/>
          </p:cNvSpPr>
          <p:nvPr/>
        </p:nvSpPr>
        <p:spPr bwMode="blackWhite">
          <a:xfrm flipH="1">
            <a:off x="1371600" y="4002088"/>
            <a:ext cx="260191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40" name="Line 7"/>
          <p:cNvSpPr>
            <a:spLocks noChangeShapeType="1"/>
          </p:cNvSpPr>
          <p:nvPr/>
        </p:nvSpPr>
        <p:spPr bwMode="blackWhite">
          <a:xfrm flipH="1">
            <a:off x="1371600" y="4330700"/>
            <a:ext cx="3913188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41" name="Line 8"/>
          <p:cNvSpPr>
            <a:spLocks noChangeShapeType="1"/>
          </p:cNvSpPr>
          <p:nvPr/>
        </p:nvSpPr>
        <p:spPr bwMode="blackWhite">
          <a:xfrm flipH="1">
            <a:off x="1371600" y="4648200"/>
            <a:ext cx="5562600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1566863" y="3213100"/>
            <a:ext cx="1682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8443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N 3D</a:t>
            </a:r>
          </a:p>
        </p:txBody>
      </p:sp>
      <p:sp>
        <p:nvSpPr>
          <p:cNvPr id="18444" name="Freeform 11"/>
          <p:cNvSpPr>
            <a:spLocks/>
          </p:cNvSpPr>
          <p:nvPr/>
        </p:nvSpPr>
        <p:spPr bwMode="blackWhite">
          <a:xfrm>
            <a:off x="6076950" y="1660525"/>
            <a:ext cx="2228850" cy="3314700"/>
          </a:xfrm>
          <a:custGeom>
            <a:avLst/>
            <a:gdLst>
              <a:gd name="T0" fmla="*/ 0 w 1576"/>
              <a:gd name="T1" fmla="*/ 2147483647 h 2415"/>
              <a:gd name="T2" fmla="*/ 2147483647 w 1576"/>
              <a:gd name="T3" fmla="*/ 2147483647 h 2415"/>
              <a:gd name="T4" fmla="*/ 2147483647 w 1576"/>
              <a:gd name="T5" fmla="*/ 0 h 2415"/>
              <a:gd name="T6" fmla="*/ 2147483647 w 1576"/>
              <a:gd name="T7" fmla="*/ 2147483647 h 2415"/>
              <a:gd name="T8" fmla="*/ 2147483647 w 1576"/>
              <a:gd name="T9" fmla="*/ 2147483647 h 2415"/>
              <a:gd name="T10" fmla="*/ 2147483647 w 1576"/>
              <a:gd name="T11" fmla="*/ 2147483647 h 2415"/>
              <a:gd name="T12" fmla="*/ 0 w 1576"/>
              <a:gd name="T13" fmla="*/ 2147483647 h 24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76"/>
              <a:gd name="T22" fmla="*/ 0 h 2415"/>
              <a:gd name="T23" fmla="*/ 1576 w 1576"/>
              <a:gd name="T24" fmla="*/ 2415 h 241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76" h="2415">
                <a:moveTo>
                  <a:pt x="0" y="224"/>
                </a:moveTo>
                <a:lnTo>
                  <a:pt x="983" y="224"/>
                </a:lnTo>
                <a:lnTo>
                  <a:pt x="983" y="0"/>
                </a:lnTo>
                <a:lnTo>
                  <a:pt x="1575" y="1191"/>
                </a:lnTo>
                <a:lnTo>
                  <a:pt x="983" y="2414"/>
                </a:lnTo>
                <a:lnTo>
                  <a:pt x="983" y="2222"/>
                </a:lnTo>
                <a:lnTo>
                  <a:pt x="0" y="2222"/>
                </a:lnTo>
              </a:path>
            </a:pathLst>
          </a:custGeom>
          <a:solidFill>
            <a:schemeClr val="fol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8445" name="Freeform 12"/>
          <p:cNvSpPr>
            <a:spLocks/>
          </p:cNvSpPr>
          <p:nvPr/>
        </p:nvSpPr>
        <p:spPr bwMode="blackWhite">
          <a:xfrm>
            <a:off x="4956175" y="1968500"/>
            <a:ext cx="1789113" cy="2743200"/>
          </a:xfrm>
          <a:custGeom>
            <a:avLst/>
            <a:gdLst>
              <a:gd name="T0" fmla="*/ 0 w 1265"/>
              <a:gd name="T1" fmla="*/ 2147483647 h 1999"/>
              <a:gd name="T2" fmla="*/ 2147483647 w 1265"/>
              <a:gd name="T3" fmla="*/ 2147483647 h 1999"/>
              <a:gd name="T4" fmla="*/ 2147483647 w 1265"/>
              <a:gd name="T5" fmla="*/ 0 h 1999"/>
              <a:gd name="T6" fmla="*/ 2147483647 w 1265"/>
              <a:gd name="T7" fmla="*/ 2147483647 h 1999"/>
              <a:gd name="T8" fmla="*/ 2147483647 w 1265"/>
              <a:gd name="T9" fmla="*/ 2147483647 h 1999"/>
              <a:gd name="T10" fmla="*/ 2147483647 w 1265"/>
              <a:gd name="T11" fmla="*/ 2147483647 h 1999"/>
              <a:gd name="T12" fmla="*/ 2147483647 w 1265"/>
              <a:gd name="T13" fmla="*/ 2147483647 h 19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5"/>
              <a:gd name="T22" fmla="*/ 0 h 1999"/>
              <a:gd name="T23" fmla="*/ 1265 w 1265"/>
              <a:gd name="T24" fmla="*/ 1999 h 199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5" h="1999">
                <a:moveTo>
                  <a:pt x="0" y="264"/>
                </a:moveTo>
                <a:lnTo>
                  <a:pt x="792" y="264"/>
                </a:lnTo>
                <a:lnTo>
                  <a:pt x="792" y="0"/>
                </a:lnTo>
                <a:lnTo>
                  <a:pt x="1264" y="983"/>
                </a:lnTo>
                <a:lnTo>
                  <a:pt x="792" y="1998"/>
                </a:lnTo>
                <a:lnTo>
                  <a:pt x="792" y="1766"/>
                </a:lnTo>
                <a:lnTo>
                  <a:pt x="8" y="1766"/>
                </a:lnTo>
              </a:path>
            </a:pathLst>
          </a:custGeom>
          <a:solidFill>
            <a:schemeClr val="hlink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8446" name="Freeform 13"/>
          <p:cNvSpPr>
            <a:spLocks/>
          </p:cNvSpPr>
          <p:nvPr/>
        </p:nvSpPr>
        <p:spPr bwMode="blackWhite">
          <a:xfrm>
            <a:off x="4095750" y="2330450"/>
            <a:ext cx="1382713" cy="2062163"/>
          </a:xfrm>
          <a:custGeom>
            <a:avLst/>
            <a:gdLst>
              <a:gd name="T0" fmla="*/ 0 w 977"/>
              <a:gd name="T1" fmla="*/ 2147483647 h 1503"/>
              <a:gd name="T2" fmla="*/ 2147483647 w 977"/>
              <a:gd name="T3" fmla="*/ 2147483647 h 1503"/>
              <a:gd name="T4" fmla="*/ 2147483647 w 977"/>
              <a:gd name="T5" fmla="*/ 0 h 1503"/>
              <a:gd name="T6" fmla="*/ 2147483647 w 977"/>
              <a:gd name="T7" fmla="*/ 2147483647 h 1503"/>
              <a:gd name="T8" fmla="*/ 2147483647 w 977"/>
              <a:gd name="T9" fmla="*/ 2147483647 h 1503"/>
              <a:gd name="T10" fmla="*/ 2147483647 w 977"/>
              <a:gd name="T11" fmla="*/ 2147483647 h 1503"/>
              <a:gd name="T12" fmla="*/ 0 w 977"/>
              <a:gd name="T13" fmla="*/ 2147483647 h 15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77"/>
              <a:gd name="T22" fmla="*/ 0 h 1503"/>
              <a:gd name="T23" fmla="*/ 977 w 977"/>
              <a:gd name="T24" fmla="*/ 1503 h 150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77" h="1503">
                <a:moveTo>
                  <a:pt x="0" y="263"/>
                </a:moveTo>
                <a:lnTo>
                  <a:pt x="608" y="263"/>
                </a:lnTo>
                <a:lnTo>
                  <a:pt x="608" y="0"/>
                </a:lnTo>
                <a:lnTo>
                  <a:pt x="976" y="751"/>
                </a:lnTo>
                <a:lnTo>
                  <a:pt x="608" y="1502"/>
                </a:lnTo>
                <a:lnTo>
                  <a:pt x="608" y="1247"/>
                </a:lnTo>
                <a:lnTo>
                  <a:pt x="0" y="1247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8447" name="Rectangle 14"/>
          <p:cNvSpPr>
            <a:spLocks noChangeArrowheads="1"/>
          </p:cNvSpPr>
          <p:nvPr/>
        </p:nvSpPr>
        <p:spPr bwMode="auto">
          <a:xfrm>
            <a:off x="4191000" y="3243263"/>
            <a:ext cx="1066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8448" name="Rectangle 15"/>
          <p:cNvSpPr>
            <a:spLocks noChangeArrowheads="1"/>
          </p:cNvSpPr>
          <p:nvPr/>
        </p:nvSpPr>
        <p:spPr bwMode="auto">
          <a:xfrm>
            <a:off x="5545138" y="3225800"/>
            <a:ext cx="1011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8449" name="Rectangle 16"/>
          <p:cNvSpPr>
            <a:spLocks noChangeArrowheads="1"/>
          </p:cNvSpPr>
          <p:nvPr/>
        </p:nvSpPr>
        <p:spPr bwMode="auto">
          <a:xfrm>
            <a:off x="6842125" y="3225800"/>
            <a:ext cx="12969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1845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45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EEAEDB6-FEC9-4D52-AA26-29BFD99E2ED6}" type="slidenum">
              <a:rPr lang="zh-CN" altLang="en-US" smtClean="0"/>
              <a:pPr defTabSz="895350"/>
              <a:t>16</a:t>
            </a:fld>
            <a:endParaRPr lang="en-US" altLang="zh-CN"/>
          </a:p>
        </p:txBody>
      </p:sp>
      <p:sp>
        <p:nvSpPr>
          <p:cNvPr id="19459" name="Freeform 2"/>
          <p:cNvSpPr>
            <a:spLocks/>
          </p:cNvSpPr>
          <p:nvPr/>
        </p:nvSpPr>
        <p:spPr bwMode="blackWhite">
          <a:xfrm>
            <a:off x="1419225" y="1446213"/>
            <a:ext cx="6029325" cy="3271837"/>
          </a:xfrm>
          <a:custGeom>
            <a:avLst/>
            <a:gdLst>
              <a:gd name="T0" fmla="*/ 0 w 4263"/>
              <a:gd name="T1" fmla="*/ 2147483647 h 2383"/>
              <a:gd name="T2" fmla="*/ 2147483647 w 4263"/>
              <a:gd name="T3" fmla="*/ 2147483647 h 2383"/>
              <a:gd name="T4" fmla="*/ 2147483647 w 4263"/>
              <a:gd name="T5" fmla="*/ 0 h 2383"/>
              <a:gd name="T6" fmla="*/ 2147483647 w 4263"/>
              <a:gd name="T7" fmla="*/ 0 h 2383"/>
              <a:gd name="T8" fmla="*/ 2147483647 w 4263"/>
              <a:gd name="T9" fmla="*/ 2147483647 h 2383"/>
              <a:gd name="T10" fmla="*/ 2147483647 w 4263"/>
              <a:gd name="T11" fmla="*/ 2147483647 h 2383"/>
              <a:gd name="T12" fmla="*/ 2147483647 w 4263"/>
              <a:gd name="T13" fmla="*/ 2147483647 h 2383"/>
              <a:gd name="T14" fmla="*/ 2147483647 w 4263"/>
              <a:gd name="T15" fmla="*/ 2147483647 h 2383"/>
              <a:gd name="T16" fmla="*/ 0 w 4263"/>
              <a:gd name="T17" fmla="*/ 2147483647 h 23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63"/>
              <a:gd name="T28" fmla="*/ 0 h 2383"/>
              <a:gd name="T29" fmla="*/ 4263 w 4263"/>
              <a:gd name="T30" fmla="*/ 2383 h 238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63" h="2383">
                <a:moveTo>
                  <a:pt x="0" y="991"/>
                </a:moveTo>
                <a:lnTo>
                  <a:pt x="3750" y="991"/>
                </a:lnTo>
                <a:lnTo>
                  <a:pt x="3207" y="0"/>
                </a:lnTo>
                <a:lnTo>
                  <a:pt x="3630" y="0"/>
                </a:lnTo>
                <a:lnTo>
                  <a:pt x="4262" y="1207"/>
                </a:lnTo>
                <a:lnTo>
                  <a:pt x="3630" y="2382"/>
                </a:lnTo>
                <a:lnTo>
                  <a:pt x="3254" y="2382"/>
                </a:lnTo>
                <a:lnTo>
                  <a:pt x="3774" y="1391"/>
                </a:lnTo>
                <a:lnTo>
                  <a:pt x="0" y="1391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9460" name="Freeform 3"/>
          <p:cNvSpPr>
            <a:spLocks/>
          </p:cNvSpPr>
          <p:nvPr/>
        </p:nvSpPr>
        <p:spPr bwMode="blackWhite">
          <a:xfrm>
            <a:off x="1419225" y="1446213"/>
            <a:ext cx="5033963" cy="1230312"/>
          </a:xfrm>
          <a:custGeom>
            <a:avLst/>
            <a:gdLst>
              <a:gd name="T0" fmla="*/ 0 w 3559"/>
              <a:gd name="T1" fmla="*/ 2147483647 h 896"/>
              <a:gd name="T2" fmla="*/ 2147483647 w 3559"/>
              <a:gd name="T3" fmla="*/ 2147483647 h 896"/>
              <a:gd name="T4" fmla="*/ 2147483647 w 3559"/>
              <a:gd name="T5" fmla="*/ 0 h 896"/>
              <a:gd name="T6" fmla="*/ 2147483647 w 3559"/>
              <a:gd name="T7" fmla="*/ 0 h 896"/>
              <a:gd name="T8" fmla="*/ 2147483647 w 3559"/>
              <a:gd name="T9" fmla="*/ 2147483647 h 896"/>
              <a:gd name="T10" fmla="*/ 0 w 3559"/>
              <a:gd name="T11" fmla="*/ 2147483647 h 8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59"/>
              <a:gd name="T19" fmla="*/ 0 h 896"/>
              <a:gd name="T20" fmla="*/ 3559 w 3559"/>
              <a:gd name="T21" fmla="*/ 896 h 8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59" h="896">
                <a:moveTo>
                  <a:pt x="0" y="496"/>
                </a:moveTo>
                <a:lnTo>
                  <a:pt x="2943" y="496"/>
                </a:lnTo>
                <a:lnTo>
                  <a:pt x="2663" y="0"/>
                </a:lnTo>
                <a:lnTo>
                  <a:pt x="3063" y="0"/>
                </a:lnTo>
                <a:lnTo>
                  <a:pt x="3558" y="895"/>
                </a:lnTo>
                <a:lnTo>
                  <a:pt x="0" y="895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9461" name="Freeform 4"/>
          <p:cNvSpPr>
            <a:spLocks/>
          </p:cNvSpPr>
          <p:nvPr/>
        </p:nvSpPr>
        <p:spPr bwMode="blackWhite">
          <a:xfrm>
            <a:off x="1419225" y="3487738"/>
            <a:ext cx="5033963" cy="1230312"/>
          </a:xfrm>
          <a:custGeom>
            <a:avLst/>
            <a:gdLst>
              <a:gd name="T0" fmla="*/ 0 w 3559"/>
              <a:gd name="T1" fmla="*/ 2147483647 h 896"/>
              <a:gd name="T2" fmla="*/ 2147483647 w 3559"/>
              <a:gd name="T3" fmla="*/ 2147483647 h 896"/>
              <a:gd name="T4" fmla="*/ 2147483647 w 3559"/>
              <a:gd name="T5" fmla="*/ 2147483647 h 896"/>
              <a:gd name="T6" fmla="*/ 2147483647 w 3559"/>
              <a:gd name="T7" fmla="*/ 2147483647 h 896"/>
              <a:gd name="T8" fmla="*/ 2147483647 w 3559"/>
              <a:gd name="T9" fmla="*/ 0 h 896"/>
              <a:gd name="T10" fmla="*/ 0 w 3559"/>
              <a:gd name="T11" fmla="*/ 0 h 8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59"/>
              <a:gd name="T19" fmla="*/ 0 h 896"/>
              <a:gd name="T20" fmla="*/ 3559 w 3559"/>
              <a:gd name="T21" fmla="*/ 896 h 8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59" h="896">
                <a:moveTo>
                  <a:pt x="0" y="399"/>
                </a:moveTo>
                <a:lnTo>
                  <a:pt x="2943" y="399"/>
                </a:lnTo>
                <a:lnTo>
                  <a:pt x="2687" y="895"/>
                </a:lnTo>
                <a:lnTo>
                  <a:pt x="3087" y="895"/>
                </a:lnTo>
                <a:lnTo>
                  <a:pt x="3558" y="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1508125" y="2308225"/>
            <a:ext cx="42529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1508125" y="2944813"/>
            <a:ext cx="5307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1508125" y="3630613"/>
            <a:ext cx="42529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946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P 3D</a:t>
            </a:r>
          </a:p>
        </p:txBody>
      </p:sp>
      <p:sp>
        <p:nvSpPr>
          <p:cNvPr id="1946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46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A0A61A3-1CE2-43D1-B6EC-9960F5B04751}" type="slidenum">
              <a:rPr lang="zh-CN" altLang="en-US" smtClean="0"/>
              <a:pPr defTabSz="895350"/>
              <a:t>17</a:t>
            </a:fld>
            <a:endParaRPr lang="en-US" altLang="zh-CN"/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Q 3D</a:t>
            </a:r>
          </a:p>
        </p:txBody>
      </p:sp>
      <p:sp>
        <p:nvSpPr>
          <p:cNvPr id="20484" name="Freeform 3"/>
          <p:cNvSpPr>
            <a:spLocks/>
          </p:cNvSpPr>
          <p:nvPr/>
        </p:nvSpPr>
        <p:spPr bwMode="blackWhite">
          <a:xfrm>
            <a:off x="2047875" y="1146175"/>
            <a:ext cx="4870450" cy="4464050"/>
          </a:xfrm>
          <a:custGeom>
            <a:avLst/>
            <a:gdLst>
              <a:gd name="T0" fmla="*/ 2147483647 w 3068"/>
              <a:gd name="T1" fmla="*/ 2147483647 h 2812"/>
              <a:gd name="T2" fmla="*/ 0 w 3068"/>
              <a:gd name="T3" fmla="*/ 2147483647 h 2812"/>
              <a:gd name="T4" fmla="*/ 0 w 3068"/>
              <a:gd name="T5" fmla="*/ 2147483647 h 2812"/>
              <a:gd name="T6" fmla="*/ 2147483647 w 3068"/>
              <a:gd name="T7" fmla="*/ 2147483647 h 2812"/>
              <a:gd name="T8" fmla="*/ 2147483647 w 3068"/>
              <a:gd name="T9" fmla="*/ 2147483647 h 2812"/>
              <a:gd name="T10" fmla="*/ 2147483647 w 3068"/>
              <a:gd name="T11" fmla="*/ 2147483647 h 2812"/>
              <a:gd name="T12" fmla="*/ 2147483647 w 3068"/>
              <a:gd name="T13" fmla="*/ 2147483647 h 2812"/>
              <a:gd name="T14" fmla="*/ 2147483647 w 3068"/>
              <a:gd name="T15" fmla="*/ 2147483647 h 2812"/>
              <a:gd name="T16" fmla="*/ 0 w 3068"/>
              <a:gd name="T17" fmla="*/ 2147483647 h 2812"/>
              <a:gd name="T18" fmla="*/ 0 w 3068"/>
              <a:gd name="T19" fmla="*/ 2147483647 h 2812"/>
              <a:gd name="T20" fmla="*/ 2147483647 w 3068"/>
              <a:gd name="T21" fmla="*/ 2147483647 h 2812"/>
              <a:gd name="T22" fmla="*/ 2147483647 w 3068"/>
              <a:gd name="T23" fmla="*/ 2147483647 h 2812"/>
              <a:gd name="T24" fmla="*/ 2147483647 w 3068"/>
              <a:gd name="T25" fmla="*/ 2147483647 h 2812"/>
              <a:gd name="T26" fmla="*/ 2147483647 w 3068"/>
              <a:gd name="T27" fmla="*/ 0 h 2812"/>
              <a:gd name="T28" fmla="*/ 2147483647 w 3068"/>
              <a:gd name="T29" fmla="*/ 2147483647 h 281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068"/>
              <a:gd name="T46" fmla="*/ 0 h 2812"/>
              <a:gd name="T47" fmla="*/ 3068 w 3068"/>
              <a:gd name="T48" fmla="*/ 2812 h 281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068" h="2812">
                <a:moveTo>
                  <a:pt x="2629" y="350"/>
                </a:moveTo>
                <a:lnTo>
                  <a:pt x="0" y="350"/>
                </a:lnTo>
                <a:lnTo>
                  <a:pt x="0" y="870"/>
                </a:lnTo>
                <a:lnTo>
                  <a:pt x="1196" y="870"/>
                </a:lnTo>
                <a:lnTo>
                  <a:pt x="1196" y="615"/>
                </a:lnTo>
                <a:lnTo>
                  <a:pt x="1433" y="1410"/>
                </a:lnTo>
                <a:lnTo>
                  <a:pt x="1196" y="2204"/>
                </a:lnTo>
                <a:lnTo>
                  <a:pt x="1196" y="1940"/>
                </a:lnTo>
                <a:lnTo>
                  <a:pt x="0" y="1940"/>
                </a:lnTo>
                <a:lnTo>
                  <a:pt x="0" y="2479"/>
                </a:lnTo>
                <a:lnTo>
                  <a:pt x="2629" y="2479"/>
                </a:lnTo>
                <a:lnTo>
                  <a:pt x="2629" y="2811"/>
                </a:lnTo>
                <a:lnTo>
                  <a:pt x="3067" y="1410"/>
                </a:lnTo>
                <a:lnTo>
                  <a:pt x="2629" y="0"/>
                </a:lnTo>
                <a:lnTo>
                  <a:pt x="2629" y="350"/>
                </a:lnTo>
              </a:path>
            </a:pathLst>
          </a:custGeom>
          <a:solidFill>
            <a:schemeClr val="accent1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090738" y="3252788"/>
            <a:ext cx="2219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4602163" y="3252788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048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48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938E967-5853-4B82-909A-7F85C381A403}" type="slidenum">
              <a:rPr lang="zh-CN" altLang="en-US" smtClean="0"/>
              <a:pPr defTabSz="895350"/>
              <a:t>18</a:t>
            </a:fld>
            <a:endParaRPr lang="en-US" altLang="zh-CN"/>
          </a:p>
        </p:txBody>
      </p:sp>
      <p:sp>
        <p:nvSpPr>
          <p:cNvPr id="21507" name="Freeform 2"/>
          <p:cNvSpPr>
            <a:spLocks/>
          </p:cNvSpPr>
          <p:nvPr/>
        </p:nvSpPr>
        <p:spPr bwMode="blackWhite">
          <a:xfrm>
            <a:off x="2047875" y="1146175"/>
            <a:ext cx="4870450" cy="4464050"/>
          </a:xfrm>
          <a:custGeom>
            <a:avLst/>
            <a:gdLst>
              <a:gd name="T0" fmla="*/ 2147483647 w 3068"/>
              <a:gd name="T1" fmla="*/ 2147483647 h 2812"/>
              <a:gd name="T2" fmla="*/ 0 w 3068"/>
              <a:gd name="T3" fmla="*/ 2147483647 h 2812"/>
              <a:gd name="T4" fmla="*/ 0 w 3068"/>
              <a:gd name="T5" fmla="*/ 2147483647 h 2812"/>
              <a:gd name="T6" fmla="*/ 2147483647 w 3068"/>
              <a:gd name="T7" fmla="*/ 2147483647 h 2812"/>
              <a:gd name="T8" fmla="*/ 2147483647 w 3068"/>
              <a:gd name="T9" fmla="*/ 2147483647 h 2812"/>
              <a:gd name="T10" fmla="*/ 2147483647 w 3068"/>
              <a:gd name="T11" fmla="*/ 2147483647 h 2812"/>
              <a:gd name="T12" fmla="*/ 2147483647 w 3068"/>
              <a:gd name="T13" fmla="*/ 2147483647 h 2812"/>
              <a:gd name="T14" fmla="*/ 2147483647 w 3068"/>
              <a:gd name="T15" fmla="*/ 2147483647 h 2812"/>
              <a:gd name="T16" fmla="*/ 0 w 3068"/>
              <a:gd name="T17" fmla="*/ 2147483647 h 2812"/>
              <a:gd name="T18" fmla="*/ 0 w 3068"/>
              <a:gd name="T19" fmla="*/ 2147483647 h 2812"/>
              <a:gd name="T20" fmla="*/ 2147483647 w 3068"/>
              <a:gd name="T21" fmla="*/ 2147483647 h 2812"/>
              <a:gd name="T22" fmla="*/ 2147483647 w 3068"/>
              <a:gd name="T23" fmla="*/ 2147483647 h 2812"/>
              <a:gd name="T24" fmla="*/ 2147483647 w 3068"/>
              <a:gd name="T25" fmla="*/ 2147483647 h 2812"/>
              <a:gd name="T26" fmla="*/ 2147483647 w 3068"/>
              <a:gd name="T27" fmla="*/ 0 h 2812"/>
              <a:gd name="T28" fmla="*/ 2147483647 w 3068"/>
              <a:gd name="T29" fmla="*/ 2147483647 h 281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068"/>
              <a:gd name="T46" fmla="*/ 0 h 2812"/>
              <a:gd name="T47" fmla="*/ 3068 w 3068"/>
              <a:gd name="T48" fmla="*/ 2812 h 281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068" h="2812">
                <a:moveTo>
                  <a:pt x="2629" y="350"/>
                </a:moveTo>
                <a:lnTo>
                  <a:pt x="0" y="350"/>
                </a:lnTo>
                <a:lnTo>
                  <a:pt x="0" y="870"/>
                </a:lnTo>
                <a:lnTo>
                  <a:pt x="1196" y="870"/>
                </a:lnTo>
                <a:lnTo>
                  <a:pt x="1196" y="615"/>
                </a:lnTo>
                <a:lnTo>
                  <a:pt x="1433" y="1410"/>
                </a:lnTo>
                <a:lnTo>
                  <a:pt x="1196" y="2204"/>
                </a:lnTo>
                <a:lnTo>
                  <a:pt x="1196" y="1940"/>
                </a:lnTo>
                <a:lnTo>
                  <a:pt x="0" y="1940"/>
                </a:lnTo>
                <a:lnTo>
                  <a:pt x="0" y="2479"/>
                </a:lnTo>
                <a:lnTo>
                  <a:pt x="2629" y="2479"/>
                </a:lnTo>
                <a:lnTo>
                  <a:pt x="2629" y="2811"/>
                </a:lnTo>
                <a:lnTo>
                  <a:pt x="3067" y="1410"/>
                </a:lnTo>
                <a:lnTo>
                  <a:pt x="2629" y="0"/>
                </a:lnTo>
                <a:lnTo>
                  <a:pt x="2629" y="350"/>
                </a:lnTo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ObliqueTopLeft"/>
            <a:lightRig rig="legacyFlat2" dir="t"/>
          </a:scene3d>
          <a:sp3d extrusionH="303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2090738" y="3252788"/>
            <a:ext cx="2219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4602163" y="3252788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Q 3D</a:t>
            </a:r>
          </a:p>
        </p:txBody>
      </p:sp>
      <p:sp>
        <p:nvSpPr>
          <p:cNvPr id="2151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51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9964DFD-857D-4FF9-952D-AA7665D7A452}" type="slidenum">
              <a:rPr lang="zh-CN" altLang="en-US" smtClean="0"/>
              <a:pPr defTabSz="895350"/>
              <a:t>19</a:t>
            </a:fld>
            <a:endParaRPr lang="en-US" altLang="zh-CN"/>
          </a:p>
        </p:txBody>
      </p:sp>
      <p:grpSp>
        <p:nvGrpSpPr>
          <p:cNvPr id="22531" name="Group 2"/>
          <p:cNvGrpSpPr>
            <a:grpSpLocks/>
          </p:cNvGrpSpPr>
          <p:nvPr/>
        </p:nvGrpSpPr>
        <p:grpSpPr bwMode="auto">
          <a:xfrm>
            <a:off x="1168400" y="2568575"/>
            <a:ext cx="6261100" cy="1295400"/>
            <a:chOff x="400" y="1256"/>
            <a:chExt cx="2992" cy="816"/>
          </a:xfrm>
        </p:grpSpPr>
        <p:sp>
          <p:nvSpPr>
            <p:cNvPr id="22538" name="AutoShape 3"/>
            <p:cNvSpPr>
              <a:spLocks noChangeArrowheads="1"/>
            </p:cNvSpPr>
            <p:nvPr/>
          </p:nvSpPr>
          <p:spPr bwMode="ltGray">
            <a:xfrm flipV="1">
              <a:off x="400" y="1400"/>
              <a:ext cx="11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6 w 21600"/>
                <a:gd name="T13" fmla="*/ 0 h 21600"/>
                <a:gd name="T14" fmla="*/ 21144 w 21600"/>
                <a:gd name="T15" fmla="*/ 135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13" y="10799"/>
                  </a:moveTo>
                  <a:cubicBezTo>
                    <a:pt x="1313" y="5559"/>
                    <a:pt x="5560" y="1312"/>
                    <a:pt x="10800" y="1313"/>
                  </a:cubicBezTo>
                  <a:cubicBezTo>
                    <a:pt x="16039" y="1313"/>
                    <a:pt x="20286" y="5559"/>
                    <a:pt x="20286" y="10799"/>
                  </a:cubicBezTo>
                  <a:lnTo>
                    <a:pt x="21599" y="10798"/>
                  </a:lnTo>
                  <a:cubicBezTo>
                    <a:pt x="21599" y="4834"/>
                    <a:pt x="16764" y="-1"/>
                    <a:pt x="10799" y="0"/>
                  </a:cubicBezTo>
                  <a:cubicBezTo>
                    <a:pt x="4835" y="0"/>
                    <a:pt x="0" y="4834"/>
                    <a:pt x="0" y="10798"/>
                  </a:cubicBezTo>
                  <a:lnTo>
                    <a:pt x="1313" y="1079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Left">
                <a:rot lat="5400000" lon="0" rev="0"/>
              </a:camera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rot="10800000" lIns="0" tIns="0" rIns="0" bIns="0" anchor="ctr">
              <a:flatTx/>
            </a:bodyPr>
            <a:lstStyle/>
            <a:p>
              <a:endParaRPr lang="nl-NL"/>
            </a:p>
          </p:txBody>
        </p:sp>
        <p:sp>
          <p:nvSpPr>
            <p:cNvPr id="22539" name="AutoShape 4"/>
            <p:cNvSpPr>
              <a:spLocks noChangeArrowheads="1"/>
            </p:cNvSpPr>
            <p:nvPr/>
          </p:nvSpPr>
          <p:spPr bwMode="ltGray">
            <a:xfrm flipV="1">
              <a:off x="2208" y="1400"/>
              <a:ext cx="11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6 w 21600"/>
                <a:gd name="T13" fmla="*/ 0 h 21600"/>
                <a:gd name="T14" fmla="*/ 21144 w 21600"/>
                <a:gd name="T15" fmla="*/ 135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13" y="10799"/>
                  </a:moveTo>
                  <a:cubicBezTo>
                    <a:pt x="1313" y="5559"/>
                    <a:pt x="5560" y="1312"/>
                    <a:pt x="10800" y="1313"/>
                  </a:cubicBezTo>
                  <a:cubicBezTo>
                    <a:pt x="16039" y="1313"/>
                    <a:pt x="20286" y="5559"/>
                    <a:pt x="20286" y="10799"/>
                  </a:cubicBezTo>
                  <a:lnTo>
                    <a:pt x="21599" y="10798"/>
                  </a:lnTo>
                  <a:cubicBezTo>
                    <a:pt x="21599" y="4834"/>
                    <a:pt x="16764" y="-1"/>
                    <a:pt x="10799" y="0"/>
                  </a:cubicBezTo>
                  <a:cubicBezTo>
                    <a:pt x="4835" y="0"/>
                    <a:pt x="0" y="4834"/>
                    <a:pt x="0" y="10798"/>
                  </a:cubicBezTo>
                  <a:lnTo>
                    <a:pt x="1313" y="1079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Left">
                <a:rot lat="5400000" lon="0" rev="0"/>
              </a:camera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rot="10800000" lIns="0" tIns="0" rIns="0" bIns="0" anchor="ctr">
              <a:flatTx/>
            </a:bodyPr>
            <a:lstStyle/>
            <a:p>
              <a:endParaRPr lang="nl-NL"/>
            </a:p>
          </p:txBody>
        </p:sp>
        <p:sp>
          <p:nvSpPr>
            <p:cNvPr id="22540" name="AutoShape 5"/>
            <p:cNvSpPr>
              <a:spLocks noChangeArrowheads="1"/>
            </p:cNvSpPr>
            <p:nvPr/>
          </p:nvSpPr>
          <p:spPr bwMode="ltGray">
            <a:xfrm flipV="1">
              <a:off x="1312" y="1256"/>
              <a:ext cx="11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6 w 21600"/>
                <a:gd name="T13" fmla="*/ 0 h 21600"/>
                <a:gd name="T14" fmla="*/ 21144 w 21600"/>
                <a:gd name="T15" fmla="*/ 135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13" y="10799"/>
                  </a:moveTo>
                  <a:cubicBezTo>
                    <a:pt x="1313" y="5559"/>
                    <a:pt x="5560" y="1312"/>
                    <a:pt x="10800" y="1313"/>
                  </a:cubicBezTo>
                  <a:cubicBezTo>
                    <a:pt x="16039" y="1313"/>
                    <a:pt x="20286" y="5559"/>
                    <a:pt x="20286" y="10799"/>
                  </a:cubicBezTo>
                  <a:lnTo>
                    <a:pt x="21599" y="10798"/>
                  </a:lnTo>
                  <a:cubicBezTo>
                    <a:pt x="21599" y="4834"/>
                    <a:pt x="16764" y="-1"/>
                    <a:pt x="10799" y="0"/>
                  </a:cubicBezTo>
                  <a:cubicBezTo>
                    <a:pt x="4835" y="0"/>
                    <a:pt x="0" y="4834"/>
                    <a:pt x="0" y="10798"/>
                  </a:cubicBezTo>
                  <a:lnTo>
                    <a:pt x="1313" y="1079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rot="10800000" lIns="0" tIns="0" rIns="0" bIns="0" anchor="ctr">
              <a:flatTx/>
            </a:bodyPr>
            <a:lstStyle/>
            <a:p>
              <a:endParaRPr lang="nl-NL"/>
            </a:p>
          </p:txBody>
        </p:sp>
        <p:sp>
          <p:nvSpPr>
            <p:cNvPr id="22541" name="AutoShape 6"/>
            <p:cNvSpPr>
              <a:spLocks noChangeArrowheads="1"/>
            </p:cNvSpPr>
            <p:nvPr/>
          </p:nvSpPr>
          <p:spPr bwMode="ltGray">
            <a:xfrm>
              <a:off x="1312" y="1256"/>
              <a:ext cx="11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14" y="10800"/>
                  </a:moveTo>
                  <a:cubicBezTo>
                    <a:pt x="1314" y="5561"/>
                    <a:pt x="5561" y="1314"/>
                    <a:pt x="10800" y="1314"/>
                  </a:cubicBezTo>
                  <a:cubicBezTo>
                    <a:pt x="16038" y="1313"/>
                    <a:pt x="20285" y="5561"/>
                    <a:pt x="2028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314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lIns="0" tIns="0" rIns="0" bIns="0" anchor="ctr">
              <a:flatTx/>
            </a:bodyPr>
            <a:lstStyle/>
            <a:p>
              <a:endParaRPr lang="nl-NL"/>
            </a:p>
          </p:txBody>
        </p:sp>
        <p:sp>
          <p:nvSpPr>
            <p:cNvPr id="22542" name="AutoShape 7"/>
            <p:cNvSpPr>
              <a:spLocks noChangeArrowheads="1"/>
            </p:cNvSpPr>
            <p:nvPr/>
          </p:nvSpPr>
          <p:spPr bwMode="ltGray">
            <a:xfrm>
              <a:off x="400" y="1400"/>
              <a:ext cx="11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14" y="10800"/>
                  </a:moveTo>
                  <a:cubicBezTo>
                    <a:pt x="1314" y="5561"/>
                    <a:pt x="5561" y="1314"/>
                    <a:pt x="10800" y="1314"/>
                  </a:cubicBezTo>
                  <a:cubicBezTo>
                    <a:pt x="16038" y="1313"/>
                    <a:pt x="20285" y="5561"/>
                    <a:pt x="2028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314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Left">
                <a:rot lat="5400000" lon="0" rev="0"/>
              </a:camera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lIns="0" tIns="0" rIns="0" bIns="0" anchor="ctr">
              <a:flatTx/>
            </a:bodyPr>
            <a:lstStyle/>
            <a:p>
              <a:endParaRPr lang="nl-NL"/>
            </a:p>
          </p:txBody>
        </p:sp>
        <p:sp>
          <p:nvSpPr>
            <p:cNvPr id="22543" name="AutoShape 8"/>
            <p:cNvSpPr>
              <a:spLocks noChangeArrowheads="1"/>
            </p:cNvSpPr>
            <p:nvPr/>
          </p:nvSpPr>
          <p:spPr bwMode="ltGray">
            <a:xfrm>
              <a:off x="2208" y="1400"/>
              <a:ext cx="11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314" y="10800"/>
                  </a:moveTo>
                  <a:cubicBezTo>
                    <a:pt x="1314" y="5561"/>
                    <a:pt x="5561" y="1314"/>
                    <a:pt x="10800" y="1314"/>
                  </a:cubicBezTo>
                  <a:cubicBezTo>
                    <a:pt x="16038" y="1313"/>
                    <a:pt x="20285" y="5561"/>
                    <a:pt x="20286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1314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Left">
                <a:rot lat="5400000" lon="0" rev="0"/>
              </a:camera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lIns="0" tIns="0" rIns="0" bIns="0" anchor="ctr">
              <a:flatTx/>
            </a:bodyPr>
            <a:lstStyle/>
            <a:p>
              <a:endParaRPr lang="nl-NL"/>
            </a:p>
          </p:txBody>
        </p:sp>
      </p:grpSp>
      <p:sp>
        <p:nvSpPr>
          <p:cNvPr id="22532" name="Rectangle 9"/>
          <p:cNvSpPr>
            <a:spLocks noChangeArrowheads="1"/>
          </p:cNvSpPr>
          <p:nvPr/>
        </p:nvSpPr>
        <p:spPr bwMode="auto">
          <a:xfrm>
            <a:off x="1873250" y="2786063"/>
            <a:ext cx="889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>
              <a:buSzPct val="120000"/>
            </a:pPr>
            <a:r>
              <a:rPr lang="en-US" altLang="zh-CN">
                <a:ea typeface="宋体" pitchFamily="2" charset="-122"/>
              </a:rPr>
              <a:t>Plan</a:t>
            </a:r>
          </a:p>
        </p:txBody>
      </p:sp>
      <p:sp>
        <p:nvSpPr>
          <p:cNvPr id="22533" name="Rectangle 10"/>
          <p:cNvSpPr>
            <a:spLocks noChangeArrowheads="1"/>
          </p:cNvSpPr>
          <p:nvPr/>
        </p:nvSpPr>
        <p:spPr bwMode="auto">
          <a:xfrm>
            <a:off x="3835400" y="2971800"/>
            <a:ext cx="1041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Implement</a:t>
            </a:r>
          </a:p>
        </p:txBody>
      </p:sp>
      <p:sp>
        <p:nvSpPr>
          <p:cNvPr id="22534" name="Rectangle 11"/>
          <p:cNvSpPr>
            <a:spLocks noChangeArrowheads="1"/>
          </p:cNvSpPr>
          <p:nvPr/>
        </p:nvSpPr>
        <p:spPr bwMode="auto">
          <a:xfrm>
            <a:off x="5919788" y="2786063"/>
            <a:ext cx="889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787400">
              <a:buSzPct val="120000"/>
            </a:pPr>
            <a:r>
              <a:rPr lang="en-US" altLang="zh-CN">
                <a:ea typeface="宋体" pitchFamily="2" charset="-122"/>
              </a:rPr>
              <a:t>Support</a:t>
            </a:r>
          </a:p>
        </p:txBody>
      </p:sp>
      <p:sp>
        <p:nvSpPr>
          <p:cNvPr id="22535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LINKS 3</a:t>
            </a:r>
          </a:p>
        </p:txBody>
      </p:sp>
      <p:sp>
        <p:nvSpPr>
          <p:cNvPr id="2253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53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A0F0DF0-0993-4118-A584-E80B89D3AA9C}" type="slidenum">
              <a:rPr lang="zh-CN" altLang="en-US" smtClean="0"/>
              <a:pPr defTabSz="895350"/>
              <a:t>20</a:t>
            </a:fld>
            <a:endParaRPr lang="en-US" altLang="zh-CN"/>
          </a:p>
        </p:txBody>
      </p:sp>
      <p:grpSp>
        <p:nvGrpSpPr>
          <p:cNvPr id="23555" name="Group 2"/>
          <p:cNvGrpSpPr>
            <a:grpSpLocks/>
          </p:cNvGrpSpPr>
          <p:nvPr/>
        </p:nvGrpSpPr>
        <p:grpSpPr bwMode="auto">
          <a:xfrm>
            <a:off x="1868488" y="1146175"/>
            <a:ext cx="5022850" cy="4614863"/>
            <a:chOff x="2149" y="1744"/>
            <a:chExt cx="2052" cy="1937"/>
          </a:xfrm>
        </p:grpSpPr>
        <p:sp>
          <p:nvSpPr>
            <p:cNvPr id="23562" name="Freeform 3"/>
            <p:cNvSpPr>
              <a:spLocks/>
            </p:cNvSpPr>
            <p:nvPr/>
          </p:nvSpPr>
          <p:spPr bwMode="blackWhite">
            <a:xfrm>
              <a:off x="3010" y="2535"/>
              <a:ext cx="898" cy="1146"/>
            </a:xfrm>
            <a:custGeom>
              <a:avLst/>
              <a:gdLst>
                <a:gd name="T0" fmla="*/ 286 w 898"/>
                <a:gd name="T1" fmla="*/ 0 h 1146"/>
                <a:gd name="T2" fmla="*/ 297 w 898"/>
                <a:gd name="T3" fmla="*/ 6 h 1146"/>
                <a:gd name="T4" fmla="*/ 308 w 898"/>
                <a:gd name="T5" fmla="*/ 14 h 1146"/>
                <a:gd name="T6" fmla="*/ 319 w 898"/>
                <a:gd name="T7" fmla="*/ 25 h 1146"/>
                <a:gd name="T8" fmla="*/ 330 w 898"/>
                <a:gd name="T9" fmla="*/ 38 h 1146"/>
                <a:gd name="T10" fmla="*/ 339 w 898"/>
                <a:gd name="T11" fmla="*/ 53 h 1146"/>
                <a:gd name="T12" fmla="*/ 348 w 898"/>
                <a:gd name="T13" fmla="*/ 67 h 1146"/>
                <a:gd name="T14" fmla="*/ 356 w 898"/>
                <a:gd name="T15" fmla="*/ 85 h 1146"/>
                <a:gd name="T16" fmla="*/ 362 w 898"/>
                <a:gd name="T17" fmla="*/ 101 h 1146"/>
                <a:gd name="T18" fmla="*/ 367 w 898"/>
                <a:gd name="T19" fmla="*/ 118 h 1146"/>
                <a:gd name="T20" fmla="*/ 370 w 898"/>
                <a:gd name="T21" fmla="*/ 135 h 1146"/>
                <a:gd name="T22" fmla="*/ 371 w 898"/>
                <a:gd name="T23" fmla="*/ 151 h 1146"/>
                <a:gd name="T24" fmla="*/ 371 w 898"/>
                <a:gd name="T25" fmla="*/ 166 h 1146"/>
                <a:gd name="T26" fmla="*/ 197 w 898"/>
                <a:gd name="T27" fmla="*/ 842 h 1146"/>
                <a:gd name="T28" fmla="*/ 196 w 898"/>
                <a:gd name="T29" fmla="*/ 853 h 1146"/>
                <a:gd name="T30" fmla="*/ 195 w 898"/>
                <a:gd name="T31" fmla="*/ 862 h 1146"/>
                <a:gd name="T32" fmla="*/ 0 w 898"/>
                <a:gd name="T33" fmla="*/ 810 h 1146"/>
                <a:gd name="T34" fmla="*/ 379 w 898"/>
                <a:gd name="T35" fmla="*/ 1145 h 1146"/>
                <a:gd name="T36" fmla="*/ 874 w 898"/>
                <a:gd name="T37" fmla="*/ 1044 h 1146"/>
                <a:gd name="T38" fmla="*/ 674 w 898"/>
                <a:gd name="T39" fmla="*/ 990 h 1146"/>
                <a:gd name="T40" fmla="*/ 679 w 898"/>
                <a:gd name="T41" fmla="*/ 982 h 1146"/>
                <a:gd name="T42" fmla="*/ 682 w 898"/>
                <a:gd name="T43" fmla="*/ 972 h 1146"/>
                <a:gd name="T44" fmla="*/ 895 w 898"/>
                <a:gd name="T45" fmla="*/ 180 h 1146"/>
                <a:gd name="T46" fmla="*/ 897 w 898"/>
                <a:gd name="T47" fmla="*/ 168 h 1146"/>
                <a:gd name="T48" fmla="*/ 897 w 898"/>
                <a:gd name="T49" fmla="*/ 156 h 1146"/>
                <a:gd name="T50" fmla="*/ 894 w 898"/>
                <a:gd name="T51" fmla="*/ 143 h 1146"/>
                <a:gd name="T52" fmla="*/ 889 w 898"/>
                <a:gd name="T53" fmla="*/ 132 h 1146"/>
                <a:gd name="T54" fmla="*/ 881 w 898"/>
                <a:gd name="T55" fmla="*/ 122 h 1146"/>
                <a:gd name="T56" fmla="*/ 873 w 898"/>
                <a:gd name="T57" fmla="*/ 114 h 1146"/>
                <a:gd name="T58" fmla="*/ 862 w 898"/>
                <a:gd name="T59" fmla="*/ 107 h 1146"/>
                <a:gd name="T60" fmla="*/ 851 w 898"/>
                <a:gd name="T61" fmla="*/ 103 h 1146"/>
                <a:gd name="T62" fmla="*/ 800 w 898"/>
                <a:gd name="T63" fmla="*/ 86 h 1146"/>
                <a:gd name="T64" fmla="*/ 750 w 898"/>
                <a:gd name="T65" fmla="*/ 72 h 1146"/>
                <a:gd name="T66" fmla="*/ 698 w 898"/>
                <a:gd name="T67" fmla="*/ 60 h 1146"/>
                <a:gd name="T68" fmla="*/ 646 w 898"/>
                <a:gd name="T69" fmla="*/ 50 h 1146"/>
                <a:gd name="T70" fmla="*/ 594 w 898"/>
                <a:gd name="T71" fmla="*/ 43 h 1146"/>
                <a:gd name="T72" fmla="*/ 286 w 898"/>
                <a:gd name="T73" fmla="*/ 0 h 114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98"/>
                <a:gd name="T112" fmla="*/ 0 h 1146"/>
                <a:gd name="T113" fmla="*/ 898 w 898"/>
                <a:gd name="T114" fmla="*/ 1146 h 114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98" h="1146">
                  <a:moveTo>
                    <a:pt x="286" y="0"/>
                  </a:moveTo>
                  <a:lnTo>
                    <a:pt x="297" y="6"/>
                  </a:lnTo>
                  <a:lnTo>
                    <a:pt x="308" y="14"/>
                  </a:lnTo>
                  <a:lnTo>
                    <a:pt x="319" y="25"/>
                  </a:lnTo>
                  <a:lnTo>
                    <a:pt x="330" y="38"/>
                  </a:lnTo>
                  <a:lnTo>
                    <a:pt x="339" y="53"/>
                  </a:lnTo>
                  <a:lnTo>
                    <a:pt x="348" y="67"/>
                  </a:lnTo>
                  <a:lnTo>
                    <a:pt x="356" y="85"/>
                  </a:lnTo>
                  <a:lnTo>
                    <a:pt x="362" y="101"/>
                  </a:lnTo>
                  <a:lnTo>
                    <a:pt x="367" y="118"/>
                  </a:lnTo>
                  <a:lnTo>
                    <a:pt x="370" y="135"/>
                  </a:lnTo>
                  <a:lnTo>
                    <a:pt x="371" y="151"/>
                  </a:lnTo>
                  <a:lnTo>
                    <a:pt x="371" y="166"/>
                  </a:lnTo>
                  <a:lnTo>
                    <a:pt x="197" y="842"/>
                  </a:lnTo>
                  <a:lnTo>
                    <a:pt x="196" y="853"/>
                  </a:lnTo>
                  <a:lnTo>
                    <a:pt x="195" y="862"/>
                  </a:lnTo>
                  <a:lnTo>
                    <a:pt x="0" y="810"/>
                  </a:lnTo>
                  <a:lnTo>
                    <a:pt x="379" y="1145"/>
                  </a:lnTo>
                  <a:lnTo>
                    <a:pt x="874" y="1044"/>
                  </a:lnTo>
                  <a:lnTo>
                    <a:pt x="674" y="990"/>
                  </a:lnTo>
                  <a:lnTo>
                    <a:pt x="679" y="982"/>
                  </a:lnTo>
                  <a:lnTo>
                    <a:pt x="682" y="972"/>
                  </a:lnTo>
                  <a:lnTo>
                    <a:pt x="895" y="180"/>
                  </a:lnTo>
                  <a:lnTo>
                    <a:pt x="897" y="168"/>
                  </a:lnTo>
                  <a:lnTo>
                    <a:pt x="897" y="156"/>
                  </a:lnTo>
                  <a:lnTo>
                    <a:pt x="894" y="143"/>
                  </a:lnTo>
                  <a:lnTo>
                    <a:pt x="889" y="132"/>
                  </a:lnTo>
                  <a:lnTo>
                    <a:pt x="881" y="122"/>
                  </a:lnTo>
                  <a:lnTo>
                    <a:pt x="873" y="114"/>
                  </a:lnTo>
                  <a:lnTo>
                    <a:pt x="862" y="107"/>
                  </a:lnTo>
                  <a:lnTo>
                    <a:pt x="851" y="103"/>
                  </a:lnTo>
                  <a:lnTo>
                    <a:pt x="800" y="86"/>
                  </a:lnTo>
                  <a:lnTo>
                    <a:pt x="750" y="72"/>
                  </a:lnTo>
                  <a:lnTo>
                    <a:pt x="698" y="60"/>
                  </a:lnTo>
                  <a:lnTo>
                    <a:pt x="646" y="50"/>
                  </a:lnTo>
                  <a:lnTo>
                    <a:pt x="594" y="43"/>
                  </a:lnTo>
                  <a:lnTo>
                    <a:pt x="286" y="0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303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23563" name="Freeform 4"/>
            <p:cNvSpPr>
              <a:spLocks/>
            </p:cNvSpPr>
            <p:nvPr/>
          </p:nvSpPr>
          <p:spPr bwMode="blackWhite">
            <a:xfrm>
              <a:off x="3059" y="1744"/>
              <a:ext cx="1142" cy="903"/>
            </a:xfrm>
            <a:custGeom>
              <a:avLst/>
              <a:gdLst>
                <a:gd name="T0" fmla="*/ 95 w 1142"/>
                <a:gd name="T1" fmla="*/ 902 h 903"/>
                <a:gd name="T2" fmla="*/ 100 w 1142"/>
                <a:gd name="T3" fmla="*/ 885 h 903"/>
                <a:gd name="T4" fmla="*/ 109 w 1142"/>
                <a:gd name="T5" fmla="*/ 869 h 903"/>
                <a:gd name="T6" fmla="*/ 120 w 1142"/>
                <a:gd name="T7" fmla="*/ 852 h 903"/>
                <a:gd name="T8" fmla="*/ 134 w 1142"/>
                <a:gd name="T9" fmla="*/ 837 h 903"/>
                <a:gd name="T10" fmla="*/ 151 w 1142"/>
                <a:gd name="T11" fmla="*/ 822 h 903"/>
                <a:gd name="T12" fmla="*/ 170 w 1142"/>
                <a:gd name="T13" fmla="*/ 807 h 903"/>
                <a:gd name="T14" fmla="*/ 192 w 1142"/>
                <a:gd name="T15" fmla="*/ 793 h 903"/>
                <a:gd name="T16" fmla="*/ 215 w 1142"/>
                <a:gd name="T17" fmla="*/ 782 h 903"/>
                <a:gd name="T18" fmla="*/ 240 w 1142"/>
                <a:gd name="T19" fmla="*/ 771 h 903"/>
                <a:gd name="T20" fmla="*/ 267 w 1142"/>
                <a:gd name="T21" fmla="*/ 761 h 903"/>
                <a:gd name="T22" fmla="*/ 919 w 1142"/>
                <a:gd name="T23" fmla="*/ 704 h 903"/>
                <a:gd name="T24" fmla="*/ 929 w 1142"/>
                <a:gd name="T25" fmla="*/ 702 h 903"/>
                <a:gd name="T26" fmla="*/ 939 w 1142"/>
                <a:gd name="T27" fmla="*/ 699 h 903"/>
                <a:gd name="T28" fmla="*/ 956 w 1142"/>
                <a:gd name="T29" fmla="*/ 900 h 903"/>
                <a:gd name="T30" fmla="*/ 1141 w 1142"/>
                <a:gd name="T31" fmla="*/ 430 h 903"/>
                <a:gd name="T32" fmla="*/ 877 w 1142"/>
                <a:gd name="T33" fmla="*/ 0 h 903"/>
                <a:gd name="T34" fmla="*/ 895 w 1142"/>
                <a:gd name="T35" fmla="*/ 205 h 903"/>
                <a:gd name="T36" fmla="*/ 885 w 1142"/>
                <a:gd name="T37" fmla="*/ 204 h 903"/>
                <a:gd name="T38" fmla="*/ 875 w 1142"/>
                <a:gd name="T39" fmla="*/ 204 h 903"/>
                <a:gd name="T40" fmla="*/ 57 w 1142"/>
                <a:gd name="T41" fmla="*/ 275 h 903"/>
                <a:gd name="T42" fmla="*/ 45 w 1142"/>
                <a:gd name="T43" fmla="*/ 277 h 903"/>
                <a:gd name="T44" fmla="*/ 34 w 1142"/>
                <a:gd name="T45" fmla="*/ 282 h 903"/>
                <a:gd name="T46" fmla="*/ 24 w 1142"/>
                <a:gd name="T47" fmla="*/ 289 h 903"/>
                <a:gd name="T48" fmla="*/ 14 w 1142"/>
                <a:gd name="T49" fmla="*/ 298 h 903"/>
                <a:gd name="T50" fmla="*/ 7 w 1142"/>
                <a:gd name="T51" fmla="*/ 308 h 903"/>
                <a:gd name="T52" fmla="*/ 2 w 1142"/>
                <a:gd name="T53" fmla="*/ 319 h 903"/>
                <a:gd name="T54" fmla="*/ 0 w 1142"/>
                <a:gd name="T55" fmla="*/ 331 h 903"/>
                <a:gd name="T56" fmla="*/ 0 w 1142"/>
                <a:gd name="T57" fmla="*/ 343 h 903"/>
                <a:gd name="T58" fmla="*/ 6 w 1142"/>
                <a:gd name="T59" fmla="*/ 419 h 903"/>
                <a:gd name="T60" fmla="*/ 14 w 1142"/>
                <a:gd name="T61" fmla="*/ 494 h 903"/>
                <a:gd name="T62" fmla="*/ 25 w 1142"/>
                <a:gd name="T63" fmla="*/ 569 h 903"/>
                <a:gd name="T64" fmla="*/ 39 w 1142"/>
                <a:gd name="T65" fmla="*/ 643 h 903"/>
                <a:gd name="T66" fmla="*/ 57 w 1142"/>
                <a:gd name="T67" fmla="*/ 729 h 903"/>
                <a:gd name="T68" fmla="*/ 75 w 1142"/>
                <a:gd name="T69" fmla="*/ 816 h 903"/>
                <a:gd name="T70" fmla="*/ 95 w 1142"/>
                <a:gd name="T71" fmla="*/ 902 h 90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2"/>
                <a:gd name="T109" fmla="*/ 0 h 903"/>
                <a:gd name="T110" fmla="*/ 1142 w 1142"/>
                <a:gd name="T111" fmla="*/ 903 h 90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2" h="903">
                  <a:moveTo>
                    <a:pt x="95" y="902"/>
                  </a:moveTo>
                  <a:lnTo>
                    <a:pt x="100" y="885"/>
                  </a:lnTo>
                  <a:lnTo>
                    <a:pt x="109" y="869"/>
                  </a:lnTo>
                  <a:lnTo>
                    <a:pt x="120" y="852"/>
                  </a:lnTo>
                  <a:lnTo>
                    <a:pt x="134" y="837"/>
                  </a:lnTo>
                  <a:lnTo>
                    <a:pt x="151" y="822"/>
                  </a:lnTo>
                  <a:lnTo>
                    <a:pt x="170" y="807"/>
                  </a:lnTo>
                  <a:lnTo>
                    <a:pt x="192" y="793"/>
                  </a:lnTo>
                  <a:lnTo>
                    <a:pt x="215" y="782"/>
                  </a:lnTo>
                  <a:lnTo>
                    <a:pt x="240" y="771"/>
                  </a:lnTo>
                  <a:lnTo>
                    <a:pt x="267" y="761"/>
                  </a:lnTo>
                  <a:lnTo>
                    <a:pt x="919" y="704"/>
                  </a:lnTo>
                  <a:lnTo>
                    <a:pt x="929" y="702"/>
                  </a:lnTo>
                  <a:lnTo>
                    <a:pt x="939" y="699"/>
                  </a:lnTo>
                  <a:lnTo>
                    <a:pt x="956" y="900"/>
                  </a:lnTo>
                  <a:lnTo>
                    <a:pt x="1141" y="430"/>
                  </a:lnTo>
                  <a:lnTo>
                    <a:pt x="877" y="0"/>
                  </a:lnTo>
                  <a:lnTo>
                    <a:pt x="895" y="205"/>
                  </a:lnTo>
                  <a:lnTo>
                    <a:pt x="885" y="204"/>
                  </a:lnTo>
                  <a:lnTo>
                    <a:pt x="875" y="204"/>
                  </a:lnTo>
                  <a:lnTo>
                    <a:pt x="57" y="275"/>
                  </a:lnTo>
                  <a:lnTo>
                    <a:pt x="45" y="277"/>
                  </a:lnTo>
                  <a:lnTo>
                    <a:pt x="34" y="282"/>
                  </a:lnTo>
                  <a:lnTo>
                    <a:pt x="24" y="289"/>
                  </a:lnTo>
                  <a:lnTo>
                    <a:pt x="14" y="298"/>
                  </a:lnTo>
                  <a:lnTo>
                    <a:pt x="7" y="308"/>
                  </a:lnTo>
                  <a:lnTo>
                    <a:pt x="2" y="319"/>
                  </a:lnTo>
                  <a:lnTo>
                    <a:pt x="0" y="331"/>
                  </a:lnTo>
                  <a:lnTo>
                    <a:pt x="0" y="343"/>
                  </a:lnTo>
                  <a:lnTo>
                    <a:pt x="6" y="419"/>
                  </a:lnTo>
                  <a:lnTo>
                    <a:pt x="14" y="494"/>
                  </a:lnTo>
                  <a:lnTo>
                    <a:pt x="25" y="569"/>
                  </a:lnTo>
                  <a:lnTo>
                    <a:pt x="39" y="643"/>
                  </a:lnTo>
                  <a:lnTo>
                    <a:pt x="57" y="729"/>
                  </a:lnTo>
                  <a:lnTo>
                    <a:pt x="75" y="816"/>
                  </a:lnTo>
                  <a:lnTo>
                    <a:pt x="95" y="902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303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23564" name="Freeform 5"/>
            <p:cNvSpPr>
              <a:spLocks/>
            </p:cNvSpPr>
            <p:nvPr/>
          </p:nvSpPr>
          <p:spPr bwMode="blackWhite">
            <a:xfrm>
              <a:off x="2149" y="2090"/>
              <a:ext cx="1214" cy="1092"/>
            </a:xfrm>
            <a:custGeom>
              <a:avLst/>
              <a:gdLst>
                <a:gd name="T0" fmla="*/ 1213 w 1214"/>
                <a:gd name="T1" fmla="*/ 609 h 1092"/>
                <a:gd name="T2" fmla="*/ 1196 w 1214"/>
                <a:gd name="T3" fmla="*/ 626 h 1092"/>
                <a:gd name="T4" fmla="*/ 1178 w 1214"/>
                <a:gd name="T5" fmla="*/ 640 h 1092"/>
                <a:gd name="T6" fmla="*/ 1159 w 1214"/>
                <a:gd name="T7" fmla="*/ 652 h 1092"/>
                <a:gd name="T8" fmla="*/ 1138 w 1214"/>
                <a:gd name="T9" fmla="*/ 661 h 1092"/>
                <a:gd name="T10" fmla="*/ 1116 w 1214"/>
                <a:gd name="T11" fmla="*/ 667 h 1092"/>
                <a:gd name="T12" fmla="*/ 1099 w 1214"/>
                <a:gd name="T13" fmla="*/ 666 h 1092"/>
                <a:gd name="T14" fmla="*/ 1082 w 1214"/>
                <a:gd name="T15" fmla="*/ 662 h 1092"/>
                <a:gd name="T16" fmla="*/ 1065 w 1214"/>
                <a:gd name="T17" fmla="*/ 656 h 1092"/>
                <a:gd name="T18" fmla="*/ 1047 w 1214"/>
                <a:gd name="T19" fmla="*/ 647 h 1092"/>
                <a:gd name="T20" fmla="*/ 1029 w 1214"/>
                <a:gd name="T21" fmla="*/ 636 h 1092"/>
                <a:gd name="T22" fmla="*/ 1011 w 1214"/>
                <a:gd name="T23" fmla="*/ 623 h 1092"/>
                <a:gd name="T24" fmla="*/ 993 w 1214"/>
                <a:gd name="T25" fmla="*/ 608 h 1092"/>
                <a:gd name="T26" fmla="*/ 977 w 1214"/>
                <a:gd name="T27" fmla="*/ 591 h 1092"/>
                <a:gd name="T28" fmla="*/ 469 w 1214"/>
                <a:gd name="T29" fmla="*/ 165 h 1092"/>
                <a:gd name="T30" fmla="*/ 461 w 1214"/>
                <a:gd name="T31" fmla="*/ 159 h 1092"/>
                <a:gd name="T32" fmla="*/ 451 w 1214"/>
                <a:gd name="T33" fmla="*/ 155 h 1092"/>
                <a:gd name="T34" fmla="*/ 581 w 1214"/>
                <a:gd name="T35" fmla="*/ 0 h 1092"/>
                <a:gd name="T36" fmla="*/ 117 w 1214"/>
                <a:gd name="T37" fmla="*/ 201 h 1092"/>
                <a:gd name="T38" fmla="*/ 0 w 1214"/>
                <a:gd name="T39" fmla="*/ 693 h 1092"/>
                <a:gd name="T40" fmla="*/ 133 w 1214"/>
                <a:gd name="T41" fmla="*/ 534 h 1092"/>
                <a:gd name="T42" fmla="*/ 138 w 1214"/>
                <a:gd name="T43" fmla="*/ 543 h 1092"/>
                <a:gd name="T44" fmla="*/ 145 w 1214"/>
                <a:gd name="T45" fmla="*/ 549 h 1092"/>
                <a:gd name="T46" fmla="*/ 775 w 1214"/>
                <a:gd name="T47" fmla="*/ 1077 h 1092"/>
                <a:gd name="T48" fmla="*/ 785 w 1214"/>
                <a:gd name="T49" fmla="*/ 1084 h 1092"/>
                <a:gd name="T50" fmla="*/ 797 w 1214"/>
                <a:gd name="T51" fmla="*/ 1089 h 1092"/>
                <a:gd name="T52" fmla="*/ 808 w 1214"/>
                <a:gd name="T53" fmla="*/ 1091 h 1092"/>
                <a:gd name="T54" fmla="*/ 821 w 1214"/>
                <a:gd name="T55" fmla="*/ 1091 h 1092"/>
                <a:gd name="T56" fmla="*/ 833 w 1214"/>
                <a:gd name="T57" fmla="*/ 1089 h 1092"/>
                <a:gd name="T58" fmla="*/ 844 w 1214"/>
                <a:gd name="T59" fmla="*/ 1085 h 1092"/>
                <a:gd name="T60" fmla="*/ 855 w 1214"/>
                <a:gd name="T61" fmla="*/ 1078 h 1092"/>
                <a:gd name="T62" fmla="*/ 863 w 1214"/>
                <a:gd name="T63" fmla="*/ 1069 h 1092"/>
                <a:gd name="T64" fmla="*/ 1089 w 1214"/>
                <a:gd name="T65" fmla="*/ 803 h 1092"/>
                <a:gd name="T66" fmla="*/ 1108 w 1214"/>
                <a:gd name="T67" fmla="*/ 778 h 1092"/>
                <a:gd name="T68" fmla="*/ 1128 w 1214"/>
                <a:gd name="T69" fmla="*/ 752 h 1092"/>
                <a:gd name="T70" fmla="*/ 1146 w 1214"/>
                <a:gd name="T71" fmla="*/ 724 h 1092"/>
                <a:gd name="T72" fmla="*/ 1164 w 1214"/>
                <a:gd name="T73" fmla="*/ 696 h 1092"/>
                <a:gd name="T74" fmla="*/ 1182 w 1214"/>
                <a:gd name="T75" fmla="*/ 667 h 1092"/>
                <a:gd name="T76" fmla="*/ 1198 w 1214"/>
                <a:gd name="T77" fmla="*/ 638 h 1092"/>
                <a:gd name="T78" fmla="*/ 1213 w 1214"/>
                <a:gd name="T79" fmla="*/ 609 h 10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214"/>
                <a:gd name="T121" fmla="*/ 0 h 1092"/>
                <a:gd name="T122" fmla="*/ 1214 w 1214"/>
                <a:gd name="T123" fmla="*/ 1092 h 109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214" h="1092">
                  <a:moveTo>
                    <a:pt x="1213" y="609"/>
                  </a:moveTo>
                  <a:lnTo>
                    <a:pt x="1196" y="626"/>
                  </a:lnTo>
                  <a:lnTo>
                    <a:pt x="1178" y="640"/>
                  </a:lnTo>
                  <a:lnTo>
                    <a:pt x="1159" y="652"/>
                  </a:lnTo>
                  <a:lnTo>
                    <a:pt x="1138" y="661"/>
                  </a:lnTo>
                  <a:lnTo>
                    <a:pt x="1116" y="667"/>
                  </a:lnTo>
                  <a:lnTo>
                    <a:pt x="1099" y="666"/>
                  </a:lnTo>
                  <a:lnTo>
                    <a:pt x="1082" y="662"/>
                  </a:lnTo>
                  <a:lnTo>
                    <a:pt x="1065" y="656"/>
                  </a:lnTo>
                  <a:lnTo>
                    <a:pt x="1047" y="647"/>
                  </a:lnTo>
                  <a:lnTo>
                    <a:pt x="1029" y="636"/>
                  </a:lnTo>
                  <a:lnTo>
                    <a:pt x="1011" y="623"/>
                  </a:lnTo>
                  <a:lnTo>
                    <a:pt x="993" y="608"/>
                  </a:lnTo>
                  <a:lnTo>
                    <a:pt x="977" y="591"/>
                  </a:lnTo>
                  <a:lnTo>
                    <a:pt x="469" y="165"/>
                  </a:lnTo>
                  <a:lnTo>
                    <a:pt x="461" y="159"/>
                  </a:lnTo>
                  <a:lnTo>
                    <a:pt x="451" y="155"/>
                  </a:lnTo>
                  <a:lnTo>
                    <a:pt x="581" y="0"/>
                  </a:lnTo>
                  <a:lnTo>
                    <a:pt x="117" y="201"/>
                  </a:lnTo>
                  <a:lnTo>
                    <a:pt x="0" y="693"/>
                  </a:lnTo>
                  <a:lnTo>
                    <a:pt x="133" y="534"/>
                  </a:lnTo>
                  <a:lnTo>
                    <a:pt x="138" y="543"/>
                  </a:lnTo>
                  <a:lnTo>
                    <a:pt x="145" y="549"/>
                  </a:lnTo>
                  <a:lnTo>
                    <a:pt x="775" y="1077"/>
                  </a:lnTo>
                  <a:lnTo>
                    <a:pt x="785" y="1084"/>
                  </a:lnTo>
                  <a:lnTo>
                    <a:pt x="797" y="1089"/>
                  </a:lnTo>
                  <a:lnTo>
                    <a:pt x="808" y="1091"/>
                  </a:lnTo>
                  <a:lnTo>
                    <a:pt x="821" y="1091"/>
                  </a:lnTo>
                  <a:lnTo>
                    <a:pt x="833" y="1089"/>
                  </a:lnTo>
                  <a:lnTo>
                    <a:pt x="844" y="1085"/>
                  </a:lnTo>
                  <a:lnTo>
                    <a:pt x="855" y="1078"/>
                  </a:lnTo>
                  <a:lnTo>
                    <a:pt x="863" y="1069"/>
                  </a:lnTo>
                  <a:lnTo>
                    <a:pt x="1089" y="803"/>
                  </a:lnTo>
                  <a:lnTo>
                    <a:pt x="1108" y="778"/>
                  </a:lnTo>
                  <a:lnTo>
                    <a:pt x="1128" y="752"/>
                  </a:lnTo>
                  <a:lnTo>
                    <a:pt x="1146" y="724"/>
                  </a:lnTo>
                  <a:lnTo>
                    <a:pt x="1164" y="696"/>
                  </a:lnTo>
                  <a:lnTo>
                    <a:pt x="1182" y="667"/>
                  </a:lnTo>
                  <a:lnTo>
                    <a:pt x="1198" y="638"/>
                  </a:lnTo>
                  <a:lnTo>
                    <a:pt x="1213" y="609"/>
                  </a:lnTo>
                </a:path>
              </a:pathLst>
            </a:cu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303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nl-NL"/>
            </a:p>
          </p:txBody>
        </p:sp>
        <p:sp>
          <p:nvSpPr>
            <p:cNvPr id="23565" name="Oval 6"/>
            <p:cNvSpPr>
              <a:spLocks noChangeArrowheads="1"/>
            </p:cNvSpPr>
            <p:nvPr/>
          </p:nvSpPr>
          <p:spPr bwMode="blackWhite">
            <a:xfrm>
              <a:off x="3148" y="2512"/>
              <a:ext cx="250" cy="250"/>
            </a:xfrm>
            <a:prstGeom prst="ellipse">
              <a:avLst/>
            </a:prstGeom>
            <a:solidFill>
              <a:schemeClr val="accent2"/>
            </a:solidFill>
            <a:ln w="9525">
              <a:round/>
              <a:headEnd/>
              <a:tailEnd/>
            </a:ln>
            <a:scene3d>
              <a:camera prst="legacyObliqueTopLeft"/>
              <a:lightRig rig="legacyFlat2" dir="t"/>
            </a:scene3d>
            <a:sp3d extrusionH="303200" prstMaterial="legacyMatte">
              <a:bevelT w="13500" h="13500" prst="angle"/>
              <a:bevelB w="13500" h="13500" prst="angle"/>
              <a:extrusionClr>
                <a:schemeClr val="accent2"/>
              </a:extrusionClr>
            </a:sp3d>
          </p:spPr>
          <p:txBody>
            <a:bodyPr>
              <a:flatTx/>
            </a:bodyPr>
            <a:lstStyle/>
            <a:p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23556" name="Rectangle 7"/>
          <p:cNvSpPr>
            <a:spLocks noChangeArrowheads="1"/>
          </p:cNvSpPr>
          <p:nvPr/>
        </p:nvSpPr>
        <p:spPr bwMode="auto">
          <a:xfrm rot="2297149">
            <a:off x="2697163" y="3328988"/>
            <a:ext cx="1444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3557" name="Rectangle 8"/>
          <p:cNvSpPr>
            <a:spLocks noChangeArrowheads="1"/>
          </p:cNvSpPr>
          <p:nvPr/>
        </p:nvSpPr>
        <p:spPr bwMode="auto">
          <a:xfrm rot="-296552">
            <a:off x="4741863" y="2271713"/>
            <a:ext cx="1447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3558" name="Rectangle 9"/>
          <p:cNvSpPr>
            <a:spLocks noChangeArrowheads="1"/>
          </p:cNvSpPr>
          <p:nvPr/>
        </p:nvSpPr>
        <p:spPr bwMode="auto">
          <a:xfrm rot="-4375175">
            <a:off x="4626769" y="4296569"/>
            <a:ext cx="1404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355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PROPELLER 3D</a:t>
            </a:r>
          </a:p>
        </p:txBody>
      </p:sp>
      <p:sp>
        <p:nvSpPr>
          <p:cNvPr id="235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56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0267E86-A53A-4CC1-A765-DC5C4B47EA0F}" type="slidenum">
              <a:rPr lang="zh-CN" altLang="en-US" smtClean="0"/>
              <a:pPr defTabSz="895350"/>
              <a:t>21</a:t>
            </a:fld>
            <a:endParaRPr lang="en-US" altLang="zh-CN"/>
          </a:p>
        </p:txBody>
      </p:sp>
      <p:sp>
        <p:nvSpPr>
          <p:cNvPr id="24579" name="AutoShape 2"/>
          <p:cNvSpPr>
            <a:spLocks noChangeArrowheads="1"/>
          </p:cNvSpPr>
          <p:nvPr/>
        </p:nvSpPr>
        <p:spPr bwMode="auto">
          <a:xfrm>
            <a:off x="647700" y="3243263"/>
            <a:ext cx="1763713" cy="17621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0" name="AutoShape 3"/>
          <p:cNvSpPr>
            <a:spLocks noChangeArrowheads="1"/>
          </p:cNvSpPr>
          <p:nvPr/>
        </p:nvSpPr>
        <p:spPr bwMode="auto">
          <a:xfrm flipH="1">
            <a:off x="7278688" y="4233863"/>
            <a:ext cx="650875" cy="736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20" y="10800"/>
                </a:moveTo>
                <a:cubicBezTo>
                  <a:pt x="1020" y="16201"/>
                  <a:pt x="5399" y="20580"/>
                  <a:pt x="10800" y="20580"/>
                </a:cubicBezTo>
                <a:cubicBezTo>
                  <a:pt x="16201" y="20580"/>
                  <a:pt x="20580" y="16201"/>
                  <a:pt x="20580" y="10800"/>
                </a:cubicBezTo>
                <a:cubicBezTo>
                  <a:pt x="20580" y="5399"/>
                  <a:pt x="16201" y="1020"/>
                  <a:pt x="10800" y="1020"/>
                </a:cubicBezTo>
                <a:cubicBezTo>
                  <a:pt x="5399" y="1020"/>
                  <a:pt x="1020" y="5399"/>
                  <a:pt x="1020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2100000" lon="300000" rev="0"/>
            </a:camera>
            <a:lightRig rig="legacyFlat2" dir="t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1" name="AutoShape 4"/>
          <p:cNvSpPr>
            <a:spLocks noChangeArrowheads="1"/>
          </p:cNvSpPr>
          <p:nvPr/>
        </p:nvSpPr>
        <p:spPr bwMode="auto">
          <a:xfrm flipH="1">
            <a:off x="7726363" y="4233863"/>
            <a:ext cx="650875" cy="736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20" y="10800"/>
                </a:moveTo>
                <a:cubicBezTo>
                  <a:pt x="1020" y="16201"/>
                  <a:pt x="5399" y="20580"/>
                  <a:pt x="10800" y="20580"/>
                </a:cubicBezTo>
                <a:cubicBezTo>
                  <a:pt x="16201" y="20580"/>
                  <a:pt x="20580" y="16201"/>
                  <a:pt x="20580" y="10800"/>
                </a:cubicBezTo>
                <a:cubicBezTo>
                  <a:pt x="20580" y="5399"/>
                  <a:pt x="16201" y="1020"/>
                  <a:pt x="10800" y="1020"/>
                </a:cubicBezTo>
                <a:cubicBezTo>
                  <a:pt x="5399" y="1020"/>
                  <a:pt x="1020" y="5399"/>
                  <a:pt x="1020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2100000" lon="300000" rev="0"/>
            </a:camera>
            <a:lightRig rig="legacyFlat2" dir="t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2" name="AutoShape 5"/>
          <p:cNvSpPr>
            <a:spLocks noChangeArrowheads="1"/>
          </p:cNvSpPr>
          <p:nvPr/>
        </p:nvSpPr>
        <p:spPr bwMode="auto">
          <a:xfrm>
            <a:off x="4489450" y="3063875"/>
            <a:ext cx="1041400" cy="10858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chemeClr val="accent2">
              <a:alpha val="50195"/>
            </a:schemeClr>
          </a:solidFill>
          <a:ln w="9525">
            <a:round/>
            <a:headEnd/>
            <a:tailEnd/>
          </a:ln>
          <a:scene3d>
            <a:camera prst="legacyPerspectiveFront">
              <a:rot lat="4500000" lon="300000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3" name="AutoShape 6"/>
          <p:cNvSpPr>
            <a:spLocks noChangeArrowheads="1"/>
          </p:cNvSpPr>
          <p:nvPr/>
        </p:nvSpPr>
        <p:spPr bwMode="auto">
          <a:xfrm>
            <a:off x="3883025" y="3533775"/>
            <a:ext cx="1851025" cy="1930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chemeClr val="accent2">
              <a:alpha val="50195"/>
            </a:schemeClr>
          </a:solidFill>
          <a:ln w="9525">
            <a:round/>
            <a:headEnd/>
            <a:tailEnd/>
          </a:ln>
          <a:scene3d>
            <a:camera prst="legacyPerspectiveFront">
              <a:rot lat="4500000" lon="300000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4" name="AutoShape 7"/>
          <p:cNvSpPr>
            <a:spLocks noChangeArrowheads="1"/>
          </p:cNvSpPr>
          <p:nvPr/>
        </p:nvSpPr>
        <p:spPr bwMode="auto">
          <a:xfrm flipH="1">
            <a:off x="7059613" y="3833813"/>
            <a:ext cx="650875" cy="736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20" y="10800"/>
                </a:moveTo>
                <a:cubicBezTo>
                  <a:pt x="1020" y="16201"/>
                  <a:pt x="5399" y="20580"/>
                  <a:pt x="10800" y="20580"/>
                </a:cubicBezTo>
                <a:cubicBezTo>
                  <a:pt x="16201" y="20580"/>
                  <a:pt x="20580" y="16201"/>
                  <a:pt x="20580" y="10800"/>
                </a:cubicBezTo>
                <a:cubicBezTo>
                  <a:pt x="20580" y="5399"/>
                  <a:pt x="16201" y="1020"/>
                  <a:pt x="10800" y="1020"/>
                </a:cubicBezTo>
                <a:cubicBezTo>
                  <a:pt x="5399" y="1020"/>
                  <a:pt x="1020" y="5399"/>
                  <a:pt x="1020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2100000" lon="300000" rev="0"/>
            </a:camera>
            <a:lightRig rig="legacyFlat2" dir="t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5" name="AutoShape 8"/>
          <p:cNvSpPr>
            <a:spLocks noChangeArrowheads="1"/>
          </p:cNvSpPr>
          <p:nvPr/>
        </p:nvSpPr>
        <p:spPr bwMode="auto">
          <a:xfrm flipH="1">
            <a:off x="7507288" y="3833813"/>
            <a:ext cx="650875" cy="736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20" y="10800"/>
                </a:moveTo>
                <a:cubicBezTo>
                  <a:pt x="1020" y="16201"/>
                  <a:pt x="5399" y="20580"/>
                  <a:pt x="10800" y="20580"/>
                </a:cubicBezTo>
                <a:cubicBezTo>
                  <a:pt x="16201" y="20580"/>
                  <a:pt x="20580" y="16201"/>
                  <a:pt x="20580" y="10800"/>
                </a:cubicBezTo>
                <a:cubicBezTo>
                  <a:pt x="20580" y="5399"/>
                  <a:pt x="16201" y="1020"/>
                  <a:pt x="10800" y="1020"/>
                </a:cubicBezTo>
                <a:cubicBezTo>
                  <a:pt x="5399" y="1020"/>
                  <a:pt x="1020" y="5399"/>
                  <a:pt x="1020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2100000" lon="300000" rev="0"/>
            </a:camera>
            <a:lightRig rig="legacyFlat2" dir="t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6" name="AutoShape 9"/>
          <p:cNvSpPr>
            <a:spLocks noChangeArrowheads="1"/>
          </p:cNvSpPr>
          <p:nvPr/>
        </p:nvSpPr>
        <p:spPr bwMode="auto">
          <a:xfrm flipH="1">
            <a:off x="7954963" y="3833813"/>
            <a:ext cx="650875" cy="736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20" y="10800"/>
                </a:moveTo>
                <a:cubicBezTo>
                  <a:pt x="1020" y="16201"/>
                  <a:pt x="5399" y="20580"/>
                  <a:pt x="10800" y="20580"/>
                </a:cubicBezTo>
                <a:cubicBezTo>
                  <a:pt x="16201" y="20580"/>
                  <a:pt x="20580" y="16201"/>
                  <a:pt x="20580" y="10800"/>
                </a:cubicBezTo>
                <a:cubicBezTo>
                  <a:pt x="20580" y="5399"/>
                  <a:pt x="16201" y="1020"/>
                  <a:pt x="10800" y="1020"/>
                </a:cubicBezTo>
                <a:cubicBezTo>
                  <a:pt x="5399" y="1020"/>
                  <a:pt x="1020" y="5399"/>
                  <a:pt x="1020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2100000" lon="300000" rev="0"/>
            </a:camera>
            <a:lightRig rig="legacyFlat2" dir="t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RINGS 3D</a:t>
            </a:r>
          </a:p>
        </p:txBody>
      </p:sp>
      <p:sp>
        <p:nvSpPr>
          <p:cNvPr id="245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5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82C4CDC-0C50-433C-B4DD-571CE1C50396}" type="slidenum">
              <a:rPr lang="zh-CN" altLang="en-US" smtClean="0"/>
              <a:pPr defTabSz="895350"/>
              <a:t>22</a:t>
            </a:fld>
            <a:endParaRPr lang="en-US" altLang="zh-CN"/>
          </a:p>
        </p:txBody>
      </p:sp>
      <p:sp>
        <p:nvSpPr>
          <p:cNvPr id="25603" name="Freeform 2"/>
          <p:cNvSpPr>
            <a:spLocks/>
          </p:cNvSpPr>
          <p:nvPr/>
        </p:nvSpPr>
        <p:spPr bwMode="blackWhite">
          <a:xfrm>
            <a:off x="685800" y="2781300"/>
            <a:ext cx="7493000" cy="2690813"/>
          </a:xfrm>
          <a:custGeom>
            <a:avLst/>
            <a:gdLst>
              <a:gd name="T0" fmla="*/ 0 w 4720"/>
              <a:gd name="T1" fmla="*/ 2147483647 h 1695"/>
              <a:gd name="T2" fmla="*/ 0 w 4720"/>
              <a:gd name="T3" fmla="*/ 2147483647 h 1695"/>
              <a:gd name="T4" fmla="*/ 2147483647 w 4720"/>
              <a:gd name="T5" fmla="*/ 2147483647 h 1695"/>
              <a:gd name="T6" fmla="*/ 2147483647 w 4720"/>
              <a:gd name="T7" fmla="*/ 2147483647 h 1695"/>
              <a:gd name="T8" fmla="*/ 2147483647 w 4720"/>
              <a:gd name="T9" fmla="*/ 2147483647 h 1695"/>
              <a:gd name="T10" fmla="*/ 2147483647 w 4720"/>
              <a:gd name="T11" fmla="*/ 2147483647 h 1695"/>
              <a:gd name="T12" fmla="*/ 2147483647 w 4720"/>
              <a:gd name="T13" fmla="*/ 2147483647 h 1695"/>
              <a:gd name="T14" fmla="*/ 2147483647 w 4720"/>
              <a:gd name="T15" fmla="*/ 2147483647 h 1695"/>
              <a:gd name="T16" fmla="*/ 2147483647 w 4720"/>
              <a:gd name="T17" fmla="*/ 2147483647 h 1695"/>
              <a:gd name="T18" fmla="*/ 2147483647 w 4720"/>
              <a:gd name="T19" fmla="*/ 2147483647 h 1695"/>
              <a:gd name="T20" fmla="*/ 2147483647 w 4720"/>
              <a:gd name="T21" fmla="*/ 2147483647 h 1695"/>
              <a:gd name="T22" fmla="*/ 2147483647 w 4720"/>
              <a:gd name="T23" fmla="*/ 2147483647 h 1695"/>
              <a:gd name="T24" fmla="*/ 2147483647 w 4720"/>
              <a:gd name="T25" fmla="*/ 2147483647 h 1695"/>
              <a:gd name="T26" fmla="*/ 2147483647 w 4720"/>
              <a:gd name="T27" fmla="*/ 2147483647 h 1695"/>
              <a:gd name="T28" fmla="*/ 2147483647 w 4720"/>
              <a:gd name="T29" fmla="*/ 2147483647 h 1695"/>
              <a:gd name="T30" fmla="*/ 2147483647 w 4720"/>
              <a:gd name="T31" fmla="*/ 2147483647 h 1695"/>
              <a:gd name="T32" fmla="*/ 2147483647 w 4720"/>
              <a:gd name="T33" fmla="*/ 2147483647 h 1695"/>
              <a:gd name="T34" fmla="*/ 2147483647 w 4720"/>
              <a:gd name="T35" fmla="*/ 2147483647 h 1695"/>
              <a:gd name="T36" fmla="*/ 2147483647 w 4720"/>
              <a:gd name="T37" fmla="*/ 2147483647 h 1695"/>
              <a:gd name="T38" fmla="*/ 2147483647 w 4720"/>
              <a:gd name="T39" fmla="*/ 2147483647 h 1695"/>
              <a:gd name="T40" fmla="*/ 2147483647 w 4720"/>
              <a:gd name="T41" fmla="*/ 0 h 1695"/>
              <a:gd name="T42" fmla="*/ 2147483647 w 4720"/>
              <a:gd name="T43" fmla="*/ 0 h 1695"/>
              <a:gd name="T44" fmla="*/ 2147483647 w 4720"/>
              <a:gd name="T45" fmla="*/ 2147483647 h 1695"/>
              <a:gd name="T46" fmla="*/ 2147483647 w 4720"/>
              <a:gd name="T47" fmla="*/ 2147483647 h 1695"/>
              <a:gd name="T48" fmla="*/ 2147483647 w 4720"/>
              <a:gd name="T49" fmla="*/ 2147483647 h 1695"/>
              <a:gd name="T50" fmla="*/ 2147483647 w 4720"/>
              <a:gd name="T51" fmla="*/ 2147483647 h 1695"/>
              <a:gd name="T52" fmla="*/ 2147483647 w 4720"/>
              <a:gd name="T53" fmla="*/ 2147483647 h 1695"/>
              <a:gd name="T54" fmla="*/ 2147483647 w 4720"/>
              <a:gd name="T55" fmla="*/ 2147483647 h 1695"/>
              <a:gd name="T56" fmla="*/ 2147483647 w 4720"/>
              <a:gd name="T57" fmla="*/ 2147483647 h 1695"/>
              <a:gd name="T58" fmla="*/ 2147483647 w 4720"/>
              <a:gd name="T59" fmla="*/ 2147483647 h 1695"/>
              <a:gd name="T60" fmla="*/ 2147483647 w 4720"/>
              <a:gd name="T61" fmla="*/ 2147483647 h 1695"/>
              <a:gd name="T62" fmla="*/ 2147483647 w 4720"/>
              <a:gd name="T63" fmla="*/ 2147483647 h 1695"/>
              <a:gd name="T64" fmla="*/ 2147483647 w 4720"/>
              <a:gd name="T65" fmla="*/ 2147483647 h 1695"/>
              <a:gd name="T66" fmla="*/ 2147483647 w 4720"/>
              <a:gd name="T67" fmla="*/ 2147483647 h 1695"/>
              <a:gd name="T68" fmla="*/ 2147483647 w 4720"/>
              <a:gd name="T69" fmla="*/ 2147483647 h 1695"/>
              <a:gd name="T70" fmla="*/ 2147483647 w 4720"/>
              <a:gd name="T71" fmla="*/ 2147483647 h 1695"/>
              <a:gd name="T72" fmla="*/ 2147483647 w 4720"/>
              <a:gd name="T73" fmla="*/ 2147483647 h 1695"/>
              <a:gd name="T74" fmla="*/ 2147483647 w 4720"/>
              <a:gd name="T75" fmla="*/ 2147483647 h 1695"/>
              <a:gd name="T76" fmla="*/ 2147483647 w 4720"/>
              <a:gd name="T77" fmla="*/ 2147483647 h 1695"/>
              <a:gd name="T78" fmla="*/ 2147483647 w 4720"/>
              <a:gd name="T79" fmla="*/ 2147483647 h 1695"/>
              <a:gd name="T80" fmla="*/ 2147483647 w 4720"/>
              <a:gd name="T81" fmla="*/ 2147483647 h 1695"/>
              <a:gd name="T82" fmla="*/ 2147483647 w 4720"/>
              <a:gd name="T83" fmla="*/ 2147483647 h 1695"/>
              <a:gd name="T84" fmla="*/ 2147483647 w 4720"/>
              <a:gd name="T85" fmla="*/ 2147483647 h 1695"/>
              <a:gd name="T86" fmla="*/ 2147483647 w 4720"/>
              <a:gd name="T87" fmla="*/ 2147483647 h 1695"/>
              <a:gd name="T88" fmla="*/ 2147483647 w 4720"/>
              <a:gd name="T89" fmla="*/ 2147483647 h 1695"/>
              <a:gd name="T90" fmla="*/ 2147483647 w 4720"/>
              <a:gd name="T91" fmla="*/ 2147483647 h 1695"/>
              <a:gd name="T92" fmla="*/ 2147483647 w 4720"/>
              <a:gd name="T93" fmla="*/ 2147483647 h 1695"/>
              <a:gd name="T94" fmla="*/ 2147483647 w 4720"/>
              <a:gd name="T95" fmla="*/ 2147483647 h 1695"/>
              <a:gd name="T96" fmla="*/ 2147483647 w 4720"/>
              <a:gd name="T97" fmla="*/ 2147483647 h 1695"/>
              <a:gd name="T98" fmla="*/ 2147483647 w 4720"/>
              <a:gd name="T99" fmla="*/ 2147483647 h 1695"/>
              <a:gd name="T100" fmla="*/ 2147483647 w 4720"/>
              <a:gd name="T101" fmla="*/ 2147483647 h 1695"/>
              <a:gd name="T102" fmla="*/ 2147483647 w 4720"/>
              <a:gd name="T103" fmla="*/ 2147483647 h 1695"/>
              <a:gd name="T104" fmla="*/ 2147483647 w 4720"/>
              <a:gd name="T105" fmla="*/ 2147483647 h 1695"/>
              <a:gd name="T106" fmla="*/ 2147483647 w 4720"/>
              <a:gd name="T107" fmla="*/ 2147483647 h 1695"/>
              <a:gd name="T108" fmla="*/ 0 w 4720"/>
              <a:gd name="T109" fmla="*/ 2147483647 h 169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4720"/>
              <a:gd name="T166" fmla="*/ 0 h 1695"/>
              <a:gd name="T167" fmla="*/ 4720 w 4720"/>
              <a:gd name="T168" fmla="*/ 1695 h 169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4720" h="1695">
                <a:moveTo>
                  <a:pt x="0" y="624"/>
                </a:moveTo>
                <a:lnTo>
                  <a:pt x="0" y="560"/>
                </a:lnTo>
                <a:lnTo>
                  <a:pt x="1440" y="560"/>
                </a:lnTo>
                <a:lnTo>
                  <a:pt x="1440" y="624"/>
                </a:lnTo>
                <a:lnTo>
                  <a:pt x="1380" y="624"/>
                </a:lnTo>
                <a:lnTo>
                  <a:pt x="1312" y="696"/>
                </a:lnTo>
                <a:lnTo>
                  <a:pt x="1128" y="696"/>
                </a:lnTo>
                <a:lnTo>
                  <a:pt x="1016" y="752"/>
                </a:lnTo>
                <a:lnTo>
                  <a:pt x="768" y="752"/>
                </a:lnTo>
                <a:lnTo>
                  <a:pt x="760" y="800"/>
                </a:lnTo>
                <a:lnTo>
                  <a:pt x="920" y="1104"/>
                </a:lnTo>
                <a:lnTo>
                  <a:pt x="2416" y="1104"/>
                </a:lnTo>
                <a:lnTo>
                  <a:pt x="3952" y="584"/>
                </a:lnTo>
                <a:lnTo>
                  <a:pt x="3952" y="264"/>
                </a:lnTo>
                <a:lnTo>
                  <a:pt x="3912" y="184"/>
                </a:lnTo>
                <a:lnTo>
                  <a:pt x="3704" y="184"/>
                </a:lnTo>
                <a:lnTo>
                  <a:pt x="3616" y="120"/>
                </a:lnTo>
                <a:lnTo>
                  <a:pt x="3416" y="120"/>
                </a:lnTo>
                <a:lnTo>
                  <a:pt x="3336" y="64"/>
                </a:lnTo>
                <a:lnTo>
                  <a:pt x="3288" y="64"/>
                </a:lnTo>
                <a:lnTo>
                  <a:pt x="3288" y="0"/>
                </a:lnTo>
                <a:lnTo>
                  <a:pt x="4720" y="0"/>
                </a:lnTo>
                <a:lnTo>
                  <a:pt x="4720" y="80"/>
                </a:lnTo>
                <a:lnTo>
                  <a:pt x="4664" y="80"/>
                </a:lnTo>
                <a:lnTo>
                  <a:pt x="4576" y="136"/>
                </a:lnTo>
                <a:lnTo>
                  <a:pt x="4416" y="128"/>
                </a:lnTo>
                <a:lnTo>
                  <a:pt x="4280" y="184"/>
                </a:lnTo>
                <a:lnTo>
                  <a:pt x="4048" y="184"/>
                </a:lnTo>
                <a:lnTo>
                  <a:pt x="4048" y="248"/>
                </a:lnTo>
                <a:lnTo>
                  <a:pt x="4048" y="648"/>
                </a:lnTo>
                <a:lnTo>
                  <a:pt x="2552" y="1168"/>
                </a:lnTo>
                <a:lnTo>
                  <a:pt x="2552" y="1296"/>
                </a:lnTo>
                <a:lnTo>
                  <a:pt x="2800" y="1296"/>
                </a:lnTo>
                <a:lnTo>
                  <a:pt x="2880" y="1424"/>
                </a:lnTo>
                <a:lnTo>
                  <a:pt x="3088" y="1439"/>
                </a:lnTo>
                <a:lnTo>
                  <a:pt x="3136" y="1551"/>
                </a:lnTo>
                <a:lnTo>
                  <a:pt x="3216" y="1551"/>
                </a:lnTo>
                <a:lnTo>
                  <a:pt x="3216" y="1695"/>
                </a:lnTo>
                <a:lnTo>
                  <a:pt x="1760" y="1695"/>
                </a:lnTo>
                <a:lnTo>
                  <a:pt x="1760" y="1551"/>
                </a:lnTo>
                <a:lnTo>
                  <a:pt x="1832" y="1551"/>
                </a:lnTo>
                <a:lnTo>
                  <a:pt x="1912" y="1431"/>
                </a:lnTo>
                <a:lnTo>
                  <a:pt x="2112" y="1431"/>
                </a:lnTo>
                <a:lnTo>
                  <a:pt x="2216" y="1288"/>
                </a:lnTo>
                <a:lnTo>
                  <a:pt x="2416" y="1288"/>
                </a:lnTo>
                <a:lnTo>
                  <a:pt x="2416" y="1184"/>
                </a:lnTo>
                <a:lnTo>
                  <a:pt x="832" y="1184"/>
                </a:lnTo>
                <a:lnTo>
                  <a:pt x="664" y="824"/>
                </a:lnTo>
                <a:lnTo>
                  <a:pt x="664" y="752"/>
                </a:lnTo>
                <a:lnTo>
                  <a:pt x="504" y="752"/>
                </a:lnTo>
                <a:lnTo>
                  <a:pt x="432" y="752"/>
                </a:lnTo>
                <a:lnTo>
                  <a:pt x="336" y="688"/>
                </a:lnTo>
                <a:lnTo>
                  <a:pt x="160" y="688"/>
                </a:lnTo>
                <a:lnTo>
                  <a:pt x="78" y="654"/>
                </a:lnTo>
                <a:lnTo>
                  <a:pt x="0" y="624"/>
                </a:lnTo>
                <a:close/>
              </a:path>
            </a:pathLst>
          </a:custGeom>
          <a:gradFill rotWithShape="0">
            <a:gsLst>
              <a:gs pos="0">
                <a:srgbClr val="B2B2B2"/>
              </a:gs>
              <a:gs pos="100000">
                <a:srgbClr val="525252"/>
              </a:gs>
            </a:gsLst>
            <a:path path="rect">
              <a:fillToRect r="100000" b="100000"/>
            </a:path>
          </a:gra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762000" y="3200400"/>
            <a:ext cx="2057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560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SCALE</a:t>
            </a: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6064250" y="2362200"/>
            <a:ext cx="2057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 anchorCtr="1"/>
          <a:lstStyle/>
          <a:p>
            <a:pPr algn="ctr" defTabSz="787400" eaLnBrk="0" hangingPunct="0"/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560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60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FBCDC5F-7395-4E86-A063-2FD899E936D7}" type="slidenum">
              <a:rPr lang="zh-CN" altLang="en-US" smtClean="0"/>
              <a:pPr defTabSz="895350"/>
              <a:t>23</a:t>
            </a:fld>
            <a:endParaRPr lang="en-US" altLang="zh-CN"/>
          </a:p>
        </p:txBody>
      </p:sp>
      <p:sp>
        <p:nvSpPr>
          <p:cNvPr id="26627" name="Freeform 2"/>
          <p:cNvSpPr>
            <a:spLocks/>
          </p:cNvSpPr>
          <p:nvPr/>
        </p:nvSpPr>
        <p:spPr bwMode="blackWhite">
          <a:xfrm>
            <a:off x="3757613" y="1973263"/>
            <a:ext cx="1223962" cy="2509837"/>
          </a:xfrm>
          <a:custGeom>
            <a:avLst/>
            <a:gdLst>
              <a:gd name="T0" fmla="*/ 2147483647 w 865"/>
              <a:gd name="T1" fmla="*/ 0 h 1828"/>
              <a:gd name="T2" fmla="*/ 2147483647 w 865"/>
              <a:gd name="T3" fmla="*/ 2147483647 h 1828"/>
              <a:gd name="T4" fmla="*/ 2147483647 w 865"/>
              <a:gd name="T5" fmla="*/ 2147483647 h 1828"/>
              <a:gd name="T6" fmla="*/ 2147483647 w 865"/>
              <a:gd name="T7" fmla="*/ 2147483647 h 1828"/>
              <a:gd name="T8" fmla="*/ 2147483647 w 865"/>
              <a:gd name="T9" fmla="*/ 2147483647 h 1828"/>
              <a:gd name="T10" fmla="*/ 2147483647 w 865"/>
              <a:gd name="T11" fmla="*/ 2147483647 h 1828"/>
              <a:gd name="T12" fmla="*/ 0 w 865"/>
              <a:gd name="T13" fmla="*/ 2147483647 h 1828"/>
              <a:gd name="T14" fmla="*/ 0 w 865"/>
              <a:gd name="T15" fmla="*/ 2147483647 h 1828"/>
              <a:gd name="T16" fmla="*/ 2147483647 w 865"/>
              <a:gd name="T17" fmla="*/ 2147483647 h 1828"/>
              <a:gd name="T18" fmla="*/ 2147483647 w 865"/>
              <a:gd name="T19" fmla="*/ 2147483647 h 1828"/>
              <a:gd name="T20" fmla="*/ 2147483647 w 865"/>
              <a:gd name="T21" fmla="*/ 2147483647 h 1828"/>
              <a:gd name="T22" fmla="*/ 2147483647 w 865"/>
              <a:gd name="T23" fmla="*/ 0 h 182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65"/>
              <a:gd name="T37" fmla="*/ 0 h 1828"/>
              <a:gd name="T38" fmla="*/ 865 w 865"/>
              <a:gd name="T39" fmla="*/ 1828 h 182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65" h="1828">
                <a:moveTo>
                  <a:pt x="432" y="0"/>
                </a:moveTo>
                <a:lnTo>
                  <a:pt x="561" y="828"/>
                </a:lnTo>
                <a:lnTo>
                  <a:pt x="561" y="1539"/>
                </a:lnTo>
                <a:lnTo>
                  <a:pt x="648" y="1539"/>
                </a:lnTo>
                <a:lnTo>
                  <a:pt x="864" y="1658"/>
                </a:lnTo>
                <a:lnTo>
                  <a:pt x="864" y="1827"/>
                </a:lnTo>
                <a:lnTo>
                  <a:pt x="0" y="1827"/>
                </a:lnTo>
                <a:lnTo>
                  <a:pt x="0" y="1674"/>
                </a:lnTo>
                <a:lnTo>
                  <a:pt x="172" y="1556"/>
                </a:lnTo>
                <a:lnTo>
                  <a:pt x="273" y="1556"/>
                </a:lnTo>
                <a:lnTo>
                  <a:pt x="273" y="828"/>
                </a:lnTo>
                <a:lnTo>
                  <a:pt x="432" y="0"/>
                </a:lnTo>
              </a:path>
            </a:pathLst>
          </a:custGeom>
          <a:gradFill rotWithShape="0">
            <a:gsLst>
              <a:gs pos="0">
                <a:srgbClr val="B2B2B2"/>
              </a:gs>
              <a:gs pos="100000">
                <a:srgbClr val="525252"/>
              </a:gs>
            </a:gsLst>
            <a:path path="rect">
              <a:fillToRect r="100000" b="100000"/>
            </a:path>
          </a:gradFill>
          <a:ln w="9525">
            <a:round/>
            <a:headEnd/>
            <a:tailEnd/>
          </a:ln>
          <a:scene3d>
            <a:camera prst="legacyObliqueTopRight"/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>
            <a:flatTx/>
          </a:bodyPr>
          <a:lstStyle/>
          <a:p>
            <a:endParaRPr lang="nl-NL"/>
          </a:p>
        </p:txBody>
      </p:sp>
      <p:sp>
        <p:nvSpPr>
          <p:cNvPr id="26628" name="Freeform 3"/>
          <p:cNvSpPr>
            <a:spLocks/>
          </p:cNvSpPr>
          <p:nvPr/>
        </p:nvSpPr>
        <p:spPr bwMode="blackWhite">
          <a:xfrm>
            <a:off x="2974975" y="1581150"/>
            <a:ext cx="2887663" cy="1082675"/>
          </a:xfrm>
          <a:custGeom>
            <a:avLst/>
            <a:gdLst>
              <a:gd name="T0" fmla="*/ 0 w 2042"/>
              <a:gd name="T1" fmla="*/ 2147483647 h 789"/>
              <a:gd name="T2" fmla="*/ 2147483647 w 2042"/>
              <a:gd name="T3" fmla="*/ 2147483647 h 789"/>
              <a:gd name="T4" fmla="*/ 2147483647 w 2042"/>
              <a:gd name="T5" fmla="*/ 0 h 789"/>
              <a:gd name="T6" fmla="*/ 2147483647 w 2042"/>
              <a:gd name="T7" fmla="*/ 2147483647 h 789"/>
              <a:gd name="T8" fmla="*/ 2147483647 w 2042"/>
              <a:gd name="T9" fmla="*/ 2147483647 h 789"/>
              <a:gd name="T10" fmla="*/ 2147483647 w 2042"/>
              <a:gd name="T11" fmla="*/ 2147483647 h 789"/>
              <a:gd name="T12" fmla="*/ 0 w 2042"/>
              <a:gd name="T13" fmla="*/ 2147483647 h 7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42"/>
              <a:gd name="T22" fmla="*/ 0 h 789"/>
              <a:gd name="T23" fmla="*/ 2042 w 2042"/>
              <a:gd name="T24" fmla="*/ 789 h 7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42" h="789">
                <a:moveTo>
                  <a:pt x="0" y="788"/>
                </a:moveTo>
                <a:lnTo>
                  <a:pt x="2041" y="78"/>
                </a:lnTo>
                <a:lnTo>
                  <a:pt x="1996" y="0"/>
                </a:lnTo>
                <a:lnTo>
                  <a:pt x="985" y="178"/>
                </a:lnTo>
                <a:lnTo>
                  <a:pt x="834" y="230"/>
                </a:lnTo>
                <a:lnTo>
                  <a:pt x="8" y="682"/>
                </a:lnTo>
                <a:lnTo>
                  <a:pt x="0" y="78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6629" name="Oval 4"/>
          <p:cNvSpPr>
            <a:spLocks noChangeArrowheads="1"/>
          </p:cNvSpPr>
          <p:nvPr/>
        </p:nvSpPr>
        <p:spPr bwMode="blackWhite">
          <a:xfrm>
            <a:off x="4294188" y="1938338"/>
            <a:ext cx="150812" cy="1460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blackWhite">
          <a:xfrm>
            <a:off x="5765800" y="1717675"/>
            <a:ext cx="519113" cy="1246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blackWhite">
          <a:xfrm>
            <a:off x="5754688" y="1717675"/>
            <a:ext cx="0" cy="123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2" name="Line 7"/>
          <p:cNvSpPr>
            <a:spLocks noChangeShapeType="1"/>
          </p:cNvSpPr>
          <p:nvPr/>
        </p:nvSpPr>
        <p:spPr bwMode="blackWhite">
          <a:xfrm flipH="1">
            <a:off x="5207000" y="1720850"/>
            <a:ext cx="541338" cy="1206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3" name="Freeform 8"/>
          <p:cNvSpPr>
            <a:spLocks/>
          </p:cNvSpPr>
          <p:nvPr/>
        </p:nvSpPr>
        <p:spPr bwMode="blackWhite">
          <a:xfrm>
            <a:off x="5141913" y="2935288"/>
            <a:ext cx="1174750" cy="377825"/>
          </a:xfrm>
          <a:custGeom>
            <a:avLst/>
            <a:gdLst>
              <a:gd name="T0" fmla="*/ 2147483647 w 830"/>
              <a:gd name="T1" fmla="*/ 0 h 276"/>
              <a:gd name="T2" fmla="*/ 0 w 830"/>
              <a:gd name="T3" fmla="*/ 2147483647 h 276"/>
              <a:gd name="T4" fmla="*/ 2147483647 w 830"/>
              <a:gd name="T5" fmla="*/ 2147483647 h 276"/>
              <a:gd name="T6" fmla="*/ 2147483647 w 830"/>
              <a:gd name="T7" fmla="*/ 2147483647 h 276"/>
              <a:gd name="T8" fmla="*/ 2147483647 w 830"/>
              <a:gd name="T9" fmla="*/ 2147483647 h 276"/>
              <a:gd name="T10" fmla="*/ 2147483647 w 830"/>
              <a:gd name="T11" fmla="*/ 2147483647 h 276"/>
              <a:gd name="T12" fmla="*/ 2147483647 w 830"/>
              <a:gd name="T13" fmla="*/ 2147483647 h 276"/>
              <a:gd name="T14" fmla="*/ 2147483647 w 830"/>
              <a:gd name="T15" fmla="*/ 2147483647 h 276"/>
              <a:gd name="T16" fmla="*/ 2147483647 w 830"/>
              <a:gd name="T17" fmla="*/ 2147483647 h 276"/>
              <a:gd name="T18" fmla="*/ 2147483647 w 830"/>
              <a:gd name="T19" fmla="*/ 2147483647 h 276"/>
              <a:gd name="T20" fmla="*/ 2147483647 w 830"/>
              <a:gd name="T21" fmla="*/ 2147483647 h 276"/>
              <a:gd name="T22" fmla="*/ 2147483647 w 830"/>
              <a:gd name="T23" fmla="*/ 2147483647 h 276"/>
              <a:gd name="T24" fmla="*/ 2147483647 w 830"/>
              <a:gd name="T25" fmla="*/ 2147483647 h 276"/>
              <a:gd name="T26" fmla="*/ 2147483647 w 830"/>
              <a:gd name="T27" fmla="*/ 2147483647 h 276"/>
              <a:gd name="T28" fmla="*/ 2147483647 w 830"/>
              <a:gd name="T29" fmla="*/ 2147483647 h 276"/>
              <a:gd name="T30" fmla="*/ 2147483647 w 830"/>
              <a:gd name="T31" fmla="*/ 2147483647 h 276"/>
              <a:gd name="T32" fmla="*/ 2147483647 w 830"/>
              <a:gd name="T33" fmla="*/ 2147483647 h 276"/>
              <a:gd name="T34" fmla="*/ 2147483647 w 830"/>
              <a:gd name="T35" fmla="*/ 2147483647 h 276"/>
              <a:gd name="T36" fmla="*/ 2147483647 w 830"/>
              <a:gd name="T37" fmla="*/ 2147483647 h 276"/>
              <a:gd name="T38" fmla="*/ 2147483647 w 830"/>
              <a:gd name="T39" fmla="*/ 2147483647 h 276"/>
              <a:gd name="T40" fmla="*/ 2147483647 w 830"/>
              <a:gd name="T41" fmla="*/ 2147483647 h 276"/>
              <a:gd name="T42" fmla="*/ 2147483647 w 830"/>
              <a:gd name="T43" fmla="*/ 2147483647 h 276"/>
              <a:gd name="T44" fmla="*/ 2147483647 w 830"/>
              <a:gd name="T45" fmla="*/ 2147483647 h 276"/>
              <a:gd name="T46" fmla="*/ 2147483647 w 830"/>
              <a:gd name="T47" fmla="*/ 2147483647 h 276"/>
              <a:gd name="T48" fmla="*/ 2147483647 w 830"/>
              <a:gd name="T49" fmla="*/ 2147483647 h 276"/>
              <a:gd name="T50" fmla="*/ 2147483647 w 830"/>
              <a:gd name="T51" fmla="*/ 2147483647 h 276"/>
              <a:gd name="T52" fmla="*/ 2147483647 w 830"/>
              <a:gd name="T53" fmla="*/ 2147483647 h 276"/>
              <a:gd name="T54" fmla="*/ 2147483647 w 830"/>
              <a:gd name="T55" fmla="*/ 2147483647 h 276"/>
              <a:gd name="T56" fmla="*/ 2147483647 w 830"/>
              <a:gd name="T57" fmla="*/ 2147483647 h 276"/>
              <a:gd name="T58" fmla="*/ 2147483647 w 830"/>
              <a:gd name="T59" fmla="*/ 2147483647 h 276"/>
              <a:gd name="T60" fmla="*/ 2147483647 w 830"/>
              <a:gd name="T61" fmla="*/ 0 h 27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830"/>
              <a:gd name="T94" fmla="*/ 0 h 276"/>
              <a:gd name="T95" fmla="*/ 830 w 830"/>
              <a:gd name="T96" fmla="*/ 276 h 27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830" h="276">
                <a:moveTo>
                  <a:pt x="4" y="0"/>
                </a:moveTo>
                <a:lnTo>
                  <a:pt x="0" y="28"/>
                </a:lnTo>
                <a:lnTo>
                  <a:pt x="4" y="65"/>
                </a:lnTo>
                <a:lnTo>
                  <a:pt x="16" y="102"/>
                </a:lnTo>
                <a:lnTo>
                  <a:pt x="38" y="139"/>
                </a:lnTo>
                <a:lnTo>
                  <a:pt x="74" y="172"/>
                </a:lnTo>
                <a:lnTo>
                  <a:pt x="117" y="202"/>
                </a:lnTo>
                <a:lnTo>
                  <a:pt x="161" y="223"/>
                </a:lnTo>
                <a:lnTo>
                  <a:pt x="197" y="237"/>
                </a:lnTo>
                <a:lnTo>
                  <a:pt x="239" y="251"/>
                </a:lnTo>
                <a:lnTo>
                  <a:pt x="278" y="260"/>
                </a:lnTo>
                <a:lnTo>
                  <a:pt x="317" y="266"/>
                </a:lnTo>
                <a:lnTo>
                  <a:pt x="354" y="270"/>
                </a:lnTo>
                <a:lnTo>
                  <a:pt x="402" y="275"/>
                </a:lnTo>
                <a:lnTo>
                  <a:pt x="447" y="273"/>
                </a:lnTo>
                <a:lnTo>
                  <a:pt x="490" y="270"/>
                </a:lnTo>
                <a:lnTo>
                  <a:pt x="541" y="265"/>
                </a:lnTo>
                <a:lnTo>
                  <a:pt x="579" y="255"/>
                </a:lnTo>
                <a:lnTo>
                  <a:pt x="620" y="244"/>
                </a:lnTo>
                <a:lnTo>
                  <a:pt x="659" y="230"/>
                </a:lnTo>
                <a:lnTo>
                  <a:pt x="686" y="219"/>
                </a:lnTo>
                <a:lnTo>
                  <a:pt x="715" y="201"/>
                </a:lnTo>
                <a:lnTo>
                  <a:pt x="737" y="186"/>
                </a:lnTo>
                <a:lnTo>
                  <a:pt x="762" y="166"/>
                </a:lnTo>
                <a:lnTo>
                  <a:pt x="785" y="147"/>
                </a:lnTo>
                <a:lnTo>
                  <a:pt x="800" y="125"/>
                </a:lnTo>
                <a:lnTo>
                  <a:pt x="814" y="100"/>
                </a:lnTo>
                <a:lnTo>
                  <a:pt x="824" y="73"/>
                </a:lnTo>
                <a:lnTo>
                  <a:pt x="829" y="40"/>
                </a:lnTo>
                <a:lnTo>
                  <a:pt x="827" y="1"/>
                </a:lnTo>
                <a:lnTo>
                  <a:pt x="4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6634" name="Line 9"/>
          <p:cNvSpPr>
            <a:spLocks noChangeShapeType="1"/>
          </p:cNvSpPr>
          <p:nvPr/>
        </p:nvSpPr>
        <p:spPr bwMode="blackWhite">
          <a:xfrm>
            <a:off x="3109913" y="2611438"/>
            <a:ext cx="519112" cy="124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5" name="Line 10"/>
          <p:cNvSpPr>
            <a:spLocks noChangeShapeType="1"/>
          </p:cNvSpPr>
          <p:nvPr/>
        </p:nvSpPr>
        <p:spPr bwMode="blackWhite">
          <a:xfrm>
            <a:off x="3101975" y="2611438"/>
            <a:ext cx="0" cy="123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blackWhite">
          <a:xfrm flipH="1">
            <a:off x="2544763" y="2613025"/>
            <a:ext cx="549275" cy="1214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637" name="Freeform 12"/>
          <p:cNvSpPr>
            <a:spLocks/>
          </p:cNvSpPr>
          <p:nvPr/>
        </p:nvSpPr>
        <p:spPr bwMode="blackWhite">
          <a:xfrm>
            <a:off x="2487613" y="3827463"/>
            <a:ext cx="1174750" cy="377825"/>
          </a:xfrm>
          <a:custGeom>
            <a:avLst/>
            <a:gdLst>
              <a:gd name="T0" fmla="*/ 2147483647 w 830"/>
              <a:gd name="T1" fmla="*/ 0 h 276"/>
              <a:gd name="T2" fmla="*/ 0 w 830"/>
              <a:gd name="T3" fmla="*/ 2147483647 h 276"/>
              <a:gd name="T4" fmla="*/ 2147483647 w 830"/>
              <a:gd name="T5" fmla="*/ 2147483647 h 276"/>
              <a:gd name="T6" fmla="*/ 2147483647 w 830"/>
              <a:gd name="T7" fmla="*/ 2147483647 h 276"/>
              <a:gd name="T8" fmla="*/ 2147483647 w 830"/>
              <a:gd name="T9" fmla="*/ 2147483647 h 276"/>
              <a:gd name="T10" fmla="*/ 2147483647 w 830"/>
              <a:gd name="T11" fmla="*/ 2147483647 h 276"/>
              <a:gd name="T12" fmla="*/ 2147483647 w 830"/>
              <a:gd name="T13" fmla="*/ 2147483647 h 276"/>
              <a:gd name="T14" fmla="*/ 2147483647 w 830"/>
              <a:gd name="T15" fmla="*/ 2147483647 h 276"/>
              <a:gd name="T16" fmla="*/ 2147483647 w 830"/>
              <a:gd name="T17" fmla="*/ 2147483647 h 276"/>
              <a:gd name="T18" fmla="*/ 2147483647 w 830"/>
              <a:gd name="T19" fmla="*/ 2147483647 h 276"/>
              <a:gd name="T20" fmla="*/ 2147483647 w 830"/>
              <a:gd name="T21" fmla="*/ 2147483647 h 276"/>
              <a:gd name="T22" fmla="*/ 2147483647 w 830"/>
              <a:gd name="T23" fmla="*/ 2147483647 h 276"/>
              <a:gd name="T24" fmla="*/ 2147483647 w 830"/>
              <a:gd name="T25" fmla="*/ 2147483647 h 276"/>
              <a:gd name="T26" fmla="*/ 2147483647 w 830"/>
              <a:gd name="T27" fmla="*/ 2147483647 h 276"/>
              <a:gd name="T28" fmla="*/ 2147483647 w 830"/>
              <a:gd name="T29" fmla="*/ 2147483647 h 276"/>
              <a:gd name="T30" fmla="*/ 2147483647 w 830"/>
              <a:gd name="T31" fmla="*/ 2147483647 h 276"/>
              <a:gd name="T32" fmla="*/ 2147483647 w 830"/>
              <a:gd name="T33" fmla="*/ 2147483647 h 276"/>
              <a:gd name="T34" fmla="*/ 2147483647 w 830"/>
              <a:gd name="T35" fmla="*/ 2147483647 h 276"/>
              <a:gd name="T36" fmla="*/ 2147483647 w 830"/>
              <a:gd name="T37" fmla="*/ 2147483647 h 276"/>
              <a:gd name="T38" fmla="*/ 2147483647 w 830"/>
              <a:gd name="T39" fmla="*/ 2147483647 h 276"/>
              <a:gd name="T40" fmla="*/ 2147483647 w 830"/>
              <a:gd name="T41" fmla="*/ 2147483647 h 276"/>
              <a:gd name="T42" fmla="*/ 2147483647 w 830"/>
              <a:gd name="T43" fmla="*/ 2147483647 h 276"/>
              <a:gd name="T44" fmla="*/ 2147483647 w 830"/>
              <a:gd name="T45" fmla="*/ 2147483647 h 276"/>
              <a:gd name="T46" fmla="*/ 2147483647 w 830"/>
              <a:gd name="T47" fmla="*/ 2147483647 h 276"/>
              <a:gd name="T48" fmla="*/ 2147483647 w 830"/>
              <a:gd name="T49" fmla="*/ 2147483647 h 276"/>
              <a:gd name="T50" fmla="*/ 2147483647 w 830"/>
              <a:gd name="T51" fmla="*/ 2147483647 h 276"/>
              <a:gd name="T52" fmla="*/ 2147483647 w 830"/>
              <a:gd name="T53" fmla="*/ 2147483647 h 276"/>
              <a:gd name="T54" fmla="*/ 2147483647 w 830"/>
              <a:gd name="T55" fmla="*/ 2147483647 h 276"/>
              <a:gd name="T56" fmla="*/ 2147483647 w 830"/>
              <a:gd name="T57" fmla="*/ 2147483647 h 276"/>
              <a:gd name="T58" fmla="*/ 2147483647 w 830"/>
              <a:gd name="T59" fmla="*/ 2147483647 h 276"/>
              <a:gd name="T60" fmla="*/ 2147483647 w 830"/>
              <a:gd name="T61" fmla="*/ 0 h 27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830"/>
              <a:gd name="T94" fmla="*/ 0 h 276"/>
              <a:gd name="T95" fmla="*/ 830 w 830"/>
              <a:gd name="T96" fmla="*/ 276 h 27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830" h="276">
                <a:moveTo>
                  <a:pt x="4" y="0"/>
                </a:moveTo>
                <a:lnTo>
                  <a:pt x="0" y="28"/>
                </a:lnTo>
                <a:lnTo>
                  <a:pt x="4" y="65"/>
                </a:lnTo>
                <a:lnTo>
                  <a:pt x="16" y="102"/>
                </a:lnTo>
                <a:lnTo>
                  <a:pt x="38" y="139"/>
                </a:lnTo>
                <a:lnTo>
                  <a:pt x="74" y="172"/>
                </a:lnTo>
                <a:lnTo>
                  <a:pt x="117" y="202"/>
                </a:lnTo>
                <a:lnTo>
                  <a:pt x="161" y="223"/>
                </a:lnTo>
                <a:lnTo>
                  <a:pt x="197" y="237"/>
                </a:lnTo>
                <a:lnTo>
                  <a:pt x="239" y="251"/>
                </a:lnTo>
                <a:lnTo>
                  <a:pt x="278" y="260"/>
                </a:lnTo>
                <a:lnTo>
                  <a:pt x="317" y="266"/>
                </a:lnTo>
                <a:lnTo>
                  <a:pt x="354" y="270"/>
                </a:lnTo>
                <a:lnTo>
                  <a:pt x="402" y="275"/>
                </a:lnTo>
                <a:lnTo>
                  <a:pt x="447" y="273"/>
                </a:lnTo>
                <a:lnTo>
                  <a:pt x="490" y="270"/>
                </a:lnTo>
                <a:lnTo>
                  <a:pt x="541" y="265"/>
                </a:lnTo>
                <a:lnTo>
                  <a:pt x="579" y="255"/>
                </a:lnTo>
                <a:lnTo>
                  <a:pt x="620" y="244"/>
                </a:lnTo>
                <a:lnTo>
                  <a:pt x="659" y="230"/>
                </a:lnTo>
                <a:lnTo>
                  <a:pt x="686" y="219"/>
                </a:lnTo>
                <a:lnTo>
                  <a:pt x="715" y="201"/>
                </a:lnTo>
                <a:lnTo>
                  <a:pt x="737" y="186"/>
                </a:lnTo>
                <a:lnTo>
                  <a:pt x="762" y="166"/>
                </a:lnTo>
                <a:lnTo>
                  <a:pt x="785" y="147"/>
                </a:lnTo>
                <a:lnTo>
                  <a:pt x="800" y="125"/>
                </a:lnTo>
                <a:lnTo>
                  <a:pt x="814" y="100"/>
                </a:lnTo>
                <a:lnTo>
                  <a:pt x="824" y="73"/>
                </a:lnTo>
                <a:lnTo>
                  <a:pt x="829" y="40"/>
                </a:lnTo>
                <a:lnTo>
                  <a:pt x="827" y="1"/>
                </a:lnTo>
                <a:lnTo>
                  <a:pt x="4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6638" name="Rectangle 13"/>
          <p:cNvSpPr>
            <a:spLocks noChangeArrowheads="1"/>
          </p:cNvSpPr>
          <p:nvPr/>
        </p:nvSpPr>
        <p:spPr bwMode="auto">
          <a:xfrm>
            <a:off x="2630488" y="4287838"/>
            <a:ext cx="936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6639" name="Rectangle 14"/>
          <p:cNvSpPr>
            <a:spLocks noChangeArrowheads="1"/>
          </p:cNvSpPr>
          <p:nvPr/>
        </p:nvSpPr>
        <p:spPr bwMode="auto">
          <a:xfrm>
            <a:off x="5294313" y="3390900"/>
            <a:ext cx="9382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664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SCALES</a:t>
            </a:r>
          </a:p>
        </p:txBody>
      </p:sp>
      <p:sp>
        <p:nvSpPr>
          <p:cNvPr id="2664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664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695FAF4-C320-4713-B958-31FE46D99D46}" type="slidenum">
              <a:rPr lang="zh-CN" altLang="en-US" smtClean="0"/>
              <a:pPr defTabSz="895350"/>
              <a:t>24</a:t>
            </a:fld>
            <a:endParaRPr lang="en-US" altLang="zh-CN"/>
          </a:p>
        </p:txBody>
      </p:sp>
      <p:sp>
        <p:nvSpPr>
          <p:cNvPr id="27651" name="Oval 2"/>
          <p:cNvSpPr>
            <a:spLocks noChangeArrowheads="1"/>
          </p:cNvSpPr>
          <p:nvPr/>
        </p:nvSpPr>
        <p:spPr bwMode="auto">
          <a:xfrm>
            <a:off x="2300288" y="1144588"/>
            <a:ext cx="4367212" cy="4230687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scene3d>
            <a:camera prst="legacyObliqueTopRight">
              <a:rot lat="20099993" lon="20399993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7652" name="Oval 3"/>
          <p:cNvSpPr>
            <a:spLocks noChangeArrowheads="1"/>
          </p:cNvSpPr>
          <p:nvPr/>
        </p:nvSpPr>
        <p:spPr bwMode="auto">
          <a:xfrm>
            <a:off x="2722563" y="1873250"/>
            <a:ext cx="3546475" cy="3521075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scene3d>
            <a:camera prst="legacyObliqueTopRight">
              <a:rot lat="20099993" lon="20399993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7653" name="Oval 4"/>
          <p:cNvSpPr>
            <a:spLocks noChangeArrowheads="1"/>
          </p:cNvSpPr>
          <p:nvPr/>
        </p:nvSpPr>
        <p:spPr bwMode="auto">
          <a:xfrm>
            <a:off x="2981325" y="2470150"/>
            <a:ext cx="3005138" cy="2930525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scene3d>
            <a:camera prst="legacyObliqueTopRight">
              <a:rot lat="20099993" lon="20399993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7654" name="Oval 5"/>
          <p:cNvSpPr>
            <a:spLocks noChangeArrowheads="1"/>
          </p:cNvSpPr>
          <p:nvPr/>
        </p:nvSpPr>
        <p:spPr bwMode="auto">
          <a:xfrm>
            <a:off x="3309938" y="3081338"/>
            <a:ext cx="2371725" cy="2312987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scene3d>
            <a:camera prst="legacyObliqueTopRight">
              <a:rot lat="20099993" lon="20399993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7655" name="Oval 6"/>
          <p:cNvSpPr>
            <a:spLocks noChangeArrowheads="1"/>
          </p:cNvSpPr>
          <p:nvPr/>
        </p:nvSpPr>
        <p:spPr bwMode="auto">
          <a:xfrm>
            <a:off x="3635375" y="3711575"/>
            <a:ext cx="1720850" cy="169545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scene3d>
            <a:camera prst="legacyObliqueTopRight">
              <a:rot lat="20099993" lon="20399993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7656" name="Oval 7"/>
          <p:cNvSpPr>
            <a:spLocks noChangeArrowheads="1"/>
          </p:cNvSpPr>
          <p:nvPr/>
        </p:nvSpPr>
        <p:spPr bwMode="auto">
          <a:xfrm>
            <a:off x="3894138" y="4279900"/>
            <a:ext cx="1179512" cy="1146175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scene3d>
            <a:camera prst="legacyObliqueTopRight">
              <a:rot lat="20099993" lon="20399993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7657" name="Rectangle 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35400" y="1323975"/>
            <a:ext cx="1312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7658" name="Rectangle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41763" y="2047875"/>
            <a:ext cx="1103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7659" name="Rectangle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98913" y="2641600"/>
            <a:ext cx="984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7660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98913" y="3236913"/>
            <a:ext cx="984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7661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64013" y="3856038"/>
            <a:ext cx="660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7662" name="Rectangle 1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64013" y="4678363"/>
            <a:ext cx="660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27663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SIZES IN</a:t>
            </a:r>
          </a:p>
        </p:txBody>
      </p:sp>
      <p:sp>
        <p:nvSpPr>
          <p:cNvPr id="2766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766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EFE6456-D7FF-43E1-859D-506A75A99E72}" type="slidenum">
              <a:rPr lang="zh-CN" altLang="en-US" smtClean="0"/>
              <a:pPr defTabSz="895350"/>
              <a:t>25</a:t>
            </a:fld>
            <a:endParaRPr lang="en-US" altLang="zh-CN"/>
          </a:p>
        </p:txBody>
      </p:sp>
      <p:sp>
        <p:nvSpPr>
          <p:cNvPr id="28675" name="Oval 2"/>
          <p:cNvSpPr>
            <a:spLocks noChangeArrowheads="1"/>
          </p:cNvSpPr>
          <p:nvPr/>
        </p:nvSpPr>
        <p:spPr bwMode="auto">
          <a:xfrm rot="5400000">
            <a:off x="223044" y="3617119"/>
            <a:ext cx="2195512" cy="1866900"/>
          </a:xfrm>
          <a:prstGeom prst="ellipse">
            <a:avLst/>
          </a:prstGeom>
          <a:solidFill>
            <a:srgbClr val="969696">
              <a:alpha val="50195"/>
            </a:srgbClr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76" name="Oval 3"/>
          <p:cNvSpPr>
            <a:spLocks noChangeArrowheads="1"/>
          </p:cNvSpPr>
          <p:nvPr/>
        </p:nvSpPr>
        <p:spPr bwMode="auto">
          <a:xfrm rot="5400000">
            <a:off x="347662" y="4011613"/>
            <a:ext cx="1400175" cy="1117600"/>
          </a:xfrm>
          <a:prstGeom prst="ellipse">
            <a:avLst/>
          </a:prstGeom>
          <a:solidFill>
            <a:srgbClr val="4D4D4D"/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4D4D4D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387076" name="AutoShape 4"/>
          <p:cNvSpPr>
            <a:spLocks noChangeArrowheads="1"/>
          </p:cNvSpPr>
          <p:nvPr/>
        </p:nvSpPr>
        <p:spPr bwMode="blackWhite">
          <a:xfrm>
            <a:off x="650875" y="871538"/>
            <a:ext cx="2370138" cy="2127250"/>
          </a:xfrm>
          <a:prstGeom prst="flowChartMagneticDrum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87077" name="AutoShape 5"/>
          <p:cNvSpPr>
            <a:spLocks noChangeArrowheads="1"/>
          </p:cNvSpPr>
          <p:nvPr/>
        </p:nvSpPr>
        <p:spPr bwMode="blackWhite">
          <a:xfrm>
            <a:off x="2459038" y="1093788"/>
            <a:ext cx="1828800" cy="1641475"/>
          </a:xfrm>
          <a:prstGeom prst="flowChartMagneticDrum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87078" name="AutoShape 6"/>
          <p:cNvSpPr>
            <a:spLocks noChangeArrowheads="1"/>
          </p:cNvSpPr>
          <p:nvPr/>
        </p:nvSpPr>
        <p:spPr bwMode="blackWhite">
          <a:xfrm>
            <a:off x="3938588" y="1330325"/>
            <a:ext cx="1301750" cy="1168400"/>
          </a:xfrm>
          <a:prstGeom prst="flowChartMagneticDrum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87079" name="AutoShape 7"/>
          <p:cNvSpPr>
            <a:spLocks noChangeArrowheads="1"/>
          </p:cNvSpPr>
          <p:nvPr/>
        </p:nvSpPr>
        <p:spPr bwMode="blackWhite">
          <a:xfrm>
            <a:off x="5032375" y="1549400"/>
            <a:ext cx="857250" cy="768350"/>
          </a:xfrm>
          <a:prstGeom prst="flowChartMagneticDrum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387080" name="AutoShape 8"/>
          <p:cNvSpPr>
            <a:spLocks noChangeArrowheads="1"/>
          </p:cNvSpPr>
          <p:nvPr/>
        </p:nvSpPr>
        <p:spPr bwMode="blackWhite">
          <a:xfrm>
            <a:off x="5759450" y="1639888"/>
            <a:ext cx="654050" cy="587375"/>
          </a:xfrm>
          <a:prstGeom prst="flowChartMagneticDrum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8682" name="Oval 9"/>
          <p:cNvSpPr>
            <a:spLocks noChangeArrowheads="1"/>
          </p:cNvSpPr>
          <p:nvPr/>
        </p:nvSpPr>
        <p:spPr bwMode="auto">
          <a:xfrm rot="5400000">
            <a:off x="434181" y="4325144"/>
            <a:ext cx="709613" cy="568325"/>
          </a:xfrm>
          <a:prstGeom prst="ellipse">
            <a:avLst/>
          </a:prstGeom>
          <a:solidFill>
            <a:schemeClr val="folHlink"/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3" name="Oval 10"/>
          <p:cNvSpPr>
            <a:spLocks noChangeArrowheads="1"/>
          </p:cNvSpPr>
          <p:nvPr/>
        </p:nvSpPr>
        <p:spPr bwMode="auto">
          <a:xfrm rot="5400000">
            <a:off x="6646068" y="840582"/>
            <a:ext cx="2195513" cy="18669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4" name="Oval 11"/>
          <p:cNvSpPr>
            <a:spLocks noChangeArrowheads="1"/>
          </p:cNvSpPr>
          <p:nvPr/>
        </p:nvSpPr>
        <p:spPr bwMode="auto">
          <a:xfrm rot="5400000">
            <a:off x="6789737" y="1214438"/>
            <a:ext cx="1400175" cy="1117600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5" name="Oval 12"/>
          <p:cNvSpPr>
            <a:spLocks noChangeArrowheads="1"/>
          </p:cNvSpPr>
          <p:nvPr/>
        </p:nvSpPr>
        <p:spPr bwMode="auto">
          <a:xfrm rot="5400000">
            <a:off x="6857207" y="1548606"/>
            <a:ext cx="709612" cy="568325"/>
          </a:xfrm>
          <a:prstGeom prst="ellipse">
            <a:avLst/>
          </a:pr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6" name="Oval 13"/>
          <p:cNvSpPr>
            <a:spLocks noChangeArrowheads="1"/>
          </p:cNvSpPr>
          <p:nvPr/>
        </p:nvSpPr>
        <p:spPr bwMode="auto">
          <a:xfrm rot="5400000">
            <a:off x="4986337" y="3424238"/>
            <a:ext cx="1590675" cy="1866900"/>
          </a:xfrm>
          <a:prstGeom prst="ellipse">
            <a:avLst/>
          </a:prstGeom>
          <a:gradFill rotWithShape="0">
            <a:gsLst>
              <a:gs pos="0">
                <a:srgbClr val="969696"/>
              </a:gs>
              <a:gs pos="100000">
                <a:srgbClr val="454545"/>
              </a:gs>
            </a:gsLst>
            <a:path path="shape">
              <a:fillToRect l="50000" t="50000" r="50000" b="50000"/>
            </a:path>
          </a:gra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7" name="Oval 14"/>
          <p:cNvSpPr>
            <a:spLocks noChangeArrowheads="1"/>
          </p:cNvSpPr>
          <p:nvPr/>
        </p:nvSpPr>
        <p:spPr bwMode="auto">
          <a:xfrm rot="5400000">
            <a:off x="3976687" y="4081463"/>
            <a:ext cx="1400175" cy="1117600"/>
          </a:xfrm>
          <a:prstGeom prst="ellipse">
            <a:avLst/>
          </a:prstGeom>
          <a:solidFill>
            <a:srgbClr val="C0C0C0">
              <a:alpha val="50195"/>
            </a:srgbClr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8" name="Oval 15"/>
          <p:cNvSpPr>
            <a:spLocks noChangeArrowheads="1"/>
          </p:cNvSpPr>
          <p:nvPr/>
        </p:nvSpPr>
        <p:spPr bwMode="auto">
          <a:xfrm rot="5400000">
            <a:off x="3232151" y="4559300"/>
            <a:ext cx="514350" cy="568325"/>
          </a:xfrm>
          <a:prstGeom prst="ellipse">
            <a:avLst/>
          </a:prstGeom>
          <a:solidFill>
            <a:srgbClr val="DDDDDD"/>
          </a:solidFill>
          <a:ln w="9525">
            <a:round/>
            <a:headEnd/>
            <a:tailEnd/>
          </a:ln>
          <a:scene3d>
            <a:camera prst="legacyPerspectiveTopRight">
              <a:rot lat="0" lon="2100000" rev="0"/>
            </a:camera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DDDDDD"/>
            </a:extrusionClr>
          </a:sp3d>
        </p:spPr>
        <p:txBody>
          <a:bodyPr rot="10800000" vert="eaVert" lIns="0" tIns="0" rIns="0" bIns="0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8689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SPIRAL1 3D</a:t>
            </a:r>
          </a:p>
        </p:txBody>
      </p:sp>
      <p:sp>
        <p:nvSpPr>
          <p:cNvPr id="2869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69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44D38EF-7410-4D54-B700-DE67E4756EC6}" type="slidenum">
              <a:rPr lang="zh-CN" altLang="en-US" smtClean="0"/>
              <a:pPr defTabSz="895350"/>
              <a:t>26</a:t>
            </a:fld>
            <a:endParaRPr lang="en-US" altLang="zh-CN"/>
          </a:p>
        </p:txBody>
      </p:sp>
      <p:sp>
        <p:nvSpPr>
          <p:cNvPr id="29699" name="AutoShape 2"/>
          <p:cNvSpPr>
            <a:spLocks noChangeArrowheads="1"/>
          </p:cNvSpPr>
          <p:nvPr/>
        </p:nvSpPr>
        <p:spPr bwMode="auto">
          <a:xfrm>
            <a:off x="2589213" y="0"/>
            <a:ext cx="2955925" cy="31527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824" y="10800"/>
                </a:moveTo>
                <a:cubicBezTo>
                  <a:pt x="824" y="16310"/>
                  <a:pt x="5290" y="20776"/>
                  <a:pt x="10800" y="20776"/>
                </a:cubicBezTo>
                <a:cubicBezTo>
                  <a:pt x="16310" y="20776"/>
                  <a:pt x="20776" y="16310"/>
                  <a:pt x="20776" y="10800"/>
                </a:cubicBezTo>
                <a:cubicBezTo>
                  <a:pt x="20776" y="5290"/>
                  <a:pt x="16310" y="824"/>
                  <a:pt x="10800" y="824"/>
                </a:cubicBezTo>
                <a:cubicBezTo>
                  <a:pt x="5290" y="824"/>
                  <a:pt x="824" y="5290"/>
                  <a:pt x="824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18900000" lon="20399993" rev="0"/>
            </a:camera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0" name="AutoShape 3"/>
          <p:cNvSpPr>
            <a:spLocks noChangeArrowheads="1"/>
          </p:cNvSpPr>
          <p:nvPr/>
        </p:nvSpPr>
        <p:spPr bwMode="auto">
          <a:xfrm>
            <a:off x="3036888" y="449263"/>
            <a:ext cx="2247900" cy="22733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824" y="10800"/>
                </a:moveTo>
                <a:cubicBezTo>
                  <a:pt x="824" y="16310"/>
                  <a:pt x="5290" y="20776"/>
                  <a:pt x="10800" y="20776"/>
                </a:cubicBezTo>
                <a:cubicBezTo>
                  <a:pt x="16310" y="20776"/>
                  <a:pt x="20776" y="16310"/>
                  <a:pt x="20776" y="10800"/>
                </a:cubicBezTo>
                <a:cubicBezTo>
                  <a:pt x="20776" y="5290"/>
                  <a:pt x="16310" y="824"/>
                  <a:pt x="10800" y="824"/>
                </a:cubicBezTo>
                <a:cubicBezTo>
                  <a:pt x="5290" y="824"/>
                  <a:pt x="824" y="5290"/>
                  <a:pt x="824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18900000" lon="20399993" rev="0"/>
            </a:camera>
            <a:lightRig rig="legacyFlat2" dir="t"/>
          </a:scene3d>
          <a:sp3d extrusionH="176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1" name="AutoShape 4"/>
          <p:cNvSpPr>
            <a:spLocks noChangeArrowheads="1"/>
          </p:cNvSpPr>
          <p:nvPr/>
        </p:nvSpPr>
        <p:spPr bwMode="auto">
          <a:xfrm>
            <a:off x="569913" y="2967038"/>
            <a:ext cx="2955925" cy="31527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824" y="10800"/>
                </a:moveTo>
                <a:cubicBezTo>
                  <a:pt x="824" y="16310"/>
                  <a:pt x="5290" y="20776"/>
                  <a:pt x="10800" y="20776"/>
                </a:cubicBezTo>
                <a:cubicBezTo>
                  <a:pt x="16310" y="20776"/>
                  <a:pt x="20776" y="16310"/>
                  <a:pt x="20776" y="10800"/>
                </a:cubicBezTo>
                <a:cubicBezTo>
                  <a:pt x="20776" y="5290"/>
                  <a:pt x="16310" y="824"/>
                  <a:pt x="10800" y="824"/>
                </a:cubicBezTo>
                <a:cubicBezTo>
                  <a:pt x="5290" y="824"/>
                  <a:pt x="824" y="5290"/>
                  <a:pt x="824" y="10800"/>
                </a:cubicBez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8900000" lon="18000000" rev="0"/>
            </a:camera>
            <a:lightRig rig="legacyFlat2" dir="t"/>
          </a:scene3d>
          <a:sp3d extrusionH="8874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2" name="AutoShape 5"/>
          <p:cNvSpPr>
            <a:spLocks noChangeArrowheads="1"/>
          </p:cNvSpPr>
          <p:nvPr/>
        </p:nvSpPr>
        <p:spPr bwMode="auto">
          <a:xfrm>
            <a:off x="1889125" y="3346450"/>
            <a:ext cx="1851025" cy="1930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chemeClr val="accent2">
              <a:alpha val="50195"/>
            </a:schemeClr>
          </a:solidFill>
          <a:ln w="9525">
            <a:round/>
            <a:headEnd/>
            <a:tailEnd/>
          </a:ln>
          <a:scene3d>
            <a:camera prst="legacyPerspectiveFront">
              <a:rot lat="18900000" lon="18000000" rev="0"/>
            </a:camera>
            <a:lightRig rig="legacyFlat2" dir="t"/>
          </a:scene3d>
          <a:sp3d extrusionH="8874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3" name="AutoShape 6"/>
          <p:cNvSpPr>
            <a:spLocks noChangeArrowheads="1"/>
          </p:cNvSpPr>
          <p:nvPr/>
        </p:nvSpPr>
        <p:spPr bwMode="auto">
          <a:xfrm>
            <a:off x="6445250" y="665163"/>
            <a:ext cx="1479550" cy="16954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011" y="10800"/>
                </a:moveTo>
                <a:cubicBezTo>
                  <a:pt x="5011" y="13997"/>
                  <a:pt x="7603" y="16589"/>
                  <a:pt x="10800" y="16589"/>
                </a:cubicBezTo>
                <a:cubicBezTo>
                  <a:pt x="13997" y="16589"/>
                  <a:pt x="16589" y="13997"/>
                  <a:pt x="16589" y="10800"/>
                </a:cubicBezTo>
                <a:cubicBezTo>
                  <a:pt x="16589" y="7603"/>
                  <a:pt x="13997" y="5011"/>
                  <a:pt x="10800" y="5011"/>
                </a:cubicBezTo>
                <a:cubicBezTo>
                  <a:pt x="7603" y="5011"/>
                  <a:pt x="5011" y="7603"/>
                  <a:pt x="5011" y="10800"/>
                </a:cubicBezTo>
                <a:close/>
              </a:path>
            </a:pathLst>
          </a:custGeom>
          <a:solidFill>
            <a:srgbClr val="969696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176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4" name="AutoShape 7"/>
          <p:cNvSpPr>
            <a:spLocks noChangeArrowheads="1"/>
          </p:cNvSpPr>
          <p:nvPr/>
        </p:nvSpPr>
        <p:spPr bwMode="auto">
          <a:xfrm>
            <a:off x="6848475" y="1069975"/>
            <a:ext cx="806450" cy="9493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7356" y="10800"/>
                </a:moveTo>
                <a:cubicBezTo>
                  <a:pt x="7356" y="12702"/>
                  <a:pt x="8898" y="14244"/>
                  <a:pt x="10800" y="14244"/>
                </a:cubicBezTo>
                <a:cubicBezTo>
                  <a:pt x="12702" y="14244"/>
                  <a:pt x="14244" y="12702"/>
                  <a:pt x="14244" y="10800"/>
                </a:cubicBezTo>
                <a:cubicBezTo>
                  <a:pt x="14244" y="8898"/>
                  <a:pt x="12702" y="7356"/>
                  <a:pt x="10800" y="7356"/>
                </a:cubicBezTo>
                <a:cubicBezTo>
                  <a:pt x="8898" y="7356"/>
                  <a:pt x="7356" y="8898"/>
                  <a:pt x="7356" y="10800"/>
                </a:cubicBezTo>
                <a:close/>
              </a:path>
            </a:pathLst>
          </a:custGeom>
          <a:solidFill>
            <a:srgbClr val="4D4D4D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176200" prstMaterial="legacyMatte">
            <a:bevelT w="13500" h="13500" prst="angle"/>
            <a:bevelB w="13500" h="13500" prst="angle"/>
            <a:extrusionClr>
              <a:srgbClr val="4D4D4D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5" name="AutoShape 8"/>
          <p:cNvSpPr>
            <a:spLocks noChangeArrowheads="1"/>
          </p:cNvSpPr>
          <p:nvPr/>
        </p:nvSpPr>
        <p:spPr bwMode="auto">
          <a:xfrm>
            <a:off x="5872163" y="3486150"/>
            <a:ext cx="2759075" cy="29432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316" y="10800"/>
                </a:moveTo>
                <a:cubicBezTo>
                  <a:pt x="1316" y="16038"/>
                  <a:pt x="5562" y="20284"/>
                  <a:pt x="10800" y="20284"/>
                </a:cubicBezTo>
                <a:cubicBezTo>
                  <a:pt x="16038" y="20284"/>
                  <a:pt x="20284" y="16038"/>
                  <a:pt x="20284" y="10800"/>
                </a:cubicBezTo>
                <a:cubicBezTo>
                  <a:pt x="20284" y="5562"/>
                  <a:pt x="16038" y="1316"/>
                  <a:pt x="10800" y="1316"/>
                </a:cubicBezTo>
                <a:cubicBezTo>
                  <a:pt x="5562" y="1316"/>
                  <a:pt x="1316" y="5562"/>
                  <a:pt x="1316" y="10800"/>
                </a:cubicBez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6" name="AutoShape 9"/>
          <p:cNvSpPr>
            <a:spLocks noChangeArrowheads="1"/>
          </p:cNvSpPr>
          <p:nvPr/>
        </p:nvSpPr>
        <p:spPr bwMode="auto">
          <a:xfrm>
            <a:off x="6281738" y="3978275"/>
            <a:ext cx="2241550" cy="23352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7" name="AutoShape 10"/>
          <p:cNvSpPr>
            <a:spLocks noChangeArrowheads="1"/>
          </p:cNvSpPr>
          <p:nvPr/>
        </p:nvSpPr>
        <p:spPr bwMode="auto">
          <a:xfrm>
            <a:off x="6727825" y="4416425"/>
            <a:ext cx="1498600" cy="17621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304" y="10800"/>
                </a:moveTo>
                <a:cubicBezTo>
                  <a:pt x="1304" y="16044"/>
                  <a:pt x="5556" y="20296"/>
                  <a:pt x="10800" y="20296"/>
                </a:cubicBezTo>
                <a:cubicBezTo>
                  <a:pt x="16044" y="20296"/>
                  <a:pt x="20296" y="16044"/>
                  <a:pt x="20296" y="10800"/>
                </a:cubicBezTo>
                <a:cubicBezTo>
                  <a:pt x="20296" y="5556"/>
                  <a:pt x="16044" y="1304"/>
                  <a:pt x="10800" y="1304"/>
                </a:cubicBezTo>
                <a:cubicBezTo>
                  <a:pt x="5556" y="1304"/>
                  <a:pt x="1304" y="5556"/>
                  <a:pt x="1304" y="10800"/>
                </a:cubicBez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8" name="AutoShape 11"/>
          <p:cNvSpPr>
            <a:spLocks noChangeArrowheads="1"/>
          </p:cNvSpPr>
          <p:nvPr/>
        </p:nvSpPr>
        <p:spPr bwMode="auto">
          <a:xfrm>
            <a:off x="7073900" y="5114925"/>
            <a:ext cx="806450" cy="9493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471" y="10800"/>
                </a:moveTo>
                <a:cubicBezTo>
                  <a:pt x="2471" y="15400"/>
                  <a:pt x="6200" y="19129"/>
                  <a:pt x="10800" y="19129"/>
                </a:cubicBezTo>
                <a:cubicBezTo>
                  <a:pt x="15400" y="19129"/>
                  <a:pt x="19129" y="15400"/>
                  <a:pt x="19129" y="10800"/>
                </a:cubicBezTo>
                <a:cubicBezTo>
                  <a:pt x="19129" y="6200"/>
                  <a:pt x="15400" y="2471"/>
                  <a:pt x="10800" y="2471"/>
                </a:cubicBezTo>
                <a:cubicBezTo>
                  <a:pt x="6200" y="2471"/>
                  <a:pt x="2471" y="6200"/>
                  <a:pt x="2471" y="10800"/>
                </a:cubicBez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09" name="Text Box 12"/>
          <p:cNvSpPr txBox="1">
            <a:spLocks noChangeArrowheads="1"/>
          </p:cNvSpPr>
          <p:nvPr/>
        </p:nvSpPr>
        <p:spPr bwMode="auto">
          <a:xfrm>
            <a:off x="4945063" y="3062288"/>
            <a:ext cx="11684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defTabSz="895350" eaLnBrk="0" hangingPunct="0">
              <a:buSzPct val="75000"/>
            </a:pPr>
            <a:r>
              <a:rPr lang="en-US" altLang="zh-CN" sz="3600">
                <a:ea typeface="宋体" pitchFamily="2" charset="-122"/>
              </a:rPr>
              <a:t>Spiral</a:t>
            </a:r>
          </a:p>
        </p:txBody>
      </p:sp>
      <p:sp>
        <p:nvSpPr>
          <p:cNvPr id="29710" name="AutoShape 13"/>
          <p:cNvSpPr>
            <a:spLocks noChangeArrowheads="1"/>
          </p:cNvSpPr>
          <p:nvPr/>
        </p:nvSpPr>
        <p:spPr bwMode="auto">
          <a:xfrm>
            <a:off x="7078663" y="1317625"/>
            <a:ext cx="403225" cy="473075"/>
          </a:xfrm>
          <a:custGeom>
            <a:avLst/>
            <a:gdLst>
              <a:gd name="T0" fmla="*/ 1311594506 w 21600"/>
              <a:gd name="T1" fmla="*/ 0 h 21600"/>
              <a:gd name="T2" fmla="*/ 384124045 w 21600"/>
              <a:gd name="T3" fmla="*/ 727788742 h 21600"/>
              <a:gd name="T4" fmla="*/ 0 w 21600"/>
              <a:gd name="T5" fmla="*/ 2147483647 h 21600"/>
              <a:gd name="T6" fmla="*/ 384124045 w 21600"/>
              <a:gd name="T7" fmla="*/ 2147483647 h 21600"/>
              <a:gd name="T8" fmla="*/ 1311594506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72778874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294" y="10800"/>
                </a:moveTo>
                <a:cubicBezTo>
                  <a:pt x="4294" y="14393"/>
                  <a:pt x="7207" y="17306"/>
                  <a:pt x="10800" y="17306"/>
                </a:cubicBezTo>
                <a:cubicBezTo>
                  <a:pt x="14393" y="17306"/>
                  <a:pt x="17306" y="14393"/>
                  <a:pt x="17306" y="10800"/>
                </a:cubicBezTo>
                <a:cubicBezTo>
                  <a:pt x="17306" y="7207"/>
                  <a:pt x="14393" y="4294"/>
                  <a:pt x="10800" y="4294"/>
                </a:cubicBezTo>
                <a:cubicBezTo>
                  <a:pt x="7207" y="4294"/>
                  <a:pt x="4294" y="7207"/>
                  <a:pt x="4294" y="10800"/>
                </a:cubicBezTo>
                <a:close/>
              </a:path>
            </a:pathLst>
          </a:custGeom>
          <a:solidFill>
            <a:srgbClr val="C0C0C0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492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11" name="AutoShape 14"/>
          <p:cNvSpPr>
            <a:spLocks noChangeArrowheads="1"/>
          </p:cNvSpPr>
          <p:nvPr/>
        </p:nvSpPr>
        <p:spPr bwMode="auto">
          <a:xfrm>
            <a:off x="7272338" y="5483225"/>
            <a:ext cx="393700" cy="463550"/>
          </a:xfrm>
          <a:custGeom>
            <a:avLst/>
            <a:gdLst>
              <a:gd name="T0" fmla="*/ 1191983928 w 21600"/>
              <a:gd name="T1" fmla="*/ 0 h 21600"/>
              <a:gd name="T2" fmla="*/ 349099495 w 21600"/>
              <a:gd name="T3" fmla="*/ 670919457 h 21600"/>
              <a:gd name="T4" fmla="*/ 0 w 21600"/>
              <a:gd name="T5" fmla="*/ 2147483647 h 21600"/>
              <a:gd name="T6" fmla="*/ 349099495 w 21600"/>
              <a:gd name="T7" fmla="*/ 2147483647 h 21600"/>
              <a:gd name="T8" fmla="*/ 1191983928 w 21600"/>
              <a:gd name="T9" fmla="*/ 2147483647 h 21600"/>
              <a:gd name="T10" fmla="*/ 2034867850 w 21600"/>
              <a:gd name="T11" fmla="*/ 2147483647 h 21600"/>
              <a:gd name="T12" fmla="*/ 2147483647 w 21600"/>
              <a:gd name="T13" fmla="*/ 2147483647 h 21600"/>
              <a:gd name="T14" fmla="*/ 2034867850 w 21600"/>
              <a:gd name="T15" fmla="*/ 67091945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0" y="10800"/>
                </a:move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chemeClr val="accent2"/>
          </a:solidFill>
          <a:ln w="9525">
            <a:round/>
            <a:headEnd/>
            <a:tailEnd/>
          </a:ln>
          <a:scene3d>
            <a:camera prst="legacyPerspectiveFront">
              <a:rot lat="1500000" lon="20099993" rev="0"/>
            </a:camera>
            <a:lightRig rig="legacyFlat4" dir="t"/>
          </a:scene3d>
          <a:sp3d extrusionH="176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12" name="AutoShape 15"/>
          <p:cNvSpPr>
            <a:spLocks noChangeArrowheads="1"/>
          </p:cNvSpPr>
          <p:nvPr/>
        </p:nvSpPr>
        <p:spPr bwMode="auto">
          <a:xfrm>
            <a:off x="2776538" y="3584575"/>
            <a:ext cx="1041400" cy="10858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chemeClr val="accent2">
              <a:alpha val="50195"/>
            </a:schemeClr>
          </a:solidFill>
          <a:ln w="9525">
            <a:round/>
            <a:headEnd/>
            <a:tailEnd/>
          </a:ln>
          <a:scene3d>
            <a:camera prst="legacyPerspectiveFront">
              <a:rot lat="18900000" lon="18000000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13" name="AutoShape 16"/>
          <p:cNvSpPr>
            <a:spLocks noChangeArrowheads="1"/>
          </p:cNvSpPr>
          <p:nvPr/>
        </p:nvSpPr>
        <p:spPr bwMode="auto">
          <a:xfrm>
            <a:off x="3536950" y="388938"/>
            <a:ext cx="1851025" cy="1930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rgbClr val="B2B2B2">
              <a:alpha val="50195"/>
            </a:srgbClr>
          </a:solidFill>
          <a:ln w="9525">
            <a:round/>
            <a:headEnd/>
            <a:tailEnd/>
          </a:ln>
          <a:scene3d>
            <a:camera prst="legacyPerspectiveFront">
              <a:rot lat="18900000" lon="20399993" rev="0"/>
            </a:camera>
            <a:lightRig rig="legacyFlat1" dir="t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14" name="AutoShape 17"/>
          <p:cNvSpPr>
            <a:spLocks noChangeArrowheads="1"/>
          </p:cNvSpPr>
          <p:nvPr/>
        </p:nvSpPr>
        <p:spPr bwMode="auto">
          <a:xfrm>
            <a:off x="4195763" y="627063"/>
            <a:ext cx="1041400" cy="10858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192" y="10800"/>
                </a:moveTo>
                <a:cubicBezTo>
                  <a:pt x="1192" y="16106"/>
                  <a:pt x="5494" y="20408"/>
                  <a:pt x="10800" y="20408"/>
                </a:cubicBezTo>
                <a:cubicBezTo>
                  <a:pt x="16106" y="20408"/>
                  <a:pt x="20408" y="16106"/>
                  <a:pt x="20408" y="10800"/>
                </a:cubicBezTo>
                <a:cubicBezTo>
                  <a:pt x="20408" y="5494"/>
                  <a:pt x="16106" y="1192"/>
                  <a:pt x="10800" y="1192"/>
                </a:cubicBezTo>
                <a:cubicBezTo>
                  <a:pt x="5494" y="1192"/>
                  <a:pt x="1192" y="5494"/>
                  <a:pt x="1192" y="10800"/>
                </a:cubicBezTo>
                <a:close/>
              </a:path>
            </a:pathLst>
          </a:custGeom>
          <a:solidFill>
            <a:srgbClr val="C0C0C0">
              <a:alpha val="50195"/>
            </a:srgbClr>
          </a:solidFill>
          <a:ln w="9525">
            <a:round/>
            <a:headEnd/>
            <a:tailEnd/>
          </a:ln>
          <a:scene3d>
            <a:camera prst="legacyPerspectiveFront">
              <a:rot lat="18900000" lon="20399993" rev="0"/>
            </a:camera>
            <a:lightRig rig="legacyFlat1" dir="t"/>
          </a:scene3d>
          <a:sp3d extrusionH="746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29715" name="Text Box 18"/>
          <p:cNvSpPr txBox="1">
            <a:spLocks noChangeArrowheads="1"/>
          </p:cNvSpPr>
          <p:nvPr/>
        </p:nvSpPr>
        <p:spPr bwMode="auto">
          <a:xfrm>
            <a:off x="6586538" y="2293938"/>
            <a:ext cx="14224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defTabSz="895350" eaLnBrk="0" hangingPunct="0">
              <a:buSzPct val="75000"/>
            </a:pPr>
            <a:r>
              <a:rPr lang="en-US" altLang="zh-CN" sz="3600">
                <a:ea typeface="宋体" pitchFamily="2" charset="-122"/>
              </a:rPr>
              <a:t>Brakes</a:t>
            </a:r>
          </a:p>
        </p:txBody>
      </p:sp>
      <p:sp>
        <p:nvSpPr>
          <p:cNvPr id="29716" name="Text Box 19"/>
          <p:cNvSpPr txBox="1">
            <a:spLocks noChangeArrowheads="1"/>
          </p:cNvSpPr>
          <p:nvPr/>
        </p:nvSpPr>
        <p:spPr bwMode="auto">
          <a:xfrm>
            <a:off x="2390775" y="6172200"/>
            <a:ext cx="2540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defTabSz="895350" eaLnBrk="0" hangingPunct="0">
              <a:buSzPct val="75000"/>
            </a:pPr>
            <a:r>
              <a:rPr lang="en-US" altLang="zh-CN" sz="3600">
                <a:ea typeface="宋体" pitchFamily="2" charset="-122"/>
              </a:rPr>
              <a:t>Tube in tube</a:t>
            </a:r>
          </a:p>
        </p:txBody>
      </p:sp>
      <p:sp>
        <p:nvSpPr>
          <p:cNvPr id="2971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SPIRAL2 3D</a:t>
            </a:r>
          </a:p>
        </p:txBody>
      </p:sp>
      <p:sp>
        <p:nvSpPr>
          <p:cNvPr id="2971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971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8F7FB50-66C8-4DE8-86AB-F60608ADA44B}" type="slidenum">
              <a:rPr lang="zh-CN" altLang="en-US" smtClean="0"/>
              <a:pPr defTabSz="895350"/>
              <a:t>27</a:t>
            </a:fld>
            <a:endParaRPr lang="en-US" altLang="zh-CN"/>
          </a:p>
        </p:txBody>
      </p:sp>
      <p:sp>
        <p:nvSpPr>
          <p:cNvPr id="30723" name="Oval 2"/>
          <p:cNvSpPr>
            <a:spLocks noChangeArrowheads="1"/>
          </p:cNvSpPr>
          <p:nvPr/>
        </p:nvSpPr>
        <p:spPr bwMode="blackWhite">
          <a:xfrm flipH="1" flipV="1">
            <a:off x="2036763" y="1671638"/>
            <a:ext cx="1127125" cy="1095375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TopRight">
              <a:rot lat="20399993" lon="0" rev="0"/>
            </a:camera>
            <a:lightRig rig="legacyFlat3" dir="b"/>
          </a:scene3d>
          <a:sp3d extrusionH="121893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rot="10800000"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30724" name="Oval 3"/>
          <p:cNvSpPr>
            <a:spLocks noChangeArrowheads="1"/>
          </p:cNvSpPr>
          <p:nvPr/>
        </p:nvSpPr>
        <p:spPr bwMode="blackWhite">
          <a:xfrm flipH="1" flipV="1">
            <a:off x="5241925" y="1671638"/>
            <a:ext cx="1127125" cy="1095375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Top">
              <a:rot lat="20399993" lon="20999993" rev="0"/>
            </a:camera>
            <a:lightRig rig="legacyFlat3" dir="b"/>
          </a:scene3d>
          <a:sp3d extrusionH="121893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rot="10800000"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30725" name="Oval 4"/>
          <p:cNvSpPr>
            <a:spLocks noChangeArrowheads="1"/>
          </p:cNvSpPr>
          <p:nvPr/>
        </p:nvSpPr>
        <p:spPr bwMode="blackWhite">
          <a:xfrm>
            <a:off x="2014538" y="4697413"/>
            <a:ext cx="1127125" cy="1095375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121893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30726" name="Oval 5"/>
          <p:cNvSpPr>
            <a:spLocks noChangeArrowheads="1"/>
          </p:cNvSpPr>
          <p:nvPr/>
        </p:nvSpPr>
        <p:spPr bwMode="blackWhite">
          <a:xfrm>
            <a:off x="5197475" y="4697413"/>
            <a:ext cx="1127125" cy="1095375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Top">
              <a:rot lat="0" lon="20999993" rev="0"/>
            </a:camera>
            <a:lightRig rig="legacyFlat3" dir="b"/>
          </a:scene3d>
          <a:sp3d extrusionH="1218930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30727" name="Oval 6"/>
          <p:cNvSpPr>
            <a:spLocks noChangeArrowheads="1"/>
          </p:cNvSpPr>
          <p:nvPr/>
        </p:nvSpPr>
        <p:spPr bwMode="blackWhite">
          <a:xfrm>
            <a:off x="4052888" y="3336925"/>
            <a:ext cx="425450" cy="412750"/>
          </a:xfrm>
          <a:prstGeom prst="ellipse">
            <a:avLst/>
          </a:prstGeom>
          <a:solidFill>
            <a:srgbClr val="33CCFF"/>
          </a:solidFill>
          <a:ln w="9525">
            <a:round/>
            <a:headEnd/>
            <a:tailEnd/>
          </a:ln>
          <a:scene3d>
            <a:camera prst="legacyObliqueTopLeft">
              <a:rot lat="20399993" lon="899996" rev="0"/>
            </a:camera>
            <a:lightRig rig="legacyFlat3" dir="t"/>
          </a:scene3d>
          <a:sp3d extrusionH="1762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30728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74863" y="2124075"/>
            <a:ext cx="874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0729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13375" y="2124075"/>
            <a:ext cx="874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0730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3763" y="5121275"/>
            <a:ext cx="874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0731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51463" y="5121275"/>
            <a:ext cx="874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073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SPOTLIGHT</a:t>
            </a:r>
          </a:p>
        </p:txBody>
      </p:sp>
      <p:sp>
        <p:nvSpPr>
          <p:cNvPr id="3073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073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0CB3E47-876F-42D4-8CA7-AFFF0CB8F811}" type="slidenum">
              <a:rPr lang="zh-CN" altLang="en-US" smtClean="0"/>
              <a:pPr defTabSz="895350"/>
              <a:t>28</a:t>
            </a:fld>
            <a:endParaRPr lang="en-US" altLang="zh-CN"/>
          </a:p>
        </p:txBody>
      </p:sp>
      <p:sp>
        <p:nvSpPr>
          <p:cNvPr id="31747" name="Freeform 2"/>
          <p:cNvSpPr>
            <a:spLocks/>
          </p:cNvSpPr>
          <p:nvPr/>
        </p:nvSpPr>
        <p:spPr bwMode="blackWhite">
          <a:xfrm>
            <a:off x="527050" y="2489200"/>
            <a:ext cx="7620000" cy="2728913"/>
          </a:xfrm>
          <a:custGeom>
            <a:avLst/>
            <a:gdLst>
              <a:gd name="T0" fmla="*/ 0 w 4800"/>
              <a:gd name="T1" fmla="*/ 2147483647 h 1719"/>
              <a:gd name="T2" fmla="*/ 2147483647 w 4800"/>
              <a:gd name="T3" fmla="*/ 2147483647 h 1719"/>
              <a:gd name="T4" fmla="*/ 2147483647 w 4800"/>
              <a:gd name="T5" fmla="*/ 2147483647 h 1719"/>
              <a:gd name="T6" fmla="*/ 2147483647 w 4800"/>
              <a:gd name="T7" fmla="*/ 2147483647 h 1719"/>
              <a:gd name="T8" fmla="*/ 2147483647 w 4800"/>
              <a:gd name="T9" fmla="*/ 2147483647 h 1719"/>
              <a:gd name="T10" fmla="*/ 2147483647 w 4800"/>
              <a:gd name="T11" fmla="*/ 2147483647 h 1719"/>
              <a:gd name="T12" fmla="*/ 2147483647 w 4800"/>
              <a:gd name="T13" fmla="*/ 2147483647 h 1719"/>
              <a:gd name="T14" fmla="*/ 2147483647 w 4800"/>
              <a:gd name="T15" fmla="*/ 2147483647 h 1719"/>
              <a:gd name="T16" fmla="*/ 2147483647 w 4800"/>
              <a:gd name="T17" fmla="*/ 2147483647 h 1719"/>
              <a:gd name="T18" fmla="*/ 2147483647 w 4800"/>
              <a:gd name="T19" fmla="*/ 2147483647 h 1719"/>
              <a:gd name="T20" fmla="*/ 2147483647 w 4800"/>
              <a:gd name="T21" fmla="*/ 2147483647 h 1719"/>
              <a:gd name="T22" fmla="*/ 2147483647 w 4800"/>
              <a:gd name="T23" fmla="*/ 2147483647 h 1719"/>
              <a:gd name="T24" fmla="*/ 2147483647 w 4800"/>
              <a:gd name="T25" fmla="*/ 0 h 1719"/>
              <a:gd name="T26" fmla="*/ 2147483647 w 4800"/>
              <a:gd name="T27" fmla="*/ 0 h 17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800"/>
              <a:gd name="T43" fmla="*/ 0 h 1719"/>
              <a:gd name="T44" fmla="*/ 4800 w 4800"/>
              <a:gd name="T45" fmla="*/ 1719 h 17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800" h="1719">
                <a:moveTo>
                  <a:pt x="0" y="1719"/>
                </a:moveTo>
                <a:lnTo>
                  <a:pt x="288" y="1719"/>
                </a:lnTo>
                <a:lnTo>
                  <a:pt x="288" y="1415"/>
                </a:lnTo>
                <a:lnTo>
                  <a:pt x="1040" y="1415"/>
                </a:lnTo>
                <a:lnTo>
                  <a:pt x="1040" y="1144"/>
                </a:lnTo>
                <a:lnTo>
                  <a:pt x="1800" y="1144"/>
                </a:lnTo>
                <a:lnTo>
                  <a:pt x="1800" y="848"/>
                </a:lnTo>
                <a:lnTo>
                  <a:pt x="2544" y="848"/>
                </a:lnTo>
                <a:lnTo>
                  <a:pt x="2544" y="560"/>
                </a:lnTo>
                <a:lnTo>
                  <a:pt x="3304" y="560"/>
                </a:lnTo>
                <a:lnTo>
                  <a:pt x="3304" y="280"/>
                </a:lnTo>
                <a:lnTo>
                  <a:pt x="4048" y="280"/>
                </a:lnTo>
                <a:lnTo>
                  <a:pt x="4048" y="0"/>
                </a:lnTo>
                <a:lnTo>
                  <a:pt x="4800" y="0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scene3d>
            <a:camera prst="legacyObliqueTopRight"/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lIns="0" tIns="0" rIns="0" bIns="0" anchor="ctr">
            <a:flatTx/>
          </a:bodyPr>
          <a:lstStyle/>
          <a:p>
            <a:endParaRPr lang="nl-NL"/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069975" y="4830763"/>
            <a:ext cx="107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2352675" y="4398963"/>
            <a:ext cx="107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3571875" y="3967163"/>
            <a:ext cx="107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4765675" y="3524250"/>
            <a:ext cx="107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5984875" y="3054350"/>
            <a:ext cx="107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7165975" y="2609850"/>
            <a:ext cx="107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175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STAIRCASE</a:t>
            </a:r>
          </a:p>
        </p:txBody>
      </p:sp>
      <p:sp>
        <p:nvSpPr>
          <p:cNvPr id="3175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175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5427316-D51F-45B0-B38F-7214376A9BB7}" type="slidenum">
              <a:rPr lang="zh-CN" altLang="en-US" smtClean="0"/>
              <a:pPr defTabSz="895350"/>
              <a:t>29</a:t>
            </a:fld>
            <a:endParaRPr lang="en-US" altLang="zh-CN"/>
          </a:p>
        </p:txBody>
      </p:sp>
      <p:grpSp>
        <p:nvGrpSpPr>
          <p:cNvPr id="32771" name="Group 2"/>
          <p:cNvGrpSpPr>
            <a:grpSpLocks/>
          </p:cNvGrpSpPr>
          <p:nvPr/>
        </p:nvGrpSpPr>
        <p:grpSpPr bwMode="auto">
          <a:xfrm>
            <a:off x="2847975" y="1954213"/>
            <a:ext cx="3271838" cy="3244850"/>
            <a:chOff x="2448" y="2026"/>
            <a:chExt cx="1926" cy="1973"/>
          </a:xfrm>
        </p:grpSpPr>
        <p:sp>
          <p:nvSpPr>
            <p:cNvPr id="32777" name="Rectangle 3"/>
            <p:cNvSpPr>
              <a:spLocks noChangeArrowheads="1"/>
            </p:cNvSpPr>
            <p:nvPr/>
          </p:nvSpPr>
          <p:spPr bwMode="auto">
            <a:xfrm>
              <a:off x="3251" y="2236"/>
              <a:ext cx="785" cy="873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2778" name="Rectangle 4"/>
            <p:cNvSpPr>
              <a:spLocks noChangeArrowheads="1"/>
            </p:cNvSpPr>
            <p:nvPr/>
          </p:nvSpPr>
          <p:spPr bwMode="auto">
            <a:xfrm>
              <a:off x="3587" y="2028"/>
              <a:ext cx="785" cy="841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2779" name="Line 5"/>
            <p:cNvSpPr>
              <a:spLocks noChangeShapeType="1"/>
            </p:cNvSpPr>
            <p:nvPr/>
          </p:nvSpPr>
          <p:spPr bwMode="auto">
            <a:xfrm flipV="1">
              <a:off x="3251" y="2026"/>
              <a:ext cx="337" cy="20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2780" name="Line 6"/>
            <p:cNvSpPr>
              <a:spLocks noChangeShapeType="1"/>
            </p:cNvSpPr>
            <p:nvPr/>
          </p:nvSpPr>
          <p:spPr bwMode="auto">
            <a:xfrm flipV="1">
              <a:off x="4038" y="2028"/>
              <a:ext cx="335" cy="20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2781" name="Line 7"/>
            <p:cNvSpPr>
              <a:spLocks noChangeShapeType="1"/>
            </p:cNvSpPr>
            <p:nvPr/>
          </p:nvSpPr>
          <p:spPr bwMode="auto">
            <a:xfrm flipV="1">
              <a:off x="4038" y="2874"/>
              <a:ext cx="336" cy="23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2782" name="Rectangle 8"/>
            <p:cNvSpPr>
              <a:spLocks noChangeArrowheads="1"/>
            </p:cNvSpPr>
            <p:nvPr/>
          </p:nvSpPr>
          <p:spPr bwMode="auto">
            <a:xfrm>
              <a:off x="2452" y="3112"/>
              <a:ext cx="798" cy="884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2783" name="Rectangle 9"/>
            <p:cNvSpPr>
              <a:spLocks noChangeArrowheads="1"/>
            </p:cNvSpPr>
            <p:nvPr/>
          </p:nvSpPr>
          <p:spPr bwMode="auto">
            <a:xfrm>
              <a:off x="2796" y="2870"/>
              <a:ext cx="790" cy="874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2784" name="Line 10"/>
            <p:cNvSpPr>
              <a:spLocks noChangeShapeType="1"/>
            </p:cNvSpPr>
            <p:nvPr/>
          </p:nvSpPr>
          <p:spPr bwMode="auto">
            <a:xfrm flipV="1">
              <a:off x="2448" y="2870"/>
              <a:ext cx="345" cy="24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2785" name="Line 11"/>
            <p:cNvSpPr>
              <a:spLocks noChangeShapeType="1"/>
            </p:cNvSpPr>
            <p:nvPr/>
          </p:nvSpPr>
          <p:spPr bwMode="auto">
            <a:xfrm flipV="1">
              <a:off x="3254" y="2870"/>
              <a:ext cx="331" cy="238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2786" name="Line 12"/>
            <p:cNvSpPr>
              <a:spLocks noChangeShapeType="1"/>
            </p:cNvSpPr>
            <p:nvPr/>
          </p:nvSpPr>
          <p:spPr bwMode="auto">
            <a:xfrm flipV="1">
              <a:off x="2452" y="3746"/>
              <a:ext cx="344" cy="25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2787" name="Line 13"/>
            <p:cNvSpPr>
              <a:spLocks noChangeShapeType="1"/>
            </p:cNvSpPr>
            <p:nvPr/>
          </p:nvSpPr>
          <p:spPr bwMode="auto">
            <a:xfrm flipV="1">
              <a:off x="3251" y="3744"/>
              <a:ext cx="337" cy="255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2772" name="Rectangle 1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70450" y="2411413"/>
            <a:ext cx="592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2773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27425" y="3844925"/>
            <a:ext cx="590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32774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WIRE CUBES</a:t>
            </a:r>
          </a:p>
        </p:txBody>
      </p:sp>
      <p:sp>
        <p:nvSpPr>
          <p:cNvPr id="3277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277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64D5798-743F-4B9F-BA9D-AB07054A6B92}" type="slidenum">
              <a:rPr lang="zh-CN" altLang="en-US" smtClean="0"/>
              <a:pPr defTabSz="895350"/>
              <a:t>30</a:t>
            </a:fld>
            <a:endParaRPr lang="en-US" altLang="zh-CN"/>
          </a:p>
        </p:txBody>
      </p:sp>
      <p:sp>
        <p:nvSpPr>
          <p:cNvPr id="33795" name="Freeform 2"/>
          <p:cNvSpPr>
            <a:spLocks/>
          </p:cNvSpPr>
          <p:nvPr/>
        </p:nvSpPr>
        <p:spPr bwMode="blackWhite">
          <a:xfrm>
            <a:off x="5667375" y="2643188"/>
            <a:ext cx="1858963" cy="2217737"/>
          </a:xfrm>
          <a:custGeom>
            <a:avLst/>
            <a:gdLst>
              <a:gd name="T0" fmla="*/ 0 w 936"/>
              <a:gd name="T1" fmla="*/ 2147483647 h 1151"/>
              <a:gd name="T2" fmla="*/ 2147483647 w 936"/>
              <a:gd name="T3" fmla="*/ 2147483647 h 1151"/>
              <a:gd name="T4" fmla="*/ 2147483647 w 936"/>
              <a:gd name="T5" fmla="*/ 0 h 1151"/>
              <a:gd name="T6" fmla="*/ 2147483647 w 936"/>
              <a:gd name="T7" fmla="*/ 2147483647 h 1151"/>
              <a:gd name="T8" fmla="*/ 2147483647 w 936"/>
              <a:gd name="T9" fmla="*/ 2147483647 h 1151"/>
              <a:gd name="T10" fmla="*/ 2147483647 w 936"/>
              <a:gd name="T11" fmla="*/ 2147483647 h 1151"/>
              <a:gd name="T12" fmla="*/ 0 w 936"/>
              <a:gd name="T13" fmla="*/ 2147483647 h 1151"/>
              <a:gd name="T14" fmla="*/ 0 w 936"/>
              <a:gd name="T15" fmla="*/ 2147483647 h 1151"/>
              <a:gd name="T16" fmla="*/ 0 w 936"/>
              <a:gd name="T17" fmla="*/ 2147483647 h 11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36"/>
              <a:gd name="T28" fmla="*/ 0 h 1151"/>
              <a:gd name="T29" fmla="*/ 936 w 936"/>
              <a:gd name="T30" fmla="*/ 1151 h 11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36" h="1151">
                <a:moveTo>
                  <a:pt x="0" y="231"/>
                </a:moveTo>
                <a:lnTo>
                  <a:pt x="599" y="231"/>
                </a:lnTo>
                <a:lnTo>
                  <a:pt x="599" y="0"/>
                </a:lnTo>
                <a:lnTo>
                  <a:pt x="935" y="575"/>
                </a:lnTo>
                <a:lnTo>
                  <a:pt x="599" y="1150"/>
                </a:lnTo>
                <a:lnTo>
                  <a:pt x="599" y="919"/>
                </a:lnTo>
                <a:lnTo>
                  <a:pt x="0" y="919"/>
                </a:lnTo>
                <a:lnTo>
                  <a:pt x="0" y="575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blackWhite">
          <a:xfrm>
            <a:off x="4972050" y="1887538"/>
            <a:ext cx="482600" cy="3813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3797" name="Freeform 4"/>
          <p:cNvSpPr>
            <a:spLocks/>
          </p:cNvSpPr>
          <p:nvPr/>
        </p:nvSpPr>
        <p:spPr bwMode="blackWhite">
          <a:xfrm>
            <a:off x="3706813" y="1887538"/>
            <a:ext cx="1079500" cy="1038225"/>
          </a:xfrm>
          <a:custGeom>
            <a:avLst/>
            <a:gdLst>
              <a:gd name="T0" fmla="*/ 0 w 361"/>
              <a:gd name="T1" fmla="*/ 2147483647 h 360"/>
              <a:gd name="T2" fmla="*/ 2147483647 w 361"/>
              <a:gd name="T3" fmla="*/ 2147483647 h 360"/>
              <a:gd name="T4" fmla="*/ 2147483647 w 361"/>
              <a:gd name="T5" fmla="*/ 0 h 360"/>
              <a:gd name="T6" fmla="*/ 2147483647 w 361"/>
              <a:gd name="T7" fmla="*/ 2147483647 h 360"/>
              <a:gd name="T8" fmla="*/ 2147483647 w 361"/>
              <a:gd name="T9" fmla="*/ 2147483647 h 360"/>
              <a:gd name="T10" fmla="*/ 2147483647 w 361"/>
              <a:gd name="T11" fmla="*/ 2147483647 h 360"/>
              <a:gd name="T12" fmla="*/ 0 w 361"/>
              <a:gd name="T13" fmla="*/ 2147483647 h 360"/>
              <a:gd name="T14" fmla="*/ 0 w 361"/>
              <a:gd name="T15" fmla="*/ 2147483647 h 360"/>
              <a:gd name="T16" fmla="*/ 0 w 361"/>
              <a:gd name="T17" fmla="*/ 2147483647 h 3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1"/>
              <a:gd name="T28" fmla="*/ 0 h 360"/>
              <a:gd name="T29" fmla="*/ 361 w 361"/>
              <a:gd name="T30" fmla="*/ 360 h 3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1" h="360">
                <a:moveTo>
                  <a:pt x="0" y="72"/>
                </a:moveTo>
                <a:lnTo>
                  <a:pt x="256" y="72"/>
                </a:lnTo>
                <a:lnTo>
                  <a:pt x="256" y="0"/>
                </a:lnTo>
                <a:lnTo>
                  <a:pt x="360" y="184"/>
                </a:lnTo>
                <a:lnTo>
                  <a:pt x="256" y="359"/>
                </a:lnTo>
                <a:lnTo>
                  <a:pt x="256" y="288"/>
                </a:lnTo>
                <a:lnTo>
                  <a:pt x="0" y="288"/>
                </a:lnTo>
                <a:lnTo>
                  <a:pt x="0" y="184"/>
                </a:lnTo>
                <a:lnTo>
                  <a:pt x="0" y="7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798" name="Freeform 5"/>
          <p:cNvSpPr>
            <a:spLocks/>
          </p:cNvSpPr>
          <p:nvPr/>
        </p:nvSpPr>
        <p:spPr bwMode="blackWhite">
          <a:xfrm>
            <a:off x="3119438" y="2813050"/>
            <a:ext cx="1077912" cy="1038225"/>
          </a:xfrm>
          <a:custGeom>
            <a:avLst/>
            <a:gdLst>
              <a:gd name="T0" fmla="*/ 0 w 361"/>
              <a:gd name="T1" fmla="*/ 2147483647 h 360"/>
              <a:gd name="T2" fmla="*/ 2147483647 w 361"/>
              <a:gd name="T3" fmla="*/ 2147483647 h 360"/>
              <a:gd name="T4" fmla="*/ 2147483647 w 361"/>
              <a:gd name="T5" fmla="*/ 0 h 360"/>
              <a:gd name="T6" fmla="*/ 2147483647 w 361"/>
              <a:gd name="T7" fmla="*/ 2147483647 h 360"/>
              <a:gd name="T8" fmla="*/ 2147483647 w 361"/>
              <a:gd name="T9" fmla="*/ 2147483647 h 360"/>
              <a:gd name="T10" fmla="*/ 2147483647 w 361"/>
              <a:gd name="T11" fmla="*/ 2147483647 h 360"/>
              <a:gd name="T12" fmla="*/ 0 w 361"/>
              <a:gd name="T13" fmla="*/ 2147483647 h 360"/>
              <a:gd name="T14" fmla="*/ 0 w 361"/>
              <a:gd name="T15" fmla="*/ 2147483647 h 360"/>
              <a:gd name="T16" fmla="*/ 0 w 361"/>
              <a:gd name="T17" fmla="*/ 2147483647 h 3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1"/>
              <a:gd name="T28" fmla="*/ 0 h 360"/>
              <a:gd name="T29" fmla="*/ 361 w 361"/>
              <a:gd name="T30" fmla="*/ 360 h 3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1" h="360">
                <a:moveTo>
                  <a:pt x="0" y="72"/>
                </a:moveTo>
                <a:lnTo>
                  <a:pt x="256" y="72"/>
                </a:lnTo>
                <a:lnTo>
                  <a:pt x="256" y="0"/>
                </a:lnTo>
                <a:lnTo>
                  <a:pt x="360" y="184"/>
                </a:lnTo>
                <a:lnTo>
                  <a:pt x="256" y="359"/>
                </a:lnTo>
                <a:lnTo>
                  <a:pt x="256" y="288"/>
                </a:lnTo>
                <a:lnTo>
                  <a:pt x="0" y="288"/>
                </a:lnTo>
                <a:lnTo>
                  <a:pt x="0" y="184"/>
                </a:lnTo>
                <a:lnTo>
                  <a:pt x="0" y="7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799" name="Freeform 6"/>
          <p:cNvSpPr>
            <a:spLocks/>
          </p:cNvSpPr>
          <p:nvPr/>
        </p:nvSpPr>
        <p:spPr bwMode="blackWhite">
          <a:xfrm>
            <a:off x="3386138" y="3736975"/>
            <a:ext cx="1077912" cy="1038225"/>
          </a:xfrm>
          <a:custGeom>
            <a:avLst/>
            <a:gdLst>
              <a:gd name="T0" fmla="*/ 0 w 361"/>
              <a:gd name="T1" fmla="*/ 2147483647 h 360"/>
              <a:gd name="T2" fmla="*/ 2147483647 w 361"/>
              <a:gd name="T3" fmla="*/ 2147483647 h 360"/>
              <a:gd name="T4" fmla="*/ 2147483647 w 361"/>
              <a:gd name="T5" fmla="*/ 0 h 360"/>
              <a:gd name="T6" fmla="*/ 2147483647 w 361"/>
              <a:gd name="T7" fmla="*/ 2147483647 h 360"/>
              <a:gd name="T8" fmla="*/ 2147483647 w 361"/>
              <a:gd name="T9" fmla="*/ 2147483647 h 360"/>
              <a:gd name="T10" fmla="*/ 2147483647 w 361"/>
              <a:gd name="T11" fmla="*/ 2147483647 h 360"/>
              <a:gd name="T12" fmla="*/ 0 w 361"/>
              <a:gd name="T13" fmla="*/ 2147483647 h 360"/>
              <a:gd name="T14" fmla="*/ 0 w 361"/>
              <a:gd name="T15" fmla="*/ 2147483647 h 360"/>
              <a:gd name="T16" fmla="*/ 0 w 361"/>
              <a:gd name="T17" fmla="*/ 2147483647 h 3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1"/>
              <a:gd name="T28" fmla="*/ 0 h 360"/>
              <a:gd name="T29" fmla="*/ 361 w 361"/>
              <a:gd name="T30" fmla="*/ 360 h 3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1" h="360">
                <a:moveTo>
                  <a:pt x="0" y="72"/>
                </a:moveTo>
                <a:lnTo>
                  <a:pt x="256" y="72"/>
                </a:lnTo>
                <a:lnTo>
                  <a:pt x="256" y="0"/>
                </a:lnTo>
                <a:lnTo>
                  <a:pt x="360" y="184"/>
                </a:lnTo>
                <a:lnTo>
                  <a:pt x="256" y="359"/>
                </a:lnTo>
                <a:lnTo>
                  <a:pt x="256" y="288"/>
                </a:lnTo>
                <a:lnTo>
                  <a:pt x="0" y="288"/>
                </a:lnTo>
                <a:lnTo>
                  <a:pt x="0" y="184"/>
                </a:lnTo>
                <a:lnTo>
                  <a:pt x="0" y="7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800" name="Freeform 7"/>
          <p:cNvSpPr>
            <a:spLocks/>
          </p:cNvSpPr>
          <p:nvPr/>
        </p:nvSpPr>
        <p:spPr bwMode="blackWhite">
          <a:xfrm>
            <a:off x="3706813" y="4662488"/>
            <a:ext cx="1079500" cy="1038225"/>
          </a:xfrm>
          <a:custGeom>
            <a:avLst/>
            <a:gdLst>
              <a:gd name="T0" fmla="*/ 0 w 361"/>
              <a:gd name="T1" fmla="*/ 2147483647 h 360"/>
              <a:gd name="T2" fmla="*/ 2147483647 w 361"/>
              <a:gd name="T3" fmla="*/ 2147483647 h 360"/>
              <a:gd name="T4" fmla="*/ 2147483647 w 361"/>
              <a:gd name="T5" fmla="*/ 0 h 360"/>
              <a:gd name="T6" fmla="*/ 2147483647 w 361"/>
              <a:gd name="T7" fmla="*/ 2147483647 h 360"/>
              <a:gd name="T8" fmla="*/ 2147483647 w 361"/>
              <a:gd name="T9" fmla="*/ 2147483647 h 360"/>
              <a:gd name="T10" fmla="*/ 2147483647 w 361"/>
              <a:gd name="T11" fmla="*/ 2147483647 h 360"/>
              <a:gd name="T12" fmla="*/ 0 w 361"/>
              <a:gd name="T13" fmla="*/ 2147483647 h 360"/>
              <a:gd name="T14" fmla="*/ 0 w 361"/>
              <a:gd name="T15" fmla="*/ 2147483647 h 360"/>
              <a:gd name="T16" fmla="*/ 0 w 361"/>
              <a:gd name="T17" fmla="*/ 2147483647 h 3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1"/>
              <a:gd name="T28" fmla="*/ 0 h 360"/>
              <a:gd name="T29" fmla="*/ 361 w 361"/>
              <a:gd name="T30" fmla="*/ 360 h 3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1" h="360">
                <a:moveTo>
                  <a:pt x="0" y="72"/>
                </a:moveTo>
                <a:lnTo>
                  <a:pt x="256" y="72"/>
                </a:lnTo>
                <a:lnTo>
                  <a:pt x="256" y="0"/>
                </a:lnTo>
                <a:lnTo>
                  <a:pt x="360" y="184"/>
                </a:lnTo>
                <a:lnTo>
                  <a:pt x="256" y="359"/>
                </a:lnTo>
                <a:lnTo>
                  <a:pt x="256" y="288"/>
                </a:lnTo>
                <a:lnTo>
                  <a:pt x="0" y="288"/>
                </a:lnTo>
                <a:lnTo>
                  <a:pt x="0" y="184"/>
                </a:lnTo>
                <a:lnTo>
                  <a:pt x="0" y="7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801" name="Freeform 8"/>
          <p:cNvSpPr>
            <a:spLocks/>
          </p:cNvSpPr>
          <p:nvPr/>
        </p:nvSpPr>
        <p:spPr bwMode="blackWhite">
          <a:xfrm>
            <a:off x="1525588" y="2741613"/>
            <a:ext cx="1077912" cy="1038225"/>
          </a:xfrm>
          <a:custGeom>
            <a:avLst/>
            <a:gdLst>
              <a:gd name="T0" fmla="*/ 0 w 361"/>
              <a:gd name="T1" fmla="*/ 2147483647 h 360"/>
              <a:gd name="T2" fmla="*/ 2147483647 w 361"/>
              <a:gd name="T3" fmla="*/ 2147483647 h 360"/>
              <a:gd name="T4" fmla="*/ 2147483647 w 361"/>
              <a:gd name="T5" fmla="*/ 0 h 360"/>
              <a:gd name="T6" fmla="*/ 2147483647 w 361"/>
              <a:gd name="T7" fmla="*/ 2147483647 h 360"/>
              <a:gd name="T8" fmla="*/ 2147483647 w 361"/>
              <a:gd name="T9" fmla="*/ 2147483647 h 360"/>
              <a:gd name="T10" fmla="*/ 2147483647 w 361"/>
              <a:gd name="T11" fmla="*/ 2147483647 h 360"/>
              <a:gd name="T12" fmla="*/ 0 w 361"/>
              <a:gd name="T13" fmla="*/ 2147483647 h 360"/>
              <a:gd name="T14" fmla="*/ 0 w 361"/>
              <a:gd name="T15" fmla="*/ 2147483647 h 360"/>
              <a:gd name="T16" fmla="*/ 0 w 361"/>
              <a:gd name="T17" fmla="*/ 2147483647 h 3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1"/>
              <a:gd name="T28" fmla="*/ 0 h 360"/>
              <a:gd name="T29" fmla="*/ 361 w 361"/>
              <a:gd name="T30" fmla="*/ 360 h 3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1" h="360">
                <a:moveTo>
                  <a:pt x="0" y="72"/>
                </a:moveTo>
                <a:lnTo>
                  <a:pt x="256" y="72"/>
                </a:lnTo>
                <a:lnTo>
                  <a:pt x="256" y="0"/>
                </a:lnTo>
                <a:lnTo>
                  <a:pt x="360" y="184"/>
                </a:lnTo>
                <a:lnTo>
                  <a:pt x="256" y="359"/>
                </a:lnTo>
                <a:lnTo>
                  <a:pt x="256" y="288"/>
                </a:lnTo>
                <a:lnTo>
                  <a:pt x="0" y="288"/>
                </a:lnTo>
                <a:lnTo>
                  <a:pt x="0" y="184"/>
                </a:lnTo>
                <a:lnTo>
                  <a:pt x="0" y="7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802" name="Freeform 9"/>
          <p:cNvSpPr>
            <a:spLocks/>
          </p:cNvSpPr>
          <p:nvPr/>
        </p:nvSpPr>
        <p:spPr bwMode="blackWhite">
          <a:xfrm>
            <a:off x="2006600" y="3736975"/>
            <a:ext cx="1079500" cy="1038225"/>
          </a:xfrm>
          <a:custGeom>
            <a:avLst/>
            <a:gdLst>
              <a:gd name="T0" fmla="*/ 0 w 361"/>
              <a:gd name="T1" fmla="*/ 2147483647 h 360"/>
              <a:gd name="T2" fmla="*/ 2147483647 w 361"/>
              <a:gd name="T3" fmla="*/ 2147483647 h 360"/>
              <a:gd name="T4" fmla="*/ 2147483647 w 361"/>
              <a:gd name="T5" fmla="*/ 0 h 360"/>
              <a:gd name="T6" fmla="*/ 2147483647 w 361"/>
              <a:gd name="T7" fmla="*/ 2147483647 h 360"/>
              <a:gd name="T8" fmla="*/ 2147483647 w 361"/>
              <a:gd name="T9" fmla="*/ 2147483647 h 360"/>
              <a:gd name="T10" fmla="*/ 2147483647 w 361"/>
              <a:gd name="T11" fmla="*/ 2147483647 h 360"/>
              <a:gd name="T12" fmla="*/ 0 w 361"/>
              <a:gd name="T13" fmla="*/ 2147483647 h 360"/>
              <a:gd name="T14" fmla="*/ 0 w 361"/>
              <a:gd name="T15" fmla="*/ 2147483647 h 360"/>
              <a:gd name="T16" fmla="*/ 0 w 361"/>
              <a:gd name="T17" fmla="*/ 2147483647 h 3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1"/>
              <a:gd name="T28" fmla="*/ 0 h 360"/>
              <a:gd name="T29" fmla="*/ 361 w 361"/>
              <a:gd name="T30" fmla="*/ 360 h 36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1" h="360">
                <a:moveTo>
                  <a:pt x="0" y="72"/>
                </a:moveTo>
                <a:lnTo>
                  <a:pt x="256" y="72"/>
                </a:lnTo>
                <a:lnTo>
                  <a:pt x="256" y="0"/>
                </a:lnTo>
                <a:lnTo>
                  <a:pt x="360" y="184"/>
                </a:lnTo>
                <a:lnTo>
                  <a:pt x="256" y="359"/>
                </a:lnTo>
                <a:lnTo>
                  <a:pt x="256" y="288"/>
                </a:lnTo>
                <a:lnTo>
                  <a:pt x="0" y="288"/>
                </a:lnTo>
                <a:lnTo>
                  <a:pt x="0" y="184"/>
                </a:lnTo>
                <a:lnTo>
                  <a:pt x="0" y="7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33803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14488" y="3138488"/>
            <a:ext cx="827087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04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95500" y="4133850"/>
            <a:ext cx="82867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05" name="Rectangle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95713" y="2284413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06" name="Rectangle 1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08338" y="3209925"/>
            <a:ext cx="827087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07" name="Rectangle 1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75038" y="4133850"/>
            <a:ext cx="827087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08" name="Rectangle 1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795713" y="5059363"/>
            <a:ext cx="827087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09" name="Rectangle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56275" y="3629025"/>
            <a:ext cx="136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3810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ARROWS</a:t>
            </a:r>
          </a:p>
        </p:txBody>
      </p:sp>
      <p:sp>
        <p:nvSpPr>
          <p:cNvPr id="3381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381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2796FF1-9DB4-462E-B697-F1E149D17B55}" type="slidenum">
              <a:rPr lang="zh-CN" altLang="en-US" smtClean="0"/>
              <a:pPr defTabSz="895350"/>
              <a:t>31</a:t>
            </a:fld>
            <a:endParaRPr lang="en-US" altLang="zh-CN"/>
          </a:p>
        </p:txBody>
      </p:sp>
      <p:sp>
        <p:nvSpPr>
          <p:cNvPr id="34819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1</a:t>
            </a:r>
          </a:p>
        </p:txBody>
      </p:sp>
      <p:sp>
        <p:nvSpPr>
          <p:cNvPr id="34820" name="AutoShape 3"/>
          <p:cNvSpPr>
            <a:spLocks noChangeArrowheads="1"/>
          </p:cNvSpPr>
          <p:nvPr/>
        </p:nvSpPr>
        <p:spPr bwMode="blackWhite">
          <a:xfrm>
            <a:off x="2044700" y="2079625"/>
            <a:ext cx="4860925" cy="99695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grpSp>
        <p:nvGrpSpPr>
          <p:cNvPr id="34821" name="Group 4"/>
          <p:cNvGrpSpPr>
            <a:grpSpLocks/>
          </p:cNvGrpSpPr>
          <p:nvPr/>
        </p:nvGrpSpPr>
        <p:grpSpPr bwMode="auto">
          <a:xfrm>
            <a:off x="2628900" y="3084513"/>
            <a:ext cx="3651250" cy="1114425"/>
            <a:chOff x="2046" y="2559"/>
            <a:chExt cx="1537" cy="469"/>
          </a:xfrm>
        </p:grpSpPr>
        <p:sp>
          <p:nvSpPr>
            <p:cNvPr id="34843" name="Line 5"/>
            <p:cNvSpPr>
              <a:spLocks noChangeShapeType="1"/>
            </p:cNvSpPr>
            <p:nvPr/>
          </p:nvSpPr>
          <p:spPr bwMode="blackWhite">
            <a:xfrm>
              <a:off x="2046" y="2559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4" name="Line 6"/>
            <p:cNvSpPr>
              <a:spLocks noChangeShapeType="1"/>
            </p:cNvSpPr>
            <p:nvPr/>
          </p:nvSpPr>
          <p:spPr bwMode="blackWhite">
            <a:xfrm>
              <a:off x="2353" y="2559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5" name="Line 7"/>
            <p:cNvSpPr>
              <a:spLocks noChangeShapeType="1"/>
            </p:cNvSpPr>
            <p:nvPr/>
          </p:nvSpPr>
          <p:spPr bwMode="blackWhite">
            <a:xfrm>
              <a:off x="2660" y="2559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6" name="Line 8"/>
            <p:cNvSpPr>
              <a:spLocks noChangeShapeType="1"/>
            </p:cNvSpPr>
            <p:nvPr/>
          </p:nvSpPr>
          <p:spPr bwMode="blackWhite">
            <a:xfrm>
              <a:off x="2968" y="2559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7" name="Line 9"/>
            <p:cNvSpPr>
              <a:spLocks noChangeShapeType="1"/>
            </p:cNvSpPr>
            <p:nvPr/>
          </p:nvSpPr>
          <p:spPr bwMode="blackWhite">
            <a:xfrm>
              <a:off x="3275" y="2559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8" name="Line 10"/>
            <p:cNvSpPr>
              <a:spLocks noChangeShapeType="1"/>
            </p:cNvSpPr>
            <p:nvPr/>
          </p:nvSpPr>
          <p:spPr bwMode="blackWhite">
            <a:xfrm>
              <a:off x="3583" y="2559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34822" name="Group 11"/>
          <p:cNvGrpSpPr>
            <a:grpSpLocks/>
          </p:cNvGrpSpPr>
          <p:nvPr/>
        </p:nvGrpSpPr>
        <p:grpSpPr bwMode="auto">
          <a:xfrm>
            <a:off x="2628900" y="1143000"/>
            <a:ext cx="3627438" cy="1114425"/>
            <a:chOff x="2046" y="1742"/>
            <a:chExt cx="1527" cy="469"/>
          </a:xfrm>
        </p:grpSpPr>
        <p:sp>
          <p:nvSpPr>
            <p:cNvPr id="34826" name="Line 12"/>
            <p:cNvSpPr>
              <a:spLocks noChangeShapeType="1"/>
            </p:cNvSpPr>
            <p:nvPr/>
          </p:nvSpPr>
          <p:spPr bwMode="blackWhite">
            <a:xfrm>
              <a:off x="2046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27" name="Line 13"/>
            <p:cNvSpPr>
              <a:spLocks noChangeShapeType="1"/>
            </p:cNvSpPr>
            <p:nvPr/>
          </p:nvSpPr>
          <p:spPr bwMode="blackWhite">
            <a:xfrm>
              <a:off x="2141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28" name="Line 14"/>
            <p:cNvSpPr>
              <a:spLocks noChangeShapeType="1"/>
            </p:cNvSpPr>
            <p:nvPr/>
          </p:nvSpPr>
          <p:spPr bwMode="blackWhite">
            <a:xfrm>
              <a:off x="2236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29" name="Line 15"/>
            <p:cNvSpPr>
              <a:spLocks noChangeShapeType="1"/>
            </p:cNvSpPr>
            <p:nvPr/>
          </p:nvSpPr>
          <p:spPr bwMode="blackWhite">
            <a:xfrm>
              <a:off x="2332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0" name="Line 16"/>
            <p:cNvSpPr>
              <a:spLocks noChangeShapeType="1"/>
            </p:cNvSpPr>
            <p:nvPr/>
          </p:nvSpPr>
          <p:spPr bwMode="blackWhite">
            <a:xfrm>
              <a:off x="2427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1" name="Line 17"/>
            <p:cNvSpPr>
              <a:spLocks noChangeShapeType="1"/>
            </p:cNvSpPr>
            <p:nvPr/>
          </p:nvSpPr>
          <p:spPr bwMode="blackWhite">
            <a:xfrm>
              <a:off x="2523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2" name="Line 18"/>
            <p:cNvSpPr>
              <a:spLocks noChangeShapeType="1"/>
            </p:cNvSpPr>
            <p:nvPr/>
          </p:nvSpPr>
          <p:spPr bwMode="blackWhite">
            <a:xfrm>
              <a:off x="2714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3" name="Line 19"/>
            <p:cNvSpPr>
              <a:spLocks noChangeShapeType="1"/>
            </p:cNvSpPr>
            <p:nvPr/>
          </p:nvSpPr>
          <p:spPr bwMode="blackWhite">
            <a:xfrm>
              <a:off x="2618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4" name="Line 20"/>
            <p:cNvSpPr>
              <a:spLocks noChangeShapeType="1"/>
            </p:cNvSpPr>
            <p:nvPr/>
          </p:nvSpPr>
          <p:spPr bwMode="blackWhite">
            <a:xfrm>
              <a:off x="2809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5" name="Line 21"/>
            <p:cNvSpPr>
              <a:spLocks noChangeShapeType="1"/>
            </p:cNvSpPr>
            <p:nvPr/>
          </p:nvSpPr>
          <p:spPr bwMode="blackWhite">
            <a:xfrm>
              <a:off x="2904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6" name="Line 22"/>
            <p:cNvSpPr>
              <a:spLocks noChangeShapeType="1"/>
            </p:cNvSpPr>
            <p:nvPr/>
          </p:nvSpPr>
          <p:spPr bwMode="blackWhite">
            <a:xfrm>
              <a:off x="3000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7" name="Line 23"/>
            <p:cNvSpPr>
              <a:spLocks noChangeShapeType="1"/>
            </p:cNvSpPr>
            <p:nvPr/>
          </p:nvSpPr>
          <p:spPr bwMode="blackWhite">
            <a:xfrm>
              <a:off x="3095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8" name="Line 24"/>
            <p:cNvSpPr>
              <a:spLocks noChangeShapeType="1"/>
            </p:cNvSpPr>
            <p:nvPr/>
          </p:nvSpPr>
          <p:spPr bwMode="blackWhite">
            <a:xfrm>
              <a:off x="3191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39" name="Line 25"/>
            <p:cNvSpPr>
              <a:spLocks noChangeShapeType="1"/>
            </p:cNvSpPr>
            <p:nvPr/>
          </p:nvSpPr>
          <p:spPr bwMode="blackWhite">
            <a:xfrm>
              <a:off x="3286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0" name="Line 26"/>
            <p:cNvSpPr>
              <a:spLocks noChangeShapeType="1"/>
            </p:cNvSpPr>
            <p:nvPr/>
          </p:nvSpPr>
          <p:spPr bwMode="blackWhite">
            <a:xfrm>
              <a:off x="3382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1" name="Line 27"/>
            <p:cNvSpPr>
              <a:spLocks noChangeShapeType="1"/>
            </p:cNvSpPr>
            <p:nvPr/>
          </p:nvSpPr>
          <p:spPr bwMode="blackWhite">
            <a:xfrm>
              <a:off x="3477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842" name="Line 28"/>
            <p:cNvSpPr>
              <a:spLocks noChangeShapeType="1"/>
            </p:cNvSpPr>
            <p:nvPr/>
          </p:nvSpPr>
          <p:spPr bwMode="blackWhite">
            <a:xfrm>
              <a:off x="3573" y="1742"/>
              <a:ext cx="0" cy="4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4823" name="Rectangle 2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97088" y="2573338"/>
            <a:ext cx="4495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482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482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18FE0F0-4CE2-42FF-A191-D94B3B258F34}" type="slidenum">
              <a:rPr lang="zh-CN" altLang="en-US" smtClean="0"/>
              <a:pPr defTabSz="895350"/>
              <a:t>32</a:t>
            </a:fld>
            <a:endParaRPr lang="en-US" altLang="zh-CN"/>
          </a:p>
        </p:txBody>
      </p:sp>
      <p:sp>
        <p:nvSpPr>
          <p:cNvPr id="35843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2</a:t>
            </a:r>
          </a:p>
        </p:txBody>
      </p:sp>
      <p:sp>
        <p:nvSpPr>
          <p:cNvPr id="35844" name="AutoShape 3"/>
          <p:cNvSpPr>
            <a:spLocks noChangeArrowheads="1"/>
          </p:cNvSpPr>
          <p:nvPr/>
        </p:nvSpPr>
        <p:spPr bwMode="blackWhite">
          <a:xfrm>
            <a:off x="1987550" y="2214563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5845" name="AutoShape 4"/>
          <p:cNvSpPr>
            <a:spLocks noChangeArrowheads="1"/>
          </p:cNvSpPr>
          <p:nvPr/>
        </p:nvSpPr>
        <p:spPr bwMode="blackWhite">
          <a:xfrm>
            <a:off x="1987550" y="15319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grpSp>
        <p:nvGrpSpPr>
          <p:cNvPr id="35846" name="Group 5"/>
          <p:cNvGrpSpPr>
            <a:grpSpLocks/>
          </p:cNvGrpSpPr>
          <p:nvPr/>
        </p:nvGrpSpPr>
        <p:grpSpPr bwMode="auto">
          <a:xfrm>
            <a:off x="2451100" y="1963738"/>
            <a:ext cx="4002088" cy="315912"/>
            <a:chOff x="1981" y="2407"/>
            <a:chExt cx="1667" cy="132"/>
          </a:xfrm>
        </p:grpSpPr>
        <p:sp>
          <p:nvSpPr>
            <p:cNvPr id="35874" name="Line 6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75" name="Line 7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76" name="Line 8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77" name="Line 9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78" name="Line 10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79" name="Line 11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sp>
        <p:nvSpPr>
          <p:cNvPr id="35847" name="Line 12"/>
          <p:cNvSpPr>
            <a:spLocks noChangeShapeType="1"/>
          </p:cNvSpPr>
          <p:nvPr/>
        </p:nvSpPr>
        <p:spPr bwMode="blackWhite">
          <a:xfrm>
            <a:off x="4494213" y="2644775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lIns="0" tIns="0" rIns="0" bIns="0"/>
          <a:lstStyle/>
          <a:p>
            <a:endParaRPr lang="nl-NL"/>
          </a:p>
        </p:txBody>
      </p:sp>
      <p:grpSp>
        <p:nvGrpSpPr>
          <p:cNvPr id="35848" name="Group 13"/>
          <p:cNvGrpSpPr>
            <a:grpSpLocks/>
          </p:cNvGrpSpPr>
          <p:nvPr/>
        </p:nvGrpSpPr>
        <p:grpSpPr bwMode="auto">
          <a:xfrm>
            <a:off x="2413000" y="1143000"/>
            <a:ext cx="4078288" cy="477838"/>
            <a:chOff x="1965" y="1500"/>
            <a:chExt cx="1699" cy="199"/>
          </a:xfrm>
        </p:grpSpPr>
        <p:sp>
          <p:nvSpPr>
            <p:cNvPr id="35853" name="Line 14"/>
            <p:cNvSpPr>
              <a:spLocks noChangeShapeType="1"/>
            </p:cNvSpPr>
            <p:nvPr/>
          </p:nvSpPr>
          <p:spPr bwMode="blackWhite">
            <a:xfrm>
              <a:off x="196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54" name="Line 15"/>
            <p:cNvSpPr>
              <a:spLocks noChangeShapeType="1"/>
            </p:cNvSpPr>
            <p:nvPr/>
          </p:nvSpPr>
          <p:spPr bwMode="blackWhite">
            <a:xfrm>
              <a:off x="206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55" name="Line 16"/>
            <p:cNvSpPr>
              <a:spLocks noChangeShapeType="1"/>
            </p:cNvSpPr>
            <p:nvPr/>
          </p:nvSpPr>
          <p:spPr bwMode="blackWhite">
            <a:xfrm>
              <a:off x="215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56" name="Line 17"/>
            <p:cNvSpPr>
              <a:spLocks noChangeShapeType="1"/>
            </p:cNvSpPr>
            <p:nvPr/>
          </p:nvSpPr>
          <p:spPr bwMode="blackWhite">
            <a:xfrm>
              <a:off x="225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57" name="Line 18"/>
            <p:cNvSpPr>
              <a:spLocks noChangeShapeType="1"/>
            </p:cNvSpPr>
            <p:nvPr/>
          </p:nvSpPr>
          <p:spPr bwMode="blackWhite">
            <a:xfrm>
              <a:off x="2346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58" name="Line 19"/>
            <p:cNvSpPr>
              <a:spLocks noChangeShapeType="1"/>
            </p:cNvSpPr>
            <p:nvPr/>
          </p:nvSpPr>
          <p:spPr bwMode="blackWhite">
            <a:xfrm>
              <a:off x="2442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59" name="Line 20"/>
            <p:cNvSpPr>
              <a:spLocks noChangeShapeType="1"/>
            </p:cNvSpPr>
            <p:nvPr/>
          </p:nvSpPr>
          <p:spPr bwMode="blackWhite">
            <a:xfrm>
              <a:off x="263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0" name="Line 21"/>
            <p:cNvSpPr>
              <a:spLocks noChangeShapeType="1"/>
            </p:cNvSpPr>
            <p:nvPr/>
          </p:nvSpPr>
          <p:spPr bwMode="blackWhite">
            <a:xfrm>
              <a:off x="2537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1" name="Line 22"/>
            <p:cNvSpPr>
              <a:spLocks noChangeShapeType="1"/>
            </p:cNvSpPr>
            <p:nvPr/>
          </p:nvSpPr>
          <p:spPr bwMode="blackWhite">
            <a:xfrm>
              <a:off x="2728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2" name="Line 23"/>
            <p:cNvSpPr>
              <a:spLocks noChangeShapeType="1"/>
            </p:cNvSpPr>
            <p:nvPr/>
          </p:nvSpPr>
          <p:spPr bwMode="blackWhite">
            <a:xfrm>
              <a:off x="282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3" name="Line 24"/>
            <p:cNvSpPr>
              <a:spLocks noChangeShapeType="1"/>
            </p:cNvSpPr>
            <p:nvPr/>
          </p:nvSpPr>
          <p:spPr bwMode="blackWhite">
            <a:xfrm>
              <a:off x="2919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4" name="Line 25"/>
            <p:cNvSpPr>
              <a:spLocks noChangeShapeType="1"/>
            </p:cNvSpPr>
            <p:nvPr/>
          </p:nvSpPr>
          <p:spPr bwMode="blackWhite">
            <a:xfrm>
              <a:off x="3014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5" name="Line 26"/>
            <p:cNvSpPr>
              <a:spLocks noChangeShapeType="1"/>
            </p:cNvSpPr>
            <p:nvPr/>
          </p:nvSpPr>
          <p:spPr bwMode="blackWhite">
            <a:xfrm>
              <a:off x="311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6" name="Line 27"/>
            <p:cNvSpPr>
              <a:spLocks noChangeShapeType="1"/>
            </p:cNvSpPr>
            <p:nvPr/>
          </p:nvSpPr>
          <p:spPr bwMode="blackWhite">
            <a:xfrm>
              <a:off x="320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5867" name="Line 28"/>
            <p:cNvSpPr>
              <a:spLocks noChangeShapeType="1"/>
            </p:cNvSpPr>
            <p:nvPr/>
          </p:nvSpPr>
          <p:spPr bwMode="blackWhite">
            <a:xfrm>
              <a:off x="330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grpSp>
          <p:nvGrpSpPr>
            <p:cNvPr id="35868" name="Group 29"/>
            <p:cNvGrpSpPr>
              <a:grpSpLocks/>
            </p:cNvGrpSpPr>
            <p:nvPr/>
          </p:nvGrpSpPr>
          <p:grpSpPr bwMode="auto">
            <a:xfrm>
              <a:off x="3396" y="1500"/>
              <a:ext cx="86" cy="199"/>
              <a:chOff x="3824" y="1734"/>
              <a:chExt cx="96" cy="230"/>
            </a:xfrm>
          </p:grpSpPr>
          <p:sp>
            <p:nvSpPr>
              <p:cNvPr id="35872" name="Line 30"/>
              <p:cNvSpPr>
                <a:spLocks noChangeShapeType="1"/>
              </p:cNvSpPr>
              <p:nvPr/>
            </p:nvSpPr>
            <p:spPr bwMode="blackWhite">
              <a:xfrm>
                <a:off x="3824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5873" name="Line 31"/>
              <p:cNvSpPr>
                <a:spLocks noChangeShapeType="1"/>
              </p:cNvSpPr>
              <p:nvPr/>
            </p:nvSpPr>
            <p:spPr bwMode="blackWhite">
              <a:xfrm>
                <a:off x="3920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grpSp>
          <p:nvGrpSpPr>
            <p:cNvPr id="35869" name="Group 32"/>
            <p:cNvGrpSpPr>
              <a:grpSpLocks/>
            </p:cNvGrpSpPr>
            <p:nvPr/>
          </p:nvGrpSpPr>
          <p:grpSpPr bwMode="auto">
            <a:xfrm>
              <a:off x="3578" y="1500"/>
              <a:ext cx="86" cy="199"/>
              <a:chOff x="4016" y="1734"/>
              <a:chExt cx="96" cy="230"/>
            </a:xfrm>
          </p:grpSpPr>
          <p:sp>
            <p:nvSpPr>
              <p:cNvPr id="35870" name="Line 33"/>
              <p:cNvSpPr>
                <a:spLocks noChangeShapeType="1"/>
              </p:cNvSpPr>
              <p:nvPr/>
            </p:nvSpPr>
            <p:spPr bwMode="blackWhite">
              <a:xfrm>
                <a:off x="4016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5871" name="Line 34"/>
              <p:cNvSpPr>
                <a:spLocks noChangeShapeType="1"/>
              </p:cNvSpPr>
              <p:nvPr/>
            </p:nvSpPr>
            <p:spPr bwMode="blackWhite">
              <a:xfrm>
                <a:off x="4112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35849" name="Rectangle 35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090738" y="1665288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5850" name="Rectangle 36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090738" y="2344738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585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585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66A31F2-D4D0-4777-878C-28292A537047}" type="slidenum">
              <a:rPr lang="zh-CN" altLang="en-US" smtClean="0"/>
              <a:pPr defTabSz="895350"/>
              <a:t>33</a:t>
            </a:fld>
            <a:endParaRPr lang="en-US" altLang="zh-CN"/>
          </a:p>
        </p:txBody>
      </p:sp>
      <p:sp>
        <p:nvSpPr>
          <p:cNvPr id="36867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3</a:t>
            </a:r>
          </a:p>
        </p:txBody>
      </p:sp>
      <p:sp>
        <p:nvSpPr>
          <p:cNvPr id="36868" name="AutoShape 3"/>
          <p:cNvSpPr>
            <a:spLocks noChangeArrowheads="1"/>
          </p:cNvSpPr>
          <p:nvPr/>
        </p:nvSpPr>
        <p:spPr bwMode="blackWhite">
          <a:xfrm>
            <a:off x="1987550" y="2887663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6869" name="AutoShape 4"/>
          <p:cNvSpPr>
            <a:spLocks noChangeArrowheads="1"/>
          </p:cNvSpPr>
          <p:nvPr/>
        </p:nvSpPr>
        <p:spPr bwMode="blackWhite">
          <a:xfrm>
            <a:off x="1987550" y="221297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6870" name="AutoShape 5"/>
          <p:cNvSpPr>
            <a:spLocks noChangeArrowheads="1"/>
          </p:cNvSpPr>
          <p:nvPr/>
        </p:nvSpPr>
        <p:spPr bwMode="blackWhite">
          <a:xfrm>
            <a:off x="1987550" y="15319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grpSp>
        <p:nvGrpSpPr>
          <p:cNvPr id="36871" name="Group 6"/>
          <p:cNvGrpSpPr>
            <a:grpSpLocks/>
          </p:cNvGrpSpPr>
          <p:nvPr/>
        </p:nvGrpSpPr>
        <p:grpSpPr bwMode="auto">
          <a:xfrm>
            <a:off x="3768725" y="2638425"/>
            <a:ext cx="1390650" cy="314325"/>
            <a:chOff x="2530" y="2974"/>
            <a:chExt cx="579" cy="131"/>
          </a:xfrm>
        </p:grpSpPr>
        <p:sp>
          <p:nvSpPr>
            <p:cNvPr id="36907" name="Line 7"/>
            <p:cNvSpPr>
              <a:spLocks noChangeShapeType="1"/>
            </p:cNvSpPr>
            <p:nvPr/>
          </p:nvSpPr>
          <p:spPr bwMode="blackWhite">
            <a:xfrm>
              <a:off x="2530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908" name="Line 8"/>
            <p:cNvSpPr>
              <a:spLocks noChangeShapeType="1"/>
            </p:cNvSpPr>
            <p:nvPr/>
          </p:nvSpPr>
          <p:spPr bwMode="blackWhite">
            <a:xfrm>
              <a:off x="3109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6872" name="Group 9"/>
          <p:cNvGrpSpPr>
            <a:grpSpLocks/>
          </p:cNvGrpSpPr>
          <p:nvPr/>
        </p:nvGrpSpPr>
        <p:grpSpPr bwMode="auto">
          <a:xfrm>
            <a:off x="2451100" y="1963738"/>
            <a:ext cx="4002088" cy="315912"/>
            <a:chOff x="1981" y="2407"/>
            <a:chExt cx="1667" cy="132"/>
          </a:xfrm>
        </p:grpSpPr>
        <p:sp>
          <p:nvSpPr>
            <p:cNvPr id="36901" name="Line 10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902" name="Line 11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903" name="Line 12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904" name="Line 13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905" name="Line 14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906" name="Line 15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sp>
        <p:nvSpPr>
          <p:cNvPr id="36873" name="Line 16"/>
          <p:cNvSpPr>
            <a:spLocks noChangeShapeType="1"/>
          </p:cNvSpPr>
          <p:nvPr/>
        </p:nvSpPr>
        <p:spPr bwMode="blackWhite">
          <a:xfrm>
            <a:off x="4494213" y="3317875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lIns="0" tIns="0" rIns="0" bIns="0"/>
          <a:lstStyle/>
          <a:p>
            <a:endParaRPr lang="nl-NL"/>
          </a:p>
        </p:txBody>
      </p:sp>
      <p:grpSp>
        <p:nvGrpSpPr>
          <p:cNvPr id="36874" name="Group 17"/>
          <p:cNvGrpSpPr>
            <a:grpSpLocks/>
          </p:cNvGrpSpPr>
          <p:nvPr/>
        </p:nvGrpSpPr>
        <p:grpSpPr bwMode="auto">
          <a:xfrm>
            <a:off x="2413000" y="1143000"/>
            <a:ext cx="4078288" cy="477838"/>
            <a:chOff x="1965" y="1500"/>
            <a:chExt cx="1699" cy="199"/>
          </a:xfrm>
        </p:grpSpPr>
        <p:sp>
          <p:nvSpPr>
            <p:cNvPr id="36880" name="Line 18"/>
            <p:cNvSpPr>
              <a:spLocks noChangeShapeType="1"/>
            </p:cNvSpPr>
            <p:nvPr/>
          </p:nvSpPr>
          <p:spPr bwMode="blackWhite">
            <a:xfrm>
              <a:off x="196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1" name="Line 19"/>
            <p:cNvSpPr>
              <a:spLocks noChangeShapeType="1"/>
            </p:cNvSpPr>
            <p:nvPr/>
          </p:nvSpPr>
          <p:spPr bwMode="blackWhite">
            <a:xfrm>
              <a:off x="206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2" name="Line 20"/>
            <p:cNvSpPr>
              <a:spLocks noChangeShapeType="1"/>
            </p:cNvSpPr>
            <p:nvPr/>
          </p:nvSpPr>
          <p:spPr bwMode="blackWhite">
            <a:xfrm>
              <a:off x="215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3" name="Line 21"/>
            <p:cNvSpPr>
              <a:spLocks noChangeShapeType="1"/>
            </p:cNvSpPr>
            <p:nvPr/>
          </p:nvSpPr>
          <p:spPr bwMode="blackWhite">
            <a:xfrm>
              <a:off x="225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4" name="Line 22"/>
            <p:cNvSpPr>
              <a:spLocks noChangeShapeType="1"/>
            </p:cNvSpPr>
            <p:nvPr/>
          </p:nvSpPr>
          <p:spPr bwMode="blackWhite">
            <a:xfrm>
              <a:off x="2346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5" name="Line 23"/>
            <p:cNvSpPr>
              <a:spLocks noChangeShapeType="1"/>
            </p:cNvSpPr>
            <p:nvPr/>
          </p:nvSpPr>
          <p:spPr bwMode="blackWhite">
            <a:xfrm>
              <a:off x="2442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6" name="Line 24"/>
            <p:cNvSpPr>
              <a:spLocks noChangeShapeType="1"/>
            </p:cNvSpPr>
            <p:nvPr/>
          </p:nvSpPr>
          <p:spPr bwMode="blackWhite">
            <a:xfrm>
              <a:off x="263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7" name="Line 25"/>
            <p:cNvSpPr>
              <a:spLocks noChangeShapeType="1"/>
            </p:cNvSpPr>
            <p:nvPr/>
          </p:nvSpPr>
          <p:spPr bwMode="blackWhite">
            <a:xfrm>
              <a:off x="2537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8" name="Line 26"/>
            <p:cNvSpPr>
              <a:spLocks noChangeShapeType="1"/>
            </p:cNvSpPr>
            <p:nvPr/>
          </p:nvSpPr>
          <p:spPr bwMode="blackWhite">
            <a:xfrm>
              <a:off x="2728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89" name="Line 27"/>
            <p:cNvSpPr>
              <a:spLocks noChangeShapeType="1"/>
            </p:cNvSpPr>
            <p:nvPr/>
          </p:nvSpPr>
          <p:spPr bwMode="blackWhite">
            <a:xfrm>
              <a:off x="282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90" name="Line 28"/>
            <p:cNvSpPr>
              <a:spLocks noChangeShapeType="1"/>
            </p:cNvSpPr>
            <p:nvPr/>
          </p:nvSpPr>
          <p:spPr bwMode="blackWhite">
            <a:xfrm>
              <a:off x="2919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91" name="Line 29"/>
            <p:cNvSpPr>
              <a:spLocks noChangeShapeType="1"/>
            </p:cNvSpPr>
            <p:nvPr/>
          </p:nvSpPr>
          <p:spPr bwMode="blackWhite">
            <a:xfrm>
              <a:off x="3014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92" name="Line 30"/>
            <p:cNvSpPr>
              <a:spLocks noChangeShapeType="1"/>
            </p:cNvSpPr>
            <p:nvPr/>
          </p:nvSpPr>
          <p:spPr bwMode="blackWhite">
            <a:xfrm>
              <a:off x="311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93" name="Line 31"/>
            <p:cNvSpPr>
              <a:spLocks noChangeShapeType="1"/>
            </p:cNvSpPr>
            <p:nvPr/>
          </p:nvSpPr>
          <p:spPr bwMode="blackWhite">
            <a:xfrm>
              <a:off x="320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6894" name="Line 32"/>
            <p:cNvSpPr>
              <a:spLocks noChangeShapeType="1"/>
            </p:cNvSpPr>
            <p:nvPr/>
          </p:nvSpPr>
          <p:spPr bwMode="blackWhite">
            <a:xfrm>
              <a:off x="330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grpSp>
          <p:nvGrpSpPr>
            <p:cNvPr id="36895" name="Group 33"/>
            <p:cNvGrpSpPr>
              <a:grpSpLocks/>
            </p:cNvGrpSpPr>
            <p:nvPr/>
          </p:nvGrpSpPr>
          <p:grpSpPr bwMode="auto">
            <a:xfrm>
              <a:off x="3396" y="1500"/>
              <a:ext cx="86" cy="199"/>
              <a:chOff x="3824" y="1734"/>
              <a:chExt cx="96" cy="230"/>
            </a:xfrm>
          </p:grpSpPr>
          <p:sp>
            <p:nvSpPr>
              <p:cNvPr id="36899" name="Line 34"/>
              <p:cNvSpPr>
                <a:spLocks noChangeShapeType="1"/>
              </p:cNvSpPr>
              <p:nvPr/>
            </p:nvSpPr>
            <p:spPr bwMode="blackWhite">
              <a:xfrm>
                <a:off x="3824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6900" name="Line 35"/>
              <p:cNvSpPr>
                <a:spLocks noChangeShapeType="1"/>
              </p:cNvSpPr>
              <p:nvPr/>
            </p:nvSpPr>
            <p:spPr bwMode="blackWhite">
              <a:xfrm>
                <a:off x="3920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grpSp>
          <p:nvGrpSpPr>
            <p:cNvPr id="36896" name="Group 36"/>
            <p:cNvGrpSpPr>
              <a:grpSpLocks/>
            </p:cNvGrpSpPr>
            <p:nvPr/>
          </p:nvGrpSpPr>
          <p:grpSpPr bwMode="auto">
            <a:xfrm>
              <a:off x="3578" y="1500"/>
              <a:ext cx="86" cy="199"/>
              <a:chOff x="4016" y="1734"/>
              <a:chExt cx="96" cy="230"/>
            </a:xfrm>
          </p:grpSpPr>
          <p:sp>
            <p:nvSpPr>
              <p:cNvPr id="36897" name="Line 37"/>
              <p:cNvSpPr>
                <a:spLocks noChangeShapeType="1"/>
              </p:cNvSpPr>
              <p:nvPr/>
            </p:nvSpPr>
            <p:spPr bwMode="blackWhite">
              <a:xfrm>
                <a:off x="4016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6898" name="Line 38"/>
              <p:cNvSpPr>
                <a:spLocks noChangeShapeType="1"/>
              </p:cNvSpPr>
              <p:nvPr/>
            </p:nvSpPr>
            <p:spPr bwMode="blackWhite">
              <a:xfrm>
                <a:off x="4112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36875" name="Rectangle 39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090738" y="1671638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6876" name="Rectangle 40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090738" y="23495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6877" name="Rectangle 41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2090738" y="30226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687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687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901213B-A955-411B-8819-D97C0C57D585}" type="slidenum">
              <a:rPr lang="zh-CN" altLang="en-US" smtClean="0"/>
              <a:pPr defTabSz="895350"/>
              <a:t>34</a:t>
            </a:fld>
            <a:endParaRPr lang="en-US" altLang="zh-CN"/>
          </a:p>
        </p:txBody>
      </p:sp>
      <p:sp>
        <p:nvSpPr>
          <p:cNvPr id="37891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4</a:t>
            </a:r>
          </a:p>
        </p:txBody>
      </p:sp>
      <p:sp>
        <p:nvSpPr>
          <p:cNvPr id="37892" name="AutoShape 3"/>
          <p:cNvSpPr>
            <a:spLocks noChangeArrowheads="1"/>
          </p:cNvSpPr>
          <p:nvPr/>
        </p:nvSpPr>
        <p:spPr bwMode="blackWhite">
          <a:xfrm>
            <a:off x="1987550" y="3573463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7893" name="AutoShape 4"/>
          <p:cNvSpPr>
            <a:spLocks noChangeArrowheads="1"/>
          </p:cNvSpPr>
          <p:nvPr/>
        </p:nvSpPr>
        <p:spPr bwMode="blackWhite">
          <a:xfrm>
            <a:off x="1987550" y="289242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7894" name="AutoShape 5"/>
          <p:cNvSpPr>
            <a:spLocks noChangeArrowheads="1"/>
          </p:cNvSpPr>
          <p:nvPr/>
        </p:nvSpPr>
        <p:spPr bwMode="blackWhite">
          <a:xfrm>
            <a:off x="1987550" y="221297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7895" name="AutoShape 6"/>
          <p:cNvSpPr>
            <a:spLocks noChangeArrowheads="1"/>
          </p:cNvSpPr>
          <p:nvPr/>
        </p:nvSpPr>
        <p:spPr bwMode="blackWhite">
          <a:xfrm>
            <a:off x="1987550" y="15319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grpSp>
        <p:nvGrpSpPr>
          <p:cNvPr id="37896" name="Group 7"/>
          <p:cNvGrpSpPr>
            <a:grpSpLocks/>
          </p:cNvGrpSpPr>
          <p:nvPr/>
        </p:nvGrpSpPr>
        <p:grpSpPr bwMode="auto">
          <a:xfrm>
            <a:off x="3768725" y="3324225"/>
            <a:ext cx="1390650" cy="314325"/>
            <a:chOff x="2530" y="2974"/>
            <a:chExt cx="579" cy="131"/>
          </a:xfrm>
        </p:grpSpPr>
        <p:sp>
          <p:nvSpPr>
            <p:cNvPr id="37938" name="Line 8"/>
            <p:cNvSpPr>
              <a:spLocks noChangeShapeType="1"/>
            </p:cNvSpPr>
            <p:nvPr/>
          </p:nvSpPr>
          <p:spPr bwMode="blackWhite">
            <a:xfrm>
              <a:off x="2530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9" name="Line 9"/>
            <p:cNvSpPr>
              <a:spLocks noChangeShapeType="1"/>
            </p:cNvSpPr>
            <p:nvPr/>
          </p:nvSpPr>
          <p:spPr bwMode="blackWhite">
            <a:xfrm>
              <a:off x="3109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7897" name="Group 10"/>
          <p:cNvGrpSpPr>
            <a:grpSpLocks/>
          </p:cNvGrpSpPr>
          <p:nvPr/>
        </p:nvGrpSpPr>
        <p:grpSpPr bwMode="auto">
          <a:xfrm>
            <a:off x="2470150" y="2641600"/>
            <a:ext cx="3983038" cy="317500"/>
            <a:chOff x="1989" y="2690"/>
            <a:chExt cx="1659" cy="132"/>
          </a:xfrm>
        </p:grpSpPr>
        <p:sp>
          <p:nvSpPr>
            <p:cNvPr id="37934" name="Line 11"/>
            <p:cNvSpPr>
              <a:spLocks noChangeShapeType="1"/>
            </p:cNvSpPr>
            <p:nvPr/>
          </p:nvSpPr>
          <p:spPr bwMode="blackWhite">
            <a:xfrm>
              <a:off x="2542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5" name="Line 12"/>
            <p:cNvSpPr>
              <a:spLocks noChangeShapeType="1"/>
            </p:cNvSpPr>
            <p:nvPr/>
          </p:nvSpPr>
          <p:spPr bwMode="blackWhite">
            <a:xfrm>
              <a:off x="3648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6" name="Line 13"/>
            <p:cNvSpPr>
              <a:spLocks noChangeShapeType="1"/>
            </p:cNvSpPr>
            <p:nvPr/>
          </p:nvSpPr>
          <p:spPr bwMode="blackWhite">
            <a:xfrm>
              <a:off x="3095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7" name="Line 14"/>
            <p:cNvSpPr>
              <a:spLocks noChangeShapeType="1"/>
            </p:cNvSpPr>
            <p:nvPr/>
          </p:nvSpPr>
          <p:spPr bwMode="blackWhite">
            <a:xfrm>
              <a:off x="1989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7898" name="Group 15"/>
          <p:cNvGrpSpPr>
            <a:grpSpLocks/>
          </p:cNvGrpSpPr>
          <p:nvPr/>
        </p:nvGrpSpPr>
        <p:grpSpPr bwMode="auto">
          <a:xfrm>
            <a:off x="2451100" y="1963738"/>
            <a:ext cx="4002088" cy="315912"/>
            <a:chOff x="1981" y="2407"/>
            <a:chExt cx="1667" cy="132"/>
          </a:xfrm>
        </p:grpSpPr>
        <p:sp>
          <p:nvSpPr>
            <p:cNvPr id="37928" name="Line 16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29" name="Line 17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0" name="Line 18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1" name="Line 19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2" name="Line 20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33" name="Line 21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sp>
        <p:nvSpPr>
          <p:cNvPr id="37899" name="Line 22"/>
          <p:cNvSpPr>
            <a:spLocks noChangeShapeType="1"/>
          </p:cNvSpPr>
          <p:nvPr/>
        </p:nvSpPr>
        <p:spPr bwMode="blackWhite">
          <a:xfrm>
            <a:off x="4494213" y="4003675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lIns="0" tIns="0" rIns="0" bIns="0"/>
          <a:lstStyle/>
          <a:p>
            <a:endParaRPr lang="nl-NL"/>
          </a:p>
        </p:txBody>
      </p:sp>
      <p:grpSp>
        <p:nvGrpSpPr>
          <p:cNvPr id="37900" name="Group 23"/>
          <p:cNvGrpSpPr>
            <a:grpSpLocks/>
          </p:cNvGrpSpPr>
          <p:nvPr/>
        </p:nvGrpSpPr>
        <p:grpSpPr bwMode="auto">
          <a:xfrm>
            <a:off x="2413000" y="1143000"/>
            <a:ext cx="4078288" cy="477838"/>
            <a:chOff x="1965" y="1500"/>
            <a:chExt cx="1699" cy="199"/>
          </a:xfrm>
        </p:grpSpPr>
        <p:sp>
          <p:nvSpPr>
            <p:cNvPr id="37907" name="Line 24"/>
            <p:cNvSpPr>
              <a:spLocks noChangeShapeType="1"/>
            </p:cNvSpPr>
            <p:nvPr/>
          </p:nvSpPr>
          <p:spPr bwMode="blackWhite">
            <a:xfrm>
              <a:off x="196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08" name="Line 25"/>
            <p:cNvSpPr>
              <a:spLocks noChangeShapeType="1"/>
            </p:cNvSpPr>
            <p:nvPr/>
          </p:nvSpPr>
          <p:spPr bwMode="blackWhite">
            <a:xfrm>
              <a:off x="206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09" name="Line 26"/>
            <p:cNvSpPr>
              <a:spLocks noChangeShapeType="1"/>
            </p:cNvSpPr>
            <p:nvPr/>
          </p:nvSpPr>
          <p:spPr bwMode="blackWhite">
            <a:xfrm>
              <a:off x="215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0" name="Line 27"/>
            <p:cNvSpPr>
              <a:spLocks noChangeShapeType="1"/>
            </p:cNvSpPr>
            <p:nvPr/>
          </p:nvSpPr>
          <p:spPr bwMode="blackWhite">
            <a:xfrm>
              <a:off x="225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1" name="Line 28"/>
            <p:cNvSpPr>
              <a:spLocks noChangeShapeType="1"/>
            </p:cNvSpPr>
            <p:nvPr/>
          </p:nvSpPr>
          <p:spPr bwMode="blackWhite">
            <a:xfrm>
              <a:off x="2346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2" name="Line 29"/>
            <p:cNvSpPr>
              <a:spLocks noChangeShapeType="1"/>
            </p:cNvSpPr>
            <p:nvPr/>
          </p:nvSpPr>
          <p:spPr bwMode="blackWhite">
            <a:xfrm>
              <a:off x="2442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3" name="Line 30"/>
            <p:cNvSpPr>
              <a:spLocks noChangeShapeType="1"/>
            </p:cNvSpPr>
            <p:nvPr/>
          </p:nvSpPr>
          <p:spPr bwMode="blackWhite">
            <a:xfrm>
              <a:off x="263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4" name="Line 31"/>
            <p:cNvSpPr>
              <a:spLocks noChangeShapeType="1"/>
            </p:cNvSpPr>
            <p:nvPr/>
          </p:nvSpPr>
          <p:spPr bwMode="blackWhite">
            <a:xfrm>
              <a:off x="2537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5" name="Line 32"/>
            <p:cNvSpPr>
              <a:spLocks noChangeShapeType="1"/>
            </p:cNvSpPr>
            <p:nvPr/>
          </p:nvSpPr>
          <p:spPr bwMode="blackWhite">
            <a:xfrm>
              <a:off x="2728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6" name="Line 33"/>
            <p:cNvSpPr>
              <a:spLocks noChangeShapeType="1"/>
            </p:cNvSpPr>
            <p:nvPr/>
          </p:nvSpPr>
          <p:spPr bwMode="blackWhite">
            <a:xfrm>
              <a:off x="282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7" name="Line 34"/>
            <p:cNvSpPr>
              <a:spLocks noChangeShapeType="1"/>
            </p:cNvSpPr>
            <p:nvPr/>
          </p:nvSpPr>
          <p:spPr bwMode="blackWhite">
            <a:xfrm>
              <a:off x="2919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8" name="Line 35"/>
            <p:cNvSpPr>
              <a:spLocks noChangeShapeType="1"/>
            </p:cNvSpPr>
            <p:nvPr/>
          </p:nvSpPr>
          <p:spPr bwMode="blackWhite">
            <a:xfrm>
              <a:off x="3014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19" name="Line 36"/>
            <p:cNvSpPr>
              <a:spLocks noChangeShapeType="1"/>
            </p:cNvSpPr>
            <p:nvPr/>
          </p:nvSpPr>
          <p:spPr bwMode="blackWhite">
            <a:xfrm>
              <a:off x="311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20" name="Line 37"/>
            <p:cNvSpPr>
              <a:spLocks noChangeShapeType="1"/>
            </p:cNvSpPr>
            <p:nvPr/>
          </p:nvSpPr>
          <p:spPr bwMode="blackWhite">
            <a:xfrm>
              <a:off x="320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7921" name="Line 38"/>
            <p:cNvSpPr>
              <a:spLocks noChangeShapeType="1"/>
            </p:cNvSpPr>
            <p:nvPr/>
          </p:nvSpPr>
          <p:spPr bwMode="blackWhite">
            <a:xfrm>
              <a:off x="330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grpSp>
          <p:nvGrpSpPr>
            <p:cNvPr id="37922" name="Group 39"/>
            <p:cNvGrpSpPr>
              <a:grpSpLocks/>
            </p:cNvGrpSpPr>
            <p:nvPr/>
          </p:nvGrpSpPr>
          <p:grpSpPr bwMode="auto">
            <a:xfrm>
              <a:off x="3396" y="1500"/>
              <a:ext cx="86" cy="199"/>
              <a:chOff x="3824" y="1734"/>
              <a:chExt cx="96" cy="230"/>
            </a:xfrm>
          </p:grpSpPr>
          <p:sp>
            <p:nvSpPr>
              <p:cNvPr id="37926" name="Line 40"/>
              <p:cNvSpPr>
                <a:spLocks noChangeShapeType="1"/>
              </p:cNvSpPr>
              <p:nvPr/>
            </p:nvSpPr>
            <p:spPr bwMode="blackWhite">
              <a:xfrm>
                <a:off x="3824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7927" name="Line 41"/>
              <p:cNvSpPr>
                <a:spLocks noChangeShapeType="1"/>
              </p:cNvSpPr>
              <p:nvPr/>
            </p:nvSpPr>
            <p:spPr bwMode="blackWhite">
              <a:xfrm>
                <a:off x="3920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grpSp>
          <p:nvGrpSpPr>
            <p:cNvPr id="37923" name="Group 42"/>
            <p:cNvGrpSpPr>
              <a:grpSpLocks/>
            </p:cNvGrpSpPr>
            <p:nvPr/>
          </p:nvGrpSpPr>
          <p:grpSpPr bwMode="auto">
            <a:xfrm>
              <a:off x="3578" y="1500"/>
              <a:ext cx="86" cy="199"/>
              <a:chOff x="4016" y="1734"/>
              <a:chExt cx="96" cy="230"/>
            </a:xfrm>
          </p:grpSpPr>
          <p:sp>
            <p:nvSpPr>
              <p:cNvPr id="37924" name="Line 43"/>
              <p:cNvSpPr>
                <a:spLocks noChangeShapeType="1"/>
              </p:cNvSpPr>
              <p:nvPr/>
            </p:nvSpPr>
            <p:spPr bwMode="blackWhite">
              <a:xfrm>
                <a:off x="4016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7925" name="Line 44"/>
              <p:cNvSpPr>
                <a:spLocks noChangeShapeType="1"/>
              </p:cNvSpPr>
              <p:nvPr/>
            </p:nvSpPr>
            <p:spPr bwMode="blackWhite">
              <a:xfrm>
                <a:off x="4112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37901" name="Rectangle 45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090738" y="16700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7902" name="Rectangle 46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090738" y="23495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7903" name="Rectangle 47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2090738" y="30289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7904" name="Rectangle 48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>
            <a:off x="2090738" y="37084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790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790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7FF0684-1DD0-4841-BF6D-60AAD90555AF}" type="slidenum">
              <a:rPr lang="zh-CN" altLang="en-US" smtClean="0"/>
              <a:pPr defTabSz="895350"/>
              <a:t>35</a:t>
            </a:fld>
            <a:endParaRPr lang="en-US" altLang="zh-CN"/>
          </a:p>
        </p:txBody>
      </p:sp>
      <p:sp>
        <p:nvSpPr>
          <p:cNvPr id="38915" name="Rectangle 6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5</a:t>
            </a:r>
          </a:p>
        </p:txBody>
      </p:sp>
      <p:sp>
        <p:nvSpPr>
          <p:cNvPr id="38916" name="AutoShape 3"/>
          <p:cNvSpPr>
            <a:spLocks noChangeArrowheads="1"/>
          </p:cNvSpPr>
          <p:nvPr/>
        </p:nvSpPr>
        <p:spPr bwMode="blackWhite">
          <a:xfrm>
            <a:off x="1987550" y="4246563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8917" name="AutoShape 4"/>
          <p:cNvSpPr>
            <a:spLocks noChangeArrowheads="1"/>
          </p:cNvSpPr>
          <p:nvPr/>
        </p:nvSpPr>
        <p:spPr bwMode="blackWhite">
          <a:xfrm>
            <a:off x="1987550" y="356552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8918" name="AutoShape 5"/>
          <p:cNvSpPr>
            <a:spLocks noChangeArrowheads="1"/>
          </p:cNvSpPr>
          <p:nvPr/>
        </p:nvSpPr>
        <p:spPr bwMode="blackWhite">
          <a:xfrm>
            <a:off x="1987550" y="288607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8919" name="AutoShape 6"/>
          <p:cNvSpPr>
            <a:spLocks noChangeArrowheads="1"/>
          </p:cNvSpPr>
          <p:nvPr/>
        </p:nvSpPr>
        <p:spPr bwMode="blackWhite">
          <a:xfrm>
            <a:off x="1987550" y="220662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8920" name="AutoShape 7"/>
          <p:cNvSpPr>
            <a:spLocks noChangeArrowheads="1"/>
          </p:cNvSpPr>
          <p:nvPr/>
        </p:nvSpPr>
        <p:spPr bwMode="blackWhite">
          <a:xfrm>
            <a:off x="1987550" y="15319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grpSp>
        <p:nvGrpSpPr>
          <p:cNvPr id="38921" name="Group 8"/>
          <p:cNvGrpSpPr>
            <a:grpSpLocks/>
          </p:cNvGrpSpPr>
          <p:nvPr/>
        </p:nvGrpSpPr>
        <p:grpSpPr bwMode="auto">
          <a:xfrm>
            <a:off x="3768725" y="3997325"/>
            <a:ext cx="1390650" cy="314325"/>
            <a:chOff x="2530" y="2974"/>
            <a:chExt cx="579" cy="131"/>
          </a:xfrm>
        </p:grpSpPr>
        <p:sp>
          <p:nvSpPr>
            <p:cNvPr id="38973" name="Line 9"/>
            <p:cNvSpPr>
              <a:spLocks noChangeShapeType="1"/>
            </p:cNvSpPr>
            <p:nvPr/>
          </p:nvSpPr>
          <p:spPr bwMode="blackWhite">
            <a:xfrm>
              <a:off x="2530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74" name="Line 10"/>
            <p:cNvSpPr>
              <a:spLocks noChangeShapeType="1"/>
            </p:cNvSpPr>
            <p:nvPr/>
          </p:nvSpPr>
          <p:spPr bwMode="blackWhite">
            <a:xfrm>
              <a:off x="3109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8922" name="Group 11"/>
          <p:cNvGrpSpPr>
            <a:grpSpLocks/>
          </p:cNvGrpSpPr>
          <p:nvPr/>
        </p:nvGrpSpPr>
        <p:grpSpPr bwMode="auto">
          <a:xfrm>
            <a:off x="2470150" y="3314700"/>
            <a:ext cx="3983038" cy="317500"/>
            <a:chOff x="1989" y="2690"/>
            <a:chExt cx="1659" cy="132"/>
          </a:xfrm>
        </p:grpSpPr>
        <p:sp>
          <p:nvSpPr>
            <p:cNvPr id="38969" name="Line 12"/>
            <p:cNvSpPr>
              <a:spLocks noChangeShapeType="1"/>
            </p:cNvSpPr>
            <p:nvPr/>
          </p:nvSpPr>
          <p:spPr bwMode="blackWhite">
            <a:xfrm>
              <a:off x="2542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70" name="Line 13"/>
            <p:cNvSpPr>
              <a:spLocks noChangeShapeType="1"/>
            </p:cNvSpPr>
            <p:nvPr/>
          </p:nvSpPr>
          <p:spPr bwMode="blackWhite">
            <a:xfrm>
              <a:off x="3648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71" name="Line 14"/>
            <p:cNvSpPr>
              <a:spLocks noChangeShapeType="1"/>
            </p:cNvSpPr>
            <p:nvPr/>
          </p:nvSpPr>
          <p:spPr bwMode="blackWhite">
            <a:xfrm>
              <a:off x="3095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72" name="Line 15"/>
            <p:cNvSpPr>
              <a:spLocks noChangeShapeType="1"/>
            </p:cNvSpPr>
            <p:nvPr/>
          </p:nvSpPr>
          <p:spPr bwMode="blackWhite">
            <a:xfrm>
              <a:off x="1989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8923" name="Group 16"/>
          <p:cNvGrpSpPr>
            <a:grpSpLocks/>
          </p:cNvGrpSpPr>
          <p:nvPr/>
        </p:nvGrpSpPr>
        <p:grpSpPr bwMode="auto">
          <a:xfrm>
            <a:off x="2451100" y="2636838"/>
            <a:ext cx="4002088" cy="315912"/>
            <a:chOff x="1981" y="2407"/>
            <a:chExt cx="1667" cy="132"/>
          </a:xfrm>
        </p:grpSpPr>
        <p:sp>
          <p:nvSpPr>
            <p:cNvPr id="38963" name="Line 17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4" name="Line 18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5" name="Line 19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6" name="Line 20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7" name="Line 21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8" name="Line 22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8924" name="Group 23"/>
          <p:cNvGrpSpPr>
            <a:grpSpLocks/>
          </p:cNvGrpSpPr>
          <p:nvPr/>
        </p:nvGrpSpPr>
        <p:grpSpPr bwMode="auto">
          <a:xfrm>
            <a:off x="2451100" y="1954213"/>
            <a:ext cx="4002088" cy="314325"/>
            <a:chOff x="1981" y="2123"/>
            <a:chExt cx="1667" cy="131"/>
          </a:xfrm>
        </p:grpSpPr>
        <p:sp>
          <p:nvSpPr>
            <p:cNvPr id="38955" name="Line 24"/>
            <p:cNvSpPr>
              <a:spLocks noChangeShapeType="1"/>
            </p:cNvSpPr>
            <p:nvPr/>
          </p:nvSpPr>
          <p:spPr bwMode="blackWhite">
            <a:xfrm>
              <a:off x="1981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56" name="Line 25"/>
            <p:cNvSpPr>
              <a:spLocks noChangeShapeType="1"/>
            </p:cNvSpPr>
            <p:nvPr/>
          </p:nvSpPr>
          <p:spPr bwMode="blackWhite">
            <a:xfrm>
              <a:off x="2219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57" name="Line 26"/>
            <p:cNvSpPr>
              <a:spLocks noChangeShapeType="1"/>
            </p:cNvSpPr>
            <p:nvPr/>
          </p:nvSpPr>
          <p:spPr bwMode="blackWhite">
            <a:xfrm>
              <a:off x="2457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58" name="Line 27"/>
            <p:cNvSpPr>
              <a:spLocks noChangeShapeType="1"/>
            </p:cNvSpPr>
            <p:nvPr/>
          </p:nvSpPr>
          <p:spPr bwMode="blackWhite">
            <a:xfrm>
              <a:off x="2695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59" name="Line 28"/>
            <p:cNvSpPr>
              <a:spLocks noChangeShapeType="1"/>
            </p:cNvSpPr>
            <p:nvPr/>
          </p:nvSpPr>
          <p:spPr bwMode="blackWhite">
            <a:xfrm>
              <a:off x="2933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0" name="Line 29"/>
            <p:cNvSpPr>
              <a:spLocks noChangeShapeType="1"/>
            </p:cNvSpPr>
            <p:nvPr/>
          </p:nvSpPr>
          <p:spPr bwMode="blackWhite">
            <a:xfrm>
              <a:off x="3171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1" name="Line 30"/>
            <p:cNvSpPr>
              <a:spLocks noChangeShapeType="1"/>
            </p:cNvSpPr>
            <p:nvPr/>
          </p:nvSpPr>
          <p:spPr bwMode="blackWhite">
            <a:xfrm>
              <a:off x="3409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62" name="Line 31"/>
            <p:cNvSpPr>
              <a:spLocks noChangeShapeType="1"/>
            </p:cNvSpPr>
            <p:nvPr/>
          </p:nvSpPr>
          <p:spPr bwMode="blackWhite">
            <a:xfrm>
              <a:off x="3648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sp>
        <p:nvSpPr>
          <p:cNvPr id="38925" name="Line 32"/>
          <p:cNvSpPr>
            <a:spLocks noChangeShapeType="1"/>
          </p:cNvSpPr>
          <p:nvPr/>
        </p:nvSpPr>
        <p:spPr bwMode="blackWhite">
          <a:xfrm>
            <a:off x="4494213" y="4676775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lIns="0" tIns="0" rIns="0" bIns="0"/>
          <a:lstStyle/>
          <a:p>
            <a:endParaRPr lang="nl-NL"/>
          </a:p>
        </p:txBody>
      </p:sp>
      <p:grpSp>
        <p:nvGrpSpPr>
          <p:cNvPr id="38926" name="Group 33"/>
          <p:cNvGrpSpPr>
            <a:grpSpLocks/>
          </p:cNvGrpSpPr>
          <p:nvPr/>
        </p:nvGrpSpPr>
        <p:grpSpPr bwMode="auto">
          <a:xfrm>
            <a:off x="2413000" y="1143000"/>
            <a:ext cx="4078288" cy="477838"/>
            <a:chOff x="1965" y="1500"/>
            <a:chExt cx="1699" cy="199"/>
          </a:xfrm>
        </p:grpSpPr>
        <p:sp>
          <p:nvSpPr>
            <p:cNvPr id="38934" name="Line 34"/>
            <p:cNvSpPr>
              <a:spLocks noChangeShapeType="1"/>
            </p:cNvSpPr>
            <p:nvPr/>
          </p:nvSpPr>
          <p:spPr bwMode="blackWhite">
            <a:xfrm>
              <a:off x="196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35" name="Line 35"/>
            <p:cNvSpPr>
              <a:spLocks noChangeShapeType="1"/>
            </p:cNvSpPr>
            <p:nvPr/>
          </p:nvSpPr>
          <p:spPr bwMode="blackWhite">
            <a:xfrm>
              <a:off x="206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36" name="Line 36"/>
            <p:cNvSpPr>
              <a:spLocks noChangeShapeType="1"/>
            </p:cNvSpPr>
            <p:nvPr/>
          </p:nvSpPr>
          <p:spPr bwMode="blackWhite">
            <a:xfrm>
              <a:off x="215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37" name="Line 37"/>
            <p:cNvSpPr>
              <a:spLocks noChangeShapeType="1"/>
            </p:cNvSpPr>
            <p:nvPr/>
          </p:nvSpPr>
          <p:spPr bwMode="blackWhite">
            <a:xfrm>
              <a:off x="225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38" name="Line 38"/>
            <p:cNvSpPr>
              <a:spLocks noChangeShapeType="1"/>
            </p:cNvSpPr>
            <p:nvPr/>
          </p:nvSpPr>
          <p:spPr bwMode="blackWhite">
            <a:xfrm>
              <a:off x="2346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39" name="Line 39"/>
            <p:cNvSpPr>
              <a:spLocks noChangeShapeType="1"/>
            </p:cNvSpPr>
            <p:nvPr/>
          </p:nvSpPr>
          <p:spPr bwMode="blackWhite">
            <a:xfrm>
              <a:off x="2442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0" name="Line 40"/>
            <p:cNvSpPr>
              <a:spLocks noChangeShapeType="1"/>
            </p:cNvSpPr>
            <p:nvPr/>
          </p:nvSpPr>
          <p:spPr bwMode="blackWhite">
            <a:xfrm>
              <a:off x="263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1" name="Line 41"/>
            <p:cNvSpPr>
              <a:spLocks noChangeShapeType="1"/>
            </p:cNvSpPr>
            <p:nvPr/>
          </p:nvSpPr>
          <p:spPr bwMode="blackWhite">
            <a:xfrm>
              <a:off x="2537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2" name="Line 42"/>
            <p:cNvSpPr>
              <a:spLocks noChangeShapeType="1"/>
            </p:cNvSpPr>
            <p:nvPr/>
          </p:nvSpPr>
          <p:spPr bwMode="blackWhite">
            <a:xfrm>
              <a:off x="2728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3" name="Line 43"/>
            <p:cNvSpPr>
              <a:spLocks noChangeShapeType="1"/>
            </p:cNvSpPr>
            <p:nvPr/>
          </p:nvSpPr>
          <p:spPr bwMode="blackWhite">
            <a:xfrm>
              <a:off x="282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4" name="Line 44"/>
            <p:cNvSpPr>
              <a:spLocks noChangeShapeType="1"/>
            </p:cNvSpPr>
            <p:nvPr/>
          </p:nvSpPr>
          <p:spPr bwMode="blackWhite">
            <a:xfrm>
              <a:off x="2919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5" name="Line 45"/>
            <p:cNvSpPr>
              <a:spLocks noChangeShapeType="1"/>
            </p:cNvSpPr>
            <p:nvPr/>
          </p:nvSpPr>
          <p:spPr bwMode="blackWhite">
            <a:xfrm>
              <a:off x="3014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6" name="Line 46"/>
            <p:cNvSpPr>
              <a:spLocks noChangeShapeType="1"/>
            </p:cNvSpPr>
            <p:nvPr/>
          </p:nvSpPr>
          <p:spPr bwMode="blackWhite">
            <a:xfrm>
              <a:off x="311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7" name="Line 47"/>
            <p:cNvSpPr>
              <a:spLocks noChangeShapeType="1"/>
            </p:cNvSpPr>
            <p:nvPr/>
          </p:nvSpPr>
          <p:spPr bwMode="blackWhite">
            <a:xfrm>
              <a:off x="320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8948" name="Line 48"/>
            <p:cNvSpPr>
              <a:spLocks noChangeShapeType="1"/>
            </p:cNvSpPr>
            <p:nvPr/>
          </p:nvSpPr>
          <p:spPr bwMode="blackWhite">
            <a:xfrm>
              <a:off x="330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grpSp>
          <p:nvGrpSpPr>
            <p:cNvPr id="38949" name="Group 49"/>
            <p:cNvGrpSpPr>
              <a:grpSpLocks/>
            </p:cNvGrpSpPr>
            <p:nvPr/>
          </p:nvGrpSpPr>
          <p:grpSpPr bwMode="auto">
            <a:xfrm>
              <a:off x="3396" y="1500"/>
              <a:ext cx="86" cy="199"/>
              <a:chOff x="3824" y="1734"/>
              <a:chExt cx="96" cy="230"/>
            </a:xfrm>
          </p:grpSpPr>
          <p:sp>
            <p:nvSpPr>
              <p:cNvPr id="38953" name="Line 50"/>
              <p:cNvSpPr>
                <a:spLocks noChangeShapeType="1"/>
              </p:cNvSpPr>
              <p:nvPr/>
            </p:nvSpPr>
            <p:spPr bwMode="blackWhite">
              <a:xfrm>
                <a:off x="3824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8954" name="Line 51"/>
              <p:cNvSpPr>
                <a:spLocks noChangeShapeType="1"/>
              </p:cNvSpPr>
              <p:nvPr/>
            </p:nvSpPr>
            <p:spPr bwMode="blackWhite">
              <a:xfrm>
                <a:off x="3920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grpSp>
          <p:nvGrpSpPr>
            <p:cNvPr id="38950" name="Group 52"/>
            <p:cNvGrpSpPr>
              <a:grpSpLocks/>
            </p:cNvGrpSpPr>
            <p:nvPr/>
          </p:nvGrpSpPr>
          <p:grpSpPr bwMode="auto">
            <a:xfrm>
              <a:off x="3578" y="1500"/>
              <a:ext cx="86" cy="199"/>
              <a:chOff x="4016" y="1734"/>
              <a:chExt cx="96" cy="230"/>
            </a:xfrm>
          </p:grpSpPr>
          <p:sp>
            <p:nvSpPr>
              <p:cNvPr id="38951" name="Line 53"/>
              <p:cNvSpPr>
                <a:spLocks noChangeShapeType="1"/>
              </p:cNvSpPr>
              <p:nvPr/>
            </p:nvSpPr>
            <p:spPr bwMode="blackWhite">
              <a:xfrm>
                <a:off x="4016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8952" name="Line 54"/>
              <p:cNvSpPr>
                <a:spLocks noChangeShapeType="1"/>
              </p:cNvSpPr>
              <p:nvPr/>
            </p:nvSpPr>
            <p:spPr bwMode="blackWhite">
              <a:xfrm>
                <a:off x="4112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38927" name="Rectangle 55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090738" y="16700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8928" name="Rectangle 56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090738" y="23431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8929" name="Rectangle 57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2090738" y="30226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8930" name="Rectangle 58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>
            <a:off x="2090738" y="37020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8931" name="Rectangle 59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2090738" y="43815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893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893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34E2A49-5B02-45FE-A388-6BF7A19EE09A}" type="slidenum">
              <a:rPr lang="zh-CN" altLang="en-US" smtClean="0"/>
              <a:pPr defTabSz="895350"/>
              <a:t>36</a:t>
            </a:fld>
            <a:endParaRPr lang="en-US" altLang="zh-CN"/>
          </a:p>
        </p:txBody>
      </p:sp>
      <p:sp>
        <p:nvSpPr>
          <p:cNvPr id="39939" name="Rectangle 7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6</a:t>
            </a:r>
          </a:p>
        </p:txBody>
      </p:sp>
      <p:sp>
        <p:nvSpPr>
          <p:cNvPr id="39940" name="AutoShape 3"/>
          <p:cNvSpPr>
            <a:spLocks noChangeArrowheads="1"/>
          </p:cNvSpPr>
          <p:nvPr/>
        </p:nvSpPr>
        <p:spPr bwMode="blackWhite">
          <a:xfrm>
            <a:off x="1987550" y="4930775"/>
            <a:ext cx="4911725" cy="4175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9941" name="AutoShape 4"/>
          <p:cNvSpPr>
            <a:spLocks noChangeArrowheads="1"/>
          </p:cNvSpPr>
          <p:nvPr/>
        </p:nvSpPr>
        <p:spPr bwMode="blackWhite">
          <a:xfrm>
            <a:off x="1987550" y="42497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9942" name="AutoShape 5"/>
          <p:cNvSpPr>
            <a:spLocks noChangeArrowheads="1"/>
          </p:cNvSpPr>
          <p:nvPr/>
        </p:nvSpPr>
        <p:spPr bwMode="blackWhite">
          <a:xfrm>
            <a:off x="1987550" y="357028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9943" name="AutoShape 6"/>
          <p:cNvSpPr>
            <a:spLocks noChangeArrowheads="1"/>
          </p:cNvSpPr>
          <p:nvPr/>
        </p:nvSpPr>
        <p:spPr bwMode="blackWhite">
          <a:xfrm>
            <a:off x="1987550" y="28908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9944" name="AutoShape 7"/>
          <p:cNvSpPr>
            <a:spLocks noChangeArrowheads="1"/>
          </p:cNvSpPr>
          <p:nvPr/>
        </p:nvSpPr>
        <p:spPr bwMode="blackWhite">
          <a:xfrm>
            <a:off x="1987550" y="221138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39945" name="AutoShape 8"/>
          <p:cNvSpPr>
            <a:spLocks noChangeArrowheads="1"/>
          </p:cNvSpPr>
          <p:nvPr/>
        </p:nvSpPr>
        <p:spPr bwMode="blackWhite">
          <a:xfrm>
            <a:off x="1987550" y="1531938"/>
            <a:ext cx="4911725" cy="41751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grpSp>
        <p:nvGrpSpPr>
          <p:cNvPr id="39946" name="Group 9"/>
          <p:cNvGrpSpPr>
            <a:grpSpLocks/>
          </p:cNvGrpSpPr>
          <p:nvPr/>
        </p:nvGrpSpPr>
        <p:grpSpPr bwMode="auto">
          <a:xfrm>
            <a:off x="3768725" y="4681538"/>
            <a:ext cx="1390650" cy="314325"/>
            <a:chOff x="2530" y="2974"/>
            <a:chExt cx="579" cy="131"/>
          </a:xfrm>
        </p:grpSpPr>
        <p:sp>
          <p:nvSpPr>
            <p:cNvPr id="40014" name="Line 10"/>
            <p:cNvSpPr>
              <a:spLocks noChangeShapeType="1"/>
            </p:cNvSpPr>
            <p:nvPr/>
          </p:nvSpPr>
          <p:spPr bwMode="blackWhite">
            <a:xfrm>
              <a:off x="2530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15" name="Line 11"/>
            <p:cNvSpPr>
              <a:spLocks noChangeShapeType="1"/>
            </p:cNvSpPr>
            <p:nvPr/>
          </p:nvSpPr>
          <p:spPr bwMode="blackWhite">
            <a:xfrm>
              <a:off x="3109" y="297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9947" name="Group 12"/>
          <p:cNvGrpSpPr>
            <a:grpSpLocks/>
          </p:cNvGrpSpPr>
          <p:nvPr/>
        </p:nvGrpSpPr>
        <p:grpSpPr bwMode="auto">
          <a:xfrm>
            <a:off x="2470150" y="3998913"/>
            <a:ext cx="3983038" cy="317500"/>
            <a:chOff x="1989" y="2690"/>
            <a:chExt cx="1659" cy="132"/>
          </a:xfrm>
        </p:grpSpPr>
        <p:sp>
          <p:nvSpPr>
            <p:cNvPr id="40010" name="Line 13"/>
            <p:cNvSpPr>
              <a:spLocks noChangeShapeType="1"/>
            </p:cNvSpPr>
            <p:nvPr/>
          </p:nvSpPr>
          <p:spPr bwMode="blackWhite">
            <a:xfrm>
              <a:off x="2542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11" name="Line 14"/>
            <p:cNvSpPr>
              <a:spLocks noChangeShapeType="1"/>
            </p:cNvSpPr>
            <p:nvPr/>
          </p:nvSpPr>
          <p:spPr bwMode="blackWhite">
            <a:xfrm>
              <a:off x="3648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12" name="Line 15"/>
            <p:cNvSpPr>
              <a:spLocks noChangeShapeType="1"/>
            </p:cNvSpPr>
            <p:nvPr/>
          </p:nvSpPr>
          <p:spPr bwMode="blackWhite">
            <a:xfrm>
              <a:off x="3095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13" name="Line 16"/>
            <p:cNvSpPr>
              <a:spLocks noChangeShapeType="1"/>
            </p:cNvSpPr>
            <p:nvPr/>
          </p:nvSpPr>
          <p:spPr bwMode="blackWhite">
            <a:xfrm>
              <a:off x="1989" y="269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9948" name="Group 17"/>
          <p:cNvGrpSpPr>
            <a:grpSpLocks/>
          </p:cNvGrpSpPr>
          <p:nvPr/>
        </p:nvGrpSpPr>
        <p:grpSpPr bwMode="auto">
          <a:xfrm>
            <a:off x="2451100" y="3321050"/>
            <a:ext cx="4002088" cy="315913"/>
            <a:chOff x="1981" y="2407"/>
            <a:chExt cx="1667" cy="132"/>
          </a:xfrm>
        </p:grpSpPr>
        <p:sp>
          <p:nvSpPr>
            <p:cNvPr id="40004" name="Line 18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5" name="Line 19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6" name="Line 20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7" name="Line 21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8" name="Line 22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9" name="Line 23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9949" name="Group 24"/>
          <p:cNvGrpSpPr>
            <a:grpSpLocks/>
          </p:cNvGrpSpPr>
          <p:nvPr/>
        </p:nvGrpSpPr>
        <p:grpSpPr bwMode="auto">
          <a:xfrm>
            <a:off x="2451100" y="1962150"/>
            <a:ext cx="4002088" cy="314325"/>
            <a:chOff x="1981" y="1841"/>
            <a:chExt cx="1667" cy="131"/>
          </a:xfrm>
        </p:grpSpPr>
        <p:sp>
          <p:nvSpPr>
            <p:cNvPr id="39990" name="Line 25"/>
            <p:cNvSpPr>
              <a:spLocks noChangeShapeType="1"/>
            </p:cNvSpPr>
            <p:nvPr/>
          </p:nvSpPr>
          <p:spPr bwMode="blackWhite">
            <a:xfrm>
              <a:off x="1981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1" name="Line 26"/>
            <p:cNvSpPr>
              <a:spLocks noChangeShapeType="1"/>
            </p:cNvSpPr>
            <p:nvPr/>
          </p:nvSpPr>
          <p:spPr bwMode="blackWhite">
            <a:xfrm>
              <a:off x="2237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2" name="Line 27"/>
            <p:cNvSpPr>
              <a:spLocks noChangeShapeType="1"/>
            </p:cNvSpPr>
            <p:nvPr/>
          </p:nvSpPr>
          <p:spPr bwMode="blackWhite">
            <a:xfrm>
              <a:off x="2365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3" name="Line 28"/>
            <p:cNvSpPr>
              <a:spLocks noChangeShapeType="1"/>
            </p:cNvSpPr>
            <p:nvPr/>
          </p:nvSpPr>
          <p:spPr bwMode="blackWhite">
            <a:xfrm>
              <a:off x="2493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4" name="Line 29"/>
            <p:cNvSpPr>
              <a:spLocks noChangeShapeType="1"/>
            </p:cNvSpPr>
            <p:nvPr/>
          </p:nvSpPr>
          <p:spPr bwMode="blackWhite">
            <a:xfrm>
              <a:off x="2622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5" name="Line 30"/>
            <p:cNvSpPr>
              <a:spLocks noChangeShapeType="1"/>
            </p:cNvSpPr>
            <p:nvPr/>
          </p:nvSpPr>
          <p:spPr bwMode="blackWhite">
            <a:xfrm>
              <a:off x="2750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6" name="Line 31"/>
            <p:cNvSpPr>
              <a:spLocks noChangeShapeType="1"/>
            </p:cNvSpPr>
            <p:nvPr/>
          </p:nvSpPr>
          <p:spPr bwMode="blackWhite">
            <a:xfrm>
              <a:off x="2878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7" name="Line 32"/>
            <p:cNvSpPr>
              <a:spLocks noChangeShapeType="1"/>
            </p:cNvSpPr>
            <p:nvPr/>
          </p:nvSpPr>
          <p:spPr bwMode="blackWhite">
            <a:xfrm>
              <a:off x="3006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8" name="Line 33"/>
            <p:cNvSpPr>
              <a:spLocks noChangeShapeType="1"/>
            </p:cNvSpPr>
            <p:nvPr/>
          </p:nvSpPr>
          <p:spPr bwMode="blackWhite">
            <a:xfrm>
              <a:off x="3135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99" name="Line 34"/>
            <p:cNvSpPr>
              <a:spLocks noChangeShapeType="1"/>
            </p:cNvSpPr>
            <p:nvPr/>
          </p:nvSpPr>
          <p:spPr bwMode="blackWhite">
            <a:xfrm>
              <a:off x="3263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0" name="Line 35"/>
            <p:cNvSpPr>
              <a:spLocks noChangeShapeType="1"/>
            </p:cNvSpPr>
            <p:nvPr/>
          </p:nvSpPr>
          <p:spPr bwMode="blackWhite">
            <a:xfrm>
              <a:off x="3391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1" name="Line 36"/>
            <p:cNvSpPr>
              <a:spLocks noChangeShapeType="1"/>
            </p:cNvSpPr>
            <p:nvPr/>
          </p:nvSpPr>
          <p:spPr bwMode="blackWhite">
            <a:xfrm>
              <a:off x="3648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2" name="Line 37"/>
            <p:cNvSpPr>
              <a:spLocks noChangeShapeType="1"/>
            </p:cNvSpPr>
            <p:nvPr/>
          </p:nvSpPr>
          <p:spPr bwMode="blackWhite">
            <a:xfrm>
              <a:off x="3519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40003" name="Line 38"/>
            <p:cNvSpPr>
              <a:spLocks noChangeShapeType="1"/>
            </p:cNvSpPr>
            <p:nvPr/>
          </p:nvSpPr>
          <p:spPr bwMode="blackWhite">
            <a:xfrm>
              <a:off x="2109" y="1841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grpSp>
        <p:nvGrpSpPr>
          <p:cNvPr id="39950" name="Group 39"/>
          <p:cNvGrpSpPr>
            <a:grpSpLocks/>
          </p:cNvGrpSpPr>
          <p:nvPr/>
        </p:nvGrpSpPr>
        <p:grpSpPr bwMode="auto">
          <a:xfrm>
            <a:off x="2451100" y="2638425"/>
            <a:ext cx="4002088" cy="314325"/>
            <a:chOff x="1981" y="2123"/>
            <a:chExt cx="1667" cy="131"/>
          </a:xfrm>
        </p:grpSpPr>
        <p:sp>
          <p:nvSpPr>
            <p:cNvPr id="39982" name="Line 40"/>
            <p:cNvSpPr>
              <a:spLocks noChangeShapeType="1"/>
            </p:cNvSpPr>
            <p:nvPr/>
          </p:nvSpPr>
          <p:spPr bwMode="blackWhite">
            <a:xfrm>
              <a:off x="1981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3" name="Line 41"/>
            <p:cNvSpPr>
              <a:spLocks noChangeShapeType="1"/>
            </p:cNvSpPr>
            <p:nvPr/>
          </p:nvSpPr>
          <p:spPr bwMode="blackWhite">
            <a:xfrm>
              <a:off x="2219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4" name="Line 42"/>
            <p:cNvSpPr>
              <a:spLocks noChangeShapeType="1"/>
            </p:cNvSpPr>
            <p:nvPr/>
          </p:nvSpPr>
          <p:spPr bwMode="blackWhite">
            <a:xfrm>
              <a:off x="2457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5" name="Line 43"/>
            <p:cNvSpPr>
              <a:spLocks noChangeShapeType="1"/>
            </p:cNvSpPr>
            <p:nvPr/>
          </p:nvSpPr>
          <p:spPr bwMode="blackWhite">
            <a:xfrm>
              <a:off x="2695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6" name="Line 44"/>
            <p:cNvSpPr>
              <a:spLocks noChangeShapeType="1"/>
            </p:cNvSpPr>
            <p:nvPr/>
          </p:nvSpPr>
          <p:spPr bwMode="blackWhite">
            <a:xfrm>
              <a:off x="2933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7" name="Line 45"/>
            <p:cNvSpPr>
              <a:spLocks noChangeShapeType="1"/>
            </p:cNvSpPr>
            <p:nvPr/>
          </p:nvSpPr>
          <p:spPr bwMode="blackWhite">
            <a:xfrm>
              <a:off x="3171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8" name="Line 46"/>
            <p:cNvSpPr>
              <a:spLocks noChangeShapeType="1"/>
            </p:cNvSpPr>
            <p:nvPr/>
          </p:nvSpPr>
          <p:spPr bwMode="blackWhite">
            <a:xfrm>
              <a:off x="3409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89" name="Line 47"/>
            <p:cNvSpPr>
              <a:spLocks noChangeShapeType="1"/>
            </p:cNvSpPr>
            <p:nvPr/>
          </p:nvSpPr>
          <p:spPr bwMode="blackWhite">
            <a:xfrm>
              <a:off x="3648" y="2123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</p:grpSp>
      <p:sp>
        <p:nvSpPr>
          <p:cNvPr id="39951" name="Line 48"/>
          <p:cNvSpPr>
            <a:spLocks noChangeShapeType="1"/>
          </p:cNvSpPr>
          <p:nvPr/>
        </p:nvSpPr>
        <p:spPr bwMode="blackWhite">
          <a:xfrm>
            <a:off x="4494213" y="5360988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</p:spPr>
        <p:txBody>
          <a:bodyPr lIns="0" tIns="0" rIns="0" bIns="0"/>
          <a:lstStyle/>
          <a:p>
            <a:endParaRPr lang="nl-NL"/>
          </a:p>
        </p:txBody>
      </p:sp>
      <p:grpSp>
        <p:nvGrpSpPr>
          <p:cNvPr id="39952" name="Group 49"/>
          <p:cNvGrpSpPr>
            <a:grpSpLocks/>
          </p:cNvGrpSpPr>
          <p:nvPr/>
        </p:nvGrpSpPr>
        <p:grpSpPr bwMode="auto">
          <a:xfrm>
            <a:off x="2413000" y="1143000"/>
            <a:ext cx="4078288" cy="477838"/>
            <a:chOff x="1965" y="1500"/>
            <a:chExt cx="1699" cy="199"/>
          </a:xfrm>
        </p:grpSpPr>
        <p:sp>
          <p:nvSpPr>
            <p:cNvPr id="39961" name="Line 50"/>
            <p:cNvSpPr>
              <a:spLocks noChangeShapeType="1"/>
            </p:cNvSpPr>
            <p:nvPr/>
          </p:nvSpPr>
          <p:spPr bwMode="blackWhite">
            <a:xfrm>
              <a:off x="196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2" name="Line 51"/>
            <p:cNvSpPr>
              <a:spLocks noChangeShapeType="1"/>
            </p:cNvSpPr>
            <p:nvPr/>
          </p:nvSpPr>
          <p:spPr bwMode="blackWhite">
            <a:xfrm>
              <a:off x="206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3" name="Line 52"/>
            <p:cNvSpPr>
              <a:spLocks noChangeShapeType="1"/>
            </p:cNvSpPr>
            <p:nvPr/>
          </p:nvSpPr>
          <p:spPr bwMode="blackWhite">
            <a:xfrm>
              <a:off x="215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4" name="Line 53"/>
            <p:cNvSpPr>
              <a:spLocks noChangeShapeType="1"/>
            </p:cNvSpPr>
            <p:nvPr/>
          </p:nvSpPr>
          <p:spPr bwMode="blackWhite">
            <a:xfrm>
              <a:off x="225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5" name="Line 54"/>
            <p:cNvSpPr>
              <a:spLocks noChangeShapeType="1"/>
            </p:cNvSpPr>
            <p:nvPr/>
          </p:nvSpPr>
          <p:spPr bwMode="blackWhite">
            <a:xfrm>
              <a:off x="2346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6" name="Line 55"/>
            <p:cNvSpPr>
              <a:spLocks noChangeShapeType="1"/>
            </p:cNvSpPr>
            <p:nvPr/>
          </p:nvSpPr>
          <p:spPr bwMode="blackWhite">
            <a:xfrm>
              <a:off x="2442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7" name="Line 56"/>
            <p:cNvSpPr>
              <a:spLocks noChangeShapeType="1"/>
            </p:cNvSpPr>
            <p:nvPr/>
          </p:nvSpPr>
          <p:spPr bwMode="blackWhite">
            <a:xfrm>
              <a:off x="263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8" name="Line 57"/>
            <p:cNvSpPr>
              <a:spLocks noChangeShapeType="1"/>
            </p:cNvSpPr>
            <p:nvPr/>
          </p:nvSpPr>
          <p:spPr bwMode="blackWhite">
            <a:xfrm>
              <a:off x="2537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69" name="Line 58"/>
            <p:cNvSpPr>
              <a:spLocks noChangeShapeType="1"/>
            </p:cNvSpPr>
            <p:nvPr/>
          </p:nvSpPr>
          <p:spPr bwMode="blackWhite">
            <a:xfrm>
              <a:off x="2728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70" name="Line 59"/>
            <p:cNvSpPr>
              <a:spLocks noChangeShapeType="1"/>
            </p:cNvSpPr>
            <p:nvPr/>
          </p:nvSpPr>
          <p:spPr bwMode="blackWhite">
            <a:xfrm>
              <a:off x="2823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71" name="Line 60"/>
            <p:cNvSpPr>
              <a:spLocks noChangeShapeType="1"/>
            </p:cNvSpPr>
            <p:nvPr/>
          </p:nvSpPr>
          <p:spPr bwMode="blackWhite">
            <a:xfrm>
              <a:off x="2919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72" name="Line 61"/>
            <p:cNvSpPr>
              <a:spLocks noChangeShapeType="1"/>
            </p:cNvSpPr>
            <p:nvPr/>
          </p:nvSpPr>
          <p:spPr bwMode="blackWhite">
            <a:xfrm>
              <a:off x="3014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73" name="Line 62"/>
            <p:cNvSpPr>
              <a:spLocks noChangeShapeType="1"/>
            </p:cNvSpPr>
            <p:nvPr/>
          </p:nvSpPr>
          <p:spPr bwMode="blackWhite">
            <a:xfrm>
              <a:off x="3110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74" name="Line 63"/>
            <p:cNvSpPr>
              <a:spLocks noChangeShapeType="1"/>
            </p:cNvSpPr>
            <p:nvPr/>
          </p:nvSpPr>
          <p:spPr bwMode="blackWhite">
            <a:xfrm>
              <a:off x="3205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sp>
          <p:nvSpPr>
            <p:cNvPr id="39975" name="Line 64"/>
            <p:cNvSpPr>
              <a:spLocks noChangeShapeType="1"/>
            </p:cNvSpPr>
            <p:nvPr/>
          </p:nvSpPr>
          <p:spPr bwMode="blackWhite">
            <a:xfrm>
              <a:off x="3301" y="1500"/>
              <a:ext cx="0" cy="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</p:spPr>
          <p:txBody>
            <a:bodyPr lIns="0" tIns="0" rIns="0" bIns="0"/>
            <a:lstStyle/>
            <a:p>
              <a:endParaRPr lang="nl-NL"/>
            </a:p>
          </p:txBody>
        </p:sp>
        <p:grpSp>
          <p:nvGrpSpPr>
            <p:cNvPr id="39976" name="Group 65"/>
            <p:cNvGrpSpPr>
              <a:grpSpLocks/>
            </p:cNvGrpSpPr>
            <p:nvPr/>
          </p:nvGrpSpPr>
          <p:grpSpPr bwMode="auto">
            <a:xfrm>
              <a:off x="3396" y="1500"/>
              <a:ext cx="86" cy="199"/>
              <a:chOff x="3824" y="1734"/>
              <a:chExt cx="96" cy="230"/>
            </a:xfrm>
          </p:grpSpPr>
          <p:sp>
            <p:nvSpPr>
              <p:cNvPr id="39980" name="Line 66"/>
              <p:cNvSpPr>
                <a:spLocks noChangeShapeType="1"/>
              </p:cNvSpPr>
              <p:nvPr/>
            </p:nvSpPr>
            <p:spPr bwMode="blackWhite">
              <a:xfrm>
                <a:off x="3824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9981" name="Line 67"/>
              <p:cNvSpPr>
                <a:spLocks noChangeShapeType="1"/>
              </p:cNvSpPr>
              <p:nvPr/>
            </p:nvSpPr>
            <p:spPr bwMode="blackWhite">
              <a:xfrm>
                <a:off x="3920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grpSp>
          <p:nvGrpSpPr>
            <p:cNvPr id="39977" name="Group 68"/>
            <p:cNvGrpSpPr>
              <a:grpSpLocks/>
            </p:cNvGrpSpPr>
            <p:nvPr/>
          </p:nvGrpSpPr>
          <p:grpSpPr bwMode="auto">
            <a:xfrm>
              <a:off x="3578" y="1500"/>
              <a:ext cx="86" cy="199"/>
              <a:chOff x="4016" y="1734"/>
              <a:chExt cx="96" cy="230"/>
            </a:xfrm>
          </p:grpSpPr>
          <p:sp>
            <p:nvSpPr>
              <p:cNvPr id="39978" name="Line 69"/>
              <p:cNvSpPr>
                <a:spLocks noChangeShapeType="1"/>
              </p:cNvSpPr>
              <p:nvPr/>
            </p:nvSpPr>
            <p:spPr bwMode="blackWhite">
              <a:xfrm>
                <a:off x="4016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9979" name="Line 70"/>
              <p:cNvSpPr>
                <a:spLocks noChangeShapeType="1"/>
              </p:cNvSpPr>
              <p:nvPr/>
            </p:nvSpPr>
            <p:spPr bwMode="blackWhite">
              <a:xfrm>
                <a:off x="4112" y="1734"/>
                <a:ext cx="0" cy="2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39953" name="Rectangle 71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090738" y="16700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9954" name="Rectangle 72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090738" y="23495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9955" name="Rectangle 73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2090738" y="30289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9956" name="Rectangle 74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>
            <a:off x="2090738" y="37084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9957" name="Rectangle 75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2090738" y="438785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9958" name="Rectangle 76"/>
          <p:cNvSpPr>
            <a:spLocks noChangeArrowheads="1"/>
          </p:cNvSpPr>
          <p:nvPr>
            <p:custDataLst>
              <p:tags r:id="rId6"/>
            </p:custDataLst>
          </p:nvPr>
        </p:nvSpPr>
        <p:spPr bwMode="blackWhite">
          <a:xfrm>
            <a:off x="2090738" y="5067300"/>
            <a:ext cx="467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defTabSz="877888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3995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3996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7E029B9-7F3E-4678-8347-019D37F6BB1E}" type="slidenum">
              <a:rPr lang="zh-CN" altLang="en-US" smtClean="0"/>
              <a:pPr defTabSz="895350"/>
              <a:t>37</a:t>
            </a:fld>
            <a:endParaRPr lang="en-US" altLang="zh-CN"/>
          </a:p>
        </p:txBody>
      </p:sp>
      <p:sp>
        <p:nvSpPr>
          <p:cNvPr id="40963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2</a:t>
            </a:r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866775" y="2171700"/>
            <a:ext cx="3470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0965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68350" y="1131888"/>
            <a:ext cx="3781425" cy="914400"/>
            <a:chOff x="484" y="1697"/>
            <a:chExt cx="2382" cy="576"/>
          </a:xfrm>
        </p:grpSpPr>
        <p:sp>
          <p:nvSpPr>
            <p:cNvPr id="40972" name="Freeform 5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484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0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0973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516" y="1729"/>
              <a:ext cx="224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0966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368800" y="1131888"/>
            <a:ext cx="3781425" cy="914400"/>
            <a:chOff x="2776" y="1697"/>
            <a:chExt cx="2382" cy="576"/>
          </a:xfrm>
        </p:grpSpPr>
        <p:sp>
          <p:nvSpPr>
            <p:cNvPr id="40970" name="Freeform 8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2776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104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0971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912" y="1729"/>
              <a:ext cx="2143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0967" name="Rectangle 10"/>
          <p:cNvSpPr>
            <a:spLocks noChangeArrowheads="1"/>
          </p:cNvSpPr>
          <p:nvPr/>
        </p:nvSpPr>
        <p:spPr bwMode="auto">
          <a:xfrm>
            <a:off x="4625975" y="2171700"/>
            <a:ext cx="3470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096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096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05FDCB1-570B-41AC-89BE-ADFB36A21C84}" type="slidenum">
              <a:rPr lang="zh-CN" altLang="en-US" smtClean="0"/>
              <a:pPr defTabSz="895350"/>
              <a:t>38</a:t>
            </a:fld>
            <a:endParaRPr lang="en-US" altLang="zh-CN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122238" y="2182813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41988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2 TITLE</a:t>
            </a: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1493838" y="2182813"/>
            <a:ext cx="3470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1990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395413" y="1143000"/>
            <a:ext cx="3781425" cy="914400"/>
            <a:chOff x="484" y="1697"/>
            <a:chExt cx="2382" cy="576"/>
          </a:xfrm>
        </p:grpSpPr>
        <p:sp>
          <p:nvSpPr>
            <p:cNvPr id="41997" name="Freeform 6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484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0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1998" name="Rectangle 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516" y="1729"/>
              <a:ext cx="224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1991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995863" y="1143000"/>
            <a:ext cx="3781425" cy="914400"/>
            <a:chOff x="2776" y="1697"/>
            <a:chExt cx="2382" cy="576"/>
          </a:xfrm>
        </p:grpSpPr>
        <p:sp>
          <p:nvSpPr>
            <p:cNvPr id="41995" name="Freeform 9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2776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104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1996" name="Rectangle 10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912" y="1729"/>
              <a:ext cx="2143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1992" name="Rectangle 11"/>
          <p:cNvSpPr>
            <a:spLocks noChangeArrowheads="1"/>
          </p:cNvSpPr>
          <p:nvPr/>
        </p:nvSpPr>
        <p:spPr bwMode="auto">
          <a:xfrm>
            <a:off x="5253038" y="2182813"/>
            <a:ext cx="3470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199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199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7C676E9-CDAE-460E-BEEF-76344CAD5146}" type="slidenum">
              <a:rPr lang="zh-CN" altLang="en-US" smtClean="0"/>
              <a:pPr defTabSz="895350"/>
              <a:t>39</a:t>
            </a:fld>
            <a:endParaRPr lang="en-US" altLang="zh-CN"/>
          </a:p>
        </p:txBody>
      </p:sp>
      <p:sp>
        <p:nvSpPr>
          <p:cNvPr id="43011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3</a:t>
            </a:r>
          </a:p>
        </p:txBody>
      </p:sp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865188" y="2171700"/>
            <a:ext cx="2305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3013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68350" y="1131888"/>
            <a:ext cx="2595563" cy="914400"/>
            <a:chOff x="484" y="713"/>
            <a:chExt cx="1635" cy="576"/>
          </a:xfrm>
        </p:grpSpPr>
        <p:sp>
          <p:nvSpPr>
            <p:cNvPr id="43024" name="Freeform 5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484" y="713"/>
              <a:ext cx="1635" cy="576"/>
            </a:xfrm>
            <a:custGeom>
              <a:avLst/>
              <a:gdLst>
                <a:gd name="T0" fmla="*/ 0 w 1635"/>
                <a:gd name="T1" fmla="*/ 0 h 576"/>
                <a:gd name="T2" fmla="*/ 1531 w 1635"/>
                <a:gd name="T3" fmla="*/ 0 h 576"/>
                <a:gd name="T4" fmla="*/ 1635 w 1635"/>
                <a:gd name="T5" fmla="*/ 288 h 576"/>
                <a:gd name="T6" fmla="*/ 1531 w 1635"/>
                <a:gd name="T7" fmla="*/ 576 h 576"/>
                <a:gd name="T8" fmla="*/ 0 w 1635"/>
                <a:gd name="T9" fmla="*/ 576 h 576"/>
                <a:gd name="T10" fmla="*/ 0 w 1635"/>
                <a:gd name="T11" fmla="*/ 288 h 576"/>
                <a:gd name="T12" fmla="*/ 0 w 163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5"/>
                <a:gd name="T22" fmla="*/ 0 h 576"/>
                <a:gd name="T23" fmla="*/ 1635 w 163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5" h="576">
                  <a:moveTo>
                    <a:pt x="0" y="0"/>
                  </a:moveTo>
                  <a:lnTo>
                    <a:pt x="1531" y="0"/>
                  </a:lnTo>
                  <a:lnTo>
                    <a:pt x="1635" y="288"/>
                  </a:lnTo>
                  <a:lnTo>
                    <a:pt x="1531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3025" name="Rectangle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516" y="745"/>
              <a:ext cx="149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3014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197225" y="1131888"/>
            <a:ext cx="2595563" cy="914400"/>
            <a:chOff x="2002" y="713"/>
            <a:chExt cx="1635" cy="576"/>
          </a:xfrm>
        </p:grpSpPr>
        <p:sp>
          <p:nvSpPr>
            <p:cNvPr id="43022" name="Freeform 8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2002" y="713"/>
              <a:ext cx="1635" cy="576"/>
            </a:xfrm>
            <a:custGeom>
              <a:avLst/>
              <a:gdLst>
                <a:gd name="T0" fmla="*/ 0 w 1635"/>
                <a:gd name="T1" fmla="*/ 0 h 576"/>
                <a:gd name="T2" fmla="*/ 1531 w 1635"/>
                <a:gd name="T3" fmla="*/ 0 h 576"/>
                <a:gd name="T4" fmla="*/ 1635 w 1635"/>
                <a:gd name="T5" fmla="*/ 288 h 576"/>
                <a:gd name="T6" fmla="*/ 1531 w 1635"/>
                <a:gd name="T7" fmla="*/ 576 h 576"/>
                <a:gd name="T8" fmla="*/ 0 w 1635"/>
                <a:gd name="T9" fmla="*/ 576 h 576"/>
                <a:gd name="T10" fmla="*/ 104 w 1635"/>
                <a:gd name="T11" fmla="*/ 288 h 576"/>
                <a:gd name="T12" fmla="*/ 0 w 163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5"/>
                <a:gd name="T22" fmla="*/ 0 h 576"/>
                <a:gd name="T23" fmla="*/ 1635 w 163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5" h="576">
                  <a:moveTo>
                    <a:pt x="0" y="0"/>
                  </a:moveTo>
                  <a:lnTo>
                    <a:pt x="1531" y="0"/>
                  </a:lnTo>
                  <a:lnTo>
                    <a:pt x="1635" y="288"/>
                  </a:lnTo>
                  <a:lnTo>
                    <a:pt x="153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3023" name="Rectangle 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138" y="745"/>
              <a:ext cx="139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3015" name="Rectangle 10"/>
          <p:cNvSpPr>
            <a:spLocks noChangeArrowheads="1"/>
          </p:cNvSpPr>
          <p:nvPr/>
        </p:nvSpPr>
        <p:spPr bwMode="auto">
          <a:xfrm>
            <a:off x="3457575" y="2171700"/>
            <a:ext cx="2384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3016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5611813" y="1131888"/>
            <a:ext cx="2595562" cy="914400"/>
            <a:chOff x="3523" y="713"/>
            <a:chExt cx="1635" cy="576"/>
          </a:xfrm>
        </p:grpSpPr>
        <p:sp>
          <p:nvSpPr>
            <p:cNvPr id="43020" name="Freeform 12"/>
            <p:cNvSpPr>
              <a:spLocks/>
            </p:cNvSpPr>
            <p:nvPr>
              <p:custDataLst>
                <p:tags r:id="rId4"/>
              </p:custDataLst>
            </p:nvPr>
          </p:nvSpPr>
          <p:spPr bwMode="blackWhite">
            <a:xfrm>
              <a:off x="3523" y="713"/>
              <a:ext cx="1635" cy="576"/>
            </a:xfrm>
            <a:custGeom>
              <a:avLst/>
              <a:gdLst>
                <a:gd name="T0" fmla="*/ 0 w 1635"/>
                <a:gd name="T1" fmla="*/ 0 h 576"/>
                <a:gd name="T2" fmla="*/ 1531 w 1635"/>
                <a:gd name="T3" fmla="*/ 0 h 576"/>
                <a:gd name="T4" fmla="*/ 1635 w 1635"/>
                <a:gd name="T5" fmla="*/ 288 h 576"/>
                <a:gd name="T6" fmla="*/ 1531 w 1635"/>
                <a:gd name="T7" fmla="*/ 576 h 576"/>
                <a:gd name="T8" fmla="*/ 0 w 1635"/>
                <a:gd name="T9" fmla="*/ 576 h 576"/>
                <a:gd name="T10" fmla="*/ 104 w 1635"/>
                <a:gd name="T11" fmla="*/ 288 h 576"/>
                <a:gd name="T12" fmla="*/ 0 w 163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5"/>
                <a:gd name="T22" fmla="*/ 0 h 576"/>
                <a:gd name="T23" fmla="*/ 1635 w 163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5" h="576">
                  <a:moveTo>
                    <a:pt x="0" y="0"/>
                  </a:moveTo>
                  <a:lnTo>
                    <a:pt x="1531" y="0"/>
                  </a:lnTo>
                  <a:lnTo>
                    <a:pt x="1635" y="288"/>
                  </a:lnTo>
                  <a:lnTo>
                    <a:pt x="153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3021" name="Rectangle 1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3659" y="745"/>
              <a:ext cx="139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3017" name="Rectangle 14"/>
          <p:cNvSpPr>
            <a:spLocks noChangeArrowheads="1"/>
          </p:cNvSpPr>
          <p:nvPr/>
        </p:nvSpPr>
        <p:spPr bwMode="auto">
          <a:xfrm>
            <a:off x="5873750" y="2171700"/>
            <a:ext cx="2382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301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301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E903679-42C3-4590-A20D-3E4728460BD2}" type="slidenum">
              <a:rPr lang="zh-CN" altLang="en-US" smtClean="0"/>
              <a:pPr defTabSz="895350"/>
              <a:t>40</a:t>
            </a:fld>
            <a:endParaRPr lang="en-US" altLang="zh-CN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122238" y="2182813"/>
            <a:ext cx="12684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44036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3 TITLE</a:t>
            </a: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1489075" y="2182813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4038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392238" y="1143000"/>
            <a:ext cx="2576512" cy="914400"/>
            <a:chOff x="877" y="720"/>
            <a:chExt cx="1623" cy="576"/>
          </a:xfrm>
        </p:grpSpPr>
        <p:sp>
          <p:nvSpPr>
            <p:cNvPr id="44049" name="Freeform 6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877" y="720"/>
              <a:ext cx="1623" cy="576"/>
            </a:xfrm>
            <a:custGeom>
              <a:avLst/>
              <a:gdLst>
                <a:gd name="T0" fmla="*/ 0 w 1623"/>
                <a:gd name="T1" fmla="*/ 0 h 576"/>
                <a:gd name="T2" fmla="*/ 1519 w 1623"/>
                <a:gd name="T3" fmla="*/ 0 h 576"/>
                <a:gd name="T4" fmla="*/ 1623 w 1623"/>
                <a:gd name="T5" fmla="*/ 288 h 576"/>
                <a:gd name="T6" fmla="*/ 1519 w 1623"/>
                <a:gd name="T7" fmla="*/ 576 h 576"/>
                <a:gd name="T8" fmla="*/ 0 w 1623"/>
                <a:gd name="T9" fmla="*/ 576 h 576"/>
                <a:gd name="T10" fmla="*/ 0 w 1623"/>
                <a:gd name="T11" fmla="*/ 288 h 576"/>
                <a:gd name="T12" fmla="*/ 0 w 1623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23"/>
                <a:gd name="T22" fmla="*/ 0 h 576"/>
                <a:gd name="T23" fmla="*/ 1623 w 1623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23" h="576">
                  <a:moveTo>
                    <a:pt x="0" y="0"/>
                  </a:moveTo>
                  <a:lnTo>
                    <a:pt x="1519" y="0"/>
                  </a:lnTo>
                  <a:lnTo>
                    <a:pt x="1623" y="288"/>
                  </a:lnTo>
                  <a:lnTo>
                    <a:pt x="1519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4050" name="Rectangle 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909" y="752"/>
              <a:ext cx="148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4039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802063" y="1143000"/>
            <a:ext cx="2576512" cy="914400"/>
            <a:chOff x="2395" y="720"/>
            <a:chExt cx="1623" cy="576"/>
          </a:xfrm>
        </p:grpSpPr>
        <p:sp>
          <p:nvSpPr>
            <p:cNvPr id="44047" name="Freeform 9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2395" y="720"/>
              <a:ext cx="1623" cy="576"/>
            </a:xfrm>
            <a:custGeom>
              <a:avLst/>
              <a:gdLst>
                <a:gd name="T0" fmla="*/ 0 w 1623"/>
                <a:gd name="T1" fmla="*/ 0 h 576"/>
                <a:gd name="T2" fmla="*/ 1519 w 1623"/>
                <a:gd name="T3" fmla="*/ 0 h 576"/>
                <a:gd name="T4" fmla="*/ 1623 w 1623"/>
                <a:gd name="T5" fmla="*/ 288 h 576"/>
                <a:gd name="T6" fmla="*/ 1519 w 1623"/>
                <a:gd name="T7" fmla="*/ 576 h 576"/>
                <a:gd name="T8" fmla="*/ 0 w 1623"/>
                <a:gd name="T9" fmla="*/ 576 h 576"/>
                <a:gd name="T10" fmla="*/ 104 w 1623"/>
                <a:gd name="T11" fmla="*/ 288 h 576"/>
                <a:gd name="T12" fmla="*/ 0 w 1623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23"/>
                <a:gd name="T22" fmla="*/ 0 h 576"/>
                <a:gd name="T23" fmla="*/ 1623 w 1623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23" h="576">
                  <a:moveTo>
                    <a:pt x="0" y="0"/>
                  </a:moveTo>
                  <a:lnTo>
                    <a:pt x="1519" y="0"/>
                  </a:lnTo>
                  <a:lnTo>
                    <a:pt x="1623" y="288"/>
                  </a:lnTo>
                  <a:lnTo>
                    <a:pt x="1519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4048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531" y="752"/>
              <a:ext cx="1384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4040" name="Rectangle 11"/>
          <p:cNvSpPr>
            <a:spLocks noChangeArrowheads="1"/>
          </p:cNvSpPr>
          <p:nvPr/>
        </p:nvSpPr>
        <p:spPr bwMode="auto">
          <a:xfrm>
            <a:off x="4070350" y="2182813"/>
            <a:ext cx="2366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4041" name="Group 12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208713" y="1143000"/>
            <a:ext cx="2574925" cy="914400"/>
            <a:chOff x="3917" y="720"/>
            <a:chExt cx="1622" cy="576"/>
          </a:xfrm>
        </p:grpSpPr>
        <p:sp>
          <p:nvSpPr>
            <p:cNvPr id="44045" name="Freeform 13"/>
            <p:cNvSpPr>
              <a:spLocks/>
            </p:cNvSpPr>
            <p:nvPr>
              <p:custDataLst>
                <p:tags r:id="rId4"/>
              </p:custDataLst>
            </p:nvPr>
          </p:nvSpPr>
          <p:spPr bwMode="blackWhite">
            <a:xfrm>
              <a:off x="3917" y="720"/>
              <a:ext cx="1622" cy="576"/>
            </a:xfrm>
            <a:custGeom>
              <a:avLst/>
              <a:gdLst>
                <a:gd name="T0" fmla="*/ 0 w 1622"/>
                <a:gd name="T1" fmla="*/ 0 h 576"/>
                <a:gd name="T2" fmla="*/ 1518 w 1622"/>
                <a:gd name="T3" fmla="*/ 0 h 576"/>
                <a:gd name="T4" fmla="*/ 1622 w 1622"/>
                <a:gd name="T5" fmla="*/ 288 h 576"/>
                <a:gd name="T6" fmla="*/ 1518 w 1622"/>
                <a:gd name="T7" fmla="*/ 576 h 576"/>
                <a:gd name="T8" fmla="*/ 0 w 1622"/>
                <a:gd name="T9" fmla="*/ 576 h 576"/>
                <a:gd name="T10" fmla="*/ 104 w 1622"/>
                <a:gd name="T11" fmla="*/ 288 h 576"/>
                <a:gd name="T12" fmla="*/ 0 w 162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22"/>
                <a:gd name="T22" fmla="*/ 0 h 576"/>
                <a:gd name="T23" fmla="*/ 1622 w 162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22" h="576">
                  <a:moveTo>
                    <a:pt x="0" y="0"/>
                  </a:moveTo>
                  <a:lnTo>
                    <a:pt x="1518" y="0"/>
                  </a:lnTo>
                  <a:lnTo>
                    <a:pt x="1622" y="288"/>
                  </a:lnTo>
                  <a:lnTo>
                    <a:pt x="1518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4046" name="Rectangle 1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4053" y="752"/>
              <a:ext cx="1383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4042" name="Rectangle 15"/>
          <p:cNvSpPr>
            <a:spLocks noChangeArrowheads="1"/>
          </p:cNvSpPr>
          <p:nvPr/>
        </p:nvSpPr>
        <p:spPr bwMode="auto">
          <a:xfrm>
            <a:off x="6467475" y="2182813"/>
            <a:ext cx="2365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404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404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BCF5AE6-DCFA-4C81-9D64-9C6CCBAB5892}" type="slidenum">
              <a:rPr lang="zh-CN" altLang="en-US" smtClean="0"/>
              <a:pPr defTabSz="895350"/>
              <a:t>41</a:t>
            </a:fld>
            <a:endParaRPr lang="en-US" altLang="zh-CN"/>
          </a:p>
        </p:txBody>
      </p:sp>
      <p:sp>
        <p:nvSpPr>
          <p:cNvPr id="45059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4</a:t>
            </a: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auto">
          <a:xfrm>
            <a:off x="869950" y="2171700"/>
            <a:ext cx="16906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5061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68350" y="1131888"/>
            <a:ext cx="1978025" cy="914400"/>
            <a:chOff x="484" y="713"/>
            <a:chExt cx="1246" cy="576"/>
          </a:xfrm>
        </p:grpSpPr>
        <p:sp>
          <p:nvSpPr>
            <p:cNvPr id="45076" name="Freeform 5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484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0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5077" name="Rectangle 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516" y="745"/>
              <a:ext cx="111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5062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579688" y="1131888"/>
            <a:ext cx="1979612" cy="914400"/>
            <a:chOff x="1625" y="713"/>
            <a:chExt cx="1247" cy="576"/>
          </a:xfrm>
        </p:grpSpPr>
        <p:sp>
          <p:nvSpPr>
            <p:cNvPr id="45074" name="Freeform 8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1625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5075" name="Rectangle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1761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5063" name="Rectangle 10"/>
          <p:cNvSpPr>
            <a:spLocks noChangeArrowheads="1"/>
          </p:cNvSpPr>
          <p:nvPr/>
        </p:nvSpPr>
        <p:spPr bwMode="auto">
          <a:xfrm>
            <a:off x="2836863" y="2171700"/>
            <a:ext cx="1763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5064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387850" y="1131888"/>
            <a:ext cx="1979613" cy="914400"/>
            <a:chOff x="2770" y="713"/>
            <a:chExt cx="1247" cy="576"/>
          </a:xfrm>
        </p:grpSpPr>
        <p:sp>
          <p:nvSpPr>
            <p:cNvPr id="45072" name="Freeform 12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2770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5073" name="Rectangle 1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906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5065" name="Group 1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6200775" y="1131888"/>
            <a:ext cx="1978025" cy="914400"/>
            <a:chOff x="3912" y="713"/>
            <a:chExt cx="1246" cy="576"/>
          </a:xfrm>
        </p:grpSpPr>
        <p:sp>
          <p:nvSpPr>
            <p:cNvPr id="45070" name="Freeform 15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3912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104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5071" name="Rectangle 1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4048" y="745"/>
              <a:ext cx="100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5066" name="Rectangle 17"/>
          <p:cNvSpPr>
            <a:spLocks noChangeArrowheads="1"/>
          </p:cNvSpPr>
          <p:nvPr/>
        </p:nvSpPr>
        <p:spPr bwMode="auto">
          <a:xfrm>
            <a:off x="4645025" y="2171700"/>
            <a:ext cx="1763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5067" name="Rectangle 18"/>
          <p:cNvSpPr>
            <a:spLocks noChangeArrowheads="1"/>
          </p:cNvSpPr>
          <p:nvPr/>
        </p:nvSpPr>
        <p:spPr bwMode="auto">
          <a:xfrm>
            <a:off x="6462713" y="2171700"/>
            <a:ext cx="1763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506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506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CDC22EE-3E7D-4972-913F-C4D9EE1117B2}" type="slidenum">
              <a:rPr lang="zh-CN" altLang="en-US" smtClean="0"/>
              <a:pPr defTabSz="895350"/>
              <a:t>42</a:t>
            </a:fld>
            <a:endParaRPr lang="en-US" altLang="zh-CN"/>
          </a:p>
        </p:txBody>
      </p:sp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122238" y="2182813"/>
            <a:ext cx="1370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46084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4 TITLE</a:t>
            </a: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1506538" y="2182813"/>
            <a:ext cx="1690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6086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404938" y="1143000"/>
            <a:ext cx="1978025" cy="914400"/>
            <a:chOff x="885" y="720"/>
            <a:chExt cx="1246" cy="576"/>
          </a:xfrm>
        </p:grpSpPr>
        <p:sp>
          <p:nvSpPr>
            <p:cNvPr id="46101" name="Freeform 6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885" y="720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0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6102" name="Rectangle 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917" y="752"/>
              <a:ext cx="111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6087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216275" y="1143000"/>
            <a:ext cx="1979613" cy="914400"/>
            <a:chOff x="1625" y="713"/>
            <a:chExt cx="1247" cy="576"/>
          </a:xfrm>
        </p:grpSpPr>
        <p:sp>
          <p:nvSpPr>
            <p:cNvPr id="46099" name="Freeform 9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1625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6100" name="Rectangle 1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1761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6088" name="Rectangle 11"/>
          <p:cNvSpPr>
            <a:spLocks noChangeArrowheads="1"/>
          </p:cNvSpPr>
          <p:nvPr/>
        </p:nvSpPr>
        <p:spPr bwMode="auto">
          <a:xfrm>
            <a:off x="3473450" y="2182813"/>
            <a:ext cx="1763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6089" name="Group 12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5024438" y="1143000"/>
            <a:ext cx="1979612" cy="914400"/>
            <a:chOff x="2770" y="713"/>
            <a:chExt cx="1247" cy="576"/>
          </a:xfrm>
        </p:grpSpPr>
        <p:sp>
          <p:nvSpPr>
            <p:cNvPr id="46097" name="Freeform 13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2770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6098" name="Rectangle 1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906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6090" name="Group 1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6837363" y="1143000"/>
            <a:ext cx="1978025" cy="914400"/>
            <a:chOff x="3912" y="713"/>
            <a:chExt cx="1246" cy="576"/>
          </a:xfrm>
        </p:grpSpPr>
        <p:sp>
          <p:nvSpPr>
            <p:cNvPr id="46095" name="Freeform 16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3912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104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6096" name="Rectangle 1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4048" y="745"/>
              <a:ext cx="100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6091" name="Rectangle 18"/>
          <p:cNvSpPr>
            <a:spLocks noChangeArrowheads="1"/>
          </p:cNvSpPr>
          <p:nvPr/>
        </p:nvSpPr>
        <p:spPr bwMode="auto">
          <a:xfrm>
            <a:off x="5281613" y="2182813"/>
            <a:ext cx="1763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6092" name="Rectangle 19"/>
          <p:cNvSpPr>
            <a:spLocks noChangeArrowheads="1"/>
          </p:cNvSpPr>
          <p:nvPr/>
        </p:nvSpPr>
        <p:spPr bwMode="auto">
          <a:xfrm>
            <a:off x="7099300" y="2182813"/>
            <a:ext cx="1763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609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609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2289182-6B3E-4532-9CDB-031B80566B71}" type="slidenum">
              <a:rPr lang="zh-CN" altLang="en-US" smtClean="0"/>
              <a:pPr defTabSz="895350"/>
              <a:t>43</a:t>
            </a:fld>
            <a:endParaRPr lang="en-US" altLang="zh-CN"/>
          </a:p>
        </p:txBody>
      </p:sp>
      <p:sp>
        <p:nvSpPr>
          <p:cNvPr id="47107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5</a:t>
            </a:r>
          </a:p>
        </p:txBody>
      </p:sp>
      <p:sp>
        <p:nvSpPr>
          <p:cNvPr id="47108" name="Rectangle 3"/>
          <p:cNvSpPr>
            <a:spLocks noChangeArrowheads="1"/>
          </p:cNvSpPr>
          <p:nvPr/>
        </p:nvSpPr>
        <p:spPr bwMode="auto">
          <a:xfrm>
            <a:off x="869950" y="2181225"/>
            <a:ext cx="1276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7109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68350" y="1141413"/>
            <a:ext cx="1614488" cy="914400"/>
            <a:chOff x="484" y="719"/>
            <a:chExt cx="1017" cy="576"/>
          </a:xfrm>
        </p:grpSpPr>
        <p:sp>
          <p:nvSpPr>
            <p:cNvPr id="47128" name="Freeform 5"/>
            <p:cNvSpPr>
              <a:spLocks/>
            </p:cNvSpPr>
            <p:nvPr>
              <p:custDataLst>
                <p:tags r:id="rId14"/>
              </p:custDataLst>
            </p:nvPr>
          </p:nvSpPr>
          <p:spPr bwMode="blackWhite">
            <a:xfrm>
              <a:off x="48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0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7129" name="Rectangle 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516" y="751"/>
              <a:ext cx="881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7110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206625" y="1141413"/>
            <a:ext cx="1616075" cy="914400"/>
            <a:chOff x="1390" y="719"/>
            <a:chExt cx="1018" cy="576"/>
          </a:xfrm>
        </p:grpSpPr>
        <p:sp>
          <p:nvSpPr>
            <p:cNvPr id="47126" name="Freeform 8"/>
            <p:cNvSpPr>
              <a:spLocks/>
            </p:cNvSpPr>
            <p:nvPr>
              <p:custDataLst>
                <p:tags r:id="rId12"/>
              </p:custDataLst>
            </p:nvPr>
          </p:nvSpPr>
          <p:spPr bwMode="blackWhite">
            <a:xfrm>
              <a:off x="1390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7127" name="Rectangle 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1526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7111" name="Rectangle 10"/>
          <p:cNvSpPr>
            <a:spLocks noChangeArrowheads="1"/>
          </p:cNvSpPr>
          <p:nvPr/>
        </p:nvSpPr>
        <p:spPr bwMode="auto">
          <a:xfrm>
            <a:off x="2463800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7112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641725" y="1141413"/>
            <a:ext cx="1616075" cy="914400"/>
            <a:chOff x="2294" y="719"/>
            <a:chExt cx="1018" cy="576"/>
          </a:xfrm>
        </p:grpSpPr>
        <p:sp>
          <p:nvSpPr>
            <p:cNvPr id="47124" name="Freeform 12"/>
            <p:cNvSpPr>
              <a:spLocks/>
            </p:cNvSpPr>
            <p:nvPr>
              <p:custDataLst>
                <p:tags r:id="rId10"/>
              </p:custDataLst>
            </p:nvPr>
          </p:nvSpPr>
          <p:spPr bwMode="blackWhite">
            <a:xfrm>
              <a:off x="2294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7125" name="Rectangle 1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2430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7113" name="Group 1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081588" y="1141413"/>
            <a:ext cx="1616075" cy="914400"/>
            <a:chOff x="3201" y="719"/>
            <a:chExt cx="1018" cy="576"/>
          </a:xfrm>
        </p:grpSpPr>
        <p:sp>
          <p:nvSpPr>
            <p:cNvPr id="47122" name="Freeform 15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3201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7123" name="Rectangle 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3337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7114" name="Group 1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6515100" y="1141413"/>
            <a:ext cx="1614488" cy="914400"/>
            <a:chOff x="4104" y="719"/>
            <a:chExt cx="1017" cy="576"/>
          </a:xfrm>
        </p:grpSpPr>
        <p:sp>
          <p:nvSpPr>
            <p:cNvPr id="47120" name="Freeform 18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410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104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7121" name="Rectangle 1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4240" y="751"/>
              <a:ext cx="77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7115" name="Rectangle 20"/>
          <p:cNvSpPr>
            <a:spLocks noChangeArrowheads="1"/>
          </p:cNvSpPr>
          <p:nvPr/>
        </p:nvSpPr>
        <p:spPr bwMode="auto">
          <a:xfrm>
            <a:off x="3902075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7116" name="Rectangle 21"/>
          <p:cNvSpPr>
            <a:spLocks noChangeArrowheads="1"/>
          </p:cNvSpPr>
          <p:nvPr/>
        </p:nvSpPr>
        <p:spPr bwMode="auto">
          <a:xfrm>
            <a:off x="5340350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7117" name="Rectangle 22"/>
          <p:cNvSpPr>
            <a:spLocks noChangeArrowheads="1"/>
          </p:cNvSpPr>
          <p:nvPr/>
        </p:nvSpPr>
        <p:spPr bwMode="auto">
          <a:xfrm>
            <a:off x="6778625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711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711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14F7262-AA73-4F8D-9CCB-561DFBFFEAC0}" type="slidenum">
              <a:rPr lang="zh-CN" altLang="en-US" smtClean="0"/>
              <a:pPr defTabSz="895350"/>
              <a:t>44</a:t>
            </a:fld>
            <a:endParaRPr lang="en-US" altLang="zh-CN"/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122238" y="2181225"/>
            <a:ext cx="12684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48132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5 TITLE</a:t>
            </a:r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1498600" y="2181225"/>
            <a:ext cx="1276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8134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397000" y="1141413"/>
            <a:ext cx="1614488" cy="914400"/>
            <a:chOff x="484" y="719"/>
            <a:chExt cx="1017" cy="576"/>
          </a:xfrm>
        </p:grpSpPr>
        <p:sp>
          <p:nvSpPr>
            <p:cNvPr id="48153" name="Freeform 6"/>
            <p:cNvSpPr>
              <a:spLocks/>
            </p:cNvSpPr>
            <p:nvPr>
              <p:custDataLst>
                <p:tags r:id="rId14"/>
              </p:custDataLst>
            </p:nvPr>
          </p:nvSpPr>
          <p:spPr bwMode="blackWhite">
            <a:xfrm>
              <a:off x="48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0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8154" name="Rectangle 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516" y="751"/>
              <a:ext cx="881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8135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835275" y="1141413"/>
            <a:ext cx="1616075" cy="914400"/>
            <a:chOff x="1390" y="719"/>
            <a:chExt cx="1018" cy="576"/>
          </a:xfrm>
        </p:grpSpPr>
        <p:sp>
          <p:nvSpPr>
            <p:cNvPr id="48151" name="Freeform 9"/>
            <p:cNvSpPr>
              <a:spLocks/>
            </p:cNvSpPr>
            <p:nvPr>
              <p:custDataLst>
                <p:tags r:id="rId12"/>
              </p:custDataLst>
            </p:nvPr>
          </p:nvSpPr>
          <p:spPr bwMode="blackWhite">
            <a:xfrm>
              <a:off x="1390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8152" name="Rectangle 10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1526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8136" name="Rectangle 11"/>
          <p:cNvSpPr>
            <a:spLocks noChangeArrowheads="1"/>
          </p:cNvSpPr>
          <p:nvPr/>
        </p:nvSpPr>
        <p:spPr bwMode="auto">
          <a:xfrm>
            <a:off x="3092450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8137" name="Group 12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270375" y="1141413"/>
            <a:ext cx="1616075" cy="914400"/>
            <a:chOff x="2294" y="719"/>
            <a:chExt cx="1018" cy="576"/>
          </a:xfrm>
        </p:grpSpPr>
        <p:sp>
          <p:nvSpPr>
            <p:cNvPr id="48149" name="Freeform 13"/>
            <p:cNvSpPr>
              <a:spLocks/>
            </p:cNvSpPr>
            <p:nvPr>
              <p:custDataLst>
                <p:tags r:id="rId10"/>
              </p:custDataLst>
            </p:nvPr>
          </p:nvSpPr>
          <p:spPr bwMode="blackWhite">
            <a:xfrm>
              <a:off x="2294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8150" name="Rectangle 1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2430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8138" name="Group 1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710238" y="1141413"/>
            <a:ext cx="1616075" cy="914400"/>
            <a:chOff x="3201" y="719"/>
            <a:chExt cx="1018" cy="576"/>
          </a:xfrm>
        </p:grpSpPr>
        <p:sp>
          <p:nvSpPr>
            <p:cNvPr id="48147" name="Freeform 16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3201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8148" name="Rectangle 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3337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8139" name="Group 1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7143750" y="1141413"/>
            <a:ext cx="1614488" cy="914400"/>
            <a:chOff x="4104" y="719"/>
            <a:chExt cx="1017" cy="576"/>
          </a:xfrm>
        </p:grpSpPr>
        <p:sp>
          <p:nvSpPr>
            <p:cNvPr id="48145" name="Freeform 19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410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104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8146" name="Rectangle 2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4240" y="751"/>
              <a:ext cx="77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8140" name="Rectangle 21"/>
          <p:cNvSpPr>
            <a:spLocks noChangeArrowheads="1"/>
          </p:cNvSpPr>
          <p:nvPr/>
        </p:nvSpPr>
        <p:spPr bwMode="auto">
          <a:xfrm>
            <a:off x="4530725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8141" name="Rectangle 22"/>
          <p:cNvSpPr>
            <a:spLocks noChangeArrowheads="1"/>
          </p:cNvSpPr>
          <p:nvPr/>
        </p:nvSpPr>
        <p:spPr bwMode="auto">
          <a:xfrm>
            <a:off x="5969000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8142" name="Rectangle 23"/>
          <p:cNvSpPr>
            <a:spLocks noChangeArrowheads="1"/>
          </p:cNvSpPr>
          <p:nvPr/>
        </p:nvSpPr>
        <p:spPr bwMode="auto">
          <a:xfrm>
            <a:off x="7407275" y="2181225"/>
            <a:ext cx="141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814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814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E36DD15-A4EF-47C2-A218-6ECB8A026D26}" type="slidenum">
              <a:rPr lang="zh-CN" altLang="en-US" smtClean="0"/>
              <a:pPr defTabSz="895350"/>
              <a:t>45</a:t>
            </a:fld>
            <a:endParaRPr lang="en-US" altLang="zh-CN"/>
          </a:p>
        </p:txBody>
      </p:sp>
      <p:sp>
        <p:nvSpPr>
          <p:cNvPr id="49155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6</a:t>
            </a:r>
          </a:p>
        </p:txBody>
      </p:sp>
      <p:sp>
        <p:nvSpPr>
          <p:cNvPr id="49156" name="Rectangle 3"/>
          <p:cNvSpPr>
            <a:spLocks noChangeArrowheads="1"/>
          </p:cNvSpPr>
          <p:nvPr/>
        </p:nvSpPr>
        <p:spPr bwMode="auto">
          <a:xfrm>
            <a:off x="863600" y="2181225"/>
            <a:ext cx="1084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223520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9158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68350" y="1141413"/>
            <a:ext cx="1371600" cy="914400"/>
            <a:chOff x="484" y="719"/>
            <a:chExt cx="864" cy="576"/>
          </a:xfrm>
        </p:grpSpPr>
        <p:sp>
          <p:nvSpPr>
            <p:cNvPr id="49180" name="Freeform 6"/>
            <p:cNvSpPr>
              <a:spLocks/>
            </p:cNvSpPr>
            <p:nvPr>
              <p:custDataLst>
                <p:tags r:id="rId17"/>
              </p:custDataLst>
            </p:nvPr>
          </p:nvSpPr>
          <p:spPr bwMode="blackWhite">
            <a:xfrm>
              <a:off x="484" y="719"/>
              <a:ext cx="864" cy="576"/>
            </a:xfrm>
            <a:custGeom>
              <a:avLst/>
              <a:gdLst>
                <a:gd name="T0" fmla="*/ 0 w 864"/>
                <a:gd name="T1" fmla="*/ 0 h 576"/>
                <a:gd name="T2" fmla="*/ 760 w 864"/>
                <a:gd name="T3" fmla="*/ 0 h 576"/>
                <a:gd name="T4" fmla="*/ 864 w 864"/>
                <a:gd name="T5" fmla="*/ 288 h 576"/>
                <a:gd name="T6" fmla="*/ 760 w 864"/>
                <a:gd name="T7" fmla="*/ 576 h 576"/>
                <a:gd name="T8" fmla="*/ 0 w 864"/>
                <a:gd name="T9" fmla="*/ 576 h 576"/>
                <a:gd name="T10" fmla="*/ 0 w 864"/>
                <a:gd name="T11" fmla="*/ 288 h 576"/>
                <a:gd name="T12" fmla="*/ 0 w 86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4"/>
                <a:gd name="T22" fmla="*/ 0 h 576"/>
                <a:gd name="T23" fmla="*/ 864 w 864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4" h="576">
                  <a:moveTo>
                    <a:pt x="0" y="0"/>
                  </a:moveTo>
                  <a:lnTo>
                    <a:pt x="760" y="0"/>
                  </a:lnTo>
                  <a:lnTo>
                    <a:pt x="864" y="288"/>
                  </a:lnTo>
                  <a:lnTo>
                    <a:pt x="760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9181" name="Rectangle 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>
              <a:off x="516" y="751"/>
              <a:ext cx="72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9159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1971675" y="1141413"/>
            <a:ext cx="1373188" cy="914400"/>
            <a:chOff x="1242" y="719"/>
            <a:chExt cx="865" cy="576"/>
          </a:xfrm>
        </p:grpSpPr>
        <p:sp>
          <p:nvSpPr>
            <p:cNvPr id="49178" name="Freeform 9"/>
            <p:cNvSpPr>
              <a:spLocks/>
            </p:cNvSpPr>
            <p:nvPr>
              <p:custDataLst>
                <p:tags r:id="rId15"/>
              </p:custDataLst>
            </p:nvPr>
          </p:nvSpPr>
          <p:spPr bwMode="blackWhite">
            <a:xfrm>
              <a:off x="1242" y="719"/>
              <a:ext cx="865" cy="576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5"/>
                <a:gd name="T22" fmla="*/ 0 h 576"/>
                <a:gd name="T23" fmla="*/ 865 w 86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9179" name="Rectangle 1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>
              <a:off x="1378" y="751"/>
              <a:ext cx="62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9160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178175" y="1141413"/>
            <a:ext cx="1374775" cy="914400"/>
            <a:chOff x="2002" y="719"/>
            <a:chExt cx="866" cy="576"/>
          </a:xfrm>
        </p:grpSpPr>
        <p:sp>
          <p:nvSpPr>
            <p:cNvPr id="49176" name="Freeform 12"/>
            <p:cNvSpPr>
              <a:spLocks/>
            </p:cNvSpPr>
            <p:nvPr>
              <p:custDataLst>
                <p:tags r:id="rId13"/>
              </p:custDataLst>
            </p:nvPr>
          </p:nvSpPr>
          <p:spPr bwMode="blackWhite">
            <a:xfrm>
              <a:off x="2002" y="719"/>
              <a:ext cx="866" cy="576"/>
            </a:xfrm>
            <a:custGeom>
              <a:avLst/>
              <a:gdLst>
                <a:gd name="T0" fmla="*/ 0 w 866"/>
                <a:gd name="T1" fmla="*/ 0 h 576"/>
                <a:gd name="T2" fmla="*/ 762 w 866"/>
                <a:gd name="T3" fmla="*/ 0 h 576"/>
                <a:gd name="T4" fmla="*/ 866 w 866"/>
                <a:gd name="T5" fmla="*/ 288 h 576"/>
                <a:gd name="T6" fmla="*/ 762 w 866"/>
                <a:gd name="T7" fmla="*/ 576 h 576"/>
                <a:gd name="T8" fmla="*/ 0 w 866"/>
                <a:gd name="T9" fmla="*/ 576 h 576"/>
                <a:gd name="T10" fmla="*/ 104 w 866"/>
                <a:gd name="T11" fmla="*/ 288 h 576"/>
                <a:gd name="T12" fmla="*/ 0 w 86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6"/>
                <a:gd name="T22" fmla="*/ 0 h 576"/>
                <a:gd name="T23" fmla="*/ 866 w 86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6" h="576">
                  <a:moveTo>
                    <a:pt x="0" y="0"/>
                  </a:moveTo>
                  <a:lnTo>
                    <a:pt x="762" y="0"/>
                  </a:lnTo>
                  <a:lnTo>
                    <a:pt x="866" y="288"/>
                  </a:lnTo>
                  <a:lnTo>
                    <a:pt x="76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9177" name="Rectangle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2138" y="751"/>
              <a:ext cx="62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9161" name="Group 1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4389438" y="1141413"/>
            <a:ext cx="1373187" cy="914400"/>
            <a:chOff x="2759" y="719"/>
            <a:chExt cx="865" cy="576"/>
          </a:xfrm>
        </p:grpSpPr>
        <p:sp>
          <p:nvSpPr>
            <p:cNvPr id="49174" name="Freeform 15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2759" y="719"/>
              <a:ext cx="865" cy="576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5"/>
                <a:gd name="T22" fmla="*/ 0 h 576"/>
                <a:gd name="T23" fmla="*/ 865 w 86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9175" name="Rectangle 1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2895" y="751"/>
              <a:ext cx="62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49162" name="Group 1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597525" y="1141413"/>
            <a:ext cx="1373188" cy="914400"/>
            <a:chOff x="3520" y="719"/>
            <a:chExt cx="865" cy="576"/>
          </a:xfrm>
        </p:grpSpPr>
        <p:sp>
          <p:nvSpPr>
            <p:cNvPr id="49172" name="Freeform 18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3520" y="719"/>
              <a:ext cx="865" cy="576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5"/>
                <a:gd name="T22" fmla="*/ 0 h 576"/>
                <a:gd name="T23" fmla="*/ 865 w 86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9173" name="Rectangle 1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3656" y="751"/>
              <a:ext cx="62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9163" name="Rectangle 20"/>
          <p:cNvSpPr>
            <a:spLocks noChangeArrowheads="1"/>
          </p:cNvSpPr>
          <p:nvPr/>
        </p:nvSpPr>
        <p:spPr bwMode="auto">
          <a:xfrm>
            <a:off x="344170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9164" name="Rectangle 21"/>
          <p:cNvSpPr>
            <a:spLocks noChangeArrowheads="1"/>
          </p:cNvSpPr>
          <p:nvPr/>
        </p:nvSpPr>
        <p:spPr bwMode="auto">
          <a:xfrm>
            <a:off x="4646613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9165" name="Rectangle 22"/>
          <p:cNvSpPr>
            <a:spLocks noChangeArrowheads="1"/>
          </p:cNvSpPr>
          <p:nvPr/>
        </p:nvSpPr>
        <p:spPr bwMode="auto">
          <a:xfrm>
            <a:off x="586105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49166" name="Group 23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6805613" y="1141413"/>
            <a:ext cx="1371600" cy="914400"/>
            <a:chOff x="4275" y="719"/>
            <a:chExt cx="864" cy="576"/>
          </a:xfrm>
        </p:grpSpPr>
        <p:sp>
          <p:nvSpPr>
            <p:cNvPr id="49170" name="Freeform 24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4275" y="719"/>
              <a:ext cx="864" cy="576"/>
            </a:xfrm>
            <a:custGeom>
              <a:avLst/>
              <a:gdLst>
                <a:gd name="T0" fmla="*/ 0 w 864"/>
                <a:gd name="T1" fmla="*/ 0 h 576"/>
                <a:gd name="T2" fmla="*/ 760 w 864"/>
                <a:gd name="T3" fmla="*/ 0 h 576"/>
                <a:gd name="T4" fmla="*/ 864 w 864"/>
                <a:gd name="T5" fmla="*/ 288 h 576"/>
                <a:gd name="T6" fmla="*/ 760 w 864"/>
                <a:gd name="T7" fmla="*/ 576 h 576"/>
                <a:gd name="T8" fmla="*/ 0 w 864"/>
                <a:gd name="T9" fmla="*/ 576 h 576"/>
                <a:gd name="T10" fmla="*/ 104 w 864"/>
                <a:gd name="T11" fmla="*/ 288 h 576"/>
                <a:gd name="T12" fmla="*/ 0 w 86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4"/>
                <a:gd name="T22" fmla="*/ 0 h 576"/>
                <a:gd name="T23" fmla="*/ 864 w 864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4" h="576">
                  <a:moveTo>
                    <a:pt x="0" y="0"/>
                  </a:moveTo>
                  <a:lnTo>
                    <a:pt x="760" y="0"/>
                  </a:lnTo>
                  <a:lnTo>
                    <a:pt x="864" y="288"/>
                  </a:lnTo>
                  <a:lnTo>
                    <a:pt x="760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49171" name="Rectangle 2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4411" y="751"/>
              <a:ext cx="625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49167" name="Rectangle 26"/>
          <p:cNvSpPr>
            <a:spLocks noChangeArrowheads="1"/>
          </p:cNvSpPr>
          <p:nvPr/>
        </p:nvSpPr>
        <p:spPr bwMode="auto">
          <a:xfrm>
            <a:off x="706120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4916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4916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46D51B0-FE9F-4F17-826F-2C70213C34E1}" type="slidenum">
              <a:rPr lang="zh-CN" altLang="en-US" smtClean="0"/>
              <a:pPr defTabSz="895350"/>
              <a:t>46</a:t>
            </a:fld>
            <a:endParaRPr lang="en-US" altLang="zh-CN"/>
          </a:p>
        </p:txBody>
      </p:sp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122238" y="2181225"/>
            <a:ext cx="1223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5018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6 TITLE</a:t>
            </a:r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1492250" y="2181225"/>
            <a:ext cx="1084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0182" name="Rectangle 5"/>
          <p:cNvSpPr>
            <a:spLocks noChangeArrowheads="1"/>
          </p:cNvSpPr>
          <p:nvPr/>
        </p:nvSpPr>
        <p:spPr bwMode="auto">
          <a:xfrm>
            <a:off x="286385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50183" name="Group 6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397000" y="1141413"/>
            <a:ext cx="1371600" cy="914400"/>
            <a:chOff x="484" y="719"/>
            <a:chExt cx="864" cy="576"/>
          </a:xfrm>
        </p:grpSpPr>
        <p:sp>
          <p:nvSpPr>
            <p:cNvPr id="50205" name="Freeform 7"/>
            <p:cNvSpPr>
              <a:spLocks/>
            </p:cNvSpPr>
            <p:nvPr>
              <p:custDataLst>
                <p:tags r:id="rId17"/>
              </p:custDataLst>
            </p:nvPr>
          </p:nvSpPr>
          <p:spPr bwMode="blackWhite">
            <a:xfrm>
              <a:off x="484" y="719"/>
              <a:ext cx="864" cy="576"/>
            </a:xfrm>
            <a:custGeom>
              <a:avLst/>
              <a:gdLst>
                <a:gd name="T0" fmla="*/ 0 w 864"/>
                <a:gd name="T1" fmla="*/ 0 h 576"/>
                <a:gd name="T2" fmla="*/ 760 w 864"/>
                <a:gd name="T3" fmla="*/ 0 h 576"/>
                <a:gd name="T4" fmla="*/ 864 w 864"/>
                <a:gd name="T5" fmla="*/ 288 h 576"/>
                <a:gd name="T6" fmla="*/ 760 w 864"/>
                <a:gd name="T7" fmla="*/ 576 h 576"/>
                <a:gd name="T8" fmla="*/ 0 w 864"/>
                <a:gd name="T9" fmla="*/ 576 h 576"/>
                <a:gd name="T10" fmla="*/ 0 w 864"/>
                <a:gd name="T11" fmla="*/ 288 h 576"/>
                <a:gd name="T12" fmla="*/ 0 w 86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4"/>
                <a:gd name="T22" fmla="*/ 0 h 576"/>
                <a:gd name="T23" fmla="*/ 864 w 864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4" h="576">
                  <a:moveTo>
                    <a:pt x="0" y="0"/>
                  </a:moveTo>
                  <a:lnTo>
                    <a:pt x="760" y="0"/>
                  </a:lnTo>
                  <a:lnTo>
                    <a:pt x="864" y="288"/>
                  </a:lnTo>
                  <a:lnTo>
                    <a:pt x="760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50206" name="Rectangle 8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>
              <a:off x="516" y="751"/>
              <a:ext cx="72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50184" name="Group 9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600325" y="1141413"/>
            <a:ext cx="1373188" cy="914400"/>
            <a:chOff x="1242" y="719"/>
            <a:chExt cx="865" cy="576"/>
          </a:xfrm>
        </p:grpSpPr>
        <p:sp>
          <p:nvSpPr>
            <p:cNvPr id="50203" name="Freeform 10"/>
            <p:cNvSpPr>
              <a:spLocks/>
            </p:cNvSpPr>
            <p:nvPr>
              <p:custDataLst>
                <p:tags r:id="rId15"/>
              </p:custDataLst>
            </p:nvPr>
          </p:nvSpPr>
          <p:spPr bwMode="blackWhite">
            <a:xfrm>
              <a:off x="1242" y="719"/>
              <a:ext cx="865" cy="576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5"/>
                <a:gd name="T22" fmla="*/ 0 h 576"/>
                <a:gd name="T23" fmla="*/ 865 w 86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50204" name="Rectangle 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>
              <a:off x="1378" y="751"/>
              <a:ext cx="62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50185" name="Group 12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806825" y="1141413"/>
            <a:ext cx="1374775" cy="914400"/>
            <a:chOff x="2002" y="719"/>
            <a:chExt cx="866" cy="576"/>
          </a:xfrm>
        </p:grpSpPr>
        <p:sp>
          <p:nvSpPr>
            <p:cNvPr id="50201" name="Freeform 13"/>
            <p:cNvSpPr>
              <a:spLocks/>
            </p:cNvSpPr>
            <p:nvPr>
              <p:custDataLst>
                <p:tags r:id="rId13"/>
              </p:custDataLst>
            </p:nvPr>
          </p:nvSpPr>
          <p:spPr bwMode="blackWhite">
            <a:xfrm>
              <a:off x="2002" y="719"/>
              <a:ext cx="866" cy="576"/>
            </a:xfrm>
            <a:custGeom>
              <a:avLst/>
              <a:gdLst>
                <a:gd name="T0" fmla="*/ 0 w 866"/>
                <a:gd name="T1" fmla="*/ 0 h 576"/>
                <a:gd name="T2" fmla="*/ 762 w 866"/>
                <a:gd name="T3" fmla="*/ 0 h 576"/>
                <a:gd name="T4" fmla="*/ 866 w 866"/>
                <a:gd name="T5" fmla="*/ 288 h 576"/>
                <a:gd name="T6" fmla="*/ 762 w 866"/>
                <a:gd name="T7" fmla="*/ 576 h 576"/>
                <a:gd name="T8" fmla="*/ 0 w 866"/>
                <a:gd name="T9" fmla="*/ 576 h 576"/>
                <a:gd name="T10" fmla="*/ 104 w 866"/>
                <a:gd name="T11" fmla="*/ 288 h 576"/>
                <a:gd name="T12" fmla="*/ 0 w 86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6"/>
                <a:gd name="T22" fmla="*/ 0 h 576"/>
                <a:gd name="T23" fmla="*/ 866 w 86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6" h="576">
                  <a:moveTo>
                    <a:pt x="0" y="0"/>
                  </a:moveTo>
                  <a:lnTo>
                    <a:pt x="762" y="0"/>
                  </a:lnTo>
                  <a:lnTo>
                    <a:pt x="866" y="288"/>
                  </a:lnTo>
                  <a:lnTo>
                    <a:pt x="76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50202" name="Rectangle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2138" y="751"/>
              <a:ext cx="62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50186" name="Group 1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018088" y="1141413"/>
            <a:ext cx="1373187" cy="914400"/>
            <a:chOff x="2759" y="719"/>
            <a:chExt cx="865" cy="576"/>
          </a:xfrm>
        </p:grpSpPr>
        <p:sp>
          <p:nvSpPr>
            <p:cNvPr id="50199" name="Freeform 16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2759" y="719"/>
              <a:ext cx="865" cy="576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5"/>
                <a:gd name="T22" fmla="*/ 0 h 576"/>
                <a:gd name="T23" fmla="*/ 865 w 86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50200" name="Rectangle 1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2895" y="751"/>
              <a:ext cx="62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50187" name="Group 1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6226175" y="1141413"/>
            <a:ext cx="1373188" cy="914400"/>
            <a:chOff x="3520" y="719"/>
            <a:chExt cx="865" cy="576"/>
          </a:xfrm>
        </p:grpSpPr>
        <p:sp>
          <p:nvSpPr>
            <p:cNvPr id="50197" name="Freeform 19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3520" y="719"/>
              <a:ext cx="865" cy="576"/>
            </a:xfrm>
            <a:custGeom>
              <a:avLst/>
              <a:gdLst>
                <a:gd name="T0" fmla="*/ 0 w 865"/>
                <a:gd name="T1" fmla="*/ 0 h 576"/>
                <a:gd name="T2" fmla="*/ 761 w 865"/>
                <a:gd name="T3" fmla="*/ 0 h 576"/>
                <a:gd name="T4" fmla="*/ 865 w 865"/>
                <a:gd name="T5" fmla="*/ 288 h 576"/>
                <a:gd name="T6" fmla="*/ 761 w 865"/>
                <a:gd name="T7" fmla="*/ 576 h 576"/>
                <a:gd name="T8" fmla="*/ 0 w 865"/>
                <a:gd name="T9" fmla="*/ 576 h 576"/>
                <a:gd name="T10" fmla="*/ 104 w 865"/>
                <a:gd name="T11" fmla="*/ 288 h 576"/>
                <a:gd name="T12" fmla="*/ 0 w 86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5"/>
                <a:gd name="T22" fmla="*/ 0 h 576"/>
                <a:gd name="T23" fmla="*/ 865 w 86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5" h="576">
                  <a:moveTo>
                    <a:pt x="0" y="0"/>
                  </a:moveTo>
                  <a:lnTo>
                    <a:pt x="761" y="0"/>
                  </a:lnTo>
                  <a:lnTo>
                    <a:pt x="865" y="288"/>
                  </a:lnTo>
                  <a:lnTo>
                    <a:pt x="76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50198" name="Rectangle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3656" y="751"/>
              <a:ext cx="62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50188" name="Rectangle 21"/>
          <p:cNvSpPr>
            <a:spLocks noChangeArrowheads="1"/>
          </p:cNvSpPr>
          <p:nvPr/>
        </p:nvSpPr>
        <p:spPr bwMode="auto">
          <a:xfrm>
            <a:off x="407035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0189" name="Rectangle 22"/>
          <p:cNvSpPr>
            <a:spLocks noChangeArrowheads="1"/>
          </p:cNvSpPr>
          <p:nvPr/>
        </p:nvSpPr>
        <p:spPr bwMode="auto">
          <a:xfrm>
            <a:off x="5275263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0190" name="Rectangle 23"/>
          <p:cNvSpPr>
            <a:spLocks noChangeArrowheads="1"/>
          </p:cNvSpPr>
          <p:nvPr/>
        </p:nvSpPr>
        <p:spPr bwMode="auto">
          <a:xfrm>
            <a:off x="648970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50191" name="Group 24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7434263" y="1141413"/>
            <a:ext cx="1371600" cy="914400"/>
            <a:chOff x="4275" y="719"/>
            <a:chExt cx="864" cy="576"/>
          </a:xfrm>
        </p:grpSpPr>
        <p:sp>
          <p:nvSpPr>
            <p:cNvPr id="50195" name="Freeform 25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4275" y="719"/>
              <a:ext cx="864" cy="576"/>
            </a:xfrm>
            <a:custGeom>
              <a:avLst/>
              <a:gdLst>
                <a:gd name="T0" fmla="*/ 0 w 864"/>
                <a:gd name="T1" fmla="*/ 0 h 576"/>
                <a:gd name="T2" fmla="*/ 760 w 864"/>
                <a:gd name="T3" fmla="*/ 0 h 576"/>
                <a:gd name="T4" fmla="*/ 864 w 864"/>
                <a:gd name="T5" fmla="*/ 288 h 576"/>
                <a:gd name="T6" fmla="*/ 760 w 864"/>
                <a:gd name="T7" fmla="*/ 576 h 576"/>
                <a:gd name="T8" fmla="*/ 0 w 864"/>
                <a:gd name="T9" fmla="*/ 576 h 576"/>
                <a:gd name="T10" fmla="*/ 104 w 864"/>
                <a:gd name="T11" fmla="*/ 288 h 576"/>
                <a:gd name="T12" fmla="*/ 0 w 86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4"/>
                <a:gd name="T22" fmla="*/ 0 h 576"/>
                <a:gd name="T23" fmla="*/ 864 w 864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4" h="576">
                  <a:moveTo>
                    <a:pt x="0" y="0"/>
                  </a:moveTo>
                  <a:lnTo>
                    <a:pt x="760" y="0"/>
                  </a:lnTo>
                  <a:lnTo>
                    <a:pt x="864" y="288"/>
                  </a:lnTo>
                  <a:lnTo>
                    <a:pt x="760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50196" name="Rectangle 2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4411" y="751"/>
              <a:ext cx="625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50192" name="Rectangle 27"/>
          <p:cNvSpPr>
            <a:spLocks noChangeArrowheads="1"/>
          </p:cNvSpPr>
          <p:nvPr/>
        </p:nvSpPr>
        <p:spPr bwMode="auto">
          <a:xfrm>
            <a:off x="7689850" y="2181225"/>
            <a:ext cx="1196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019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019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DCF4E66-5FCE-4A81-B06C-19E476F22E38}" type="slidenum">
              <a:rPr lang="zh-CN" altLang="en-US" smtClean="0"/>
              <a:pPr defTabSz="895350"/>
              <a:t>47</a:t>
            </a:fld>
            <a:endParaRPr lang="en-US" altLang="zh-CN"/>
          </a:p>
        </p:txBody>
      </p:sp>
      <p:sp>
        <p:nvSpPr>
          <p:cNvPr id="5120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BLADES</a:t>
            </a:r>
          </a:p>
        </p:txBody>
      </p:sp>
      <p:grpSp>
        <p:nvGrpSpPr>
          <p:cNvPr id="51204" name="Group 3"/>
          <p:cNvGrpSpPr>
            <a:grpSpLocks/>
          </p:cNvGrpSpPr>
          <p:nvPr/>
        </p:nvGrpSpPr>
        <p:grpSpPr bwMode="auto">
          <a:xfrm>
            <a:off x="2187575" y="1120775"/>
            <a:ext cx="4637088" cy="4579938"/>
            <a:chOff x="1344" y="912"/>
            <a:chExt cx="2921" cy="2885"/>
          </a:xfrm>
        </p:grpSpPr>
        <p:sp>
          <p:nvSpPr>
            <p:cNvPr id="51212" name="Freeform 4"/>
            <p:cNvSpPr>
              <a:spLocks/>
            </p:cNvSpPr>
            <p:nvPr/>
          </p:nvSpPr>
          <p:spPr bwMode="blackWhite">
            <a:xfrm>
              <a:off x="1344" y="1648"/>
              <a:ext cx="1759" cy="735"/>
            </a:xfrm>
            <a:custGeom>
              <a:avLst/>
              <a:gdLst>
                <a:gd name="T0" fmla="*/ 4202 w 1136"/>
                <a:gd name="T1" fmla="*/ 1466 h 491"/>
                <a:gd name="T2" fmla="*/ 4148 w 1136"/>
                <a:gd name="T3" fmla="*/ 1227 h 491"/>
                <a:gd name="T4" fmla="*/ 4048 w 1136"/>
                <a:gd name="T5" fmla="*/ 1000 h 491"/>
                <a:gd name="T6" fmla="*/ 3900 w 1136"/>
                <a:gd name="T7" fmla="*/ 781 h 491"/>
                <a:gd name="T8" fmla="*/ 3721 w 1136"/>
                <a:gd name="T9" fmla="*/ 582 h 491"/>
                <a:gd name="T10" fmla="*/ 3501 w 1136"/>
                <a:gd name="T11" fmla="*/ 412 h 491"/>
                <a:gd name="T12" fmla="*/ 3252 w 1136"/>
                <a:gd name="T13" fmla="*/ 262 h 491"/>
                <a:gd name="T14" fmla="*/ 2981 w 1136"/>
                <a:gd name="T15" fmla="*/ 148 h 491"/>
                <a:gd name="T16" fmla="*/ 2688 w 1136"/>
                <a:gd name="T17" fmla="*/ 63 h 491"/>
                <a:gd name="T18" fmla="*/ 2383 w 1136"/>
                <a:gd name="T19" fmla="*/ 13 h 491"/>
                <a:gd name="T20" fmla="*/ 2076 w 1136"/>
                <a:gd name="T21" fmla="*/ 0 h 491"/>
                <a:gd name="T22" fmla="*/ 1761 w 1136"/>
                <a:gd name="T23" fmla="*/ 19 h 491"/>
                <a:gd name="T24" fmla="*/ 1463 w 1136"/>
                <a:gd name="T25" fmla="*/ 81 h 491"/>
                <a:gd name="T26" fmla="*/ 1172 w 1136"/>
                <a:gd name="T27" fmla="*/ 171 h 491"/>
                <a:gd name="T28" fmla="*/ 901 w 1136"/>
                <a:gd name="T29" fmla="*/ 296 h 491"/>
                <a:gd name="T30" fmla="*/ 664 w 1136"/>
                <a:gd name="T31" fmla="*/ 451 h 491"/>
                <a:gd name="T32" fmla="*/ 454 w 1136"/>
                <a:gd name="T33" fmla="*/ 627 h 491"/>
                <a:gd name="T34" fmla="*/ 279 w 1136"/>
                <a:gd name="T35" fmla="*/ 829 h 491"/>
                <a:gd name="T36" fmla="*/ 144 w 1136"/>
                <a:gd name="T37" fmla="*/ 1046 h 491"/>
                <a:gd name="T38" fmla="*/ 53 w 1136"/>
                <a:gd name="T39" fmla="*/ 1281 h 491"/>
                <a:gd name="T40" fmla="*/ 8 w 1136"/>
                <a:gd name="T41" fmla="*/ 1524 h 491"/>
                <a:gd name="T42" fmla="*/ 2110 w 1136"/>
                <a:gd name="T43" fmla="*/ 1645 h 491"/>
                <a:gd name="T44" fmla="*/ 2417 w 1136"/>
                <a:gd name="T45" fmla="*/ 1566 h 491"/>
                <a:gd name="T46" fmla="*/ 2519 w 1136"/>
                <a:gd name="T47" fmla="*/ 1425 h 491"/>
                <a:gd name="T48" fmla="*/ 2659 w 1136"/>
                <a:gd name="T49" fmla="*/ 1304 h 491"/>
                <a:gd name="T50" fmla="*/ 2824 w 1136"/>
                <a:gd name="T51" fmla="*/ 1210 h 491"/>
                <a:gd name="T52" fmla="*/ 3012 w 1136"/>
                <a:gd name="T53" fmla="*/ 1141 h 491"/>
                <a:gd name="T54" fmla="*/ 3208 w 1136"/>
                <a:gd name="T55" fmla="*/ 1106 h 491"/>
                <a:gd name="T56" fmla="*/ 3411 w 1136"/>
                <a:gd name="T57" fmla="*/ 1106 h 491"/>
                <a:gd name="T58" fmla="*/ 3616 w 1136"/>
                <a:gd name="T59" fmla="*/ 1142 h 491"/>
                <a:gd name="T60" fmla="*/ 3804 w 1136"/>
                <a:gd name="T61" fmla="*/ 1214 h 491"/>
                <a:gd name="T62" fmla="*/ 3973 w 1136"/>
                <a:gd name="T63" fmla="*/ 1316 h 491"/>
                <a:gd name="T64" fmla="*/ 4109 w 1136"/>
                <a:gd name="T65" fmla="*/ 1439 h 491"/>
                <a:gd name="T66" fmla="*/ 4213 w 1136"/>
                <a:gd name="T67" fmla="*/ 1587 h 4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36"/>
                <a:gd name="T103" fmla="*/ 0 h 491"/>
                <a:gd name="T104" fmla="*/ 1136 w 1136"/>
                <a:gd name="T105" fmla="*/ 491 h 49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36" h="491">
                  <a:moveTo>
                    <a:pt x="1135" y="473"/>
                  </a:moveTo>
                  <a:lnTo>
                    <a:pt x="1132" y="437"/>
                  </a:lnTo>
                  <a:lnTo>
                    <a:pt x="1126" y="401"/>
                  </a:lnTo>
                  <a:lnTo>
                    <a:pt x="1117" y="366"/>
                  </a:lnTo>
                  <a:lnTo>
                    <a:pt x="1104" y="331"/>
                  </a:lnTo>
                  <a:lnTo>
                    <a:pt x="1090" y="298"/>
                  </a:lnTo>
                  <a:lnTo>
                    <a:pt x="1072" y="264"/>
                  </a:lnTo>
                  <a:lnTo>
                    <a:pt x="1051" y="233"/>
                  </a:lnTo>
                  <a:lnTo>
                    <a:pt x="1027" y="203"/>
                  </a:lnTo>
                  <a:lnTo>
                    <a:pt x="1002" y="174"/>
                  </a:lnTo>
                  <a:lnTo>
                    <a:pt x="974" y="148"/>
                  </a:lnTo>
                  <a:lnTo>
                    <a:pt x="943" y="123"/>
                  </a:lnTo>
                  <a:lnTo>
                    <a:pt x="911" y="99"/>
                  </a:lnTo>
                  <a:lnTo>
                    <a:pt x="876" y="78"/>
                  </a:lnTo>
                  <a:lnTo>
                    <a:pt x="840" y="60"/>
                  </a:lnTo>
                  <a:lnTo>
                    <a:pt x="803" y="44"/>
                  </a:lnTo>
                  <a:lnTo>
                    <a:pt x="764" y="30"/>
                  </a:lnTo>
                  <a:lnTo>
                    <a:pt x="724" y="19"/>
                  </a:lnTo>
                  <a:lnTo>
                    <a:pt x="683" y="10"/>
                  </a:lnTo>
                  <a:lnTo>
                    <a:pt x="642" y="4"/>
                  </a:lnTo>
                  <a:lnTo>
                    <a:pt x="600" y="1"/>
                  </a:lnTo>
                  <a:lnTo>
                    <a:pt x="559" y="0"/>
                  </a:lnTo>
                  <a:lnTo>
                    <a:pt x="517" y="2"/>
                  </a:lnTo>
                  <a:lnTo>
                    <a:pt x="474" y="6"/>
                  </a:lnTo>
                  <a:lnTo>
                    <a:pt x="433" y="14"/>
                  </a:lnTo>
                  <a:lnTo>
                    <a:pt x="394" y="24"/>
                  </a:lnTo>
                  <a:lnTo>
                    <a:pt x="354" y="37"/>
                  </a:lnTo>
                  <a:lnTo>
                    <a:pt x="316" y="51"/>
                  </a:lnTo>
                  <a:lnTo>
                    <a:pt x="279" y="68"/>
                  </a:lnTo>
                  <a:lnTo>
                    <a:pt x="243" y="88"/>
                  </a:lnTo>
                  <a:lnTo>
                    <a:pt x="210" y="110"/>
                  </a:lnTo>
                  <a:lnTo>
                    <a:pt x="179" y="134"/>
                  </a:lnTo>
                  <a:lnTo>
                    <a:pt x="149" y="159"/>
                  </a:lnTo>
                  <a:lnTo>
                    <a:pt x="122" y="187"/>
                  </a:lnTo>
                  <a:lnTo>
                    <a:pt x="97" y="217"/>
                  </a:lnTo>
                  <a:lnTo>
                    <a:pt x="75" y="247"/>
                  </a:lnTo>
                  <a:lnTo>
                    <a:pt x="56" y="280"/>
                  </a:lnTo>
                  <a:lnTo>
                    <a:pt x="39" y="312"/>
                  </a:lnTo>
                  <a:lnTo>
                    <a:pt x="25" y="347"/>
                  </a:lnTo>
                  <a:lnTo>
                    <a:pt x="14" y="382"/>
                  </a:lnTo>
                  <a:lnTo>
                    <a:pt x="7" y="417"/>
                  </a:lnTo>
                  <a:lnTo>
                    <a:pt x="2" y="454"/>
                  </a:lnTo>
                  <a:lnTo>
                    <a:pt x="0" y="490"/>
                  </a:lnTo>
                  <a:lnTo>
                    <a:pt x="568" y="490"/>
                  </a:lnTo>
                  <a:lnTo>
                    <a:pt x="640" y="490"/>
                  </a:lnTo>
                  <a:lnTo>
                    <a:pt x="651" y="467"/>
                  </a:lnTo>
                  <a:lnTo>
                    <a:pt x="664" y="445"/>
                  </a:lnTo>
                  <a:lnTo>
                    <a:pt x="679" y="425"/>
                  </a:lnTo>
                  <a:lnTo>
                    <a:pt x="696" y="406"/>
                  </a:lnTo>
                  <a:lnTo>
                    <a:pt x="716" y="389"/>
                  </a:lnTo>
                  <a:lnTo>
                    <a:pt x="738" y="374"/>
                  </a:lnTo>
                  <a:lnTo>
                    <a:pt x="761" y="361"/>
                  </a:lnTo>
                  <a:lnTo>
                    <a:pt x="785" y="350"/>
                  </a:lnTo>
                  <a:lnTo>
                    <a:pt x="811" y="340"/>
                  </a:lnTo>
                  <a:lnTo>
                    <a:pt x="837" y="334"/>
                  </a:lnTo>
                  <a:lnTo>
                    <a:pt x="864" y="330"/>
                  </a:lnTo>
                  <a:lnTo>
                    <a:pt x="891" y="330"/>
                  </a:lnTo>
                  <a:lnTo>
                    <a:pt x="919" y="330"/>
                  </a:lnTo>
                  <a:lnTo>
                    <a:pt x="947" y="335"/>
                  </a:lnTo>
                  <a:lnTo>
                    <a:pt x="974" y="341"/>
                  </a:lnTo>
                  <a:lnTo>
                    <a:pt x="1000" y="351"/>
                  </a:lnTo>
                  <a:lnTo>
                    <a:pt x="1025" y="362"/>
                  </a:lnTo>
                  <a:lnTo>
                    <a:pt x="1048" y="375"/>
                  </a:lnTo>
                  <a:lnTo>
                    <a:pt x="1070" y="392"/>
                  </a:lnTo>
                  <a:lnTo>
                    <a:pt x="1090" y="410"/>
                  </a:lnTo>
                  <a:lnTo>
                    <a:pt x="1107" y="429"/>
                  </a:lnTo>
                  <a:lnTo>
                    <a:pt x="1122" y="451"/>
                  </a:lnTo>
                  <a:lnTo>
                    <a:pt x="1135" y="473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1213" name="Freeform 5"/>
            <p:cNvSpPr>
              <a:spLocks/>
            </p:cNvSpPr>
            <p:nvPr/>
          </p:nvSpPr>
          <p:spPr bwMode="blackWhite">
            <a:xfrm>
              <a:off x="2089" y="2098"/>
              <a:ext cx="764" cy="1699"/>
            </a:xfrm>
            <a:custGeom>
              <a:avLst/>
              <a:gdLst>
                <a:gd name="T0" fmla="*/ 1633 w 493"/>
                <a:gd name="T1" fmla="*/ 9 h 1134"/>
                <a:gd name="T2" fmla="*/ 1367 w 493"/>
                <a:gd name="T3" fmla="*/ 60 h 1134"/>
                <a:gd name="T4" fmla="*/ 1113 w 493"/>
                <a:gd name="T5" fmla="*/ 150 h 1134"/>
                <a:gd name="T6" fmla="*/ 872 w 493"/>
                <a:gd name="T7" fmla="*/ 283 h 1134"/>
                <a:gd name="T8" fmla="*/ 656 w 493"/>
                <a:gd name="T9" fmla="*/ 446 h 1134"/>
                <a:gd name="T10" fmla="*/ 459 w 493"/>
                <a:gd name="T11" fmla="*/ 641 h 1134"/>
                <a:gd name="T12" fmla="*/ 298 w 493"/>
                <a:gd name="T13" fmla="*/ 869 h 1134"/>
                <a:gd name="T14" fmla="*/ 167 w 493"/>
                <a:gd name="T15" fmla="*/ 1116 h 1134"/>
                <a:gd name="T16" fmla="*/ 74 w 493"/>
                <a:gd name="T17" fmla="*/ 1383 h 1134"/>
                <a:gd name="T18" fmla="*/ 19 w 493"/>
                <a:gd name="T19" fmla="*/ 1654 h 1134"/>
                <a:gd name="T20" fmla="*/ 0 w 493"/>
                <a:gd name="T21" fmla="*/ 1937 h 1134"/>
                <a:gd name="T22" fmla="*/ 26 w 493"/>
                <a:gd name="T23" fmla="*/ 2216 h 1134"/>
                <a:gd name="T24" fmla="*/ 93 w 493"/>
                <a:gd name="T25" fmla="*/ 2492 h 1134"/>
                <a:gd name="T26" fmla="*/ 195 w 493"/>
                <a:gd name="T27" fmla="*/ 2752 h 1134"/>
                <a:gd name="T28" fmla="*/ 332 w 493"/>
                <a:gd name="T29" fmla="*/ 2992 h 1134"/>
                <a:gd name="T30" fmla="*/ 502 w 493"/>
                <a:gd name="T31" fmla="*/ 3212 h 1134"/>
                <a:gd name="T32" fmla="*/ 699 w 493"/>
                <a:gd name="T33" fmla="*/ 3401 h 1134"/>
                <a:gd name="T34" fmla="*/ 927 w 493"/>
                <a:gd name="T35" fmla="*/ 3558 h 1134"/>
                <a:gd name="T36" fmla="*/ 1170 w 493"/>
                <a:gd name="T37" fmla="*/ 3684 h 1134"/>
                <a:gd name="T38" fmla="*/ 1429 w 493"/>
                <a:gd name="T39" fmla="*/ 3765 h 1134"/>
                <a:gd name="T40" fmla="*/ 1694 w 493"/>
                <a:gd name="T41" fmla="*/ 3806 h 1134"/>
                <a:gd name="T42" fmla="*/ 1830 w 493"/>
                <a:gd name="T43" fmla="*/ 1904 h 1134"/>
                <a:gd name="T44" fmla="*/ 1742 w 493"/>
                <a:gd name="T45" fmla="*/ 1627 h 1134"/>
                <a:gd name="T46" fmla="*/ 1585 w 493"/>
                <a:gd name="T47" fmla="*/ 1533 h 1134"/>
                <a:gd name="T48" fmla="*/ 1455 w 493"/>
                <a:gd name="T49" fmla="*/ 1405 h 1134"/>
                <a:gd name="T50" fmla="*/ 1347 w 493"/>
                <a:gd name="T51" fmla="*/ 1257 h 1134"/>
                <a:gd name="T52" fmla="*/ 1272 w 493"/>
                <a:gd name="T53" fmla="*/ 1089 h 1134"/>
                <a:gd name="T54" fmla="*/ 1235 w 493"/>
                <a:gd name="T55" fmla="*/ 911 h 1134"/>
                <a:gd name="T56" fmla="*/ 1235 w 493"/>
                <a:gd name="T57" fmla="*/ 722 h 1134"/>
                <a:gd name="T58" fmla="*/ 1277 w 493"/>
                <a:gd name="T59" fmla="*/ 541 h 1134"/>
                <a:gd name="T60" fmla="*/ 1351 w 493"/>
                <a:gd name="T61" fmla="*/ 370 h 1134"/>
                <a:gd name="T62" fmla="*/ 1463 w 493"/>
                <a:gd name="T63" fmla="*/ 217 h 1134"/>
                <a:gd name="T64" fmla="*/ 1604 w 493"/>
                <a:gd name="T65" fmla="*/ 94 h 1134"/>
                <a:gd name="T66" fmla="*/ 1768 w 493"/>
                <a:gd name="T67" fmla="*/ 0 h 11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93"/>
                <a:gd name="T103" fmla="*/ 0 h 1134"/>
                <a:gd name="T104" fmla="*/ 493 w 493"/>
                <a:gd name="T105" fmla="*/ 1134 h 11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93" h="1134">
                  <a:moveTo>
                    <a:pt x="475" y="0"/>
                  </a:moveTo>
                  <a:lnTo>
                    <a:pt x="439" y="3"/>
                  </a:lnTo>
                  <a:lnTo>
                    <a:pt x="403" y="9"/>
                  </a:lnTo>
                  <a:lnTo>
                    <a:pt x="367" y="18"/>
                  </a:lnTo>
                  <a:lnTo>
                    <a:pt x="333" y="30"/>
                  </a:lnTo>
                  <a:lnTo>
                    <a:pt x="299" y="45"/>
                  </a:lnTo>
                  <a:lnTo>
                    <a:pt x="266" y="63"/>
                  </a:lnTo>
                  <a:lnTo>
                    <a:pt x="234" y="84"/>
                  </a:lnTo>
                  <a:lnTo>
                    <a:pt x="204" y="107"/>
                  </a:lnTo>
                  <a:lnTo>
                    <a:pt x="176" y="133"/>
                  </a:lnTo>
                  <a:lnTo>
                    <a:pt x="148" y="161"/>
                  </a:lnTo>
                  <a:lnTo>
                    <a:pt x="123" y="191"/>
                  </a:lnTo>
                  <a:lnTo>
                    <a:pt x="101" y="224"/>
                  </a:lnTo>
                  <a:lnTo>
                    <a:pt x="80" y="258"/>
                  </a:lnTo>
                  <a:lnTo>
                    <a:pt x="61" y="294"/>
                  </a:lnTo>
                  <a:lnTo>
                    <a:pt x="45" y="332"/>
                  </a:lnTo>
                  <a:lnTo>
                    <a:pt x="31" y="370"/>
                  </a:lnTo>
                  <a:lnTo>
                    <a:pt x="20" y="411"/>
                  </a:lnTo>
                  <a:lnTo>
                    <a:pt x="11" y="451"/>
                  </a:lnTo>
                  <a:lnTo>
                    <a:pt x="5" y="492"/>
                  </a:lnTo>
                  <a:lnTo>
                    <a:pt x="1" y="534"/>
                  </a:lnTo>
                  <a:lnTo>
                    <a:pt x="0" y="576"/>
                  </a:lnTo>
                  <a:lnTo>
                    <a:pt x="3" y="617"/>
                  </a:lnTo>
                  <a:lnTo>
                    <a:pt x="7" y="659"/>
                  </a:lnTo>
                  <a:lnTo>
                    <a:pt x="14" y="701"/>
                  </a:lnTo>
                  <a:lnTo>
                    <a:pt x="25" y="741"/>
                  </a:lnTo>
                  <a:lnTo>
                    <a:pt x="37" y="780"/>
                  </a:lnTo>
                  <a:lnTo>
                    <a:pt x="52" y="818"/>
                  </a:lnTo>
                  <a:lnTo>
                    <a:pt x="69" y="855"/>
                  </a:lnTo>
                  <a:lnTo>
                    <a:pt x="89" y="890"/>
                  </a:lnTo>
                  <a:lnTo>
                    <a:pt x="111" y="924"/>
                  </a:lnTo>
                  <a:lnTo>
                    <a:pt x="135" y="955"/>
                  </a:lnTo>
                  <a:lnTo>
                    <a:pt x="161" y="984"/>
                  </a:lnTo>
                  <a:lnTo>
                    <a:pt x="188" y="1011"/>
                  </a:lnTo>
                  <a:lnTo>
                    <a:pt x="218" y="1036"/>
                  </a:lnTo>
                  <a:lnTo>
                    <a:pt x="249" y="1058"/>
                  </a:lnTo>
                  <a:lnTo>
                    <a:pt x="281" y="1078"/>
                  </a:lnTo>
                  <a:lnTo>
                    <a:pt x="314" y="1095"/>
                  </a:lnTo>
                  <a:lnTo>
                    <a:pt x="349" y="1108"/>
                  </a:lnTo>
                  <a:lnTo>
                    <a:pt x="384" y="1119"/>
                  </a:lnTo>
                  <a:lnTo>
                    <a:pt x="419" y="1126"/>
                  </a:lnTo>
                  <a:lnTo>
                    <a:pt x="455" y="1131"/>
                  </a:lnTo>
                  <a:lnTo>
                    <a:pt x="492" y="1133"/>
                  </a:lnTo>
                  <a:lnTo>
                    <a:pt x="492" y="566"/>
                  </a:lnTo>
                  <a:lnTo>
                    <a:pt x="492" y="494"/>
                  </a:lnTo>
                  <a:lnTo>
                    <a:pt x="468" y="484"/>
                  </a:lnTo>
                  <a:lnTo>
                    <a:pt x="447" y="470"/>
                  </a:lnTo>
                  <a:lnTo>
                    <a:pt x="426" y="456"/>
                  </a:lnTo>
                  <a:lnTo>
                    <a:pt x="408" y="438"/>
                  </a:lnTo>
                  <a:lnTo>
                    <a:pt x="391" y="418"/>
                  </a:lnTo>
                  <a:lnTo>
                    <a:pt x="375" y="397"/>
                  </a:lnTo>
                  <a:lnTo>
                    <a:pt x="362" y="374"/>
                  </a:lnTo>
                  <a:lnTo>
                    <a:pt x="351" y="349"/>
                  </a:lnTo>
                  <a:lnTo>
                    <a:pt x="342" y="324"/>
                  </a:lnTo>
                  <a:lnTo>
                    <a:pt x="336" y="298"/>
                  </a:lnTo>
                  <a:lnTo>
                    <a:pt x="332" y="271"/>
                  </a:lnTo>
                  <a:lnTo>
                    <a:pt x="331" y="243"/>
                  </a:lnTo>
                  <a:lnTo>
                    <a:pt x="332" y="215"/>
                  </a:lnTo>
                  <a:lnTo>
                    <a:pt x="336" y="188"/>
                  </a:lnTo>
                  <a:lnTo>
                    <a:pt x="343" y="161"/>
                  </a:lnTo>
                  <a:lnTo>
                    <a:pt x="352" y="135"/>
                  </a:lnTo>
                  <a:lnTo>
                    <a:pt x="363" y="110"/>
                  </a:lnTo>
                  <a:lnTo>
                    <a:pt x="377" y="86"/>
                  </a:lnTo>
                  <a:lnTo>
                    <a:pt x="393" y="65"/>
                  </a:lnTo>
                  <a:lnTo>
                    <a:pt x="412" y="45"/>
                  </a:lnTo>
                  <a:lnTo>
                    <a:pt x="431" y="28"/>
                  </a:lnTo>
                  <a:lnTo>
                    <a:pt x="452" y="12"/>
                  </a:lnTo>
                  <a:lnTo>
                    <a:pt x="475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1214" name="Freeform 6"/>
            <p:cNvSpPr>
              <a:spLocks/>
            </p:cNvSpPr>
            <p:nvPr/>
          </p:nvSpPr>
          <p:spPr bwMode="blackWhite">
            <a:xfrm>
              <a:off x="2506" y="2346"/>
              <a:ext cx="1759" cy="736"/>
            </a:xfrm>
            <a:custGeom>
              <a:avLst/>
              <a:gdLst>
                <a:gd name="T0" fmla="*/ 12 w 1136"/>
                <a:gd name="T1" fmla="*/ 177 h 491"/>
                <a:gd name="T2" fmla="*/ 67 w 1136"/>
                <a:gd name="T3" fmla="*/ 420 h 491"/>
                <a:gd name="T4" fmla="*/ 167 w 1136"/>
                <a:gd name="T5" fmla="*/ 649 h 491"/>
                <a:gd name="T6" fmla="*/ 311 w 1136"/>
                <a:gd name="T7" fmla="*/ 865 h 491"/>
                <a:gd name="T8" fmla="*/ 494 w 1136"/>
                <a:gd name="T9" fmla="*/ 1066 h 491"/>
                <a:gd name="T10" fmla="*/ 712 w 1136"/>
                <a:gd name="T11" fmla="*/ 1240 h 491"/>
                <a:gd name="T12" fmla="*/ 962 w 1136"/>
                <a:gd name="T13" fmla="*/ 1388 h 491"/>
                <a:gd name="T14" fmla="*/ 1233 w 1136"/>
                <a:gd name="T15" fmla="*/ 1505 h 491"/>
                <a:gd name="T16" fmla="*/ 1525 w 1136"/>
                <a:gd name="T17" fmla="*/ 1590 h 491"/>
                <a:gd name="T18" fmla="*/ 1829 w 1136"/>
                <a:gd name="T19" fmla="*/ 1638 h 491"/>
                <a:gd name="T20" fmla="*/ 2138 w 1136"/>
                <a:gd name="T21" fmla="*/ 1652 h 491"/>
                <a:gd name="T22" fmla="*/ 2450 w 1136"/>
                <a:gd name="T23" fmla="*/ 1631 h 491"/>
                <a:gd name="T24" fmla="*/ 2750 w 1136"/>
                <a:gd name="T25" fmla="*/ 1572 h 491"/>
                <a:gd name="T26" fmla="*/ 3040 w 1136"/>
                <a:gd name="T27" fmla="*/ 1482 h 491"/>
                <a:gd name="T28" fmla="*/ 3311 w 1136"/>
                <a:gd name="T29" fmla="*/ 1355 h 491"/>
                <a:gd name="T30" fmla="*/ 3549 w 1136"/>
                <a:gd name="T31" fmla="*/ 1202 h 491"/>
                <a:gd name="T32" fmla="*/ 3761 w 1136"/>
                <a:gd name="T33" fmla="*/ 1021 h 491"/>
                <a:gd name="T34" fmla="*/ 3935 w 1136"/>
                <a:gd name="T35" fmla="*/ 818 h 491"/>
                <a:gd name="T36" fmla="*/ 4069 w 1136"/>
                <a:gd name="T37" fmla="*/ 600 h 491"/>
                <a:gd name="T38" fmla="*/ 4162 w 1136"/>
                <a:gd name="T39" fmla="*/ 364 h 491"/>
                <a:gd name="T40" fmla="*/ 4205 w 1136"/>
                <a:gd name="T41" fmla="*/ 123 h 491"/>
                <a:gd name="T42" fmla="*/ 2106 w 1136"/>
                <a:gd name="T43" fmla="*/ 0 h 491"/>
                <a:gd name="T44" fmla="*/ 1796 w 1136"/>
                <a:gd name="T45" fmla="*/ 73 h 491"/>
                <a:gd name="T46" fmla="*/ 1691 w 1136"/>
                <a:gd name="T47" fmla="*/ 208 h 491"/>
                <a:gd name="T48" fmla="*/ 1544 w 1136"/>
                <a:gd name="T49" fmla="*/ 319 h 491"/>
                <a:gd name="T50" fmla="*/ 1377 w 1136"/>
                <a:gd name="T51" fmla="*/ 400 h 491"/>
                <a:gd name="T52" fmla="*/ 1186 w 1136"/>
                <a:gd name="T53" fmla="*/ 451 h 491"/>
                <a:gd name="T54" fmla="*/ 996 w 1136"/>
                <a:gd name="T55" fmla="*/ 465 h 491"/>
                <a:gd name="T56" fmla="*/ 779 w 1136"/>
                <a:gd name="T57" fmla="*/ 468 h 491"/>
                <a:gd name="T58" fmla="*/ 571 w 1136"/>
                <a:gd name="T59" fmla="*/ 433 h 491"/>
                <a:gd name="T60" fmla="*/ 375 w 1136"/>
                <a:gd name="T61" fmla="*/ 364 h 491"/>
                <a:gd name="T62" fmla="*/ 201 w 1136"/>
                <a:gd name="T63" fmla="*/ 258 h 491"/>
                <a:gd name="T64" fmla="*/ 60 w 1136"/>
                <a:gd name="T65" fmla="*/ 130 h 4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36"/>
                <a:gd name="T100" fmla="*/ 0 h 491"/>
                <a:gd name="T101" fmla="*/ 1136 w 1136"/>
                <a:gd name="T102" fmla="*/ 491 h 49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36" h="491">
                  <a:moveTo>
                    <a:pt x="0" y="17"/>
                  </a:moveTo>
                  <a:lnTo>
                    <a:pt x="3" y="53"/>
                  </a:lnTo>
                  <a:lnTo>
                    <a:pt x="9" y="89"/>
                  </a:lnTo>
                  <a:lnTo>
                    <a:pt x="18" y="125"/>
                  </a:lnTo>
                  <a:lnTo>
                    <a:pt x="31" y="159"/>
                  </a:lnTo>
                  <a:lnTo>
                    <a:pt x="45" y="193"/>
                  </a:lnTo>
                  <a:lnTo>
                    <a:pt x="63" y="226"/>
                  </a:lnTo>
                  <a:lnTo>
                    <a:pt x="84" y="257"/>
                  </a:lnTo>
                  <a:lnTo>
                    <a:pt x="108" y="287"/>
                  </a:lnTo>
                  <a:lnTo>
                    <a:pt x="133" y="316"/>
                  </a:lnTo>
                  <a:lnTo>
                    <a:pt x="161" y="343"/>
                  </a:lnTo>
                  <a:lnTo>
                    <a:pt x="192" y="368"/>
                  </a:lnTo>
                  <a:lnTo>
                    <a:pt x="224" y="391"/>
                  </a:lnTo>
                  <a:lnTo>
                    <a:pt x="259" y="412"/>
                  </a:lnTo>
                  <a:lnTo>
                    <a:pt x="295" y="430"/>
                  </a:lnTo>
                  <a:lnTo>
                    <a:pt x="332" y="447"/>
                  </a:lnTo>
                  <a:lnTo>
                    <a:pt x="371" y="460"/>
                  </a:lnTo>
                  <a:lnTo>
                    <a:pt x="411" y="472"/>
                  </a:lnTo>
                  <a:lnTo>
                    <a:pt x="452" y="480"/>
                  </a:lnTo>
                  <a:lnTo>
                    <a:pt x="493" y="486"/>
                  </a:lnTo>
                  <a:lnTo>
                    <a:pt x="534" y="489"/>
                  </a:lnTo>
                  <a:lnTo>
                    <a:pt x="576" y="490"/>
                  </a:lnTo>
                  <a:lnTo>
                    <a:pt x="618" y="489"/>
                  </a:lnTo>
                  <a:lnTo>
                    <a:pt x="660" y="484"/>
                  </a:lnTo>
                  <a:lnTo>
                    <a:pt x="701" y="476"/>
                  </a:lnTo>
                  <a:lnTo>
                    <a:pt x="741" y="467"/>
                  </a:lnTo>
                  <a:lnTo>
                    <a:pt x="781" y="454"/>
                  </a:lnTo>
                  <a:lnTo>
                    <a:pt x="819" y="440"/>
                  </a:lnTo>
                  <a:lnTo>
                    <a:pt x="856" y="422"/>
                  </a:lnTo>
                  <a:lnTo>
                    <a:pt x="892" y="402"/>
                  </a:lnTo>
                  <a:lnTo>
                    <a:pt x="925" y="381"/>
                  </a:lnTo>
                  <a:lnTo>
                    <a:pt x="956" y="357"/>
                  </a:lnTo>
                  <a:lnTo>
                    <a:pt x="986" y="331"/>
                  </a:lnTo>
                  <a:lnTo>
                    <a:pt x="1013" y="303"/>
                  </a:lnTo>
                  <a:lnTo>
                    <a:pt x="1038" y="274"/>
                  </a:lnTo>
                  <a:lnTo>
                    <a:pt x="1060" y="243"/>
                  </a:lnTo>
                  <a:lnTo>
                    <a:pt x="1079" y="211"/>
                  </a:lnTo>
                  <a:lnTo>
                    <a:pt x="1096" y="178"/>
                  </a:lnTo>
                  <a:lnTo>
                    <a:pt x="1110" y="143"/>
                  </a:lnTo>
                  <a:lnTo>
                    <a:pt x="1121" y="108"/>
                  </a:lnTo>
                  <a:lnTo>
                    <a:pt x="1128" y="73"/>
                  </a:lnTo>
                  <a:lnTo>
                    <a:pt x="1133" y="37"/>
                  </a:lnTo>
                  <a:lnTo>
                    <a:pt x="1135" y="0"/>
                  </a:lnTo>
                  <a:lnTo>
                    <a:pt x="567" y="0"/>
                  </a:lnTo>
                  <a:lnTo>
                    <a:pt x="495" y="0"/>
                  </a:lnTo>
                  <a:lnTo>
                    <a:pt x="484" y="22"/>
                  </a:lnTo>
                  <a:lnTo>
                    <a:pt x="470" y="43"/>
                  </a:lnTo>
                  <a:lnTo>
                    <a:pt x="455" y="62"/>
                  </a:lnTo>
                  <a:lnTo>
                    <a:pt x="436" y="80"/>
                  </a:lnTo>
                  <a:lnTo>
                    <a:pt x="416" y="95"/>
                  </a:lnTo>
                  <a:lnTo>
                    <a:pt x="394" y="108"/>
                  </a:lnTo>
                  <a:lnTo>
                    <a:pt x="371" y="119"/>
                  </a:lnTo>
                  <a:lnTo>
                    <a:pt x="346" y="128"/>
                  </a:lnTo>
                  <a:lnTo>
                    <a:pt x="320" y="134"/>
                  </a:lnTo>
                  <a:lnTo>
                    <a:pt x="295" y="137"/>
                  </a:lnTo>
                  <a:lnTo>
                    <a:pt x="268" y="138"/>
                  </a:lnTo>
                  <a:lnTo>
                    <a:pt x="238" y="140"/>
                  </a:lnTo>
                  <a:lnTo>
                    <a:pt x="210" y="139"/>
                  </a:lnTo>
                  <a:lnTo>
                    <a:pt x="181" y="136"/>
                  </a:lnTo>
                  <a:lnTo>
                    <a:pt x="154" y="129"/>
                  </a:lnTo>
                  <a:lnTo>
                    <a:pt x="126" y="119"/>
                  </a:lnTo>
                  <a:lnTo>
                    <a:pt x="101" y="108"/>
                  </a:lnTo>
                  <a:lnTo>
                    <a:pt x="76" y="94"/>
                  </a:lnTo>
                  <a:lnTo>
                    <a:pt x="54" y="77"/>
                  </a:lnTo>
                  <a:lnTo>
                    <a:pt x="34" y="60"/>
                  </a:lnTo>
                  <a:lnTo>
                    <a:pt x="16" y="39"/>
                  </a:lnTo>
                  <a:lnTo>
                    <a:pt x="0" y="17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1215" name="Freeform 7"/>
            <p:cNvSpPr>
              <a:spLocks/>
            </p:cNvSpPr>
            <p:nvPr/>
          </p:nvSpPr>
          <p:spPr bwMode="blackWhite">
            <a:xfrm>
              <a:off x="2761" y="912"/>
              <a:ext cx="768" cy="1704"/>
            </a:xfrm>
            <a:custGeom>
              <a:avLst/>
              <a:gdLst>
                <a:gd name="T0" fmla="*/ 209 w 496"/>
                <a:gd name="T1" fmla="*/ 3819 h 1137"/>
                <a:gd name="T2" fmla="*/ 468 w 496"/>
                <a:gd name="T3" fmla="*/ 3766 h 1137"/>
                <a:gd name="T4" fmla="*/ 717 w 496"/>
                <a:gd name="T5" fmla="*/ 3679 h 1137"/>
                <a:gd name="T6" fmla="*/ 949 w 496"/>
                <a:gd name="T7" fmla="*/ 3550 h 1137"/>
                <a:gd name="T8" fmla="*/ 1171 w 496"/>
                <a:gd name="T9" fmla="*/ 3395 h 1137"/>
                <a:gd name="T10" fmla="*/ 1359 w 496"/>
                <a:gd name="T11" fmla="*/ 3201 h 1137"/>
                <a:gd name="T12" fmla="*/ 1525 w 496"/>
                <a:gd name="T13" fmla="*/ 2985 h 1137"/>
                <a:gd name="T14" fmla="*/ 1657 w 496"/>
                <a:gd name="T15" fmla="*/ 2747 h 1137"/>
                <a:gd name="T16" fmla="*/ 1753 w 496"/>
                <a:gd name="T17" fmla="*/ 2491 h 1137"/>
                <a:gd name="T18" fmla="*/ 1813 w 496"/>
                <a:gd name="T19" fmla="*/ 2221 h 1137"/>
                <a:gd name="T20" fmla="*/ 1836 w 496"/>
                <a:gd name="T21" fmla="*/ 1945 h 1137"/>
                <a:gd name="T22" fmla="*/ 1822 w 496"/>
                <a:gd name="T23" fmla="*/ 1670 h 1137"/>
                <a:gd name="T24" fmla="*/ 1767 w 496"/>
                <a:gd name="T25" fmla="*/ 1400 h 1137"/>
                <a:gd name="T26" fmla="*/ 1678 w 496"/>
                <a:gd name="T27" fmla="*/ 1140 h 1137"/>
                <a:gd name="T28" fmla="*/ 1551 w 496"/>
                <a:gd name="T29" fmla="*/ 896 h 1137"/>
                <a:gd name="T30" fmla="*/ 1395 w 496"/>
                <a:gd name="T31" fmla="*/ 674 h 1137"/>
                <a:gd name="T32" fmla="*/ 1212 w 496"/>
                <a:gd name="T33" fmla="*/ 478 h 1137"/>
                <a:gd name="T34" fmla="*/ 1002 w 496"/>
                <a:gd name="T35" fmla="*/ 310 h 1137"/>
                <a:gd name="T36" fmla="*/ 770 w 496"/>
                <a:gd name="T37" fmla="*/ 175 h 1137"/>
                <a:gd name="T38" fmla="*/ 523 w 496"/>
                <a:gd name="T39" fmla="*/ 81 h 1137"/>
                <a:gd name="T40" fmla="*/ 263 w 496"/>
                <a:gd name="T41" fmla="*/ 22 h 1137"/>
                <a:gd name="T42" fmla="*/ 0 w 496"/>
                <a:gd name="T43" fmla="*/ 0 h 1137"/>
                <a:gd name="T44" fmla="*/ 93 w 496"/>
                <a:gd name="T45" fmla="*/ 2059 h 1137"/>
                <a:gd name="T46" fmla="*/ 259 w 496"/>
                <a:gd name="T47" fmla="*/ 2206 h 1137"/>
                <a:gd name="T48" fmla="*/ 401 w 496"/>
                <a:gd name="T49" fmla="*/ 2377 h 1137"/>
                <a:gd name="T50" fmla="*/ 508 w 496"/>
                <a:gd name="T51" fmla="*/ 2573 h 1137"/>
                <a:gd name="T52" fmla="*/ 581 w 496"/>
                <a:gd name="T53" fmla="*/ 2788 h 1137"/>
                <a:gd name="T54" fmla="*/ 609 w 496"/>
                <a:gd name="T55" fmla="*/ 3009 h 1137"/>
                <a:gd name="T56" fmla="*/ 590 w 496"/>
                <a:gd name="T57" fmla="*/ 3194 h 1137"/>
                <a:gd name="T58" fmla="*/ 534 w 496"/>
                <a:gd name="T59" fmla="*/ 3374 h 1137"/>
                <a:gd name="T60" fmla="*/ 441 w 496"/>
                <a:gd name="T61" fmla="*/ 3535 h 1137"/>
                <a:gd name="T62" fmla="*/ 311 w 496"/>
                <a:gd name="T63" fmla="*/ 3672 h 1137"/>
                <a:gd name="T64" fmla="*/ 161 w 496"/>
                <a:gd name="T65" fmla="*/ 3784 h 11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96"/>
                <a:gd name="T100" fmla="*/ 0 h 1137"/>
                <a:gd name="T101" fmla="*/ 496 w 496"/>
                <a:gd name="T102" fmla="*/ 1137 h 11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96" h="1137">
                  <a:moveTo>
                    <a:pt x="20" y="1136"/>
                  </a:moveTo>
                  <a:lnTo>
                    <a:pt x="56" y="1134"/>
                  </a:lnTo>
                  <a:lnTo>
                    <a:pt x="91" y="1128"/>
                  </a:lnTo>
                  <a:lnTo>
                    <a:pt x="126" y="1119"/>
                  </a:lnTo>
                  <a:lnTo>
                    <a:pt x="160" y="1107"/>
                  </a:lnTo>
                  <a:lnTo>
                    <a:pt x="193" y="1093"/>
                  </a:lnTo>
                  <a:lnTo>
                    <a:pt x="225" y="1076"/>
                  </a:lnTo>
                  <a:lnTo>
                    <a:pt x="256" y="1055"/>
                  </a:lnTo>
                  <a:lnTo>
                    <a:pt x="287" y="1033"/>
                  </a:lnTo>
                  <a:lnTo>
                    <a:pt x="315" y="1008"/>
                  </a:lnTo>
                  <a:lnTo>
                    <a:pt x="341" y="981"/>
                  </a:lnTo>
                  <a:lnTo>
                    <a:pt x="366" y="951"/>
                  </a:lnTo>
                  <a:lnTo>
                    <a:pt x="390" y="920"/>
                  </a:lnTo>
                  <a:lnTo>
                    <a:pt x="411" y="887"/>
                  </a:lnTo>
                  <a:lnTo>
                    <a:pt x="429" y="852"/>
                  </a:lnTo>
                  <a:lnTo>
                    <a:pt x="446" y="816"/>
                  </a:lnTo>
                  <a:lnTo>
                    <a:pt x="460" y="779"/>
                  </a:lnTo>
                  <a:lnTo>
                    <a:pt x="472" y="740"/>
                  </a:lnTo>
                  <a:lnTo>
                    <a:pt x="481" y="700"/>
                  </a:lnTo>
                  <a:lnTo>
                    <a:pt x="488" y="660"/>
                  </a:lnTo>
                  <a:lnTo>
                    <a:pt x="492" y="619"/>
                  </a:lnTo>
                  <a:lnTo>
                    <a:pt x="495" y="578"/>
                  </a:lnTo>
                  <a:lnTo>
                    <a:pt x="494" y="537"/>
                  </a:lnTo>
                  <a:lnTo>
                    <a:pt x="491" y="496"/>
                  </a:lnTo>
                  <a:lnTo>
                    <a:pt x="485" y="456"/>
                  </a:lnTo>
                  <a:lnTo>
                    <a:pt x="476" y="416"/>
                  </a:lnTo>
                  <a:lnTo>
                    <a:pt x="465" y="377"/>
                  </a:lnTo>
                  <a:lnTo>
                    <a:pt x="452" y="339"/>
                  </a:lnTo>
                  <a:lnTo>
                    <a:pt x="436" y="302"/>
                  </a:lnTo>
                  <a:lnTo>
                    <a:pt x="418" y="266"/>
                  </a:lnTo>
                  <a:lnTo>
                    <a:pt x="399" y="232"/>
                  </a:lnTo>
                  <a:lnTo>
                    <a:pt x="376" y="200"/>
                  </a:lnTo>
                  <a:lnTo>
                    <a:pt x="352" y="170"/>
                  </a:lnTo>
                  <a:lnTo>
                    <a:pt x="327" y="142"/>
                  </a:lnTo>
                  <a:lnTo>
                    <a:pt x="299" y="115"/>
                  </a:lnTo>
                  <a:lnTo>
                    <a:pt x="270" y="92"/>
                  </a:lnTo>
                  <a:lnTo>
                    <a:pt x="239" y="71"/>
                  </a:lnTo>
                  <a:lnTo>
                    <a:pt x="207" y="52"/>
                  </a:lnTo>
                  <a:lnTo>
                    <a:pt x="175" y="37"/>
                  </a:lnTo>
                  <a:lnTo>
                    <a:pt x="141" y="24"/>
                  </a:lnTo>
                  <a:lnTo>
                    <a:pt x="106" y="14"/>
                  </a:lnTo>
                  <a:lnTo>
                    <a:pt x="71" y="7"/>
                  </a:lnTo>
                  <a:lnTo>
                    <a:pt x="36" y="2"/>
                  </a:lnTo>
                  <a:lnTo>
                    <a:pt x="0" y="0"/>
                  </a:lnTo>
                  <a:lnTo>
                    <a:pt x="0" y="594"/>
                  </a:lnTo>
                  <a:lnTo>
                    <a:pt x="25" y="612"/>
                  </a:lnTo>
                  <a:lnTo>
                    <a:pt x="49" y="632"/>
                  </a:lnTo>
                  <a:lnTo>
                    <a:pt x="70" y="655"/>
                  </a:lnTo>
                  <a:lnTo>
                    <a:pt x="91" y="680"/>
                  </a:lnTo>
                  <a:lnTo>
                    <a:pt x="108" y="706"/>
                  </a:lnTo>
                  <a:lnTo>
                    <a:pt x="124" y="735"/>
                  </a:lnTo>
                  <a:lnTo>
                    <a:pt x="137" y="765"/>
                  </a:lnTo>
                  <a:lnTo>
                    <a:pt x="148" y="796"/>
                  </a:lnTo>
                  <a:lnTo>
                    <a:pt x="156" y="828"/>
                  </a:lnTo>
                  <a:lnTo>
                    <a:pt x="161" y="860"/>
                  </a:lnTo>
                  <a:lnTo>
                    <a:pt x="164" y="894"/>
                  </a:lnTo>
                  <a:lnTo>
                    <a:pt x="164" y="921"/>
                  </a:lnTo>
                  <a:lnTo>
                    <a:pt x="159" y="949"/>
                  </a:lnTo>
                  <a:lnTo>
                    <a:pt x="153" y="976"/>
                  </a:lnTo>
                  <a:lnTo>
                    <a:pt x="144" y="1002"/>
                  </a:lnTo>
                  <a:lnTo>
                    <a:pt x="132" y="1027"/>
                  </a:lnTo>
                  <a:lnTo>
                    <a:pt x="119" y="1050"/>
                  </a:lnTo>
                  <a:lnTo>
                    <a:pt x="102" y="1072"/>
                  </a:lnTo>
                  <a:lnTo>
                    <a:pt x="84" y="1091"/>
                  </a:lnTo>
                  <a:lnTo>
                    <a:pt x="65" y="1109"/>
                  </a:lnTo>
                  <a:lnTo>
                    <a:pt x="43" y="1124"/>
                  </a:lnTo>
                  <a:lnTo>
                    <a:pt x="20" y="113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1205" name="Oval 8"/>
          <p:cNvSpPr>
            <a:spLocks noChangeArrowheads="1"/>
          </p:cNvSpPr>
          <p:nvPr/>
        </p:nvSpPr>
        <p:spPr bwMode="blackWhite">
          <a:xfrm>
            <a:off x="4032250" y="2990850"/>
            <a:ext cx="873125" cy="8461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51206" name="Rectangle 9"/>
          <p:cNvSpPr>
            <a:spLocks noChangeArrowheads="1"/>
          </p:cNvSpPr>
          <p:nvPr/>
        </p:nvSpPr>
        <p:spPr bwMode="auto">
          <a:xfrm rot="5400000">
            <a:off x="4408488" y="2052638"/>
            <a:ext cx="1260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1207" name="Rectangle 10"/>
          <p:cNvSpPr>
            <a:spLocks noChangeArrowheads="1"/>
          </p:cNvSpPr>
          <p:nvPr/>
        </p:nvSpPr>
        <p:spPr bwMode="auto">
          <a:xfrm>
            <a:off x="5119688" y="3851275"/>
            <a:ext cx="1301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1208" name="Rectangle 11"/>
          <p:cNvSpPr>
            <a:spLocks noChangeArrowheads="1"/>
          </p:cNvSpPr>
          <p:nvPr/>
        </p:nvSpPr>
        <p:spPr bwMode="auto">
          <a:xfrm rot="16200000" flipH="1">
            <a:off x="3342481" y="4528344"/>
            <a:ext cx="1255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1209" name="Rectangle 12"/>
          <p:cNvSpPr>
            <a:spLocks noChangeArrowheads="1"/>
          </p:cNvSpPr>
          <p:nvPr/>
        </p:nvSpPr>
        <p:spPr bwMode="auto">
          <a:xfrm>
            <a:off x="2703513" y="2755900"/>
            <a:ext cx="1298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121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121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4B57E14-D3E4-4FE7-8B77-8C4EE1FEDDC8}" type="slidenum">
              <a:rPr lang="zh-CN" altLang="en-US" smtClean="0"/>
              <a:pPr defTabSz="895350"/>
              <a:t>48</a:t>
            </a:fld>
            <a:endParaRPr lang="en-US" altLang="zh-CN"/>
          </a:p>
        </p:txBody>
      </p:sp>
      <p:sp>
        <p:nvSpPr>
          <p:cNvPr id="52227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BOX</a:t>
            </a:r>
          </a:p>
        </p:txBody>
      </p:sp>
      <p:grpSp>
        <p:nvGrpSpPr>
          <p:cNvPr id="52228" name="Group 3"/>
          <p:cNvGrpSpPr>
            <a:grpSpLocks/>
          </p:cNvGrpSpPr>
          <p:nvPr/>
        </p:nvGrpSpPr>
        <p:grpSpPr bwMode="auto">
          <a:xfrm>
            <a:off x="1093788" y="1141413"/>
            <a:ext cx="6761162" cy="4460875"/>
            <a:chOff x="1320" y="1440"/>
            <a:chExt cx="3274" cy="2160"/>
          </a:xfrm>
        </p:grpSpPr>
        <p:sp>
          <p:nvSpPr>
            <p:cNvPr id="52240" name="Rectangle 4"/>
            <p:cNvSpPr>
              <a:spLocks noChangeArrowheads="1"/>
            </p:cNvSpPr>
            <p:nvPr/>
          </p:nvSpPr>
          <p:spPr bwMode="blackWhite">
            <a:xfrm>
              <a:off x="1320" y="1440"/>
              <a:ext cx="1511" cy="9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2241" name="Rectangle 5"/>
            <p:cNvSpPr>
              <a:spLocks noChangeArrowheads="1"/>
            </p:cNvSpPr>
            <p:nvPr/>
          </p:nvSpPr>
          <p:spPr bwMode="blackWhite">
            <a:xfrm>
              <a:off x="3083" y="1440"/>
              <a:ext cx="1511" cy="9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2242" name="Rectangle 6"/>
            <p:cNvSpPr>
              <a:spLocks noChangeArrowheads="1"/>
            </p:cNvSpPr>
            <p:nvPr/>
          </p:nvSpPr>
          <p:spPr bwMode="blackWhite">
            <a:xfrm>
              <a:off x="1320" y="2616"/>
              <a:ext cx="1511" cy="9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2243" name="Rectangle 7"/>
            <p:cNvSpPr>
              <a:spLocks noChangeArrowheads="1"/>
            </p:cNvSpPr>
            <p:nvPr/>
          </p:nvSpPr>
          <p:spPr bwMode="blackWhite">
            <a:xfrm>
              <a:off x="3083" y="2616"/>
              <a:ext cx="1511" cy="9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 eaLnBrk="0" hangingPunct="0"/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52229" name="Rectangle 8"/>
          <p:cNvSpPr>
            <a:spLocks noChangeArrowheads="1"/>
          </p:cNvSpPr>
          <p:nvPr/>
        </p:nvSpPr>
        <p:spPr bwMode="auto">
          <a:xfrm>
            <a:off x="1192213" y="1179513"/>
            <a:ext cx="2986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2230" name="Rectangle 9"/>
          <p:cNvSpPr>
            <a:spLocks noChangeArrowheads="1"/>
          </p:cNvSpPr>
          <p:nvPr/>
        </p:nvSpPr>
        <p:spPr bwMode="auto">
          <a:xfrm>
            <a:off x="4799013" y="1179513"/>
            <a:ext cx="2987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2231" name="Rectangle 10"/>
          <p:cNvSpPr>
            <a:spLocks noChangeArrowheads="1"/>
          </p:cNvSpPr>
          <p:nvPr/>
        </p:nvSpPr>
        <p:spPr bwMode="auto">
          <a:xfrm>
            <a:off x="4799013" y="5319713"/>
            <a:ext cx="2987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2232" name="Rectangle 11"/>
          <p:cNvSpPr>
            <a:spLocks noChangeArrowheads="1"/>
          </p:cNvSpPr>
          <p:nvPr/>
        </p:nvSpPr>
        <p:spPr bwMode="auto">
          <a:xfrm>
            <a:off x="1192213" y="5319713"/>
            <a:ext cx="2986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grpSp>
        <p:nvGrpSpPr>
          <p:cNvPr id="52233" name="Group 12"/>
          <p:cNvGrpSpPr>
            <a:grpSpLocks/>
          </p:cNvGrpSpPr>
          <p:nvPr/>
        </p:nvGrpSpPr>
        <p:grpSpPr bwMode="auto">
          <a:xfrm>
            <a:off x="2616200" y="1582738"/>
            <a:ext cx="3733800" cy="3625850"/>
            <a:chOff x="2244" y="1767"/>
            <a:chExt cx="2029" cy="2029"/>
          </a:xfrm>
        </p:grpSpPr>
        <p:sp>
          <p:nvSpPr>
            <p:cNvPr id="52236" name="Freeform 13"/>
            <p:cNvSpPr>
              <a:spLocks/>
            </p:cNvSpPr>
            <p:nvPr/>
          </p:nvSpPr>
          <p:spPr bwMode="blackWhite">
            <a:xfrm>
              <a:off x="2366" y="1767"/>
              <a:ext cx="1058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52237" name="Freeform 14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52238" name="Freeform 15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52239" name="Freeform 16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223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223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576A6AA-F91D-45F4-B164-0885CD5E49A6}" type="slidenum">
              <a:rPr lang="zh-CN" altLang="en-US" smtClean="0"/>
              <a:pPr defTabSz="895350"/>
              <a:t>49</a:t>
            </a:fld>
            <a:endParaRPr lang="en-US" altLang="zh-CN"/>
          </a:p>
        </p:txBody>
      </p:sp>
      <p:sp>
        <p:nvSpPr>
          <p:cNvPr id="5325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BOX</a:t>
            </a:r>
          </a:p>
        </p:txBody>
      </p:sp>
      <p:sp>
        <p:nvSpPr>
          <p:cNvPr id="53252" name="Freeform 3"/>
          <p:cNvSpPr>
            <a:spLocks/>
          </p:cNvSpPr>
          <p:nvPr/>
        </p:nvSpPr>
        <p:spPr bwMode="blackWhite">
          <a:xfrm>
            <a:off x="1566863" y="1141413"/>
            <a:ext cx="2706687" cy="2041525"/>
          </a:xfrm>
          <a:custGeom>
            <a:avLst/>
            <a:gdLst>
              <a:gd name="T0" fmla="*/ 2147483647 w 1705"/>
              <a:gd name="T1" fmla="*/ 0 h 1286"/>
              <a:gd name="T2" fmla="*/ 2147483647 w 1705"/>
              <a:gd name="T3" fmla="*/ 2147483647 h 1286"/>
              <a:gd name="T4" fmla="*/ 2147483647 w 1705"/>
              <a:gd name="T5" fmla="*/ 2147483647 h 1286"/>
              <a:gd name="T6" fmla="*/ 2147483647 w 1705"/>
              <a:gd name="T7" fmla="*/ 2147483647 h 1286"/>
              <a:gd name="T8" fmla="*/ 2147483647 w 1705"/>
              <a:gd name="T9" fmla="*/ 2147483647 h 1286"/>
              <a:gd name="T10" fmla="*/ 2147483647 w 1705"/>
              <a:gd name="T11" fmla="*/ 2147483647 h 1286"/>
              <a:gd name="T12" fmla="*/ 2147483647 w 1705"/>
              <a:gd name="T13" fmla="*/ 2147483647 h 1286"/>
              <a:gd name="T14" fmla="*/ 2147483647 w 1705"/>
              <a:gd name="T15" fmla="*/ 2147483647 h 1286"/>
              <a:gd name="T16" fmla="*/ 2147483647 w 1705"/>
              <a:gd name="T17" fmla="*/ 2147483647 h 1286"/>
              <a:gd name="T18" fmla="*/ 2147483647 w 1705"/>
              <a:gd name="T19" fmla="*/ 2147483647 h 1286"/>
              <a:gd name="T20" fmla="*/ 2147483647 w 1705"/>
              <a:gd name="T21" fmla="*/ 2147483647 h 1286"/>
              <a:gd name="T22" fmla="*/ 2147483647 w 1705"/>
              <a:gd name="T23" fmla="*/ 2147483647 h 1286"/>
              <a:gd name="T24" fmla="*/ 2147483647 w 1705"/>
              <a:gd name="T25" fmla="*/ 2147483647 h 1286"/>
              <a:gd name="T26" fmla="*/ 2147483647 w 1705"/>
              <a:gd name="T27" fmla="*/ 2147483647 h 1286"/>
              <a:gd name="T28" fmla="*/ 2147483647 w 1705"/>
              <a:gd name="T29" fmla="*/ 2147483647 h 1286"/>
              <a:gd name="T30" fmla="*/ 2147483647 w 1705"/>
              <a:gd name="T31" fmla="*/ 2147483647 h 1286"/>
              <a:gd name="T32" fmla="*/ 2147483647 w 1705"/>
              <a:gd name="T33" fmla="*/ 2147483647 h 1286"/>
              <a:gd name="T34" fmla="*/ 2147483647 w 1705"/>
              <a:gd name="T35" fmla="*/ 2147483647 h 1286"/>
              <a:gd name="T36" fmla="*/ 2147483647 w 1705"/>
              <a:gd name="T37" fmla="*/ 2147483647 h 1286"/>
              <a:gd name="T38" fmla="*/ 2147483647 w 1705"/>
              <a:gd name="T39" fmla="*/ 2147483647 h 1286"/>
              <a:gd name="T40" fmla="*/ 2147483647 w 1705"/>
              <a:gd name="T41" fmla="*/ 2147483647 h 1286"/>
              <a:gd name="T42" fmla="*/ 2147483647 w 1705"/>
              <a:gd name="T43" fmla="*/ 2147483647 h 1286"/>
              <a:gd name="T44" fmla="*/ 2147483647 w 1705"/>
              <a:gd name="T45" fmla="*/ 2147483647 h 1286"/>
              <a:gd name="T46" fmla="*/ 2147483647 w 1705"/>
              <a:gd name="T47" fmla="*/ 2147483647 h 1286"/>
              <a:gd name="T48" fmla="*/ 2147483647 w 1705"/>
              <a:gd name="T49" fmla="*/ 2147483647 h 1286"/>
              <a:gd name="T50" fmla="*/ 2147483647 w 1705"/>
              <a:gd name="T51" fmla="*/ 2147483647 h 1286"/>
              <a:gd name="T52" fmla="*/ 2147483647 w 1705"/>
              <a:gd name="T53" fmla="*/ 2147483647 h 1286"/>
              <a:gd name="T54" fmla="*/ 2147483647 w 1705"/>
              <a:gd name="T55" fmla="*/ 2147483647 h 1286"/>
              <a:gd name="T56" fmla="*/ 2147483647 w 1705"/>
              <a:gd name="T57" fmla="*/ 2147483647 h 1286"/>
              <a:gd name="T58" fmla="*/ 2147483647 w 1705"/>
              <a:gd name="T59" fmla="*/ 2147483647 h 1286"/>
              <a:gd name="T60" fmla="*/ 2147483647 w 1705"/>
              <a:gd name="T61" fmla="*/ 2147483647 h 1286"/>
              <a:gd name="T62" fmla="*/ 2147483647 w 1705"/>
              <a:gd name="T63" fmla="*/ 2147483647 h 1286"/>
              <a:gd name="T64" fmla="*/ 2147483647 w 1705"/>
              <a:gd name="T65" fmla="*/ 2147483647 h 1286"/>
              <a:gd name="T66" fmla="*/ 2147483647 w 1705"/>
              <a:gd name="T67" fmla="*/ 2147483647 h 1286"/>
              <a:gd name="T68" fmla="*/ 2147483647 w 1705"/>
              <a:gd name="T69" fmla="*/ 2147483647 h 1286"/>
              <a:gd name="T70" fmla="*/ 2147483647 w 1705"/>
              <a:gd name="T71" fmla="*/ 2147483647 h 1286"/>
              <a:gd name="T72" fmla="*/ 2147483647 w 1705"/>
              <a:gd name="T73" fmla="*/ 2147483647 h 1286"/>
              <a:gd name="T74" fmla="*/ 2147483647 w 1705"/>
              <a:gd name="T75" fmla="*/ 2147483647 h 1286"/>
              <a:gd name="T76" fmla="*/ 2147483647 w 1705"/>
              <a:gd name="T77" fmla="*/ 2147483647 h 1286"/>
              <a:gd name="T78" fmla="*/ 2147483647 w 1705"/>
              <a:gd name="T79" fmla="*/ 2147483647 h 1286"/>
              <a:gd name="T80" fmla="*/ 2147483647 w 1705"/>
              <a:gd name="T81" fmla="*/ 2147483647 h 1286"/>
              <a:gd name="T82" fmla="*/ 2147483647 w 1705"/>
              <a:gd name="T83" fmla="*/ 2147483647 h 1286"/>
              <a:gd name="T84" fmla="*/ 2147483647 w 1705"/>
              <a:gd name="T85" fmla="*/ 2147483647 h 1286"/>
              <a:gd name="T86" fmla="*/ 2147483647 w 1705"/>
              <a:gd name="T87" fmla="*/ 2147483647 h 1286"/>
              <a:gd name="T88" fmla="*/ 2147483647 w 1705"/>
              <a:gd name="T89" fmla="*/ 2147483647 h 1286"/>
              <a:gd name="T90" fmla="*/ 2147483647 w 1705"/>
              <a:gd name="T91" fmla="*/ 2147483647 h 1286"/>
              <a:gd name="T92" fmla="*/ 0 w 1705"/>
              <a:gd name="T93" fmla="*/ 2147483647 h 1286"/>
              <a:gd name="T94" fmla="*/ 0 w 1705"/>
              <a:gd name="T95" fmla="*/ 0 h 1286"/>
              <a:gd name="T96" fmla="*/ 2147483647 w 1705"/>
              <a:gd name="T97" fmla="*/ 0 h 128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1705"/>
              <a:gd name="T148" fmla="*/ 0 h 1286"/>
              <a:gd name="T149" fmla="*/ 1705 w 1705"/>
              <a:gd name="T150" fmla="*/ 1286 h 128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1705" h="1286">
                <a:moveTo>
                  <a:pt x="1704" y="0"/>
                </a:moveTo>
                <a:lnTo>
                  <a:pt x="1704" y="1285"/>
                </a:lnTo>
                <a:lnTo>
                  <a:pt x="1693" y="1285"/>
                </a:lnTo>
                <a:lnTo>
                  <a:pt x="1156" y="1285"/>
                </a:lnTo>
                <a:lnTo>
                  <a:pt x="1157" y="1253"/>
                </a:lnTo>
                <a:lnTo>
                  <a:pt x="1160" y="1226"/>
                </a:lnTo>
                <a:lnTo>
                  <a:pt x="1163" y="1206"/>
                </a:lnTo>
                <a:lnTo>
                  <a:pt x="1169" y="1185"/>
                </a:lnTo>
                <a:lnTo>
                  <a:pt x="1176" y="1159"/>
                </a:lnTo>
                <a:lnTo>
                  <a:pt x="1186" y="1127"/>
                </a:lnTo>
                <a:lnTo>
                  <a:pt x="1199" y="1093"/>
                </a:lnTo>
                <a:lnTo>
                  <a:pt x="1212" y="1061"/>
                </a:lnTo>
                <a:lnTo>
                  <a:pt x="1230" y="1023"/>
                </a:lnTo>
                <a:lnTo>
                  <a:pt x="1254" y="976"/>
                </a:lnTo>
                <a:lnTo>
                  <a:pt x="1283" y="925"/>
                </a:lnTo>
                <a:lnTo>
                  <a:pt x="1304" y="893"/>
                </a:lnTo>
                <a:lnTo>
                  <a:pt x="1322" y="865"/>
                </a:lnTo>
                <a:lnTo>
                  <a:pt x="1346" y="832"/>
                </a:lnTo>
                <a:lnTo>
                  <a:pt x="1382" y="791"/>
                </a:lnTo>
                <a:lnTo>
                  <a:pt x="1414" y="764"/>
                </a:lnTo>
                <a:lnTo>
                  <a:pt x="1443" y="740"/>
                </a:lnTo>
                <a:lnTo>
                  <a:pt x="1474" y="720"/>
                </a:lnTo>
                <a:lnTo>
                  <a:pt x="1506" y="708"/>
                </a:lnTo>
                <a:lnTo>
                  <a:pt x="1545" y="702"/>
                </a:lnTo>
                <a:lnTo>
                  <a:pt x="1571" y="808"/>
                </a:lnTo>
                <a:lnTo>
                  <a:pt x="1672" y="517"/>
                </a:lnTo>
                <a:lnTo>
                  <a:pt x="1469" y="359"/>
                </a:lnTo>
                <a:lnTo>
                  <a:pt x="1487" y="455"/>
                </a:lnTo>
                <a:lnTo>
                  <a:pt x="1453" y="464"/>
                </a:lnTo>
                <a:lnTo>
                  <a:pt x="1406" y="484"/>
                </a:lnTo>
                <a:lnTo>
                  <a:pt x="1372" y="499"/>
                </a:lnTo>
                <a:lnTo>
                  <a:pt x="1327" y="523"/>
                </a:lnTo>
                <a:lnTo>
                  <a:pt x="1276" y="555"/>
                </a:lnTo>
                <a:lnTo>
                  <a:pt x="1241" y="581"/>
                </a:lnTo>
                <a:lnTo>
                  <a:pt x="1182" y="631"/>
                </a:lnTo>
                <a:lnTo>
                  <a:pt x="1119" y="697"/>
                </a:lnTo>
                <a:lnTo>
                  <a:pt x="1059" y="775"/>
                </a:lnTo>
                <a:lnTo>
                  <a:pt x="1030" y="818"/>
                </a:lnTo>
                <a:lnTo>
                  <a:pt x="1007" y="855"/>
                </a:lnTo>
                <a:lnTo>
                  <a:pt x="969" y="921"/>
                </a:lnTo>
                <a:lnTo>
                  <a:pt x="946" y="976"/>
                </a:lnTo>
                <a:lnTo>
                  <a:pt x="927" y="1023"/>
                </a:lnTo>
                <a:lnTo>
                  <a:pt x="912" y="1076"/>
                </a:lnTo>
                <a:lnTo>
                  <a:pt x="886" y="1171"/>
                </a:lnTo>
                <a:lnTo>
                  <a:pt x="873" y="1221"/>
                </a:lnTo>
                <a:lnTo>
                  <a:pt x="862" y="1283"/>
                </a:lnTo>
                <a:lnTo>
                  <a:pt x="0" y="1283"/>
                </a:lnTo>
                <a:lnTo>
                  <a:pt x="0" y="0"/>
                </a:lnTo>
                <a:lnTo>
                  <a:pt x="1704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3253" name="Freeform 4"/>
          <p:cNvSpPr>
            <a:spLocks/>
          </p:cNvSpPr>
          <p:nvPr/>
        </p:nvSpPr>
        <p:spPr bwMode="blackWhite">
          <a:xfrm>
            <a:off x="4700588" y="1141413"/>
            <a:ext cx="2717800" cy="2055812"/>
          </a:xfrm>
          <a:custGeom>
            <a:avLst/>
            <a:gdLst>
              <a:gd name="T0" fmla="*/ 0 w 1712"/>
              <a:gd name="T1" fmla="*/ 0 h 1295"/>
              <a:gd name="T2" fmla="*/ 2147483647 w 1712"/>
              <a:gd name="T3" fmla="*/ 2147483647 h 1295"/>
              <a:gd name="T4" fmla="*/ 2147483647 w 1712"/>
              <a:gd name="T5" fmla="*/ 2147483647 h 1295"/>
              <a:gd name="T6" fmla="*/ 2147483647 w 1712"/>
              <a:gd name="T7" fmla="*/ 2147483647 h 1295"/>
              <a:gd name="T8" fmla="*/ 2147483647 w 1712"/>
              <a:gd name="T9" fmla="*/ 2147483647 h 1295"/>
              <a:gd name="T10" fmla="*/ 2147483647 w 1712"/>
              <a:gd name="T11" fmla="*/ 2147483647 h 1295"/>
              <a:gd name="T12" fmla="*/ 2147483647 w 1712"/>
              <a:gd name="T13" fmla="*/ 2147483647 h 1295"/>
              <a:gd name="T14" fmla="*/ 2147483647 w 1712"/>
              <a:gd name="T15" fmla="*/ 2147483647 h 1295"/>
              <a:gd name="T16" fmla="*/ 2147483647 w 1712"/>
              <a:gd name="T17" fmla="*/ 2147483647 h 1295"/>
              <a:gd name="T18" fmla="*/ 2147483647 w 1712"/>
              <a:gd name="T19" fmla="*/ 2147483647 h 1295"/>
              <a:gd name="T20" fmla="*/ 2147483647 w 1712"/>
              <a:gd name="T21" fmla="*/ 2147483647 h 1295"/>
              <a:gd name="T22" fmla="*/ 2147483647 w 1712"/>
              <a:gd name="T23" fmla="*/ 2147483647 h 1295"/>
              <a:gd name="T24" fmla="*/ 2147483647 w 1712"/>
              <a:gd name="T25" fmla="*/ 2147483647 h 1295"/>
              <a:gd name="T26" fmla="*/ 2147483647 w 1712"/>
              <a:gd name="T27" fmla="*/ 2147483647 h 1295"/>
              <a:gd name="T28" fmla="*/ 2147483647 w 1712"/>
              <a:gd name="T29" fmla="*/ 2147483647 h 1295"/>
              <a:gd name="T30" fmla="*/ 2147483647 w 1712"/>
              <a:gd name="T31" fmla="*/ 2147483647 h 1295"/>
              <a:gd name="T32" fmla="*/ 2147483647 w 1712"/>
              <a:gd name="T33" fmla="*/ 2147483647 h 1295"/>
              <a:gd name="T34" fmla="*/ 2147483647 w 1712"/>
              <a:gd name="T35" fmla="*/ 2147483647 h 1295"/>
              <a:gd name="T36" fmla="*/ 2147483647 w 1712"/>
              <a:gd name="T37" fmla="*/ 2147483647 h 1295"/>
              <a:gd name="T38" fmla="*/ 2147483647 w 1712"/>
              <a:gd name="T39" fmla="*/ 2147483647 h 1295"/>
              <a:gd name="T40" fmla="*/ 2147483647 w 1712"/>
              <a:gd name="T41" fmla="*/ 2147483647 h 1295"/>
              <a:gd name="T42" fmla="*/ 2147483647 w 1712"/>
              <a:gd name="T43" fmla="*/ 2147483647 h 1295"/>
              <a:gd name="T44" fmla="*/ 2147483647 w 1712"/>
              <a:gd name="T45" fmla="*/ 2147483647 h 1295"/>
              <a:gd name="T46" fmla="*/ 2147483647 w 1712"/>
              <a:gd name="T47" fmla="*/ 2147483647 h 1295"/>
              <a:gd name="T48" fmla="*/ 2147483647 w 1712"/>
              <a:gd name="T49" fmla="*/ 2147483647 h 1295"/>
              <a:gd name="T50" fmla="*/ 2147483647 w 1712"/>
              <a:gd name="T51" fmla="*/ 2147483647 h 1295"/>
              <a:gd name="T52" fmla="*/ 2147483647 w 1712"/>
              <a:gd name="T53" fmla="*/ 2147483647 h 1295"/>
              <a:gd name="T54" fmla="*/ 2147483647 w 1712"/>
              <a:gd name="T55" fmla="*/ 2147483647 h 1295"/>
              <a:gd name="T56" fmla="*/ 2147483647 w 1712"/>
              <a:gd name="T57" fmla="*/ 2147483647 h 1295"/>
              <a:gd name="T58" fmla="*/ 2147483647 w 1712"/>
              <a:gd name="T59" fmla="*/ 2147483647 h 1295"/>
              <a:gd name="T60" fmla="*/ 2147483647 w 1712"/>
              <a:gd name="T61" fmla="*/ 2147483647 h 1295"/>
              <a:gd name="T62" fmla="*/ 0 w 1712"/>
              <a:gd name="T63" fmla="*/ 2147483647 h 129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712"/>
              <a:gd name="T97" fmla="*/ 0 h 1295"/>
              <a:gd name="T98" fmla="*/ 1712 w 1712"/>
              <a:gd name="T99" fmla="*/ 1295 h 129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712" h="1295">
                <a:moveTo>
                  <a:pt x="0" y="337"/>
                </a:moveTo>
                <a:lnTo>
                  <a:pt x="0" y="0"/>
                </a:lnTo>
                <a:lnTo>
                  <a:pt x="1711" y="0"/>
                </a:lnTo>
                <a:lnTo>
                  <a:pt x="1711" y="44"/>
                </a:lnTo>
                <a:lnTo>
                  <a:pt x="1711" y="1294"/>
                </a:lnTo>
                <a:lnTo>
                  <a:pt x="2" y="1294"/>
                </a:lnTo>
                <a:lnTo>
                  <a:pt x="2" y="666"/>
                </a:lnTo>
                <a:lnTo>
                  <a:pt x="28" y="670"/>
                </a:lnTo>
                <a:lnTo>
                  <a:pt x="60" y="676"/>
                </a:lnTo>
                <a:lnTo>
                  <a:pt x="91" y="684"/>
                </a:lnTo>
                <a:lnTo>
                  <a:pt x="126" y="694"/>
                </a:lnTo>
                <a:lnTo>
                  <a:pt x="154" y="705"/>
                </a:lnTo>
                <a:lnTo>
                  <a:pt x="181" y="719"/>
                </a:lnTo>
                <a:lnTo>
                  <a:pt x="200" y="733"/>
                </a:lnTo>
                <a:lnTo>
                  <a:pt x="227" y="751"/>
                </a:lnTo>
                <a:lnTo>
                  <a:pt x="250" y="770"/>
                </a:lnTo>
                <a:lnTo>
                  <a:pt x="272" y="791"/>
                </a:lnTo>
                <a:lnTo>
                  <a:pt x="298" y="816"/>
                </a:lnTo>
                <a:lnTo>
                  <a:pt x="327" y="846"/>
                </a:lnTo>
                <a:lnTo>
                  <a:pt x="355" y="879"/>
                </a:lnTo>
                <a:lnTo>
                  <a:pt x="379" y="910"/>
                </a:lnTo>
                <a:lnTo>
                  <a:pt x="403" y="944"/>
                </a:lnTo>
                <a:lnTo>
                  <a:pt x="423" y="978"/>
                </a:lnTo>
                <a:lnTo>
                  <a:pt x="447" y="1022"/>
                </a:lnTo>
                <a:lnTo>
                  <a:pt x="464" y="1058"/>
                </a:lnTo>
                <a:lnTo>
                  <a:pt x="483" y="1104"/>
                </a:lnTo>
                <a:lnTo>
                  <a:pt x="399" y="1129"/>
                </a:lnTo>
                <a:lnTo>
                  <a:pt x="643" y="1243"/>
                </a:lnTo>
                <a:lnTo>
                  <a:pt x="794" y="1019"/>
                </a:lnTo>
                <a:lnTo>
                  <a:pt x="714" y="1034"/>
                </a:lnTo>
                <a:lnTo>
                  <a:pt x="703" y="999"/>
                </a:lnTo>
                <a:lnTo>
                  <a:pt x="692" y="964"/>
                </a:lnTo>
                <a:lnTo>
                  <a:pt x="673" y="911"/>
                </a:lnTo>
                <a:lnTo>
                  <a:pt x="655" y="869"/>
                </a:lnTo>
                <a:lnTo>
                  <a:pt x="639" y="837"/>
                </a:lnTo>
                <a:lnTo>
                  <a:pt x="622" y="804"/>
                </a:lnTo>
                <a:lnTo>
                  <a:pt x="604" y="773"/>
                </a:lnTo>
                <a:lnTo>
                  <a:pt x="588" y="746"/>
                </a:lnTo>
                <a:lnTo>
                  <a:pt x="575" y="726"/>
                </a:lnTo>
                <a:lnTo>
                  <a:pt x="559" y="701"/>
                </a:lnTo>
                <a:lnTo>
                  <a:pt x="538" y="675"/>
                </a:lnTo>
                <a:lnTo>
                  <a:pt x="525" y="657"/>
                </a:lnTo>
                <a:lnTo>
                  <a:pt x="507" y="635"/>
                </a:lnTo>
                <a:lnTo>
                  <a:pt x="491" y="616"/>
                </a:lnTo>
                <a:lnTo>
                  <a:pt x="470" y="591"/>
                </a:lnTo>
                <a:lnTo>
                  <a:pt x="451" y="573"/>
                </a:lnTo>
                <a:lnTo>
                  <a:pt x="429" y="554"/>
                </a:lnTo>
                <a:lnTo>
                  <a:pt x="399" y="529"/>
                </a:lnTo>
                <a:lnTo>
                  <a:pt x="377" y="511"/>
                </a:lnTo>
                <a:lnTo>
                  <a:pt x="360" y="498"/>
                </a:lnTo>
                <a:lnTo>
                  <a:pt x="339" y="482"/>
                </a:lnTo>
                <a:lnTo>
                  <a:pt x="316" y="467"/>
                </a:lnTo>
                <a:lnTo>
                  <a:pt x="290" y="451"/>
                </a:lnTo>
                <a:lnTo>
                  <a:pt x="269" y="440"/>
                </a:lnTo>
                <a:lnTo>
                  <a:pt x="242" y="423"/>
                </a:lnTo>
                <a:lnTo>
                  <a:pt x="220" y="411"/>
                </a:lnTo>
                <a:lnTo>
                  <a:pt x="195" y="398"/>
                </a:lnTo>
                <a:lnTo>
                  <a:pt x="165" y="387"/>
                </a:lnTo>
                <a:lnTo>
                  <a:pt x="138" y="375"/>
                </a:lnTo>
                <a:lnTo>
                  <a:pt x="112" y="366"/>
                </a:lnTo>
                <a:lnTo>
                  <a:pt x="84" y="357"/>
                </a:lnTo>
                <a:lnTo>
                  <a:pt x="49" y="348"/>
                </a:lnTo>
                <a:lnTo>
                  <a:pt x="13" y="340"/>
                </a:lnTo>
                <a:lnTo>
                  <a:pt x="0" y="337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3254" name="Freeform 5"/>
          <p:cNvSpPr>
            <a:spLocks/>
          </p:cNvSpPr>
          <p:nvPr/>
        </p:nvSpPr>
        <p:spPr bwMode="blackWhite">
          <a:xfrm>
            <a:off x="4700588" y="3584575"/>
            <a:ext cx="2706687" cy="2039938"/>
          </a:xfrm>
          <a:custGeom>
            <a:avLst/>
            <a:gdLst>
              <a:gd name="T0" fmla="*/ 0 w 1705"/>
              <a:gd name="T1" fmla="*/ 2147483647 h 1285"/>
              <a:gd name="T2" fmla="*/ 0 w 1705"/>
              <a:gd name="T3" fmla="*/ 0 h 1285"/>
              <a:gd name="T4" fmla="*/ 2147483647 w 1705"/>
              <a:gd name="T5" fmla="*/ 0 h 1285"/>
              <a:gd name="T6" fmla="*/ 2147483647 w 1705"/>
              <a:gd name="T7" fmla="*/ 0 h 1285"/>
              <a:gd name="T8" fmla="*/ 2147483647 w 1705"/>
              <a:gd name="T9" fmla="*/ 2147483647 h 1285"/>
              <a:gd name="T10" fmla="*/ 2147483647 w 1705"/>
              <a:gd name="T11" fmla="*/ 2147483647 h 1285"/>
              <a:gd name="T12" fmla="*/ 2147483647 w 1705"/>
              <a:gd name="T13" fmla="*/ 2147483647 h 1285"/>
              <a:gd name="T14" fmla="*/ 2147483647 w 1705"/>
              <a:gd name="T15" fmla="*/ 2147483647 h 1285"/>
              <a:gd name="T16" fmla="*/ 2147483647 w 1705"/>
              <a:gd name="T17" fmla="*/ 2147483647 h 1285"/>
              <a:gd name="T18" fmla="*/ 2147483647 w 1705"/>
              <a:gd name="T19" fmla="*/ 2147483647 h 1285"/>
              <a:gd name="T20" fmla="*/ 2147483647 w 1705"/>
              <a:gd name="T21" fmla="*/ 2147483647 h 1285"/>
              <a:gd name="T22" fmla="*/ 2147483647 w 1705"/>
              <a:gd name="T23" fmla="*/ 2147483647 h 1285"/>
              <a:gd name="T24" fmla="*/ 2147483647 w 1705"/>
              <a:gd name="T25" fmla="*/ 2147483647 h 1285"/>
              <a:gd name="T26" fmla="*/ 2147483647 w 1705"/>
              <a:gd name="T27" fmla="*/ 2147483647 h 1285"/>
              <a:gd name="T28" fmla="*/ 2147483647 w 1705"/>
              <a:gd name="T29" fmla="*/ 2147483647 h 1285"/>
              <a:gd name="T30" fmla="*/ 2147483647 w 1705"/>
              <a:gd name="T31" fmla="*/ 2147483647 h 1285"/>
              <a:gd name="T32" fmla="*/ 2147483647 w 1705"/>
              <a:gd name="T33" fmla="*/ 2147483647 h 1285"/>
              <a:gd name="T34" fmla="*/ 2147483647 w 1705"/>
              <a:gd name="T35" fmla="*/ 2147483647 h 1285"/>
              <a:gd name="T36" fmla="*/ 2147483647 w 1705"/>
              <a:gd name="T37" fmla="*/ 2147483647 h 1285"/>
              <a:gd name="T38" fmla="*/ 2147483647 w 1705"/>
              <a:gd name="T39" fmla="*/ 2147483647 h 1285"/>
              <a:gd name="T40" fmla="*/ 2147483647 w 1705"/>
              <a:gd name="T41" fmla="*/ 2147483647 h 1285"/>
              <a:gd name="T42" fmla="*/ 2147483647 w 1705"/>
              <a:gd name="T43" fmla="*/ 2147483647 h 1285"/>
              <a:gd name="T44" fmla="*/ 2147483647 w 1705"/>
              <a:gd name="T45" fmla="*/ 2147483647 h 1285"/>
              <a:gd name="T46" fmla="*/ 2147483647 w 1705"/>
              <a:gd name="T47" fmla="*/ 2147483647 h 1285"/>
              <a:gd name="T48" fmla="*/ 2147483647 w 1705"/>
              <a:gd name="T49" fmla="*/ 2147483647 h 1285"/>
              <a:gd name="T50" fmla="*/ 2147483647 w 1705"/>
              <a:gd name="T51" fmla="*/ 2147483647 h 1285"/>
              <a:gd name="T52" fmla="*/ 2147483647 w 1705"/>
              <a:gd name="T53" fmla="*/ 2147483647 h 1285"/>
              <a:gd name="T54" fmla="*/ 2147483647 w 1705"/>
              <a:gd name="T55" fmla="*/ 2147483647 h 1285"/>
              <a:gd name="T56" fmla="*/ 2147483647 w 1705"/>
              <a:gd name="T57" fmla="*/ 2147483647 h 1285"/>
              <a:gd name="T58" fmla="*/ 2147483647 w 1705"/>
              <a:gd name="T59" fmla="*/ 2147483647 h 1285"/>
              <a:gd name="T60" fmla="*/ 2147483647 w 1705"/>
              <a:gd name="T61" fmla="*/ 2147483647 h 1285"/>
              <a:gd name="T62" fmla="*/ 2147483647 w 1705"/>
              <a:gd name="T63" fmla="*/ 2147483647 h 1285"/>
              <a:gd name="T64" fmla="*/ 2147483647 w 1705"/>
              <a:gd name="T65" fmla="*/ 2147483647 h 1285"/>
              <a:gd name="T66" fmla="*/ 2147483647 w 1705"/>
              <a:gd name="T67" fmla="*/ 2147483647 h 1285"/>
              <a:gd name="T68" fmla="*/ 2147483647 w 1705"/>
              <a:gd name="T69" fmla="*/ 2147483647 h 1285"/>
              <a:gd name="T70" fmla="*/ 2147483647 w 1705"/>
              <a:gd name="T71" fmla="*/ 2147483647 h 1285"/>
              <a:gd name="T72" fmla="*/ 2147483647 w 1705"/>
              <a:gd name="T73" fmla="*/ 2147483647 h 1285"/>
              <a:gd name="T74" fmla="*/ 2147483647 w 1705"/>
              <a:gd name="T75" fmla="*/ 2147483647 h 1285"/>
              <a:gd name="T76" fmla="*/ 2147483647 w 1705"/>
              <a:gd name="T77" fmla="*/ 2147483647 h 1285"/>
              <a:gd name="T78" fmla="*/ 2147483647 w 1705"/>
              <a:gd name="T79" fmla="*/ 2147483647 h 1285"/>
              <a:gd name="T80" fmla="*/ 2147483647 w 1705"/>
              <a:gd name="T81" fmla="*/ 2147483647 h 1285"/>
              <a:gd name="T82" fmla="*/ 2147483647 w 1705"/>
              <a:gd name="T83" fmla="*/ 2147483647 h 1285"/>
              <a:gd name="T84" fmla="*/ 2147483647 w 1705"/>
              <a:gd name="T85" fmla="*/ 2147483647 h 1285"/>
              <a:gd name="T86" fmla="*/ 2147483647 w 1705"/>
              <a:gd name="T87" fmla="*/ 2147483647 h 1285"/>
              <a:gd name="T88" fmla="*/ 2147483647 w 1705"/>
              <a:gd name="T89" fmla="*/ 2147483647 h 1285"/>
              <a:gd name="T90" fmla="*/ 2147483647 w 1705"/>
              <a:gd name="T91" fmla="*/ 2147483647 h 1285"/>
              <a:gd name="T92" fmla="*/ 2147483647 w 1705"/>
              <a:gd name="T93" fmla="*/ 2147483647 h 1285"/>
              <a:gd name="T94" fmla="*/ 2147483647 w 1705"/>
              <a:gd name="T95" fmla="*/ 2147483647 h 1285"/>
              <a:gd name="T96" fmla="*/ 0 w 1705"/>
              <a:gd name="T97" fmla="*/ 2147483647 h 128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1705"/>
              <a:gd name="T148" fmla="*/ 0 h 1285"/>
              <a:gd name="T149" fmla="*/ 1705 w 1705"/>
              <a:gd name="T150" fmla="*/ 1285 h 1285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1705" h="1285">
                <a:moveTo>
                  <a:pt x="0" y="1284"/>
                </a:moveTo>
                <a:lnTo>
                  <a:pt x="0" y="0"/>
                </a:lnTo>
                <a:lnTo>
                  <a:pt x="10" y="0"/>
                </a:lnTo>
                <a:lnTo>
                  <a:pt x="547" y="0"/>
                </a:lnTo>
                <a:lnTo>
                  <a:pt x="546" y="31"/>
                </a:lnTo>
                <a:lnTo>
                  <a:pt x="543" y="58"/>
                </a:lnTo>
                <a:lnTo>
                  <a:pt x="540" y="78"/>
                </a:lnTo>
                <a:lnTo>
                  <a:pt x="534" y="98"/>
                </a:lnTo>
                <a:lnTo>
                  <a:pt x="527" y="125"/>
                </a:lnTo>
                <a:lnTo>
                  <a:pt x="517" y="157"/>
                </a:lnTo>
                <a:lnTo>
                  <a:pt x="504" y="191"/>
                </a:lnTo>
                <a:lnTo>
                  <a:pt x="491" y="223"/>
                </a:lnTo>
                <a:lnTo>
                  <a:pt x="473" y="261"/>
                </a:lnTo>
                <a:lnTo>
                  <a:pt x="449" y="308"/>
                </a:lnTo>
                <a:lnTo>
                  <a:pt x="420" y="358"/>
                </a:lnTo>
                <a:lnTo>
                  <a:pt x="399" y="391"/>
                </a:lnTo>
                <a:lnTo>
                  <a:pt x="381" y="419"/>
                </a:lnTo>
                <a:lnTo>
                  <a:pt x="357" y="451"/>
                </a:lnTo>
                <a:lnTo>
                  <a:pt x="321" y="493"/>
                </a:lnTo>
                <a:lnTo>
                  <a:pt x="289" y="520"/>
                </a:lnTo>
                <a:lnTo>
                  <a:pt x="260" y="543"/>
                </a:lnTo>
                <a:lnTo>
                  <a:pt x="229" y="563"/>
                </a:lnTo>
                <a:lnTo>
                  <a:pt x="197" y="576"/>
                </a:lnTo>
                <a:lnTo>
                  <a:pt x="158" y="582"/>
                </a:lnTo>
                <a:lnTo>
                  <a:pt x="132" y="476"/>
                </a:lnTo>
                <a:lnTo>
                  <a:pt x="31" y="766"/>
                </a:lnTo>
                <a:lnTo>
                  <a:pt x="234" y="925"/>
                </a:lnTo>
                <a:lnTo>
                  <a:pt x="216" y="829"/>
                </a:lnTo>
                <a:lnTo>
                  <a:pt x="250" y="819"/>
                </a:lnTo>
                <a:lnTo>
                  <a:pt x="297" y="799"/>
                </a:lnTo>
                <a:lnTo>
                  <a:pt x="331" y="785"/>
                </a:lnTo>
                <a:lnTo>
                  <a:pt x="376" y="760"/>
                </a:lnTo>
                <a:lnTo>
                  <a:pt x="427" y="729"/>
                </a:lnTo>
                <a:lnTo>
                  <a:pt x="462" y="702"/>
                </a:lnTo>
                <a:lnTo>
                  <a:pt x="521" y="652"/>
                </a:lnTo>
                <a:lnTo>
                  <a:pt x="584" y="587"/>
                </a:lnTo>
                <a:lnTo>
                  <a:pt x="644" y="508"/>
                </a:lnTo>
                <a:lnTo>
                  <a:pt x="673" y="466"/>
                </a:lnTo>
                <a:lnTo>
                  <a:pt x="696" y="429"/>
                </a:lnTo>
                <a:lnTo>
                  <a:pt x="734" y="363"/>
                </a:lnTo>
                <a:lnTo>
                  <a:pt x="757" y="308"/>
                </a:lnTo>
                <a:lnTo>
                  <a:pt x="776" y="261"/>
                </a:lnTo>
                <a:lnTo>
                  <a:pt x="791" y="208"/>
                </a:lnTo>
                <a:lnTo>
                  <a:pt x="817" y="113"/>
                </a:lnTo>
                <a:lnTo>
                  <a:pt x="830" y="63"/>
                </a:lnTo>
                <a:lnTo>
                  <a:pt x="841" y="1"/>
                </a:lnTo>
                <a:lnTo>
                  <a:pt x="1704" y="1"/>
                </a:lnTo>
                <a:lnTo>
                  <a:pt x="1704" y="1284"/>
                </a:lnTo>
                <a:lnTo>
                  <a:pt x="0" y="128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3255" name="Freeform 6"/>
          <p:cNvSpPr>
            <a:spLocks/>
          </p:cNvSpPr>
          <p:nvPr/>
        </p:nvSpPr>
        <p:spPr bwMode="blackWhite">
          <a:xfrm>
            <a:off x="1566863" y="3570288"/>
            <a:ext cx="2719387" cy="2054225"/>
          </a:xfrm>
          <a:custGeom>
            <a:avLst/>
            <a:gdLst>
              <a:gd name="T0" fmla="*/ 2147483647 w 1713"/>
              <a:gd name="T1" fmla="*/ 2147483647 h 1294"/>
              <a:gd name="T2" fmla="*/ 0 w 1713"/>
              <a:gd name="T3" fmla="*/ 2147483647 h 1294"/>
              <a:gd name="T4" fmla="*/ 2147483647 w 1713"/>
              <a:gd name="T5" fmla="*/ 0 h 1294"/>
              <a:gd name="T6" fmla="*/ 2147483647 w 1713"/>
              <a:gd name="T7" fmla="*/ 2147483647 h 1294"/>
              <a:gd name="T8" fmla="*/ 2147483647 w 1713"/>
              <a:gd name="T9" fmla="*/ 2147483647 h 1294"/>
              <a:gd name="T10" fmla="*/ 2147483647 w 1713"/>
              <a:gd name="T11" fmla="*/ 2147483647 h 1294"/>
              <a:gd name="T12" fmla="*/ 2147483647 w 1713"/>
              <a:gd name="T13" fmla="*/ 2147483647 h 1294"/>
              <a:gd name="T14" fmla="*/ 2147483647 w 1713"/>
              <a:gd name="T15" fmla="*/ 2147483647 h 1294"/>
              <a:gd name="T16" fmla="*/ 2147483647 w 1713"/>
              <a:gd name="T17" fmla="*/ 2147483647 h 1294"/>
              <a:gd name="T18" fmla="*/ 2147483647 w 1713"/>
              <a:gd name="T19" fmla="*/ 2147483647 h 1294"/>
              <a:gd name="T20" fmla="*/ 2147483647 w 1713"/>
              <a:gd name="T21" fmla="*/ 2147483647 h 1294"/>
              <a:gd name="T22" fmla="*/ 2147483647 w 1713"/>
              <a:gd name="T23" fmla="*/ 2147483647 h 1294"/>
              <a:gd name="T24" fmla="*/ 2147483647 w 1713"/>
              <a:gd name="T25" fmla="*/ 2147483647 h 1294"/>
              <a:gd name="T26" fmla="*/ 2147483647 w 1713"/>
              <a:gd name="T27" fmla="*/ 2147483647 h 1294"/>
              <a:gd name="T28" fmla="*/ 2147483647 w 1713"/>
              <a:gd name="T29" fmla="*/ 2147483647 h 1294"/>
              <a:gd name="T30" fmla="*/ 2147483647 w 1713"/>
              <a:gd name="T31" fmla="*/ 2147483647 h 1294"/>
              <a:gd name="T32" fmla="*/ 2147483647 w 1713"/>
              <a:gd name="T33" fmla="*/ 2147483647 h 1294"/>
              <a:gd name="T34" fmla="*/ 2147483647 w 1713"/>
              <a:gd name="T35" fmla="*/ 2147483647 h 1294"/>
              <a:gd name="T36" fmla="*/ 2147483647 w 1713"/>
              <a:gd name="T37" fmla="*/ 2147483647 h 1294"/>
              <a:gd name="T38" fmla="*/ 2147483647 w 1713"/>
              <a:gd name="T39" fmla="*/ 2147483647 h 1294"/>
              <a:gd name="T40" fmla="*/ 2147483647 w 1713"/>
              <a:gd name="T41" fmla="*/ 2147483647 h 1294"/>
              <a:gd name="T42" fmla="*/ 2147483647 w 1713"/>
              <a:gd name="T43" fmla="*/ 2147483647 h 1294"/>
              <a:gd name="T44" fmla="*/ 2147483647 w 1713"/>
              <a:gd name="T45" fmla="*/ 2147483647 h 1294"/>
              <a:gd name="T46" fmla="*/ 2147483647 w 1713"/>
              <a:gd name="T47" fmla="*/ 2147483647 h 1294"/>
              <a:gd name="T48" fmla="*/ 2147483647 w 1713"/>
              <a:gd name="T49" fmla="*/ 2147483647 h 1294"/>
              <a:gd name="T50" fmla="*/ 2147483647 w 1713"/>
              <a:gd name="T51" fmla="*/ 2147483647 h 1294"/>
              <a:gd name="T52" fmla="*/ 2147483647 w 1713"/>
              <a:gd name="T53" fmla="*/ 2147483647 h 1294"/>
              <a:gd name="T54" fmla="*/ 2147483647 w 1713"/>
              <a:gd name="T55" fmla="*/ 2147483647 h 1294"/>
              <a:gd name="T56" fmla="*/ 2147483647 w 1713"/>
              <a:gd name="T57" fmla="*/ 2147483647 h 1294"/>
              <a:gd name="T58" fmla="*/ 2147483647 w 1713"/>
              <a:gd name="T59" fmla="*/ 2147483647 h 1294"/>
              <a:gd name="T60" fmla="*/ 2147483647 w 1713"/>
              <a:gd name="T61" fmla="*/ 2147483647 h 1294"/>
              <a:gd name="T62" fmla="*/ 2147483647 w 1713"/>
              <a:gd name="T63" fmla="*/ 2147483647 h 129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713"/>
              <a:gd name="T97" fmla="*/ 0 h 1294"/>
              <a:gd name="T98" fmla="*/ 1713 w 1713"/>
              <a:gd name="T99" fmla="*/ 1294 h 1294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713" h="1294">
                <a:moveTo>
                  <a:pt x="1712" y="956"/>
                </a:moveTo>
                <a:lnTo>
                  <a:pt x="1712" y="1293"/>
                </a:lnTo>
                <a:lnTo>
                  <a:pt x="0" y="1293"/>
                </a:lnTo>
                <a:lnTo>
                  <a:pt x="0" y="1248"/>
                </a:lnTo>
                <a:lnTo>
                  <a:pt x="0" y="0"/>
                </a:lnTo>
                <a:lnTo>
                  <a:pt x="1709" y="0"/>
                </a:lnTo>
                <a:lnTo>
                  <a:pt x="1709" y="626"/>
                </a:lnTo>
                <a:lnTo>
                  <a:pt x="1683" y="622"/>
                </a:lnTo>
                <a:lnTo>
                  <a:pt x="1651" y="617"/>
                </a:lnTo>
                <a:lnTo>
                  <a:pt x="1620" y="609"/>
                </a:lnTo>
                <a:lnTo>
                  <a:pt x="1585" y="599"/>
                </a:lnTo>
                <a:lnTo>
                  <a:pt x="1556" y="587"/>
                </a:lnTo>
                <a:lnTo>
                  <a:pt x="1529" y="574"/>
                </a:lnTo>
                <a:lnTo>
                  <a:pt x="1511" y="560"/>
                </a:lnTo>
                <a:lnTo>
                  <a:pt x="1484" y="541"/>
                </a:lnTo>
                <a:lnTo>
                  <a:pt x="1461" y="523"/>
                </a:lnTo>
                <a:lnTo>
                  <a:pt x="1439" y="502"/>
                </a:lnTo>
                <a:lnTo>
                  <a:pt x="1413" y="477"/>
                </a:lnTo>
                <a:lnTo>
                  <a:pt x="1384" y="446"/>
                </a:lnTo>
                <a:lnTo>
                  <a:pt x="1356" y="414"/>
                </a:lnTo>
                <a:lnTo>
                  <a:pt x="1332" y="383"/>
                </a:lnTo>
                <a:lnTo>
                  <a:pt x="1308" y="349"/>
                </a:lnTo>
                <a:lnTo>
                  <a:pt x="1288" y="315"/>
                </a:lnTo>
                <a:lnTo>
                  <a:pt x="1264" y="271"/>
                </a:lnTo>
                <a:lnTo>
                  <a:pt x="1246" y="235"/>
                </a:lnTo>
                <a:lnTo>
                  <a:pt x="1228" y="189"/>
                </a:lnTo>
                <a:lnTo>
                  <a:pt x="1312" y="164"/>
                </a:lnTo>
                <a:lnTo>
                  <a:pt x="1068" y="50"/>
                </a:lnTo>
                <a:lnTo>
                  <a:pt x="916" y="274"/>
                </a:lnTo>
                <a:lnTo>
                  <a:pt x="997" y="259"/>
                </a:lnTo>
                <a:lnTo>
                  <a:pt x="1008" y="293"/>
                </a:lnTo>
                <a:lnTo>
                  <a:pt x="1019" y="329"/>
                </a:lnTo>
                <a:lnTo>
                  <a:pt x="1037" y="382"/>
                </a:lnTo>
                <a:lnTo>
                  <a:pt x="1055" y="424"/>
                </a:lnTo>
                <a:lnTo>
                  <a:pt x="1071" y="456"/>
                </a:lnTo>
                <a:lnTo>
                  <a:pt x="1089" y="488"/>
                </a:lnTo>
                <a:lnTo>
                  <a:pt x="1107" y="520"/>
                </a:lnTo>
                <a:lnTo>
                  <a:pt x="1123" y="546"/>
                </a:lnTo>
                <a:lnTo>
                  <a:pt x="1136" y="567"/>
                </a:lnTo>
                <a:lnTo>
                  <a:pt x="1152" y="591"/>
                </a:lnTo>
                <a:lnTo>
                  <a:pt x="1172" y="618"/>
                </a:lnTo>
                <a:lnTo>
                  <a:pt x="1186" y="635"/>
                </a:lnTo>
                <a:lnTo>
                  <a:pt x="1204" y="658"/>
                </a:lnTo>
                <a:lnTo>
                  <a:pt x="1220" y="676"/>
                </a:lnTo>
                <a:lnTo>
                  <a:pt x="1241" y="702"/>
                </a:lnTo>
                <a:lnTo>
                  <a:pt x="1259" y="719"/>
                </a:lnTo>
                <a:lnTo>
                  <a:pt x="1282" y="738"/>
                </a:lnTo>
                <a:lnTo>
                  <a:pt x="1312" y="764"/>
                </a:lnTo>
                <a:lnTo>
                  <a:pt x="1334" y="781"/>
                </a:lnTo>
                <a:lnTo>
                  <a:pt x="1351" y="794"/>
                </a:lnTo>
                <a:lnTo>
                  <a:pt x="1372" y="811"/>
                </a:lnTo>
                <a:lnTo>
                  <a:pt x="1394" y="825"/>
                </a:lnTo>
                <a:lnTo>
                  <a:pt x="1421" y="841"/>
                </a:lnTo>
                <a:lnTo>
                  <a:pt x="1441" y="853"/>
                </a:lnTo>
                <a:lnTo>
                  <a:pt x="1468" y="869"/>
                </a:lnTo>
                <a:lnTo>
                  <a:pt x="1491" y="881"/>
                </a:lnTo>
                <a:lnTo>
                  <a:pt x="1515" y="894"/>
                </a:lnTo>
                <a:lnTo>
                  <a:pt x="1546" y="906"/>
                </a:lnTo>
                <a:lnTo>
                  <a:pt x="1573" y="917"/>
                </a:lnTo>
                <a:lnTo>
                  <a:pt x="1599" y="926"/>
                </a:lnTo>
                <a:lnTo>
                  <a:pt x="1627" y="935"/>
                </a:lnTo>
                <a:lnTo>
                  <a:pt x="1662" y="944"/>
                </a:lnTo>
                <a:lnTo>
                  <a:pt x="1698" y="953"/>
                </a:lnTo>
                <a:lnTo>
                  <a:pt x="1712" y="956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1662113" y="1208088"/>
            <a:ext cx="229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4795838" y="1208088"/>
            <a:ext cx="229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1662113" y="5303838"/>
            <a:ext cx="229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3259" name="Rectangle 10"/>
          <p:cNvSpPr>
            <a:spLocks noChangeArrowheads="1"/>
          </p:cNvSpPr>
          <p:nvPr/>
        </p:nvSpPr>
        <p:spPr bwMode="auto">
          <a:xfrm>
            <a:off x="4795838" y="5303838"/>
            <a:ext cx="229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32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326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4AFFBE1-A2FB-4209-966E-5C34687326E6}" type="slidenum">
              <a:rPr lang="zh-CN" altLang="en-US" smtClean="0"/>
              <a:pPr defTabSz="895350"/>
              <a:t>50</a:t>
            </a:fld>
            <a:endParaRPr lang="en-US" altLang="zh-CN"/>
          </a:p>
        </p:txBody>
      </p:sp>
      <p:sp>
        <p:nvSpPr>
          <p:cNvPr id="542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1</a:t>
            </a:r>
          </a:p>
        </p:txBody>
      </p:sp>
      <p:sp>
        <p:nvSpPr>
          <p:cNvPr id="54276" name="Freeform 3"/>
          <p:cNvSpPr>
            <a:spLocks/>
          </p:cNvSpPr>
          <p:nvPr/>
        </p:nvSpPr>
        <p:spPr bwMode="blackWhite">
          <a:xfrm>
            <a:off x="2459038" y="1141413"/>
            <a:ext cx="4089400" cy="3973512"/>
          </a:xfrm>
          <a:custGeom>
            <a:avLst/>
            <a:gdLst>
              <a:gd name="T0" fmla="*/ 2147483647 w 1725"/>
              <a:gd name="T1" fmla="*/ 2147483647 h 1724"/>
              <a:gd name="T2" fmla="*/ 2147483647 w 1725"/>
              <a:gd name="T3" fmla="*/ 2147483647 h 1724"/>
              <a:gd name="T4" fmla="*/ 2147483647 w 1725"/>
              <a:gd name="T5" fmla="*/ 2147483647 h 1724"/>
              <a:gd name="T6" fmla="*/ 2147483647 w 1725"/>
              <a:gd name="T7" fmla="*/ 2147483647 h 1724"/>
              <a:gd name="T8" fmla="*/ 2147483647 w 1725"/>
              <a:gd name="T9" fmla="*/ 2147483647 h 1724"/>
              <a:gd name="T10" fmla="*/ 2147483647 w 1725"/>
              <a:gd name="T11" fmla="*/ 2147483647 h 1724"/>
              <a:gd name="T12" fmla="*/ 2147483647 w 1725"/>
              <a:gd name="T13" fmla="*/ 2147483647 h 1724"/>
              <a:gd name="T14" fmla="*/ 2147483647 w 1725"/>
              <a:gd name="T15" fmla="*/ 2147483647 h 1724"/>
              <a:gd name="T16" fmla="*/ 2147483647 w 1725"/>
              <a:gd name="T17" fmla="*/ 2147483647 h 1724"/>
              <a:gd name="T18" fmla="*/ 2147483647 w 1725"/>
              <a:gd name="T19" fmla="*/ 2147483647 h 1724"/>
              <a:gd name="T20" fmla="*/ 2147483647 w 1725"/>
              <a:gd name="T21" fmla="*/ 2147483647 h 1724"/>
              <a:gd name="T22" fmla="*/ 2147483647 w 1725"/>
              <a:gd name="T23" fmla="*/ 2147483647 h 1724"/>
              <a:gd name="T24" fmla="*/ 2147483647 w 1725"/>
              <a:gd name="T25" fmla="*/ 2147483647 h 1724"/>
              <a:gd name="T26" fmla="*/ 2147483647 w 1725"/>
              <a:gd name="T27" fmla="*/ 2147483647 h 1724"/>
              <a:gd name="T28" fmla="*/ 2147483647 w 1725"/>
              <a:gd name="T29" fmla="*/ 2147483647 h 1724"/>
              <a:gd name="T30" fmla="*/ 2147483647 w 1725"/>
              <a:gd name="T31" fmla="*/ 2147483647 h 1724"/>
              <a:gd name="T32" fmla="*/ 2147483647 w 1725"/>
              <a:gd name="T33" fmla="*/ 2147483647 h 1724"/>
              <a:gd name="T34" fmla="*/ 2147483647 w 1725"/>
              <a:gd name="T35" fmla="*/ 2147483647 h 1724"/>
              <a:gd name="T36" fmla="*/ 2147483647 w 1725"/>
              <a:gd name="T37" fmla="*/ 2147483647 h 1724"/>
              <a:gd name="T38" fmla="*/ 2147483647 w 1725"/>
              <a:gd name="T39" fmla="*/ 2147483647 h 1724"/>
              <a:gd name="T40" fmla="*/ 2147483647 w 1725"/>
              <a:gd name="T41" fmla="*/ 2147483647 h 1724"/>
              <a:gd name="T42" fmla="*/ 2147483647 w 1725"/>
              <a:gd name="T43" fmla="*/ 2147483647 h 1724"/>
              <a:gd name="T44" fmla="*/ 2147483647 w 1725"/>
              <a:gd name="T45" fmla="*/ 2147483647 h 1724"/>
              <a:gd name="T46" fmla="*/ 2147483647 w 1725"/>
              <a:gd name="T47" fmla="*/ 2147483647 h 1724"/>
              <a:gd name="T48" fmla="*/ 2147483647 w 1725"/>
              <a:gd name="T49" fmla="*/ 2147483647 h 1724"/>
              <a:gd name="T50" fmla="*/ 2147483647 w 1725"/>
              <a:gd name="T51" fmla="*/ 2147483647 h 1724"/>
              <a:gd name="T52" fmla="*/ 2147483647 w 1725"/>
              <a:gd name="T53" fmla="*/ 2147483647 h 1724"/>
              <a:gd name="T54" fmla="*/ 2147483647 w 1725"/>
              <a:gd name="T55" fmla="*/ 2147483647 h 1724"/>
              <a:gd name="T56" fmla="*/ 2147483647 w 1725"/>
              <a:gd name="T57" fmla="*/ 2147483647 h 1724"/>
              <a:gd name="T58" fmla="*/ 2147483647 w 1725"/>
              <a:gd name="T59" fmla="*/ 2147483647 h 1724"/>
              <a:gd name="T60" fmla="*/ 2147483647 w 1725"/>
              <a:gd name="T61" fmla="*/ 2147483647 h 1724"/>
              <a:gd name="T62" fmla="*/ 2147483647 w 1725"/>
              <a:gd name="T63" fmla="*/ 2147483647 h 1724"/>
              <a:gd name="T64" fmla="*/ 2147483647 w 1725"/>
              <a:gd name="T65" fmla="*/ 2147483647 h 1724"/>
              <a:gd name="T66" fmla="*/ 2147483647 w 1725"/>
              <a:gd name="T67" fmla="*/ 2147483647 h 1724"/>
              <a:gd name="T68" fmla="*/ 2147483647 w 1725"/>
              <a:gd name="T69" fmla="*/ 2147483647 h 1724"/>
              <a:gd name="T70" fmla="*/ 2147483647 w 1725"/>
              <a:gd name="T71" fmla="*/ 2147483647 h 1724"/>
              <a:gd name="T72" fmla="*/ 2147483647 w 1725"/>
              <a:gd name="T73" fmla="*/ 2147483647 h 1724"/>
              <a:gd name="T74" fmla="*/ 2147483647 w 1725"/>
              <a:gd name="T75" fmla="*/ 2147483647 h 1724"/>
              <a:gd name="T76" fmla="*/ 2147483647 w 1725"/>
              <a:gd name="T77" fmla="*/ 2147483647 h 1724"/>
              <a:gd name="T78" fmla="*/ 2147483647 w 1725"/>
              <a:gd name="T79" fmla="*/ 2147483647 h 1724"/>
              <a:gd name="T80" fmla="*/ 2147483647 w 1725"/>
              <a:gd name="T81" fmla="*/ 2147483647 h 1724"/>
              <a:gd name="T82" fmla="*/ 2147483647 w 1725"/>
              <a:gd name="T83" fmla="*/ 2147483647 h 1724"/>
              <a:gd name="T84" fmla="*/ 2147483647 w 1725"/>
              <a:gd name="T85" fmla="*/ 2147483647 h 1724"/>
              <a:gd name="T86" fmla="*/ 2147483647 w 1725"/>
              <a:gd name="T87" fmla="*/ 2147483647 h 1724"/>
              <a:gd name="T88" fmla="*/ 2147483647 w 1725"/>
              <a:gd name="T89" fmla="*/ 2147483647 h 1724"/>
              <a:gd name="T90" fmla="*/ 2147483647 w 1725"/>
              <a:gd name="T91" fmla="*/ 2147483647 h 1724"/>
              <a:gd name="T92" fmla="*/ 2147483647 w 1725"/>
              <a:gd name="T93" fmla="*/ 2147483647 h 1724"/>
              <a:gd name="T94" fmla="*/ 2147483647 w 1725"/>
              <a:gd name="T95" fmla="*/ 2147483647 h 1724"/>
              <a:gd name="T96" fmla="*/ 2147483647 w 1725"/>
              <a:gd name="T97" fmla="*/ 2147483647 h 1724"/>
              <a:gd name="T98" fmla="*/ 2147483647 w 1725"/>
              <a:gd name="T99" fmla="*/ 2147483647 h 1724"/>
              <a:gd name="T100" fmla="*/ 2147483647 w 1725"/>
              <a:gd name="T101" fmla="*/ 2147483647 h 1724"/>
              <a:gd name="T102" fmla="*/ 2147483647 w 1725"/>
              <a:gd name="T103" fmla="*/ 2147483647 h 172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725"/>
              <a:gd name="T157" fmla="*/ 0 h 1724"/>
              <a:gd name="T158" fmla="*/ 1725 w 1725"/>
              <a:gd name="T159" fmla="*/ 1724 h 172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725" h="1724">
                <a:moveTo>
                  <a:pt x="106" y="450"/>
                </a:moveTo>
                <a:lnTo>
                  <a:pt x="78" y="504"/>
                </a:lnTo>
                <a:lnTo>
                  <a:pt x="54" y="561"/>
                </a:lnTo>
                <a:lnTo>
                  <a:pt x="35" y="619"/>
                </a:lnTo>
                <a:lnTo>
                  <a:pt x="19" y="678"/>
                </a:lnTo>
                <a:lnTo>
                  <a:pt x="9" y="739"/>
                </a:lnTo>
                <a:lnTo>
                  <a:pt x="2" y="800"/>
                </a:lnTo>
                <a:lnTo>
                  <a:pt x="0" y="861"/>
                </a:lnTo>
                <a:lnTo>
                  <a:pt x="2" y="923"/>
                </a:lnTo>
                <a:lnTo>
                  <a:pt x="9" y="984"/>
                </a:lnTo>
                <a:lnTo>
                  <a:pt x="21" y="1045"/>
                </a:lnTo>
                <a:lnTo>
                  <a:pt x="35" y="1105"/>
                </a:lnTo>
                <a:lnTo>
                  <a:pt x="55" y="1162"/>
                </a:lnTo>
                <a:lnTo>
                  <a:pt x="78" y="1220"/>
                </a:lnTo>
                <a:lnTo>
                  <a:pt x="106" y="1275"/>
                </a:lnTo>
                <a:lnTo>
                  <a:pt x="137" y="1328"/>
                </a:lnTo>
                <a:lnTo>
                  <a:pt x="172" y="1378"/>
                </a:lnTo>
                <a:lnTo>
                  <a:pt x="211" y="1426"/>
                </a:lnTo>
                <a:lnTo>
                  <a:pt x="253" y="1471"/>
                </a:lnTo>
                <a:lnTo>
                  <a:pt x="298" y="1513"/>
                </a:lnTo>
                <a:lnTo>
                  <a:pt x="346" y="1552"/>
                </a:lnTo>
                <a:lnTo>
                  <a:pt x="396" y="1586"/>
                </a:lnTo>
                <a:lnTo>
                  <a:pt x="449" y="1618"/>
                </a:lnTo>
                <a:lnTo>
                  <a:pt x="504" y="1646"/>
                </a:lnTo>
                <a:lnTo>
                  <a:pt x="561" y="1669"/>
                </a:lnTo>
                <a:lnTo>
                  <a:pt x="619" y="1689"/>
                </a:lnTo>
                <a:lnTo>
                  <a:pt x="679" y="1703"/>
                </a:lnTo>
                <a:lnTo>
                  <a:pt x="740" y="1715"/>
                </a:lnTo>
                <a:lnTo>
                  <a:pt x="801" y="1721"/>
                </a:lnTo>
                <a:lnTo>
                  <a:pt x="862" y="1723"/>
                </a:lnTo>
                <a:lnTo>
                  <a:pt x="924" y="1721"/>
                </a:lnTo>
                <a:lnTo>
                  <a:pt x="985" y="1715"/>
                </a:lnTo>
                <a:lnTo>
                  <a:pt x="1046" y="1703"/>
                </a:lnTo>
                <a:lnTo>
                  <a:pt x="1105" y="1689"/>
                </a:lnTo>
                <a:lnTo>
                  <a:pt x="1163" y="1669"/>
                </a:lnTo>
                <a:lnTo>
                  <a:pt x="1220" y="1646"/>
                </a:lnTo>
                <a:lnTo>
                  <a:pt x="1276" y="1618"/>
                </a:lnTo>
                <a:lnTo>
                  <a:pt x="1329" y="1586"/>
                </a:lnTo>
                <a:lnTo>
                  <a:pt x="1379" y="1552"/>
                </a:lnTo>
                <a:lnTo>
                  <a:pt x="1427" y="1513"/>
                </a:lnTo>
                <a:lnTo>
                  <a:pt x="1472" y="1471"/>
                </a:lnTo>
                <a:lnTo>
                  <a:pt x="1514" y="1426"/>
                </a:lnTo>
                <a:lnTo>
                  <a:pt x="1553" y="1378"/>
                </a:lnTo>
                <a:lnTo>
                  <a:pt x="1587" y="1328"/>
                </a:lnTo>
                <a:lnTo>
                  <a:pt x="1619" y="1275"/>
                </a:lnTo>
                <a:lnTo>
                  <a:pt x="1647" y="1220"/>
                </a:lnTo>
                <a:lnTo>
                  <a:pt x="1670" y="1162"/>
                </a:lnTo>
                <a:lnTo>
                  <a:pt x="1689" y="1105"/>
                </a:lnTo>
                <a:lnTo>
                  <a:pt x="1704" y="1045"/>
                </a:lnTo>
                <a:lnTo>
                  <a:pt x="1716" y="984"/>
                </a:lnTo>
                <a:lnTo>
                  <a:pt x="1722" y="923"/>
                </a:lnTo>
                <a:lnTo>
                  <a:pt x="1724" y="861"/>
                </a:lnTo>
                <a:lnTo>
                  <a:pt x="1722" y="799"/>
                </a:lnTo>
                <a:lnTo>
                  <a:pt x="1715" y="737"/>
                </a:lnTo>
                <a:lnTo>
                  <a:pt x="1704" y="675"/>
                </a:lnTo>
                <a:lnTo>
                  <a:pt x="1688" y="615"/>
                </a:lnTo>
                <a:lnTo>
                  <a:pt x="1668" y="555"/>
                </a:lnTo>
                <a:lnTo>
                  <a:pt x="1643" y="498"/>
                </a:lnTo>
                <a:lnTo>
                  <a:pt x="1616" y="442"/>
                </a:lnTo>
                <a:lnTo>
                  <a:pt x="1583" y="389"/>
                </a:lnTo>
                <a:lnTo>
                  <a:pt x="1547" y="337"/>
                </a:lnTo>
                <a:lnTo>
                  <a:pt x="1507" y="289"/>
                </a:lnTo>
                <a:lnTo>
                  <a:pt x="1464" y="244"/>
                </a:lnTo>
                <a:lnTo>
                  <a:pt x="1417" y="201"/>
                </a:lnTo>
                <a:lnTo>
                  <a:pt x="1367" y="163"/>
                </a:lnTo>
                <a:lnTo>
                  <a:pt x="1316" y="129"/>
                </a:lnTo>
                <a:lnTo>
                  <a:pt x="1262" y="98"/>
                </a:lnTo>
                <a:lnTo>
                  <a:pt x="1205" y="70"/>
                </a:lnTo>
                <a:lnTo>
                  <a:pt x="1147" y="47"/>
                </a:lnTo>
                <a:lnTo>
                  <a:pt x="1087" y="29"/>
                </a:lnTo>
                <a:lnTo>
                  <a:pt x="1026" y="15"/>
                </a:lnTo>
                <a:lnTo>
                  <a:pt x="964" y="6"/>
                </a:lnTo>
                <a:lnTo>
                  <a:pt x="902" y="0"/>
                </a:lnTo>
                <a:lnTo>
                  <a:pt x="839" y="0"/>
                </a:lnTo>
                <a:lnTo>
                  <a:pt x="777" y="4"/>
                </a:lnTo>
                <a:lnTo>
                  <a:pt x="715" y="12"/>
                </a:lnTo>
                <a:lnTo>
                  <a:pt x="654" y="26"/>
                </a:lnTo>
                <a:lnTo>
                  <a:pt x="594" y="43"/>
                </a:lnTo>
                <a:lnTo>
                  <a:pt x="534" y="64"/>
                </a:lnTo>
                <a:lnTo>
                  <a:pt x="478" y="90"/>
                </a:lnTo>
                <a:lnTo>
                  <a:pt x="423" y="120"/>
                </a:lnTo>
                <a:lnTo>
                  <a:pt x="370" y="154"/>
                </a:lnTo>
                <a:lnTo>
                  <a:pt x="321" y="191"/>
                </a:lnTo>
                <a:lnTo>
                  <a:pt x="273" y="232"/>
                </a:lnTo>
                <a:lnTo>
                  <a:pt x="229" y="277"/>
                </a:lnTo>
                <a:lnTo>
                  <a:pt x="188" y="324"/>
                </a:lnTo>
                <a:lnTo>
                  <a:pt x="447" y="304"/>
                </a:lnTo>
                <a:lnTo>
                  <a:pt x="591" y="532"/>
                </a:lnTo>
                <a:lnTo>
                  <a:pt x="624" y="507"/>
                </a:lnTo>
                <a:lnTo>
                  <a:pt x="660" y="484"/>
                </a:lnTo>
                <a:lnTo>
                  <a:pt x="697" y="466"/>
                </a:lnTo>
                <a:lnTo>
                  <a:pt x="738" y="451"/>
                </a:lnTo>
                <a:lnTo>
                  <a:pt x="778" y="440"/>
                </a:lnTo>
                <a:lnTo>
                  <a:pt x="821" y="433"/>
                </a:lnTo>
                <a:lnTo>
                  <a:pt x="863" y="431"/>
                </a:lnTo>
                <a:lnTo>
                  <a:pt x="904" y="432"/>
                </a:lnTo>
                <a:lnTo>
                  <a:pt x="947" y="438"/>
                </a:lnTo>
                <a:lnTo>
                  <a:pt x="988" y="448"/>
                </a:lnTo>
                <a:lnTo>
                  <a:pt x="1027" y="462"/>
                </a:lnTo>
                <a:lnTo>
                  <a:pt x="1066" y="481"/>
                </a:lnTo>
                <a:lnTo>
                  <a:pt x="1103" y="502"/>
                </a:lnTo>
                <a:lnTo>
                  <a:pt x="1137" y="528"/>
                </a:lnTo>
                <a:lnTo>
                  <a:pt x="1169" y="555"/>
                </a:lnTo>
                <a:lnTo>
                  <a:pt x="1196" y="587"/>
                </a:lnTo>
                <a:lnTo>
                  <a:pt x="1222" y="621"/>
                </a:lnTo>
                <a:lnTo>
                  <a:pt x="1243" y="658"/>
                </a:lnTo>
                <a:lnTo>
                  <a:pt x="1262" y="696"/>
                </a:lnTo>
                <a:lnTo>
                  <a:pt x="1276" y="736"/>
                </a:lnTo>
                <a:lnTo>
                  <a:pt x="1286" y="777"/>
                </a:lnTo>
                <a:lnTo>
                  <a:pt x="1292" y="820"/>
                </a:lnTo>
                <a:lnTo>
                  <a:pt x="1293" y="861"/>
                </a:lnTo>
                <a:lnTo>
                  <a:pt x="1291" y="905"/>
                </a:lnTo>
                <a:lnTo>
                  <a:pt x="1285" y="948"/>
                </a:lnTo>
                <a:lnTo>
                  <a:pt x="1273" y="991"/>
                </a:lnTo>
                <a:lnTo>
                  <a:pt x="1258" y="1031"/>
                </a:lnTo>
                <a:lnTo>
                  <a:pt x="1239" y="1070"/>
                </a:lnTo>
                <a:lnTo>
                  <a:pt x="1216" y="1108"/>
                </a:lnTo>
                <a:lnTo>
                  <a:pt x="1189" y="1143"/>
                </a:lnTo>
                <a:lnTo>
                  <a:pt x="1160" y="1174"/>
                </a:lnTo>
                <a:lnTo>
                  <a:pt x="1126" y="1202"/>
                </a:lnTo>
                <a:lnTo>
                  <a:pt x="1091" y="1228"/>
                </a:lnTo>
                <a:lnTo>
                  <a:pt x="1053" y="1248"/>
                </a:lnTo>
                <a:lnTo>
                  <a:pt x="1012" y="1266"/>
                </a:lnTo>
                <a:lnTo>
                  <a:pt x="970" y="1278"/>
                </a:lnTo>
                <a:lnTo>
                  <a:pt x="927" y="1287"/>
                </a:lnTo>
                <a:lnTo>
                  <a:pt x="884" y="1292"/>
                </a:lnTo>
                <a:lnTo>
                  <a:pt x="840" y="1292"/>
                </a:lnTo>
                <a:lnTo>
                  <a:pt x="797" y="1287"/>
                </a:lnTo>
                <a:lnTo>
                  <a:pt x="754" y="1278"/>
                </a:lnTo>
                <a:lnTo>
                  <a:pt x="712" y="1266"/>
                </a:lnTo>
                <a:lnTo>
                  <a:pt x="672" y="1248"/>
                </a:lnTo>
                <a:lnTo>
                  <a:pt x="634" y="1228"/>
                </a:lnTo>
                <a:lnTo>
                  <a:pt x="599" y="1202"/>
                </a:lnTo>
                <a:lnTo>
                  <a:pt x="565" y="1174"/>
                </a:lnTo>
                <a:lnTo>
                  <a:pt x="535" y="1143"/>
                </a:lnTo>
                <a:lnTo>
                  <a:pt x="509" y="1108"/>
                </a:lnTo>
                <a:lnTo>
                  <a:pt x="485" y="1070"/>
                </a:lnTo>
                <a:lnTo>
                  <a:pt x="466" y="1031"/>
                </a:lnTo>
                <a:lnTo>
                  <a:pt x="452" y="991"/>
                </a:lnTo>
                <a:lnTo>
                  <a:pt x="440" y="948"/>
                </a:lnTo>
                <a:lnTo>
                  <a:pt x="433" y="905"/>
                </a:lnTo>
                <a:lnTo>
                  <a:pt x="431" y="861"/>
                </a:lnTo>
                <a:lnTo>
                  <a:pt x="435" y="820"/>
                </a:lnTo>
                <a:lnTo>
                  <a:pt x="442" y="779"/>
                </a:lnTo>
                <a:lnTo>
                  <a:pt x="452" y="739"/>
                </a:lnTo>
                <a:lnTo>
                  <a:pt x="465" y="699"/>
                </a:lnTo>
                <a:lnTo>
                  <a:pt x="481" y="661"/>
                </a:lnTo>
                <a:lnTo>
                  <a:pt x="501" y="624"/>
                </a:lnTo>
                <a:lnTo>
                  <a:pt x="623" y="670"/>
                </a:lnTo>
                <a:lnTo>
                  <a:pt x="560" y="559"/>
                </a:lnTo>
                <a:lnTo>
                  <a:pt x="494" y="447"/>
                </a:lnTo>
                <a:lnTo>
                  <a:pt x="426" y="339"/>
                </a:lnTo>
                <a:lnTo>
                  <a:pt x="285" y="350"/>
                </a:lnTo>
                <a:lnTo>
                  <a:pt x="146" y="365"/>
                </a:lnTo>
                <a:lnTo>
                  <a:pt x="6" y="382"/>
                </a:lnTo>
                <a:lnTo>
                  <a:pt x="106" y="45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2554288" y="2830513"/>
            <a:ext cx="857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4278" name="Rectangle 5"/>
          <p:cNvSpPr>
            <a:spLocks noChangeArrowheads="1"/>
          </p:cNvSpPr>
          <p:nvPr/>
        </p:nvSpPr>
        <p:spPr bwMode="auto">
          <a:xfrm>
            <a:off x="4065588" y="1520825"/>
            <a:ext cx="858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4065588" y="4494213"/>
            <a:ext cx="858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428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428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68C9AA0-0AE7-4E3C-B5F0-F5CFC020CC56}" type="slidenum">
              <a:rPr lang="zh-CN" altLang="en-US" smtClean="0"/>
              <a:pPr defTabSz="895350"/>
              <a:t>51</a:t>
            </a:fld>
            <a:endParaRPr lang="en-US" altLang="zh-CN"/>
          </a:p>
        </p:txBody>
      </p:sp>
      <p:sp>
        <p:nvSpPr>
          <p:cNvPr id="5529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2</a:t>
            </a:r>
          </a:p>
        </p:txBody>
      </p:sp>
      <p:grpSp>
        <p:nvGrpSpPr>
          <p:cNvPr id="55300" name="Group 3"/>
          <p:cNvGrpSpPr>
            <a:grpSpLocks/>
          </p:cNvGrpSpPr>
          <p:nvPr/>
        </p:nvGrpSpPr>
        <p:grpSpPr bwMode="auto">
          <a:xfrm>
            <a:off x="2474913" y="1177925"/>
            <a:ext cx="4176712" cy="4537075"/>
            <a:chOff x="2376" y="1824"/>
            <a:chExt cx="1743" cy="1948"/>
          </a:xfrm>
        </p:grpSpPr>
        <p:sp>
          <p:nvSpPr>
            <p:cNvPr id="55305" name="Freeform 4"/>
            <p:cNvSpPr>
              <a:spLocks/>
            </p:cNvSpPr>
            <p:nvPr/>
          </p:nvSpPr>
          <p:spPr bwMode="blackWhite">
            <a:xfrm>
              <a:off x="3143" y="1961"/>
              <a:ext cx="976" cy="1811"/>
            </a:xfrm>
            <a:custGeom>
              <a:avLst/>
              <a:gdLst>
                <a:gd name="T0" fmla="*/ 338 w 976"/>
                <a:gd name="T1" fmla="*/ 1654 h 1811"/>
                <a:gd name="T2" fmla="*/ 449 w 976"/>
                <a:gd name="T3" fmla="*/ 1612 h 1811"/>
                <a:gd name="T4" fmla="*/ 553 w 976"/>
                <a:gd name="T5" fmla="*/ 1555 h 1811"/>
                <a:gd name="T6" fmla="*/ 651 w 976"/>
                <a:gd name="T7" fmla="*/ 1485 h 1811"/>
                <a:gd name="T8" fmla="*/ 741 w 976"/>
                <a:gd name="T9" fmla="*/ 1405 h 1811"/>
                <a:gd name="T10" fmla="*/ 818 w 976"/>
                <a:gd name="T11" fmla="*/ 1313 h 1811"/>
                <a:gd name="T12" fmla="*/ 882 w 976"/>
                <a:gd name="T13" fmla="*/ 1210 h 1811"/>
                <a:gd name="T14" fmla="*/ 929 w 976"/>
                <a:gd name="T15" fmla="*/ 1100 h 1811"/>
                <a:gd name="T16" fmla="*/ 961 w 976"/>
                <a:gd name="T17" fmla="*/ 984 h 1811"/>
                <a:gd name="T18" fmla="*/ 975 w 976"/>
                <a:gd name="T19" fmla="*/ 865 h 1811"/>
                <a:gd name="T20" fmla="*/ 972 w 976"/>
                <a:gd name="T21" fmla="*/ 744 h 1811"/>
                <a:gd name="T22" fmla="*/ 950 w 976"/>
                <a:gd name="T23" fmla="*/ 625 h 1811"/>
                <a:gd name="T24" fmla="*/ 913 w 976"/>
                <a:gd name="T25" fmla="*/ 511 h 1811"/>
                <a:gd name="T26" fmla="*/ 859 w 976"/>
                <a:gd name="T27" fmla="*/ 403 h 1811"/>
                <a:gd name="T28" fmla="*/ 790 w 976"/>
                <a:gd name="T29" fmla="*/ 304 h 1811"/>
                <a:gd name="T30" fmla="*/ 708 w 976"/>
                <a:gd name="T31" fmla="*/ 216 h 1811"/>
                <a:gd name="T32" fmla="*/ 614 w 976"/>
                <a:gd name="T33" fmla="*/ 142 h 1811"/>
                <a:gd name="T34" fmla="*/ 510 w 976"/>
                <a:gd name="T35" fmla="*/ 81 h 1811"/>
                <a:gd name="T36" fmla="*/ 398 w 976"/>
                <a:gd name="T37" fmla="*/ 36 h 1811"/>
                <a:gd name="T38" fmla="*/ 281 w 976"/>
                <a:gd name="T39" fmla="*/ 8 h 1811"/>
                <a:gd name="T40" fmla="*/ 294 w 976"/>
                <a:gd name="T41" fmla="*/ 112 h 1811"/>
                <a:gd name="T42" fmla="*/ 226 w 976"/>
                <a:gd name="T43" fmla="*/ 434 h 1811"/>
                <a:gd name="T44" fmla="*/ 306 w 976"/>
                <a:gd name="T45" fmla="*/ 463 h 1811"/>
                <a:gd name="T46" fmla="*/ 379 w 976"/>
                <a:gd name="T47" fmla="*/ 508 h 1811"/>
                <a:gd name="T48" fmla="*/ 440 w 976"/>
                <a:gd name="T49" fmla="*/ 567 h 1811"/>
                <a:gd name="T50" fmla="*/ 489 w 976"/>
                <a:gd name="T51" fmla="*/ 637 h 1811"/>
                <a:gd name="T52" fmla="*/ 521 w 976"/>
                <a:gd name="T53" fmla="*/ 716 h 1811"/>
                <a:gd name="T54" fmla="*/ 538 w 976"/>
                <a:gd name="T55" fmla="*/ 801 h 1811"/>
                <a:gd name="T56" fmla="*/ 536 w 976"/>
                <a:gd name="T57" fmla="*/ 886 h 1811"/>
                <a:gd name="T58" fmla="*/ 517 w 976"/>
                <a:gd name="T59" fmla="*/ 969 h 1811"/>
                <a:gd name="T60" fmla="*/ 482 w 976"/>
                <a:gd name="T61" fmla="*/ 1046 h 1811"/>
                <a:gd name="T62" fmla="*/ 431 w 976"/>
                <a:gd name="T63" fmla="*/ 1115 h 1811"/>
                <a:gd name="T64" fmla="*/ 367 w 976"/>
                <a:gd name="T65" fmla="*/ 1172 h 1811"/>
                <a:gd name="T66" fmla="*/ 293 w 976"/>
                <a:gd name="T67" fmla="*/ 1215 h 1811"/>
                <a:gd name="T68" fmla="*/ 253 w 976"/>
                <a:gd name="T69" fmla="*/ 1093 h 1811"/>
                <a:gd name="T70" fmla="*/ 279 w 976"/>
                <a:gd name="T71" fmla="*/ 1810 h 181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76"/>
                <a:gd name="T109" fmla="*/ 0 h 1811"/>
                <a:gd name="T110" fmla="*/ 976 w 976"/>
                <a:gd name="T111" fmla="*/ 1811 h 181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76" h="1811">
                  <a:moveTo>
                    <a:pt x="279" y="1669"/>
                  </a:moveTo>
                  <a:lnTo>
                    <a:pt x="338" y="1654"/>
                  </a:lnTo>
                  <a:lnTo>
                    <a:pt x="394" y="1635"/>
                  </a:lnTo>
                  <a:lnTo>
                    <a:pt x="449" y="1612"/>
                  </a:lnTo>
                  <a:lnTo>
                    <a:pt x="502" y="1585"/>
                  </a:lnTo>
                  <a:lnTo>
                    <a:pt x="553" y="1555"/>
                  </a:lnTo>
                  <a:lnTo>
                    <a:pt x="601" y="1520"/>
                  </a:lnTo>
                  <a:lnTo>
                    <a:pt x="651" y="1485"/>
                  </a:lnTo>
                  <a:lnTo>
                    <a:pt x="697" y="1447"/>
                  </a:lnTo>
                  <a:lnTo>
                    <a:pt x="741" y="1405"/>
                  </a:lnTo>
                  <a:lnTo>
                    <a:pt x="782" y="1361"/>
                  </a:lnTo>
                  <a:lnTo>
                    <a:pt x="818" y="1313"/>
                  </a:lnTo>
                  <a:lnTo>
                    <a:pt x="851" y="1263"/>
                  </a:lnTo>
                  <a:lnTo>
                    <a:pt x="882" y="1210"/>
                  </a:lnTo>
                  <a:lnTo>
                    <a:pt x="908" y="1156"/>
                  </a:lnTo>
                  <a:lnTo>
                    <a:pt x="929" y="1100"/>
                  </a:lnTo>
                  <a:lnTo>
                    <a:pt x="947" y="1043"/>
                  </a:lnTo>
                  <a:lnTo>
                    <a:pt x="961" y="984"/>
                  </a:lnTo>
                  <a:lnTo>
                    <a:pt x="970" y="924"/>
                  </a:lnTo>
                  <a:lnTo>
                    <a:pt x="975" y="865"/>
                  </a:lnTo>
                  <a:lnTo>
                    <a:pt x="975" y="804"/>
                  </a:lnTo>
                  <a:lnTo>
                    <a:pt x="972" y="744"/>
                  </a:lnTo>
                  <a:lnTo>
                    <a:pt x="963" y="685"/>
                  </a:lnTo>
                  <a:lnTo>
                    <a:pt x="950" y="625"/>
                  </a:lnTo>
                  <a:lnTo>
                    <a:pt x="935" y="567"/>
                  </a:lnTo>
                  <a:lnTo>
                    <a:pt x="913" y="511"/>
                  </a:lnTo>
                  <a:lnTo>
                    <a:pt x="889" y="456"/>
                  </a:lnTo>
                  <a:lnTo>
                    <a:pt x="859" y="403"/>
                  </a:lnTo>
                  <a:lnTo>
                    <a:pt x="826" y="352"/>
                  </a:lnTo>
                  <a:lnTo>
                    <a:pt x="790" y="304"/>
                  </a:lnTo>
                  <a:lnTo>
                    <a:pt x="751" y="259"/>
                  </a:lnTo>
                  <a:lnTo>
                    <a:pt x="708" y="216"/>
                  </a:lnTo>
                  <a:lnTo>
                    <a:pt x="662" y="178"/>
                  </a:lnTo>
                  <a:lnTo>
                    <a:pt x="614" y="142"/>
                  </a:lnTo>
                  <a:lnTo>
                    <a:pt x="563" y="109"/>
                  </a:lnTo>
                  <a:lnTo>
                    <a:pt x="510" y="81"/>
                  </a:lnTo>
                  <a:lnTo>
                    <a:pt x="455" y="56"/>
                  </a:lnTo>
                  <a:lnTo>
                    <a:pt x="398" y="36"/>
                  </a:lnTo>
                  <a:lnTo>
                    <a:pt x="340" y="20"/>
                  </a:lnTo>
                  <a:lnTo>
                    <a:pt x="281" y="8"/>
                  </a:lnTo>
                  <a:lnTo>
                    <a:pt x="222" y="0"/>
                  </a:lnTo>
                  <a:lnTo>
                    <a:pt x="294" y="112"/>
                  </a:lnTo>
                  <a:lnTo>
                    <a:pt x="369" y="222"/>
                  </a:lnTo>
                  <a:lnTo>
                    <a:pt x="226" y="434"/>
                  </a:lnTo>
                  <a:lnTo>
                    <a:pt x="268" y="446"/>
                  </a:lnTo>
                  <a:lnTo>
                    <a:pt x="306" y="463"/>
                  </a:lnTo>
                  <a:lnTo>
                    <a:pt x="344" y="483"/>
                  </a:lnTo>
                  <a:lnTo>
                    <a:pt x="379" y="508"/>
                  </a:lnTo>
                  <a:lnTo>
                    <a:pt x="411" y="536"/>
                  </a:lnTo>
                  <a:lnTo>
                    <a:pt x="440" y="567"/>
                  </a:lnTo>
                  <a:lnTo>
                    <a:pt x="467" y="601"/>
                  </a:lnTo>
                  <a:lnTo>
                    <a:pt x="489" y="637"/>
                  </a:lnTo>
                  <a:lnTo>
                    <a:pt x="508" y="676"/>
                  </a:lnTo>
                  <a:lnTo>
                    <a:pt x="521" y="716"/>
                  </a:lnTo>
                  <a:lnTo>
                    <a:pt x="531" y="758"/>
                  </a:lnTo>
                  <a:lnTo>
                    <a:pt x="538" y="801"/>
                  </a:lnTo>
                  <a:lnTo>
                    <a:pt x="539" y="843"/>
                  </a:lnTo>
                  <a:lnTo>
                    <a:pt x="536" y="886"/>
                  </a:lnTo>
                  <a:lnTo>
                    <a:pt x="529" y="928"/>
                  </a:lnTo>
                  <a:lnTo>
                    <a:pt x="517" y="969"/>
                  </a:lnTo>
                  <a:lnTo>
                    <a:pt x="501" y="1009"/>
                  </a:lnTo>
                  <a:lnTo>
                    <a:pt x="482" y="1046"/>
                  </a:lnTo>
                  <a:lnTo>
                    <a:pt x="458" y="1082"/>
                  </a:lnTo>
                  <a:lnTo>
                    <a:pt x="431" y="1115"/>
                  </a:lnTo>
                  <a:lnTo>
                    <a:pt x="401" y="1145"/>
                  </a:lnTo>
                  <a:lnTo>
                    <a:pt x="367" y="1172"/>
                  </a:lnTo>
                  <a:lnTo>
                    <a:pt x="331" y="1196"/>
                  </a:lnTo>
                  <a:lnTo>
                    <a:pt x="293" y="1215"/>
                  </a:lnTo>
                  <a:lnTo>
                    <a:pt x="253" y="1230"/>
                  </a:lnTo>
                  <a:lnTo>
                    <a:pt x="253" y="1093"/>
                  </a:lnTo>
                  <a:lnTo>
                    <a:pt x="0" y="1420"/>
                  </a:lnTo>
                  <a:lnTo>
                    <a:pt x="279" y="1810"/>
                  </a:lnTo>
                  <a:lnTo>
                    <a:pt x="279" y="166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5306" name="Freeform 5"/>
            <p:cNvSpPr>
              <a:spLocks/>
            </p:cNvSpPr>
            <p:nvPr/>
          </p:nvSpPr>
          <p:spPr bwMode="blackWhite">
            <a:xfrm>
              <a:off x="2376" y="1824"/>
              <a:ext cx="1084" cy="1823"/>
            </a:xfrm>
            <a:custGeom>
              <a:avLst/>
              <a:gdLst>
                <a:gd name="T0" fmla="*/ 789 w 1084"/>
                <a:gd name="T1" fmla="*/ 1389 h 1823"/>
                <a:gd name="T2" fmla="*/ 705 w 1084"/>
                <a:gd name="T3" fmla="*/ 1367 h 1823"/>
                <a:gd name="T4" fmla="*/ 628 w 1084"/>
                <a:gd name="T5" fmla="*/ 1327 h 1823"/>
                <a:gd name="T6" fmla="*/ 559 w 1084"/>
                <a:gd name="T7" fmla="*/ 1273 h 1823"/>
                <a:gd name="T8" fmla="*/ 504 w 1084"/>
                <a:gd name="T9" fmla="*/ 1206 h 1823"/>
                <a:gd name="T10" fmla="*/ 464 w 1084"/>
                <a:gd name="T11" fmla="*/ 1129 h 1823"/>
                <a:gd name="T12" fmla="*/ 440 w 1084"/>
                <a:gd name="T13" fmla="*/ 1044 h 1823"/>
                <a:gd name="T14" fmla="*/ 434 w 1084"/>
                <a:gd name="T15" fmla="*/ 958 h 1823"/>
                <a:gd name="T16" fmla="*/ 446 w 1084"/>
                <a:gd name="T17" fmla="*/ 872 h 1823"/>
                <a:gd name="T18" fmla="*/ 475 w 1084"/>
                <a:gd name="T19" fmla="*/ 790 h 1823"/>
                <a:gd name="T20" fmla="*/ 520 w 1084"/>
                <a:gd name="T21" fmla="*/ 716 h 1823"/>
                <a:gd name="T22" fmla="*/ 580 w 1084"/>
                <a:gd name="T23" fmla="*/ 653 h 1823"/>
                <a:gd name="T24" fmla="*/ 651 w 1084"/>
                <a:gd name="T25" fmla="*/ 603 h 1823"/>
                <a:gd name="T26" fmla="*/ 727 w 1084"/>
                <a:gd name="T27" fmla="*/ 569 h 1823"/>
                <a:gd name="T28" fmla="*/ 809 w 1084"/>
                <a:gd name="T29" fmla="*/ 552 h 1823"/>
                <a:gd name="T30" fmla="*/ 851 w 1084"/>
                <a:gd name="T31" fmla="*/ 675 h 1823"/>
                <a:gd name="T32" fmla="*/ 846 w 1084"/>
                <a:gd name="T33" fmla="*/ 0 h 1823"/>
                <a:gd name="T34" fmla="*/ 786 w 1084"/>
                <a:gd name="T35" fmla="*/ 125 h 1823"/>
                <a:gd name="T36" fmla="*/ 668 w 1084"/>
                <a:gd name="T37" fmla="*/ 145 h 1823"/>
                <a:gd name="T38" fmla="*/ 554 w 1084"/>
                <a:gd name="T39" fmla="*/ 181 h 1823"/>
                <a:gd name="T40" fmla="*/ 446 w 1084"/>
                <a:gd name="T41" fmla="*/ 234 h 1823"/>
                <a:gd name="T42" fmla="*/ 344 w 1084"/>
                <a:gd name="T43" fmla="*/ 298 h 1823"/>
                <a:gd name="T44" fmla="*/ 252 w 1084"/>
                <a:gd name="T45" fmla="*/ 376 h 1823"/>
                <a:gd name="T46" fmla="*/ 173 w 1084"/>
                <a:gd name="T47" fmla="*/ 466 h 1823"/>
                <a:gd name="T48" fmla="*/ 107 w 1084"/>
                <a:gd name="T49" fmla="*/ 566 h 1823"/>
                <a:gd name="T50" fmla="*/ 56 w 1084"/>
                <a:gd name="T51" fmla="*/ 675 h 1823"/>
                <a:gd name="T52" fmla="*/ 21 w 1084"/>
                <a:gd name="T53" fmla="*/ 790 h 1823"/>
                <a:gd name="T54" fmla="*/ 3 w 1084"/>
                <a:gd name="T55" fmla="*/ 909 h 1823"/>
                <a:gd name="T56" fmla="*/ 2 w 1084"/>
                <a:gd name="T57" fmla="*/ 1029 h 1823"/>
                <a:gd name="T58" fmla="*/ 18 w 1084"/>
                <a:gd name="T59" fmla="*/ 1148 h 1823"/>
                <a:gd name="T60" fmla="*/ 50 w 1084"/>
                <a:gd name="T61" fmla="*/ 1264 h 1823"/>
                <a:gd name="T62" fmla="*/ 99 w 1084"/>
                <a:gd name="T63" fmla="*/ 1374 h 1823"/>
                <a:gd name="T64" fmla="*/ 163 w 1084"/>
                <a:gd name="T65" fmla="*/ 1476 h 1823"/>
                <a:gd name="T66" fmla="*/ 241 w 1084"/>
                <a:gd name="T67" fmla="*/ 1568 h 1823"/>
                <a:gd name="T68" fmla="*/ 330 w 1084"/>
                <a:gd name="T69" fmla="*/ 1647 h 1823"/>
                <a:gd name="T70" fmla="*/ 431 w 1084"/>
                <a:gd name="T71" fmla="*/ 1713 h 1823"/>
                <a:gd name="T72" fmla="*/ 539 w 1084"/>
                <a:gd name="T73" fmla="*/ 1765 h 1823"/>
                <a:gd name="T74" fmla="*/ 654 w 1084"/>
                <a:gd name="T75" fmla="*/ 1800 h 1823"/>
                <a:gd name="T76" fmla="*/ 772 w 1084"/>
                <a:gd name="T77" fmla="*/ 1819 h 1823"/>
                <a:gd name="T78" fmla="*/ 893 w 1084"/>
                <a:gd name="T79" fmla="*/ 1821 h 1823"/>
                <a:gd name="T80" fmla="*/ 832 w 1084"/>
                <a:gd name="T81" fmla="*/ 1394 h 182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84"/>
                <a:gd name="T124" fmla="*/ 0 h 1823"/>
                <a:gd name="T125" fmla="*/ 1084 w 1084"/>
                <a:gd name="T126" fmla="*/ 1823 h 182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84" h="1823">
                  <a:moveTo>
                    <a:pt x="832" y="1394"/>
                  </a:moveTo>
                  <a:lnTo>
                    <a:pt x="789" y="1389"/>
                  </a:lnTo>
                  <a:lnTo>
                    <a:pt x="746" y="1380"/>
                  </a:lnTo>
                  <a:lnTo>
                    <a:pt x="705" y="1367"/>
                  </a:lnTo>
                  <a:lnTo>
                    <a:pt x="665" y="1349"/>
                  </a:lnTo>
                  <a:lnTo>
                    <a:pt x="628" y="1327"/>
                  </a:lnTo>
                  <a:lnTo>
                    <a:pt x="592" y="1301"/>
                  </a:lnTo>
                  <a:lnTo>
                    <a:pt x="559" y="1273"/>
                  </a:lnTo>
                  <a:lnTo>
                    <a:pt x="530" y="1240"/>
                  </a:lnTo>
                  <a:lnTo>
                    <a:pt x="504" y="1206"/>
                  </a:lnTo>
                  <a:lnTo>
                    <a:pt x="482" y="1168"/>
                  </a:lnTo>
                  <a:lnTo>
                    <a:pt x="464" y="1129"/>
                  </a:lnTo>
                  <a:lnTo>
                    <a:pt x="450" y="1087"/>
                  </a:lnTo>
                  <a:lnTo>
                    <a:pt x="440" y="1044"/>
                  </a:lnTo>
                  <a:lnTo>
                    <a:pt x="434" y="1002"/>
                  </a:lnTo>
                  <a:lnTo>
                    <a:pt x="434" y="958"/>
                  </a:lnTo>
                  <a:lnTo>
                    <a:pt x="438" y="915"/>
                  </a:lnTo>
                  <a:lnTo>
                    <a:pt x="446" y="872"/>
                  </a:lnTo>
                  <a:lnTo>
                    <a:pt x="458" y="831"/>
                  </a:lnTo>
                  <a:lnTo>
                    <a:pt x="475" y="790"/>
                  </a:lnTo>
                  <a:lnTo>
                    <a:pt x="495" y="752"/>
                  </a:lnTo>
                  <a:lnTo>
                    <a:pt x="520" y="716"/>
                  </a:lnTo>
                  <a:lnTo>
                    <a:pt x="548" y="683"/>
                  </a:lnTo>
                  <a:lnTo>
                    <a:pt x="580" y="653"/>
                  </a:lnTo>
                  <a:lnTo>
                    <a:pt x="613" y="626"/>
                  </a:lnTo>
                  <a:lnTo>
                    <a:pt x="651" y="603"/>
                  </a:lnTo>
                  <a:lnTo>
                    <a:pt x="688" y="584"/>
                  </a:lnTo>
                  <a:lnTo>
                    <a:pt x="727" y="569"/>
                  </a:lnTo>
                  <a:lnTo>
                    <a:pt x="768" y="559"/>
                  </a:lnTo>
                  <a:lnTo>
                    <a:pt x="809" y="552"/>
                  </a:lnTo>
                  <a:lnTo>
                    <a:pt x="851" y="549"/>
                  </a:lnTo>
                  <a:lnTo>
                    <a:pt x="851" y="675"/>
                  </a:lnTo>
                  <a:lnTo>
                    <a:pt x="1083" y="353"/>
                  </a:lnTo>
                  <a:lnTo>
                    <a:pt x="846" y="0"/>
                  </a:lnTo>
                  <a:lnTo>
                    <a:pt x="846" y="121"/>
                  </a:lnTo>
                  <a:lnTo>
                    <a:pt x="786" y="125"/>
                  </a:lnTo>
                  <a:lnTo>
                    <a:pt x="726" y="133"/>
                  </a:lnTo>
                  <a:lnTo>
                    <a:pt x="668" y="145"/>
                  </a:lnTo>
                  <a:lnTo>
                    <a:pt x="610" y="161"/>
                  </a:lnTo>
                  <a:lnTo>
                    <a:pt x="554" y="181"/>
                  </a:lnTo>
                  <a:lnTo>
                    <a:pt x="499" y="206"/>
                  </a:lnTo>
                  <a:lnTo>
                    <a:pt x="446" y="234"/>
                  </a:lnTo>
                  <a:lnTo>
                    <a:pt x="394" y="264"/>
                  </a:lnTo>
                  <a:lnTo>
                    <a:pt x="344" y="298"/>
                  </a:lnTo>
                  <a:lnTo>
                    <a:pt x="297" y="335"/>
                  </a:lnTo>
                  <a:lnTo>
                    <a:pt x="252" y="376"/>
                  </a:lnTo>
                  <a:lnTo>
                    <a:pt x="211" y="420"/>
                  </a:lnTo>
                  <a:lnTo>
                    <a:pt x="173" y="466"/>
                  </a:lnTo>
                  <a:lnTo>
                    <a:pt x="138" y="515"/>
                  </a:lnTo>
                  <a:lnTo>
                    <a:pt x="107" y="566"/>
                  </a:lnTo>
                  <a:lnTo>
                    <a:pt x="79" y="620"/>
                  </a:lnTo>
                  <a:lnTo>
                    <a:pt x="56" y="675"/>
                  </a:lnTo>
                  <a:lnTo>
                    <a:pt x="37" y="733"/>
                  </a:lnTo>
                  <a:lnTo>
                    <a:pt x="21" y="790"/>
                  </a:lnTo>
                  <a:lnTo>
                    <a:pt x="10" y="850"/>
                  </a:lnTo>
                  <a:lnTo>
                    <a:pt x="3" y="909"/>
                  </a:lnTo>
                  <a:lnTo>
                    <a:pt x="0" y="969"/>
                  </a:lnTo>
                  <a:lnTo>
                    <a:pt x="2" y="1029"/>
                  </a:lnTo>
                  <a:lnTo>
                    <a:pt x="7" y="1090"/>
                  </a:lnTo>
                  <a:lnTo>
                    <a:pt x="18" y="1148"/>
                  </a:lnTo>
                  <a:lnTo>
                    <a:pt x="31" y="1207"/>
                  </a:lnTo>
                  <a:lnTo>
                    <a:pt x="50" y="1264"/>
                  </a:lnTo>
                  <a:lnTo>
                    <a:pt x="73" y="1320"/>
                  </a:lnTo>
                  <a:lnTo>
                    <a:pt x="99" y="1374"/>
                  </a:lnTo>
                  <a:lnTo>
                    <a:pt x="129" y="1426"/>
                  </a:lnTo>
                  <a:lnTo>
                    <a:pt x="163" y="1476"/>
                  </a:lnTo>
                  <a:lnTo>
                    <a:pt x="200" y="1523"/>
                  </a:lnTo>
                  <a:lnTo>
                    <a:pt x="241" y="1568"/>
                  </a:lnTo>
                  <a:lnTo>
                    <a:pt x="283" y="1609"/>
                  </a:lnTo>
                  <a:lnTo>
                    <a:pt x="330" y="1647"/>
                  </a:lnTo>
                  <a:lnTo>
                    <a:pt x="379" y="1682"/>
                  </a:lnTo>
                  <a:lnTo>
                    <a:pt x="431" y="1713"/>
                  </a:lnTo>
                  <a:lnTo>
                    <a:pt x="484" y="1741"/>
                  </a:lnTo>
                  <a:lnTo>
                    <a:pt x="539" y="1765"/>
                  </a:lnTo>
                  <a:lnTo>
                    <a:pt x="595" y="1784"/>
                  </a:lnTo>
                  <a:lnTo>
                    <a:pt x="654" y="1800"/>
                  </a:lnTo>
                  <a:lnTo>
                    <a:pt x="713" y="1812"/>
                  </a:lnTo>
                  <a:lnTo>
                    <a:pt x="772" y="1819"/>
                  </a:lnTo>
                  <a:lnTo>
                    <a:pt x="833" y="1822"/>
                  </a:lnTo>
                  <a:lnTo>
                    <a:pt x="893" y="1821"/>
                  </a:lnTo>
                  <a:lnTo>
                    <a:pt x="708" y="1557"/>
                  </a:lnTo>
                  <a:lnTo>
                    <a:pt x="832" y="139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5301" name="Rectangle 6"/>
          <p:cNvSpPr>
            <a:spLocks noChangeArrowheads="1"/>
          </p:cNvSpPr>
          <p:nvPr/>
        </p:nvSpPr>
        <p:spPr bwMode="blackWhite">
          <a:xfrm>
            <a:off x="2509838" y="3303588"/>
            <a:ext cx="99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5302" name="Rectangle 7"/>
          <p:cNvSpPr>
            <a:spLocks noChangeArrowheads="1"/>
          </p:cNvSpPr>
          <p:nvPr/>
        </p:nvSpPr>
        <p:spPr bwMode="blackWhite">
          <a:xfrm>
            <a:off x="5646738" y="3303588"/>
            <a:ext cx="9921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530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530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4009C40-522F-400C-9005-A336454B926F}" type="slidenum">
              <a:rPr lang="zh-CN" altLang="en-US" smtClean="0"/>
              <a:pPr defTabSz="895350"/>
              <a:t>52</a:t>
            </a:fld>
            <a:endParaRPr lang="en-US" altLang="zh-CN"/>
          </a:p>
        </p:txBody>
      </p:sp>
      <p:sp>
        <p:nvSpPr>
          <p:cNvPr id="563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3</a:t>
            </a:r>
          </a:p>
        </p:txBody>
      </p:sp>
      <p:sp>
        <p:nvSpPr>
          <p:cNvPr id="56324" name="Freeform 3"/>
          <p:cNvSpPr>
            <a:spLocks/>
          </p:cNvSpPr>
          <p:nvPr/>
        </p:nvSpPr>
        <p:spPr bwMode="blackWhite">
          <a:xfrm>
            <a:off x="2587625" y="1141413"/>
            <a:ext cx="3703638" cy="1739900"/>
          </a:xfrm>
          <a:custGeom>
            <a:avLst/>
            <a:gdLst>
              <a:gd name="T0" fmla="*/ 2147483647 w 1553"/>
              <a:gd name="T1" fmla="*/ 2147483647 h 753"/>
              <a:gd name="T2" fmla="*/ 2147483647 w 1553"/>
              <a:gd name="T3" fmla="*/ 2147483647 h 753"/>
              <a:gd name="T4" fmla="*/ 2147483647 w 1553"/>
              <a:gd name="T5" fmla="*/ 2147483647 h 753"/>
              <a:gd name="T6" fmla="*/ 2147483647 w 1553"/>
              <a:gd name="T7" fmla="*/ 2147483647 h 753"/>
              <a:gd name="T8" fmla="*/ 2147483647 w 1553"/>
              <a:gd name="T9" fmla="*/ 2147483647 h 753"/>
              <a:gd name="T10" fmla="*/ 2147483647 w 1553"/>
              <a:gd name="T11" fmla="*/ 2147483647 h 753"/>
              <a:gd name="T12" fmla="*/ 2147483647 w 1553"/>
              <a:gd name="T13" fmla="*/ 2147483647 h 753"/>
              <a:gd name="T14" fmla="*/ 2147483647 w 1553"/>
              <a:gd name="T15" fmla="*/ 2147483647 h 753"/>
              <a:gd name="T16" fmla="*/ 2147483647 w 1553"/>
              <a:gd name="T17" fmla="*/ 2147483647 h 753"/>
              <a:gd name="T18" fmla="*/ 2147483647 w 1553"/>
              <a:gd name="T19" fmla="*/ 2147483647 h 753"/>
              <a:gd name="T20" fmla="*/ 2147483647 w 1553"/>
              <a:gd name="T21" fmla="*/ 2147483647 h 753"/>
              <a:gd name="T22" fmla="*/ 2147483647 w 1553"/>
              <a:gd name="T23" fmla="*/ 2147483647 h 753"/>
              <a:gd name="T24" fmla="*/ 2147483647 w 1553"/>
              <a:gd name="T25" fmla="*/ 2147483647 h 753"/>
              <a:gd name="T26" fmla="*/ 2147483647 w 1553"/>
              <a:gd name="T27" fmla="*/ 0 h 753"/>
              <a:gd name="T28" fmla="*/ 2147483647 w 1553"/>
              <a:gd name="T29" fmla="*/ 2147483647 h 753"/>
              <a:gd name="T30" fmla="*/ 2147483647 w 1553"/>
              <a:gd name="T31" fmla="*/ 2147483647 h 753"/>
              <a:gd name="T32" fmla="*/ 2147483647 w 1553"/>
              <a:gd name="T33" fmla="*/ 2147483647 h 753"/>
              <a:gd name="T34" fmla="*/ 2147483647 w 1553"/>
              <a:gd name="T35" fmla="*/ 2147483647 h 753"/>
              <a:gd name="T36" fmla="*/ 2147483647 w 1553"/>
              <a:gd name="T37" fmla="*/ 2147483647 h 753"/>
              <a:gd name="T38" fmla="*/ 2147483647 w 1553"/>
              <a:gd name="T39" fmla="*/ 2147483647 h 753"/>
              <a:gd name="T40" fmla="*/ 2147483647 w 1553"/>
              <a:gd name="T41" fmla="*/ 2147483647 h 753"/>
              <a:gd name="T42" fmla="*/ 2147483647 w 1553"/>
              <a:gd name="T43" fmla="*/ 2147483647 h 753"/>
              <a:gd name="T44" fmla="*/ 2147483647 w 1553"/>
              <a:gd name="T45" fmla="*/ 2147483647 h 753"/>
              <a:gd name="T46" fmla="*/ 2147483647 w 1553"/>
              <a:gd name="T47" fmla="*/ 2147483647 h 753"/>
              <a:gd name="T48" fmla="*/ 2147483647 w 1553"/>
              <a:gd name="T49" fmla="*/ 2147483647 h 753"/>
              <a:gd name="T50" fmla="*/ 2147483647 w 1553"/>
              <a:gd name="T51" fmla="*/ 2147483647 h 753"/>
              <a:gd name="T52" fmla="*/ 2147483647 w 1553"/>
              <a:gd name="T53" fmla="*/ 2147483647 h 753"/>
              <a:gd name="T54" fmla="*/ 2147483647 w 1553"/>
              <a:gd name="T55" fmla="*/ 2147483647 h 753"/>
              <a:gd name="T56" fmla="*/ 2147483647 w 1553"/>
              <a:gd name="T57" fmla="*/ 2147483647 h 753"/>
              <a:gd name="T58" fmla="*/ 2147483647 w 1553"/>
              <a:gd name="T59" fmla="*/ 2147483647 h 753"/>
              <a:gd name="T60" fmla="*/ 2147483647 w 1553"/>
              <a:gd name="T61" fmla="*/ 2147483647 h 753"/>
              <a:gd name="T62" fmla="*/ 2147483647 w 1553"/>
              <a:gd name="T63" fmla="*/ 2147483647 h 753"/>
              <a:gd name="T64" fmla="*/ 2147483647 w 1553"/>
              <a:gd name="T65" fmla="*/ 2147483647 h 753"/>
              <a:gd name="T66" fmla="*/ 0 w 1553"/>
              <a:gd name="T67" fmla="*/ 2147483647 h 753"/>
              <a:gd name="T68" fmla="*/ 2147483647 w 1553"/>
              <a:gd name="T69" fmla="*/ 2147483647 h 753"/>
              <a:gd name="T70" fmla="*/ 2147483647 w 1553"/>
              <a:gd name="T71" fmla="*/ 2147483647 h 753"/>
              <a:gd name="T72" fmla="*/ 2147483647 w 1553"/>
              <a:gd name="T73" fmla="*/ 2147483647 h 753"/>
              <a:gd name="T74" fmla="*/ 2147483647 w 1553"/>
              <a:gd name="T75" fmla="*/ 2147483647 h 753"/>
              <a:gd name="T76" fmla="*/ 2147483647 w 1553"/>
              <a:gd name="T77" fmla="*/ 2147483647 h 753"/>
              <a:gd name="T78" fmla="*/ 2147483647 w 1553"/>
              <a:gd name="T79" fmla="*/ 2147483647 h 753"/>
              <a:gd name="T80" fmla="*/ 2147483647 w 1553"/>
              <a:gd name="T81" fmla="*/ 2147483647 h 753"/>
              <a:gd name="T82" fmla="*/ 2147483647 w 1553"/>
              <a:gd name="T83" fmla="*/ 2147483647 h 753"/>
              <a:gd name="T84" fmla="*/ 2147483647 w 1553"/>
              <a:gd name="T85" fmla="*/ 2147483647 h 753"/>
              <a:gd name="T86" fmla="*/ 2147483647 w 1553"/>
              <a:gd name="T87" fmla="*/ 2147483647 h 753"/>
              <a:gd name="T88" fmla="*/ 2147483647 w 1553"/>
              <a:gd name="T89" fmla="*/ 2147483647 h 753"/>
              <a:gd name="T90" fmla="*/ 2147483647 w 1553"/>
              <a:gd name="T91" fmla="*/ 2147483647 h 753"/>
              <a:gd name="T92" fmla="*/ 2147483647 w 1553"/>
              <a:gd name="T93" fmla="*/ 2147483647 h 753"/>
              <a:gd name="T94" fmla="*/ 2147483647 w 1553"/>
              <a:gd name="T95" fmla="*/ 2147483647 h 753"/>
              <a:gd name="T96" fmla="*/ 2147483647 w 1553"/>
              <a:gd name="T97" fmla="*/ 2147483647 h 753"/>
              <a:gd name="T98" fmla="*/ 2147483647 w 1553"/>
              <a:gd name="T99" fmla="*/ 2147483647 h 753"/>
              <a:gd name="T100" fmla="*/ 2147483647 w 1553"/>
              <a:gd name="T101" fmla="*/ 2147483647 h 753"/>
              <a:gd name="T102" fmla="*/ 2147483647 w 1553"/>
              <a:gd name="T103" fmla="*/ 2147483647 h 753"/>
              <a:gd name="T104" fmla="*/ 2147483647 w 1553"/>
              <a:gd name="T105" fmla="*/ 2147483647 h 753"/>
              <a:gd name="T106" fmla="*/ 2147483647 w 1553"/>
              <a:gd name="T107" fmla="*/ 2147483647 h 753"/>
              <a:gd name="T108" fmla="*/ 2147483647 w 1553"/>
              <a:gd name="T109" fmla="*/ 2147483647 h 753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553"/>
              <a:gd name="T166" fmla="*/ 0 h 753"/>
              <a:gd name="T167" fmla="*/ 1553 w 1553"/>
              <a:gd name="T168" fmla="*/ 753 h 753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6325" name="Freeform 4"/>
          <p:cNvSpPr>
            <a:spLocks/>
          </p:cNvSpPr>
          <p:nvPr/>
        </p:nvSpPr>
        <p:spPr bwMode="blackWhite">
          <a:xfrm>
            <a:off x="2255838" y="2676525"/>
            <a:ext cx="2911475" cy="2471738"/>
          </a:xfrm>
          <a:custGeom>
            <a:avLst/>
            <a:gdLst>
              <a:gd name="T0" fmla="*/ 2147483647 w 1221"/>
              <a:gd name="T1" fmla="*/ 2147483647 h 1071"/>
              <a:gd name="T2" fmla="*/ 2147483647 w 1221"/>
              <a:gd name="T3" fmla="*/ 2147483647 h 1071"/>
              <a:gd name="T4" fmla="*/ 2147483647 w 1221"/>
              <a:gd name="T5" fmla="*/ 2147483647 h 1071"/>
              <a:gd name="T6" fmla="*/ 2147483647 w 1221"/>
              <a:gd name="T7" fmla="*/ 2147483647 h 1071"/>
              <a:gd name="T8" fmla="*/ 2147483647 w 1221"/>
              <a:gd name="T9" fmla="*/ 2147483647 h 1071"/>
              <a:gd name="T10" fmla="*/ 2147483647 w 1221"/>
              <a:gd name="T11" fmla="*/ 2147483647 h 1071"/>
              <a:gd name="T12" fmla="*/ 2147483647 w 1221"/>
              <a:gd name="T13" fmla="*/ 2147483647 h 1071"/>
              <a:gd name="T14" fmla="*/ 2147483647 w 1221"/>
              <a:gd name="T15" fmla="*/ 2147483647 h 1071"/>
              <a:gd name="T16" fmla="*/ 2147483647 w 1221"/>
              <a:gd name="T17" fmla="*/ 2147483647 h 1071"/>
              <a:gd name="T18" fmla="*/ 2147483647 w 1221"/>
              <a:gd name="T19" fmla="*/ 2147483647 h 1071"/>
              <a:gd name="T20" fmla="*/ 2147483647 w 1221"/>
              <a:gd name="T21" fmla="*/ 2147483647 h 1071"/>
              <a:gd name="T22" fmla="*/ 2147483647 w 1221"/>
              <a:gd name="T23" fmla="*/ 2147483647 h 1071"/>
              <a:gd name="T24" fmla="*/ 2147483647 w 1221"/>
              <a:gd name="T25" fmla="*/ 2147483647 h 1071"/>
              <a:gd name="T26" fmla="*/ 2147483647 w 1221"/>
              <a:gd name="T27" fmla="*/ 2147483647 h 1071"/>
              <a:gd name="T28" fmla="*/ 2147483647 w 1221"/>
              <a:gd name="T29" fmla="*/ 2147483647 h 1071"/>
              <a:gd name="T30" fmla="*/ 2147483647 w 1221"/>
              <a:gd name="T31" fmla="*/ 2147483647 h 1071"/>
              <a:gd name="T32" fmla="*/ 2147483647 w 1221"/>
              <a:gd name="T33" fmla="*/ 2147483647 h 1071"/>
              <a:gd name="T34" fmla="*/ 2147483647 w 1221"/>
              <a:gd name="T35" fmla="*/ 2147483647 h 1071"/>
              <a:gd name="T36" fmla="*/ 2147483647 w 1221"/>
              <a:gd name="T37" fmla="*/ 2147483647 h 1071"/>
              <a:gd name="T38" fmla="*/ 2147483647 w 1221"/>
              <a:gd name="T39" fmla="*/ 2147483647 h 1071"/>
              <a:gd name="T40" fmla="*/ 2147483647 w 1221"/>
              <a:gd name="T41" fmla="*/ 2147483647 h 1071"/>
              <a:gd name="T42" fmla="*/ 2147483647 w 1221"/>
              <a:gd name="T43" fmla="*/ 0 h 1071"/>
              <a:gd name="T44" fmla="*/ 0 w 1221"/>
              <a:gd name="T45" fmla="*/ 2147483647 h 1071"/>
              <a:gd name="T46" fmla="*/ 2147483647 w 1221"/>
              <a:gd name="T47" fmla="*/ 2147483647 h 1071"/>
              <a:gd name="T48" fmla="*/ 2147483647 w 1221"/>
              <a:gd name="T49" fmla="*/ 2147483647 h 1071"/>
              <a:gd name="T50" fmla="*/ 2147483647 w 1221"/>
              <a:gd name="T51" fmla="*/ 2147483647 h 1071"/>
              <a:gd name="T52" fmla="*/ 2147483647 w 1221"/>
              <a:gd name="T53" fmla="*/ 2147483647 h 1071"/>
              <a:gd name="T54" fmla="*/ 2147483647 w 1221"/>
              <a:gd name="T55" fmla="*/ 2147483647 h 1071"/>
              <a:gd name="T56" fmla="*/ 2147483647 w 1221"/>
              <a:gd name="T57" fmla="*/ 2147483647 h 1071"/>
              <a:gd name="T58" fmla="*/ 2147483647 w 1221"/>
              <a:gd name="T59" fmla="*/ 2147483647 h 1071"/>
              <a:gd name="T60" fmla="*/ 2147483647 w 1221"/>
              <a:gd name="T61" fmla="*/ 2147483647 h 1071"/>
              <a:gd name="T62" fmla="*/ 2147483647 w 1221"/>
              <a:gd name="T63" fmla="*/ 2147483647 h 1071"/>
              <a:gd name="T64" fmla="*/ 2147483647 w 1221"/>
              <a:gd name="T65" fmla="*/ 2147483647 h 1071"/>
              <a:gd name="T66" fmla="*/ 2147483647 w 1221"/>
              <a:gd name="T67" fmla="*/ 2147483647 h 1071"/>
              <a:gd name="T68" fmla="*/ 2147483647 w 1221"/>
              <a:gd name="T69" fmla="*/ 2147483647 h 1071"/>
              <a:gd name="T70" fmla="*/ 2147483647 w 1221"/>
              <a:gd name="T71" fmla="*/ 2147483647 h 1071"/>
              <a:gd name="T72" fmla="*/ 2147483647 w 1221"/>
              <a:gd name="T73" fmla="*/ 2147483647 h 1071"/>
              <a:gd name="T74" fmla="*/ 2147483647 w 1221"/>
              <a:gd name="T75" fmla="*/ 2147483647 h 1071"/>
              <a:gd name="T76" fmla="*/ 2147483647 w 1221"/>
              <a:gd name="T77" fmla="*/ 2147483647 h 1071"/>
              <a:gd name="T78" fmla="*/ 2147483647 w 1221"/>
              <a:gd name="T79" fmla="*/ 2147483647 h 1071"/>
              <a:gd name="T80" fmla="*/ 2147483647 w 1221"/>
              <a:gd name="T81" fmla="*/ 2147483647 h 1071"/>
              <a:gd name="T82" fmla="*/ 2147483647 w 1221"/>
              <a:gd name="T83" fmla="*/ 2147483647 h 1071"/>
              <a:gd name="T84" fmla="*/ 2147483647 w 1221"/>
              <a:gd name="T85" fmla="*/ 2147483647 h 1071"/>
              <a:gd name="T86" fmla="*/ 2147483647 w 1221"/>
              <a:gd name="T87" fmla="*/ 2147483647 h 1071"/>
              <a:gd name="T88" fmla="*/ 2147483647 w 1221"/>
              <a:gd name="T89" fmla="*/ 2147483647 h 1071"/>
              <a:gd name="T90" fmla="*/ 2147483647 w 1221"/>
              <a:gd name="T91" fmla="*/ 2147483647 h 1071"/>
              <a:gd name="T92" fmla="*/ 2147483647 w 1221"/>
              <a:gd name="T93" fmla="*/ 2147483647 h 1071"/>
              <a:gd name="T94" fmla="*/ 2147483647 w 1221"/>
              <a:gd name="T95" fmla="*/ 2147483647 h 1071"/>
              <a:gd name="T96" fmla="*/ 2147483647 w 1221"/>
              <a:gd name="T97" fmla="*/ 2147483647 h 107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1221"/>
              <a:gd name="T148" fmla="*/ 0 h 1071"/>
              <a:gd name="T149" fmla="*/ 1221 w 1221"/>
              <a:gd name="T150" fmla="*/ 1071 h 107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6326" name="Freeform 5"/>
          <p:cNvSpPr>
            <a:spLocks/>
          </p:cNvSpPr>
          <p:nvPr/>
        </p:nvSpPr>
        <p:spPr bwMode="blackWhite">
          <a:xfrm>
            <a:off x="4814888" y="1920875"/>
            <a:ext cx="1890712" cy="3325813"/>
          </a:xfrm>
          <a:custGeom>
            <a:avLst/>
            <a:gdLst>
              <a:gd name="T0" fmla="*/ 2147483647 w 793"/>
              <a:gd name="T1" fmla="*/ 2147483647 h 1440"/>
              <a:gd name="T2" fmla="*/ 2147483647 w 793"/>
              <a:gd name="T3" fmla="*/ 2147483647 h 1440"/>
              <a:gd name="T4" fmla="*/ 2147483647 w 793"/>
              <a:gd name="T5" fmla="*/ 2147483647 h 1440"/>
              <a:gd name="T6" fmla="*/ 2147483647 w 793"/>
              <a:gd name="T7" fmla="*/ 2147483647 h 1440"/>
              <a:gd name="T8" fmla="*/ 2147483647 w 793"/>
              <a:gd name="T9" fmla="*/ 2147483647 h 1440"/>
              <a:gd name="T10" fmla="*/ 2147483647 w 793"/>
              <a:gd name="T11" fmla="*/ 2147483647 h 1440"/>
              <a:gd name="T12" fmla="*/ 2147483647 w 793"/>
              <a:gd name="T13" fmla="*/ 2147483647 h 1440"/>
              <a:gd name="T14" fmla="*/ 2147483647 w 793"/>
              <a:gd name="T15" fmla="*/ 2147483647 h 1440"/>
              <a:gd name="T16" fmla="*/ 2147483647 w 793"/>
              <a:gd name="T17" fmla="*/ 2147483647 h 1440"/>
              <a:gd name="T18" fmla="*/ 2147483647 w 793"/>
              <a:gd name="T19" fmla="*/ 2147483647 h 1440"/>
              <a:gd name="T20" fmla="*/ 2147483647 w 793"/>
              <a:gd name="T21" fmla="*/ 2147483647 h 1440"/>
              <a:gd name="T22" fmla="*/ 2147483647 w 793"/>
              <a:gd name="T23" fmla="*/ 2147483647 h 1440"/>
              <a:gd name="T24" fmla="*/ 2147483647 w 793"/>
              <a:gd name="T25" fmla="*/ 2147483647 h 1440"/>
              <a:gd name="T26" fmla="*/ 2147483647 w 793"/>
              <a:gd name="T27" fmla="*/ 2147483647 h 1440"/>
              <a:gd name="T28" fmla="*/ 2147483647 w 793"/>
              <a:gd name="T29" fmla="*/ 2147483647 h 1440"/>
              <a:gd name="T30" fmla="*/ 2147483647 w 793"/>
              <a:gd name="T31" fmla="*/ 2147483647 h 1440"/>
              <a:gd name="T32" fmla="*/ 2147483647 w 793"/>
              <a:gd name="T33" fmla="*/ 2147483647 h 1440"/>
              <a:gd name="T34" fmla="*/ 2147483647 w 793"/>
              <a:gd name="T35" fmla="*/ 2147483647 h 1440"/>
              <a:gd name="T36" fmla="*/ 2147483647 w 793"/>
              <a:gd name="T37" fmla="*/ 2147483647 h 1440"/>
              <a:gd name="T38" fmla="*/ 2147483647 w 793"/>
              <a:gd name="T39" fmla="*/ 2147483647 h 1440"/>
              <a:gd name="T40" fmla="*/ 2147483647 w 793"/>
              <a:gd name="T41" fmla="*/ 2147483647 h 1440"/>
              <a:gd name="T42" fmla="*/ 2147483647 w 793"/>
              <a:gd name="T43" fmla="*/ 2147483647 h 1440"/>
              <a:gd name="T44" fmla="*/ 2147483647 w 793"/>
              <a:gd name="T45" fmla="*/ 2147483647 h 1440"/>
              <a:gd name="T46" fmla="*/ 2147483647 w 793"/>
              <a:gd name="T47" fmla="*/ 2147483647 h 1440"/>
              <a:gd name="T48" fmla="*/ 2147483647 w 793"/>
              <a:gd name="T49" fmla="*/ 2147483647 h 1440"/>
              <a:gd name="T50" fmla="*/ 2147483647 w 793"/>
              <a:gd name="T51" fmla="*/ 2147483647 h 1440"/>
              <a:gd name="T52" fmla="*/ 2147483647 w 793"/>
              <a:gd name="T53" fmla="*/ 0 h 1440"/>
              <a:gd name="T54" fmla="*/ 2147483647 w 793"/>
              <a:gd name="T55" fmla="*/ 2147483647 h 1440"/>
              <a:gd name="T56" fmla="*/ 2147483647 w 793"/>
              <a:gd name="T57" fmla="*/ 2147483647 h 1440"/>
              <a:gd name="T58" fmla="*/ 2147483647 w 793"/>
              <a:gd name="T59" fmla="*/ 2147483647 h 1440"/>
              <a:gd name="T60" fmla="*/ 2147483647 w 793"/>
              <a:gd name="T61" fmla="*/ 2147483647 h 1440"/>
              <a:gd name="T62" fmla="*/ 2147483647 w 793"/>
              <a:gd name="T63" fmla="*/ 2147483647 h 1440"/>
              <a:gd name="T64" fmla="*/ 2147483647 w 793"/>
              <a:gd name="T65" fmla="*/ 2147483647 h 1440"/>
              <a:gd name="T66" fmla="*/ 2147483647 w 793"/>
              <a:gd name="T67" fmla="*/ 2147483647 h 1440"/>
              <a:gd name="T68" fmla="*/ 2147483647 w 793"/>
              <a:gd name="T69" fmla="*/ 2147483647 h 1440"/>
              <a:gd name="T70" fmla="*/ 2147483647 w 793"/>
              <a:gd name="T71" fmla="*/ 2147483647 h 1440"/>
              <a:gd name="T72" fmla="*/ 2147483647 w 793"/>
              <a:gd name="T73" fmla="*/ 2147483647 h 1440"/>
              <a:gd name="T74" fmla="*/ 2147483647 w 793"/>
              <a:gd name="T75" fmla="*/ 2147483647 h 1440"/>
              <a:gd name="T76" fmla="*/ 2147483647 w 793"/>
              <a:gd name="T77" fmla="*/ 2147483647 h 1440"/>
              <a:gd name="T78" fmla="*/ 2147483647 w 793"/>
              <a:gd name="T79" fmla="*/ 2147483647 h 1440"/>
              <a:gd name="T80" fmla="*/ 2147483647 w 793"/>
              <a:gd name="T81" fmla="*/ 2147483647 h 1440"/>
              <a:gd name="T82" fmla="*/ 2147483647 w 793"/>
              <a:gd name="T83" fmla="*/ 2147483647 h 1440"/>
              <a:gd name="T84" fmla="*/ 2147483647 w 793"/>
              <a:gd name="T85" fmla="*/ 2147483647 h 1440"/>
              <a:gd name="T86" fmla="*/ 2147483647 w 793"/>
              <a:gd name="T87" fmla="*/ 2147483647 h 1440"/>
              <a:gd name="T88" fmla="*/ 2147483647 w 793"/>
              <a:gd name="T89" fmla="*/ 2147483647 h 1440"/>
              <a:gd name="T90" fmla="*/ 2147483647 w 793"/>
              <a:gd name="T91" fmla="*/ 2147483647 h 1440"/>
              <a:gd name="T92" fmla="*/ 0 w 793"/>
              <a:gd name="T93" fmla="*/ 2147483647 h 1440"/>
              <a:gd name="T94" fmla="*/ 2147483647 w 793"/>
              <a:gd name="T95" fmla="*/ 2147483647 h 1440"/>
              <a:gd name="T96" fmla="*/ 2147483647 w 793"/>
              <a:gd name="T97" fmla="*/ 2147483647 h 14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93"/>
              <a:gd name="T148" fmla="*/ 0 h 1440"/>
              <a:gd name="T149" fmla="*/ 793 w 793"/>
              <a:gd name="T150" fmla="*/ 1440 h 14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56327" name="Rectangle 6"/>
          <p:cNvSpPr>
            <a:spLocks noChangeArrowheads="1"/>
          </p:cNvSpPr>
          <p:nvPr/>
        </p:nvSpPr>
        <p:spPr bwMode="blackWhite">
          <a:xfrm>
            <a:off x="3360738" y="1584325"/>
            <a:ext cx="2381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6328" name="Rectangle 7"/>
          <p:cNvSpPr>
            <a:spLocks noChangeArrowheads="1"/>
          </p:cNvSpPr>
          <p:nvPr/>
        </p:nvSpPr>
        <p:spPr bwMode="blackWhite">
          <a:xfrm>
            <a:off x="5562600" y="3565525"/>
            <a:ext cx="1066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6329" name="Rectangle 8"/>
          <p:cNvSpPr>
            <a:spLocks noChangeArrowheads="1"/>
          </p:cNvSpPr>
          <p:nvPr/>
        </p:nvSpPr>
        <p:spPr bwMode="blackWhite">
          <a:xfrm>
            <a:off x="2895600" y="3905250"/>
            <a:ext cx="10461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633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633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5BCD4BC-C381-404C-8BA0-83849352F0CC}" type="slidenum">
              <a:rPr lang="zh-CN" altLang="en-US" smtClean="0"/>
              <a:pPr defTabSz="895350"/>
              <a:t>53</a:t>
            </a:fld>
            <a:endParaRPr lang="en-US" altLang="zh-CN"/>
          </a:p>
        </p:txBody>
      </p:sp>
      <p:sp>
        <p:nvSpPr>
          <p:cNvPr id="57347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4</a:t>
            </a:r>
          </a:p>
        </p:txBody>
      </p:sp>
      <p:grpSp>
        <p:nvGrpSpPr>
          <p:cNvPr id="57348" name="Group 3"/>
          <p:cNvGrpSpPr>
            <a:grpSpLocks/>
          </p:cNvGrpSpPr>
          <p:nvPr/>
        </p:nvGrpSpPr>
        <p:grpSpPr bwMode="auto">
          <a:xfrm>
            <a:off x="2120900" y="1141413"/>
            <a:ext cx="4775200" cy="4635500"/>
            <a:chOff x="2244" y="1767"/>
            <a:chExt cx="2029" cy="2029"/>
          </a:xfrm>
        </p:grpSpPr>
        <p:sp>
          <p:nvSpPr>
            <p:cNvPr id="57355" name="Freeform 4"/>
            <p:cNvSpPr>
              <a:spLocks/>
            </p:cNvSpPr>
            <p:nvPr/>
          </p:nvSpPr>
          <p:spPr bwMode="blackWhite">
            <a:xfrm>
              <a:off x="2366" y="1767"/>
              <a:ext cx="1057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57"/>
                <a:gd name="T115" fmla="*/ 0 h 900"/>
                <a:gd name="T116" fmla="*/ 1057 w 1057"/>
                <a:gd name="T117" fmla="*/ 900 h 9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7356" name="Freeform 5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33"/>
                <a:gd name="T124" fmla="*/ 0 h 904"/>
                <a:gd name="T125" fmla="*/ 1033 w 1033"/>
                <a:gd name="T126" fmla="*/ 904 h 90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7357" name="Freeform 6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30"/>
                <a:gd name="T127" fmla="*/ 0 h 1075"/>
                <a:gd name="T128" fmla="*/ 930 w 930"/>
                <a:gd name="T129" fmla="*/ 1075 h 107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7358" name="Freeform 7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943"/>
                <a:gd name="T118" fmla="*/ 0 h 1065"/>
                <a:gd name="T119" fmla="*/ 943 w 943"/>
                <a:gd name="T120" fmla="*/ 1065 h 10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7349" name="Rectangle 8"/>
          <p:cNvSpPr>
            <a:spLocks noChangeArrowheads="1"/>
          </p:cNvSpPr>
          <p:nvPr/>
        </p:nvSpPr>
        <p:spPr bwMode="blackWhite">
          <a:xfrm>
            <a:off x="3097213" y="2152650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7350" name="Rectangle 9"/>
          <p:cNvSpPr>
            <a:spLocks noChangeArrowheads="1"/>
          </p:cNvSpPr>
          <p:nvPr/>
        </p:nvSpPr>
        <p:spPr bwMode="blackWhite">
          <a:xfrm>
            <a:off x="5281613" y="2503488"/>
            <a:ext cx="850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7351" name="Rectangle 10"/>
          <p:cNvSpPr>
            <a:spLocks noChangeArrowheads="1"/>
          </p:cNvSpPr>
          <p:nvPr/>
        </p:nvSpPr>
        <p:spPr bwMode="blackWhite">
          <a:xfrm>
            <a:off x="4979988" y="4503738"/>
            <a:ext cx="854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7352" name="Rectangle 11"/>
          <p:cNvSpPr>
            <a:spLocks noChangeArrowheads="1"/>
          </p:cNvSpPr>
          <p:nvPr/>
        </p:nvSpPr>
        <p:spPr bwMode="blackWhite">
          <a:xfrm>
            <a:off x="2803525" y="4081463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735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735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0834CFC-BF8D-4BC0-998D-28335B17BC54}" type="slidenum">
              <a:rPr lang="zh-CN" altLang="en-US" smtClean="0"/>
              <a:pPr defTabSz="895350"/>
              <a:t>54</a:t>
            </a:fld>
            <a:endParaRPr lang="en-US" altLang="zh-CN"/>
          </a:p>
        </p:txBody>
      </p:sp>
      <p:sp>
        <p:nvSpPr>
          <p:cNvPr id="58371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5</a:t>
            </a:r>
          </a:p>
        </p:txBody>
      </p:sp>
      <p:grpSp>
        <p:nvGrpSpPr>
          <p:cNvPr id="58372" name="Group 3"/>
          <p:cNvGrpSpPr>
            <a:grpSpLocks/>
          </p:cNvGrpSpPr>
          <p:nvPr/>
        </p:nvGrpSpPr>
        <p:grpSpPr bwMode="auto">
          <a:xfrm>
            <a:off x="2287588" y="1141413"/>
            <a:ext cx="4621212" cy="4351337"/>
            <a:chOff x="2157" y="1779"/>
            <a:chExt cx="1944" cy="1885"/>
          </a:xfrm>
        </p:grpSpPr>
        <p:sp>
          <p:nvSpPr>
            <p:cNvPr id="58380" name="Freeform 4"/>
            <p:cNvSpPr>
              <a:spLocks/>
            </p:cNvSpPr>
            <p:nvPr/>
          </p:nvSpPr>
          <p:spPr bwMode="blackWhite">
            <a:xfrm>
              <a:off x="2355" y="1779"/>
              <a:ext cx="973" cy="805"/>
            </a:xfrm>
            <a:custGeom>
              <a:avLst/>
              <a:gdLst>
                <a:gd name="T0" fmla="*/ 402 w 973"/>
                <a:gd name="T1" fmla="*/ 804 h 805"/>
                <a:gd name="T2" fmla="*/ 424 w 973"/>
                <a:gd name="T3" fmla="*/ 765 h 805"/>
                <a:gd name="T4" fmla="*/ 450 w 973"/>
                <a:gd name="T5" fmla="*/ 730 h 805"/>
                <a:gd name="T6" fmla="*/ 479 w 973"/>
                <a:gd name="T7" fmla="*/ 698 h 805"/>
                <a:gd name="T8" fmla="*/ 512 w 973"/>
                <a:gd name="T9" fmla="*/ 668 h 805"/>
                <a:gd name="T10" fmla="*/ 548 w 973"/>
                <a:gd name="T11" fmla="*/ 642 h 805"/>
                <a:gd name="T12" fmla="*/ 583 w 973"/>
                <a:gd name="T13" fmla="*/ 621 h 805"/>
                <a:gd name="T14" fmla="*/ 620 w 973"/>
                <a:gd name="T15" fmla="*/ 603 h 805"/>
                <a:gd name="T16" fmla="*/ 660 w 973"/>
                <a:gd name="T17" fmla="*/ 589 h 805"/>
                <a:gd name="T18" fmla="*/ 699 w 973"/>
                <a:gd name="T19" fmla="*/ 579 h 805"/>
                <a:gd name="T20" fmla="*/ 740 w 973"/>
                <a:gd name="T21" fmla="*/ 572 h 805"/>
                <a:gd name="T22" fmla="*/ 752 w 973"/>
                <a:gd name="T23" fmla="*/ 722 h 805"/>
                <a:gd name="T24" fmla="*/ 972 w 973"/>
                <a:gd name="T25" fmla="*/ 356 h 805"/>
                <a:gd name="T26" fmla="*/ 712 w 973"/>
                <a:gd name="T27" fmla="*/ 0 h 805"/>
                <a:gd name="T28" fmla="*/ 713 w 973"/>
                <a:gd name="T29" fmla="*/ 134 h 805"/>
                <a:gd name="T30" fmla="*/ 651 w 973"/>
                <a:gd name="T31" fmla="*/ 142 h 805"/>
                <a:gd name="T32" fmla="*/ 590 w 973"/>
                <a:gd name="T33" fmla="*/ 154 h 805"/>
                <a:gd name="T34" fmla="*/ 530 w 973"/>
                <a:gd name="T35" fmla="*/ 170 h 805"/>
                <a:gd name="T36" fmla="*/ 471 w 973"/>
                <a:gd name="T37" fmla="*/ 191 h 805"/>
                <a:gd name="T38" fmla="*/ 414 w 973"/>
                <a:gd name="T39" fmla="*/ 216 h 805"/>
                <a:gd name="T40" fmla="*/ 359 w 973"/>
                <a:gd name="T41" fmla="*/ 245 h 805"/>
                <a:gd name="T42" fmla="*/ 305 w 973"/>
                <a:gd name="T43" fmla="*/ 278 h 805"/>
                <a:gd name="T44" fmla="*/ 257 w 973"/>
                <a:gd name="T45" fmla="*/ 312 h 805"/>
                <a:gd name="T46" fmla="*/ 212 w 973"/>
                <a:gd name="T47" fmla="*/ 349 h 805"/>
                <a:gd name="T48" fmla="*/ 170 w 973"/>
                <a:gd name="T49" fmla="*/ 390 h 805"/>
                <a:gd name="T50" fmla="*/ 129 w 973"/>
                <a:gd name="T51" fmla="*/ 432 h 805"/>
                <a:gd name="T52" fmla="*/ 92 w 973"/>
                <a:gd name="T53" fmla="*/ 478 h 805"/>
                <a:gd name="T54" fmla="*/ 58 w 973"/>
                <a:gd name="T55" fmla="*/ 526 h 805"/>
                <a:gd name="T56" fmla="*/ 27 w 973"/>
                <a:gd name="T57" fmla="*/ 576 h 805"/>
                <a:gd name="T58" fmla="*/ 0 w 973"/>
                <a:gd name="T59" fmla="*/ 628 h 805"/>
                <a:gd name="T60" fmla="*/ 264 w 973"/>
                <a:gd name="T61" fmla="*/ 607 h 805"/>
                <a:gd name="T62" fmla="*/ 402 w 973"/>
                <a:gd name="T63" fmla="*/ 804 h 80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973"/>
                <a:gd name="T97" fmla="*/ 0 h 805"/>
                <a:gd name="T98" fmla="*/ 973 w 973"/>
                <a:gd name="T99" fmla="*/ 805 h 80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973" h="805">
                  <a:moveTo>
                    <a:pt x="402" y="804"/>
                  </a:moveTo>
                  <a:lnTo>
                    <a:pt x="424" y="765"/>
                  </a:lnTo>
                  <a:lnTo>
                    <a:pt x="450" y="730"/>
                  </a:lnTo>
                  <a:lnTo>
                    <a:pt x="479" y="698"/>
                  </a:lnTo>
                  <a:lnTo>
                    <a:pt x="512" y="668"/>
                  </a:lnTo>
                  <a:lnTo>
                    <a:pt x="548" y="642"/>
                  </a:lnTo>
                  <a:lnTo>
                    <a:pt x="583" y="621"/>
                  </a:lnTo>
                  <a:lnTo>
                    <a:pt x="620" y="603"/>
                  </a:lnTo>
                  <a:lnTo>
                    <a:pt x="660" y="589"/>
                  </a:lnTo>
                  <a:lnTo>
                    <a:pt x="699" y="579"/>
                  </a:lnTo>
                  <a:lnTo>
                    <a:pt x="740" y="572"/>
                  </a:lnTo>
                  <a:lnTo>
                    <a:pt x="752" y="722"/>
                  </a:lnTo>
                  <a:lnTo>
                    <a:pt x="972" y="356"/>
                  </a:lnTo>
                  <a:lnTo>
                    <a:pt x="712" y="0"/>
                  </a:lnTo>
                  <a:lnTo>
                    <a:pt x="713" y="134"/>
                  </a:lnTo>
                  <a:lnTo>
                    <a:pt x="651" y="142"/>
                  </a:lnTo>
                  <a:lnTo>
                    <a:pt x="590" y="154"/>
                  </a:lnTo>
                  <a:lnTo>
                    <a:pt x="530" y="170"/>
                  </a:lnTo>
                  <a:lnTo>
                    <a:pt x="471" y="191"/>
                  </a:lnTo>
                  <a:lnTo>
                    <a:pt x="414" y="216"/>
                  </a:lnTo>
                  <a:lnTo>
                    <a:pt x="359" y="245"/>
                  </a:lnTo>
                  <a:lnTo>
                    <a:pt x="305" y="278"/>
                  </a:lnTo>
                  <a:lnTo>
                    <a:pt x="257" y="312"/>
                  </a:lnTo>
                  <a:lnTo>
                    <a:pt x="212" y="349"/>
                  </a:lnTo>
                  <a:lnTo>
                    <a:pt x="170" y="390"/>
                  </a:lnTo>
                  <a:lnTo>
                    <a:pt x="129" y="432"/>
                  </a:lnTo>
                  <a:lnTo>
                    <a:pt x="92" y="478"/>
                  </a:lnTo>
                  <a:lnTo>
                    <a:pt x="58" y="526"/>
                  </a:lnTo>
                  <a:lnTo>
                    <a:pt x="27" y="576"/>
                  </a:lnTo>
                  <a:lnTo>
                    <a:pt x="0" y="628"/>
                  </a:lnTo>
                  <a:lnTo>
                    <a:pt x="264" y="607"/>
                  </a:lnTo>
                  <a:lnTo>
                    <a:pt x="402" y="80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8381" name="Freeform 5"/>
            <p:cNvSpPr>
              <a:spLocks/>
            </p:cNvSpPr>
            <p:nvPr/>
          </p:nvSpPr>
          <p:spPr bwMode="blackWhite">
            <a:xfrm>
              <a:off x="3220" y="1913"/>
              <a:ext cx="881" cy="819"/>
            </a:xfrm>
            <a:custGeom>
              <a:avLst/>
              <a:gdLst>
                <a:gd name="T0" fmla="*/ 583 w 881"/>
                <a:gd name="T1" fmla="*/ 818 h 819"/>
                <a:gd name="T2" fmla="*/ 685 w 881"/>
                <a:gd name="T3" fmla="*/ 715 h 819"/>
                <a:gd name="T4" fmla="*/ 784 w 881"/>
                <a:gd name="T5" fmla="*/ 609 h 819"/>
                <a:gd name="T6" fmla="*/ 880 w 881"/>
                <a:gd name="T7" fmla="*/ 502 h 819"/>
                <a:gd name="T8" fmla="*/ 734 w 881"/>
                <a:gd name="T9" fmla="*/ 542 h 819"/>
                <a:gd name="T10" fmla="*/ 709 w 881"/>
                <a:gd name="T11" fmla="*/ 487 h 819"/>
                <a:gd name="T12" fmla="*/ 681 w 881"/>
                <a:gd name="T13" fmla="*/ 433 h 819"/>
                <a:gd name="T14" fmla="*/ 650 w 881"/>
                <a:gd name="T15" fmla="*/ 383 h 819"/>
                <a:gd name="T16" fmla="*/ 615 w 881"/>
                <a:gd name="T17" fmla="*/ 334 h 819"/>
                <a:gd name="T18" fmla="*/ 576 w 881"/>
                <a:gd name="T19" fmla="*/ 288 h 819"/>
                <a:gd name="T20" fmla="*/ 534 w 881"/>
                <a:gd name="T21" fmla="*/ 245 h 819"/>
                <a:gd name="T22" fmla="*/ 490 w 881"/>
                <a:gd name="T23" fmla="*/ 204 h 819"/>
                <a:gd name="T24" fmla="*/ 443 w 881"/>
                <a:gd name="T25" fmla="*/ 168 h 819"/>
                <a:gd name="T26" fmla="*/ 393 w 881"/>
                <a:gd name="T27" fmla="*/ 133 h 819"/>
                <a:gd name="T28" fmla="*/ 342 w 881"/>
                <a:gd name="T29" fmla="*/ 103 h 819"/>
                <a:gd name="T30" fmla="*/ 288 w 881"/>
                <a:gd name="T31" fmla="*/ 76 h 819"/>
                <a:gd name="T32" fmla="*/ 233 w 881"/>
                <a:gd name="T33" fmla="*/ 54 h 819"/>
                <a:gd name="T34" fmla="*/ 176 w 881"/>
                <a:gd name="T35" fmla="*/ 34 h 819"/>
                <a:gd name="T36" fmla="*/ 118 w 881"/>
                <a:gd name="T37" fmla="*/ 19 h 819"/>
                <a:gd name="T38" fmla="*/ 60 w 881"/>
                <a:gd name="T39" fmla="*/ 8 h 819"/>
                <a:gd name="T40" fmla="*/ 0 w 881"/>
                <a:gd name="T41" fmla="*/ 0 h 819"/>
                <a:gd name="T42" fmla="*/ 147 w 881"/>
                <a:gd name="T43" fmla="*/ 218 h 819"/>
                <a:gd name="T44" fmla="*/ 27 w 881"/>
                <a:gd name="T45" fmla="*/ 444 h 819"/>
                <a:gd name="T46" fmla="*/ 70 w 881"/>
                <a:gd name="T47" fmla="*/ 456 h 819"/>
                <a:gd name="T48" fmla="*/ 111 w 881"/>
                <a:gd name="T49" fmla="*/ 474 h 819"/>
                <a:gd name="T50" fmla="*/ 149 w 881"/>
                <a:gd name="T51" fmla="*/ 496 h 819"/>
                <a:gd name="T52" fmla="*/ 187 w 881"/>
                <a:gd name="T53" fmla="*/ 522 h 819"/>
                <a:gd name="T54" fmla="*/ 220 w 881"/>
                <a:gd name="T55" fmla="*/ 551 h 819"/>
                <a:gd name="T56" fmla="*/ 252 w 881"/>
                <a:gd name="T57" fmla="*/ 584 h 819"/>
                <a:gd name="T58" fmla="*/ 279 w 881"/>
                <a:gd name="T59" fmla="*/ 618 h 819"/>
                <a:gd name="T60" fmla="*/ 302 w 881"/>
                <a:gd name="T61" fmla="*/ 657 h 819"/>
                <a:gd name="T62" fmla="*/ 146 w 881"/>
                <a:gd name="T63" fmla="*/ 699 h 819"/>
                <a:gd name="T64" fmla="*/ 583 w 881"/>
                <a:gd name="T65" fmla="*/ 818 h 81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81"/>
                <a:gd name="T100" fmla="*/ 0 h 819"/>
                <a:gd name="T101" fmla="*/ 881 w 881"/>
                <a:gd name="T102" fmla="*/ 819 h 81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81" h="819">
                  <a:moveTo>
                    <a:pt x="583" y="818"/>
                  </a:moveTo>
                  <a:lnTo>
                    <a:pt x="685" y="715"/>
                  </a:lnTo>
                  <a:lnTo>
                    <a:pt x="784" y="609"/>
                  </a:lnTo>
                  <a:lnTo>
                    <a:pt x="880" y="502"/>
                  </a:lnTo>
                  <a:lnTo>
                    <a:pt x="734" y="542"/>
                  </a:lnTo>
                  <a:lnTo>
                    <a:pt x="709" y="487"/>
                  </a:lnTo>
                  <a:lnTo>
                    <a:pt x="681" y="433"/>
                  </a:lnTo>
                  <a:lnTo>
                    <a:pt x="650" y="383"/>
                  </a:lnTo>
                  <a:lnTo>
                    <a:pt x="615" y="334"/>
                  </a:lnTo>
                  <a:lnTo>
                    <a:pt x="576" y="288"/>
                  </a:lnTo>
                  <a:lnTo>
                    <a:pt x="534" y="245"/>
                  </a:lnTo>
                  <a:lnTo>
                    <a:pt x="490" y="204"/>
                  </a:lnTo>
                  <a:lnTo>
                    <a:pt x="443" y="168"/>
                  </a:lnTo>
                  <a:lnTo>
                    <a:pt x="393" y="133"/>
                  </a:lnTo>
                  <a:lnTo>
                    <a:pt x="342" y="103"/>
                  </a:lnTo>
                  <a:lnTo>
                    <a:pt x="288" y="76"/>
                  </a:lnTo>
                  <a:lnTo>
                    <a:pt x="233" y="54"/>
                  </a:lnTo>
                  <a:lnTo>
                    <a:pt x="176" y="34"/>
                  </a:lnTo>
                  <a:lnTo>
                    <a:pt x="118" y="19"/>
                  </a:lnTo>
                  <a:lnTo>
                    <a:pt x="60" y="8"/>
                  </a:lnTo>
                  <a:lnTo>
                    <a:pt x="0" y="0"/>
                  </a:lnTo>
                  <a:lnTo>
                    <a:pt x="147" y="218"/>
                  </a:lnTo>
                  <a:lnTo>
                    <a:pt x="27" y="444"/>
                  </a:lnTo>
                  <a:lnTo>
                    <a:pt x="70" y="456"/>
                  </a:lnTo>
                  <a:lnTo>
                    <a:pt x="111" y="474"/>
                  </a:lnTo>
                  <a:lnTo>
                    <a:pt x="149" y="496"/>
                  </a:lnTo>
                  <a:lnTo>
                    <a:pt x="187" y="522"/>
                  </a:lnTo>
                  <a:lnTo>
                    <a:pt x="220" y="551"/>
                  </a:lnTo>
                  <a:lnTo>
                    <a:pt x="252" y="584"/>
                  </a:lnTo>
                  <a:lnTo>
                    <a:pt x="279" y="618"/>
                  </a:lnTo>
                  <a:lnTo>
                    <a:pt x="302" y="657"/>
                  </a:lnTo>
                  <a:lnTo>
                    <a:pt x="146" y="699"/>
                  </a:lnTo>
                  <a:lnTo>
                    <a:pt x="583" y="81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8382" name="Freeform 6"/>
            <p:cNvSpPr>
              <a:spLocks/>
            </p:cNvSpPr>
            <p:nvPr/>
          </p:nvSpPr>
          <p:spPr bwMode="blackWhite">
            <a:xfrm>
              <a:off x="3354" y="2584"/>
              <a:ext cx="666" cy="1033"/>
            </a:xfrm>
            <a:custGeom>
              <a:avLst/>
              <a:gdLst>
                <a:gd name="T0" fmla="*/ 217 w 666"/>
                <a:gd name="T1" fmla="*/ 121 h 1033"/>
                <a:gd name="T2" fmla="*/ 223 w 666"/>
                <a:gd name="T3" fmla="*/ 164 h 1033"/>
                <a:gd name="T4" fmla="*/ 224 w 666"/>
                <a:gd name="T5" fmla="*/ 209 h 1033"/>
                <a:gd name="T6" fmla="*/ 222 w 666"/>
                <a:gd name="T7" fmla="*/ 253 h 1033"/>
                <a:gd name="T8" fmla="*/ 214 w 666"/>
                <a:gd name="T9" fmla="*/ 296 h 1033"/>
                <a:gd name="T10" fmla="*/ 202 w 666"/>
                <a:gd name="T11" fmla="*/ 339 h 1033"/>
                <a:gd name="T12" fmla="*/ 187 w 666"/>
                <a:gd name="T13" fmla="*/ 380 h 1033"/>
                <a:gd name="T14" fmla="*/ 166 w 666"/>
                <a:gd name="T15" fmla="*/ 420 h 1033"/>
                <a:gd name="T16" fmla="*/ 142 w 666"/>
                <a:gd name="T17" fmla="*/ 457 h 1033"/>
                <a:gd name="T18" fmla="*/ 114 w 666"/>
                <a:gd name="T19" fmla="*/ 492 h 1033"/>
                <a:gd name="T20" fmla="*/ 84 w 666"/>
                <a:gd name="T21" fmla="*/ 524 h 1033"/>
                <a:gd name="T22" fmla="*/ 0 w 666"/>
                <a:gd name="T23" fmla="*/ 371 h 1033"/>
                <a:gd name="T24" fmla="*/ 0 w 666"/>
                <a:gd name="T25" fmla="*/ 819 h 1033"/>
                <a:gd name="T26" fmla="*/ 378 w 666"/>
                <a:gd name="T27" fmla="*/ 1032 h 1033"/>
                <a:gd name="T28" fmla="*/ 306 w 666"/>
                <a:gd name="T29" fmla="*/ 909 h 1033"/>
                <a:gd name="T30" fmla="*/ 354 w 666"/>
                <a:gd name="T31" fmla="*/ 871 h 1033"/>
                <a:gd name="T32" fmla="*/ 398 w 666"/>
                <a:gd name="T33" fmla="*/ 831 h 1033"/>
                <a:gd name="T34" fmla="*/ 440 w 666"/>
                <a:gd name="T35" fmla="*/ 787 h 1033"/>
                <a:gd name="T36" fmla="*/ 480 w 666"/>
                <a:gd name="T37" fmla="*/ 741 h 1033"/>
                <a:gd name="T38" fmla="*/ 515 w 666"/>
                <a:gd name="T39" fmla="*/ 692 h 1033"/>
                <a:gd name="T40" fmla="*/ 547 w 666"/>
                <a:gd name="T41" fmla="*/ 641 h 1033"/>
                <a:gd name="T42" fmla="*/ 575 w 666"/>
                <a:gd name="T43" fmla="*/ 588 h 1033"/>
                <a:gd name="T44" fmla="*/ 600 w 666"/>
                <a:gd name="T45" fmla="*/ 533 h 1033"/>
                <a:gd name="T46" fmla="*/ 621 w 666"/>
                <a:gd name="T47" fmla="*/ 476 h 1033"/>
                <a:gd name="T48" fmla="*/ 638 w 666"/>
                <a:gd name="T49" fmla="*/ 419 h 1033"/>
                <a:gd name="T50" fmla="*/ 651 w 666"/>
                <a:gd name="T51" fmla="*/ 359 h 1033"/>
                <a:gd name="T52" fmla="*/ 659 w 666"/>
                <a:gd name="T53" fmla="*/ 300 h 1033"/>
                <a:gd name="T54" fmla="*/ 664 w 666"/>
                <a:gd name="T55" fmla="*/ 239 h 1033"/>
                <a:gd name="T56" fmla="*/ 665 w 666"/>
                <a:gd name="T57" fmla="*/ 180 h 1033"/>
                <a:gd name="T58" fmla="*/ 662 w 666"/>
                <a:gd name="T59" fmla="*/ 119 h 1033"/>
                <a:gd name="T60" fmla="*/ 654 w 666"/>
                <a:gd name="T61" fmla="*/ 59 h 1033"/>
                <a:gd name="T62" fmla="*/ 642 w 666"/>
                <a:gd name="T63" fmla="*/ 0 h 1033"/>
                <a:gd name="T64" fmla="*/ 454 w 666"/>
                <a:gd name="T65" fmla="*/ 190 h 1033"/>
                <a:gd name="T66" fmla="*/ 217 w 666"/>
                <a:gd name="T67" fmla="*/ 121 h 10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66"/>
                <a:gd name="T103" fmla="*/ 0 h 1033"/>
                <a:gd name="T104" fmla="*/ 666 w 666"/>
                <a:gd name="T105" fmla="*/ 1033 h 10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66" h="1033">
                  <a:moveTo>
                    <a:pt x="217" y="121"/>
                  </a:moveTo>
                  <a:lnTo>
                    <a:pt x="223" y="164"/>
                  </a:lnTo>
                  <a:lnTo>
                    <a:pt x="224" y="209"/>
                  </a:lnTo>
                  <a:lnTo>
                    <a:pt x="222" y="253"/>
                  </a:lnTo>
                  <a:lnTo>
                    <a:pt x="214" y="296"/>
                  </a:lnTo>
                  <a:lnTo>
                    <a:pt x="202" y="339"/>
                  </a:lnTo>
                  <a:lnTo>
                    <a:pt x="187" y="380"/>
                  </a:lnTo>
                  <a:lnTo>
                    <a:pt x="166" y="420"/>
                  </a:lnTo>
                  <a:lnTo>
                    <a:pt x="142" y="457"/>
                  </a:lnTo>
                  <a:lnTo>
                    <a:pt x="114" y="492"/>
                  </a:lnTo>
                  <a:lnTo>
                    <a:pt x="84" y="524"/>
                  </a:lnTo>
                  <a:lnTo>
                    <a:pt x="0" y="371"/>
                  </a:lnTo>
                  <a:lnTo>
                    <a:pt x="0" y="819"/>
                  </a:lnTo>
                  <a:lnTo>
                    <a:pt x="378" y="1032"/>
                  </a:lnTo>
                  <a:lnTo>
                    <a:pt x="306" y="909"/>
                  </a:lnTo>
                  <a:lnTo>
                    <a:pt x="354" y="871"/>
                  </a:lnTo>
                  <a:lnTo>
                    <a:pt x="398" y="831"/>
                  </a:lnTo>
                  <a:lnTo>
                    <a:pt x="440" y="787"/>
                  </a:lnTo>
                  <a:lnTo>
                    <a:pt x="480" y="741"/>
                  </a:lnTo>
                  <a:lnTo>
                    <a:pt x="515" y="692"/>
                  </a:lnTo>
                  <a:lnTo>
                    <a:pt x="547" y="641"/>
                  </a:lnTo>
                  <a:lnTo>
                    <a:pt x="575" y="588"/>
                  </a:lnTo>
                  <a:lnTo>
                    <a:pt x="600" y="533"/>
                  </a:lnTo>
                  <a:lnTo>
                    <a:pt x="621" y="476"/>
                  </a:lnTo>
                  <a:lnTo>
                    <a:pt x="638" y="419"/>
                  </a:lnTo>
                  <a:lnTo>
                    <a:pt x="651" y="359"/>
                  </a:lnTo>
                  <a:lnTo>
                    <a:pt x="659" y="300"/>
                  </a:lnTo>
                  <a:lnTo>
                    <a:pt x="664" y="239"/>
                  </a:lnTo>
                  <a:lnTo>
                    <a:pt x="665" y="180"/>
                  </a:lnTo>
                  <a:lnTo>
                    <a:pt x="662" y="119"/>
                  </a:lnTo>
                  <a:lnTo>
                    <a:pt x="654" y="59"/>
                  </a:lnTo>
                  <a:lnTo>
                    <a:pt x="642" y="0"/>
                  </a:lnTo>
                  <a:lnTo>
                    <a:pt x="454" y="190"/>
                  </a:lnTo>
                  <a:lnTo>
                    <a:pt x="217" y="121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8383" name="Freeform 7"/>
            <p:cNvSpPr>
              <a:spLocks/>
            </p:cNvSpPr>
            <p:nvPr/>
          </p:nvSpPr>
          <p:spPr bwMode="blackWhite">
            <a:xfrm>
              <a:off x="2522" y="3027"/>
              <a:ext cx="1030" cy="637"/>
            </a:xfrm>
            <a:custGeom>
              <a:avLst/>
              <a:gdLst>
                <a:gd name="T0" fmla="*/ 792 w 1030"/>
                <a:gd name="T1" fmla="*/ 161 h 637"/>
                <a:gd name="T2" fmla="*/ 753 w 1030"/>
                <a:gd name="T3" fmla="*/ 175 h 637"/>
                <a:gd name="T4" fmla="*/ 712 w 1030"/>
                <a:gd name="T5" fmla="*/ 187 h 637"/>
                <a:gd name="T6" fmla="*/ 670 w 1030"/>
                <a:gd name="T7" fmla="*/ 193 h 637"/>
                <a:gd name="T8" fmla="*/ 628 w 1030"/>
                <a:gd name="T9" fmla="*/ 196 h 637"/>
                <a:gd name="T10" fmla="*/ 586 w 1030"/>
                <a:gd name="T11" fmla="*/ 194 h 637"/>
                <a:gd name="T12" fmla="*/ 544 w 1030"/>
                <a:gd name="T13" fmla="*/ 188 h 637"/>
                <a:gd name="T14" fmla="*/ 502 w 1030"/>
                <a:gd name="T15" fmla="*/ 179 h 637"/>
                <a:gd name="T16" fmla="*/ 462 w 1030"/>
                <a:gd name="T17" fmla="*/ 166 h 637"/>
                <a:gd name="T18" fmla="*/ 424 w 1030"/>
                <a:gd name="T19" fmla="*/ 148 h 637"/>
                <a:gd name="T20" fmla="*/ 388 w 1030"/>
                <a:gd name="T21" fmla="*/ 127 h 637"/>
                <a:gd name="T22" fmla="*/ 493 w 1030"/>
                <a:gd name="T23" fmla="*/ 0 h 637"/>
                <a:gd name="T24" fmla="*/ 73 w 1030"/>
                <a:gd name="T25" fmla="*/ 152 h 637"/>
                <a:gd name="T26" fmla="*/ 31 w 1030"/>
                <a:gd name="T27" fmla="*/ 403 h 637"/>
                <a:gd name="T28" fmla="*/ 33 w 1030"/>
                <a:gd name="T29" fmla="*/ 405 h 637"/>
                <a:gd name="T30" fmla="*/ 0 w 1030"/>
                <a:gd name="T31" fmla="*/ 588 h 637"/>
                <a:gd name="T32" fmla="*/ 104 w 1030"/>
                <a:gd name="T33" fmla="*/ 463 h 637"/>
                <a:gd name="T34" fmla="*/ 155 w 1030"/>
                <a:gd name="T35" fmla="*/ 498 h 637"/>
                <a:gd name="T36" fmla="*/ 208 w 1030"/>
                <a:gd name="T37" fmla="*/ 530 h 637"/>
                <a:gd name="T38" fmla="*/ 262 w 1030"/>
                <a:gd name="T39" fmla="*/ 557 h 637"/>
                <a:gd name="T40" fmla="*/ 319 w 1030"/>
                <a:gd name="T41" fmla="*/ 580 h 637"/>
                <a:gd name="T42" fmla="*/ 377 w 1030"/>
                <a:gd name="T43" fmla="*/ 600 h 637"/>
                <a:gd name="T44" fmla="*/ 435 w 1030"/>
                <a:gd name="T45" fmla="*/ 615 h 637"/>
                <a:gd name="T46" fmla="*/ 496 w 1030"/>
                <a:gd name="T47" fmla="*/ 627 h 637"/>
                <a:gd name="T48" fmla="*/ 557 w 1030"/>
                <a:gd name="T49" fmla="*/ 634 h 637"/>
                <a:gd name="T50" fmla="*/ 618 w 1030"/>
                <a:gd name="T51" fmla="*/ 636 h 637"/>
                <a:gd name="T52" fmla="*/ 679 w 1030"/>
                <a:gd name="T53" fmla="*/ 634 h 637"/>
                <a:gd name="T54" fmla="*/ 740 w 1030"/>
                <a:gd name="T55" fmla="*/ 628 h 637"/>
                <a:gd name="T56" fmla="*/ 801 w 1030"/>
                <a:gd name="T57" fmla="*/ 617 h 637"/>
                <a:gd name="T58" fmla="*/ 859 w 1030"/>
                <a:gd name="T59" fmla="*/ 603 h 637"/>
                <a:gd name="T60" fmla="*/ 917 w 1030"/>
                <a:gd name="T61" fmla="*/ 585 h 637"/>
                <a:gd name="T62" fmla="*/ 974 w 1030"/>
                <a:gd name="T63" fmla="*/ 561 h 637"/>
                <a:gd name="T64" fmla="*/ 1029 w 1030"/>
                <a:gd name="T65" fmla="*/ 534 h 637"/>
                <a:gd name="T66" fmla="*/ 795 w 1030"/>
                <a:gd name="T67" fmla="*/ 398 h 637"/>
                <a:gd name="T68" fmla="*/ 792 w 1030"/>
                <a:gd name="T69" fmla="*/ 161 h 63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30"/>
                <a:gd name="T106" fmla="*/ 0 h 637"/>
                <a:gd name="T107" fmla="*/ 1030 w 1030"/>
                <a:gd name="T108" fmla="*/ 637 h 63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30" h="637">
                  <a:moveTo>
                    <a:pt x="792" y="161"/>
                  </a:moveTo>
                  <a:lnTo>
                    <a:pt x="753" y="175"/>
                  </a:lnTo>
                  <a:lnTo>
                    <a:pt x="712" y="187"/>
                  </a:lnTo>
                  <a:lnTo>
                    <a:pt x="670" y="193"/>
                  </a:lnTo>
                  <a:lnTo>
                    <a:pt x="628" y="196"/>
                  </a:lnTo>
                  <a:lnTo>
                    <a:pt x="586" y="194"/>
                  </a:lnTo>
                  <a:lnTo>
                    <a:pt x="544" y="188"/>
                  </a:lnTo>
                  <a:lnTo>
                    <a:pt x="502" y="179"/>
                  </a:lnTo>
                  <a:lnTo>
                    <a:pt x="462" y="166"/>
                  </a:lnTo>
                  <a:lnTo>
                    <a:pt x="424" y="148"/>
                  </a:lnTo>
                  <a:lnTo>
                    <a:pt x="388" y="127"/>
                  </a:lnTo>
                  <a:lnTo>
                    <a:pt x="493" y="0"/>
                  </a:lnTo>
                  <a:lnTo>
                    <a:pt x="73" y="152"/>
                  </a:lnTo>
                  <a:lnTo>
                    <a:pt x="31" y="403"/>
                  </a:lnTo>
                  <a:lnTo>
                    <a:pt x="33" y="405"/>
                  </a:lnTo>
                  <a:lnTo>
                    <a:pt x="0" y="588"/>
                  </a:lnTo>
                  <a:lnTo>
                    <a:pt x="104" y="463"/>
                  </a:lnTo>
                  <a:lnTo>
                    <a:pt x="155" y="498"/>
                  </a:lnTo>
                  <a:lnTo>
                    <a:pt x="208" y="530"/>
                  </a:lnTo>
                  <a:lnTo>
                    <a:pt x="262" y="557"/>
                  </a:lnTo>
                  <a:lnTo>
                    <a:pt x="319" y="580"/>
                  </a:lnTo>
                  <a:lnTo>
                    <a:pt x="377" y="600"/>
                  </a:lnTo>
                  <a:lnTo>
                    <a:pt x="435" y="615"/>
                  </a:lnTo>
                  <a:lnTo>
                    <a:pt x="496" y="627"/>
                  </a:lnTo>
                  <a:lnTo>
                    <a:pt x="557" y="634"/>
                  </a:lnTo>
                  <a:lnTo>
                    <a:pt x="618" y="636"/>
                  </a:lnTo>
                  <a:lnTo>
                    <a:pt x="679" y="634"/>
                  </a:lnTo>
                  <a:lnTo>
                    <a:pt x="740" y="628"/>
                  </a:lnTo>
                  <a:lnTo>
                    <a:pt x="801" y="617"/>
                  </a:lnTo>
                  <a:lnTo>
                    <a:pt x="859" y="603"/>
                  </a:lnTo>
                  <a:lnTo>
                    <a:pt x="917" y="585"/>
                  </a:lnTo>
                  <a:lnTo>
                    <a:pt x="974" y="561"/>
                  </a:lnTo>
                  <a:lnTo>
                    <a:pt x="1029" y="534"/>
                  </a:lnTo>
                  <a:lnTo>
                    <a:pt x="795" y="398"/>
                  </a:lnTo>
                  <a:lnTo>
                    <a:pt x="792" y="161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8384" name="Freeform 8"/>
            <p:cNvSpPr>
              <a:spLocks/>
            </p:cNvSpPr>
            <p:nvPr/>
          </p:nvSpPr>
          <p:spPr bwMode="blackWhite">
            <a:xfrm>
              <a:off x="2157" y="2422"/>
              <a:ext cx="697" cy="971"/>
            </a:xfrm>
            <a:custGeom>
              <a:avLst/>
              <a:gdLst>
                <a:gd name="T0" fmla="*/ 648 w 697"/>
                <a:gd name="T1" fmla="*/ 639 h 971"/>
                <a:gd name="T2" fmla="*/ 621 w 697"/>
                <a:gd name="T3" fmla="*/ 603 h 971"/>
                <a:gd name="T4" fmla="*/ 599 w 697"/>
                <a:gd name="T5" fmla="*/ 563 h 971"/>
                <a:gd name="T6" fmla="*/ 580 w 697"/>
                <a:gd name="T7" fmla="*/ 522 h 971"/>
                <a:gd name="T8" fmla="*/ 566 w 697"/>
                <a:gd name="T9" fmla="*/ 480 h 971"/>
                <a:gd name="T10" fmla="*/ 556 w 697"/>
                <a:gd name="T11" fmla="*/ 436 h 971"/>
                <a:gd name="T12" fmla="*/ 551 w 697"/>
                <a:gd name="T13" fmla="*/ 392 h 971"/>
                <a:gd name="T14" fmla="*/ 550 w 697"/>
                <a:gd name="T15" fmla="*/ 347 h 971"/>
                <a:gd name="T16" fmla="*/ 554 w 697"/>
                <a:gd name="T17" fmla="*/ 302 h 971"/>
                <a:gd name="T18" fmla="*/ 696 w 697"/>
                <a:gd name="T19" fmla="*/ 368 h 971"/>
                <a:gd name="T20" fmla="*/ 445 w 697"/>
                <a:gd name="T21" fmla="*/ 0 h 971"/>
                <a:gd name="T22" fmla="*/ 0 w 697"/>
                <a:gd name="T23" fmla="*/ 44 h 971"/>
                <a:gd name="T24" fmla="*/ 148 w 697"/>
                <a:gd name="T25" fmla="*/ 113 h 971"/>
                <a:gd name="T26" fmla="*/ 133 w 697"/>
                <a:gd name="T27" fmla="*/ 173 h 971"/>
                <a:gd name="T28" fmla="*/ 121 w 697"/>
                <a:gd name="T29" fmla="*/ 233 h 971"/>
                <a:gd name="T30" fmla="*/ 116 w 697"/>
                <a:gd name="T31" fmla="*/ 295 h 971"/>
                <a:gd name="T32" fmla="*/ 112 w 697"/>
                <a:gd name="T33" fmla="*/ 357 h 971"/>
                <a:gd name="T34" fmla="*/ 114 w 697"/>
                <a:gd name="T35" fmla="*/ 418 h 971"/>
                <a:gd name="T36" fmla="*/ 120 w 697"/>
                <a:gd name="T37" fmla="*/ 479 h 971"/>
                <a:gd name="T38" fmla="*/ 131 w 697"/>
                <a:gd name="T39" fmla="*/ 540 h 971"/>
                <a:gd name="T40" fmla="*/ 145 w 697"/>
                <a:gd name="T41" fmla="*/ 599 h 971"/>
                <a:gd name="T42" fmla="*/ 163 w 697"/>
                <a:gd name="T43" fmla="*/ 659 h 971"/>
                <a:gd name="T44" fmla="*/ 187 w 697"/>
                <a:gd name="T45" fmla="*/ 716 h 971"/>
                <a:gd name="T46" fmla="*/ 214 w 697"/>
                <a:gd name="T47" fmla="*/ 771 h 971"/>
                <a:gd name="T48" fmla="*/ 244 w 697"/>
                <a:gd name="T49" fmla="*/ 825 h 971"/>
                <a:gd name="T50" fmla="*/ 278 w 697"/>
                <a:gd name="T51" fmla="*/ 876 h 971"/>
                <a:gd name="T52" fmla="*/ 316 w 697"/>
                <a:gd name="T53" fmla="*/ 925 h 971"/>
                <a:gd name="T54" fmla="*/ 357 w 697"/>
                <a:gd name="T55" fmla="*/ 970 h 971"/>
                <a:gd name="T56" fmla="*/ 399 w 697"/>
                <a:gd name="T57" fmla="*/ 730 h 971"/>
                <a:gd name="T58" fmla="*/ 648 w 697"/>
                <a:gd name="T59" fmla="*/ 639 h 97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697"/>
                <a:gd name="T91" fmla="*/ 0 h 971"/>
                <a:gd name="T92" fmla="*/ 697 w 697"/>
                <a:gd name="T93" fmla="*/ 971 h 97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697" h="971">
                  <a:moveTo>
                    <a:pt x="648" y="639"/>
                  </a:moveTo>
                  <a:lnTo>
                    <a:pt x="621" y="603"/>
                  </a:lnTo>
                  <a:lnTo>
                    <a:pt x="599" y="563"/>
                  </a:lnTo>
                  <a:lnTo>
                    <a:pt x="580" y="522"/>
                  </a:lnTo>
                  <a:lnTo>
                    <a:pt x="566" y="480"/>
                  </a:lnTo>
                  <a:lnTo>
                    <a:pt x="556" y="436"/>
                  </a:lnTo>
                  <a:lnTo>
                    <a:pt x="551" y="392"/>
                  </a:lnTo>
                  <a:lnTo>
                    <a:pt x="550" y="347"/>
                  </a:lnTo>
                  <a:lnTo>
                    <a:pt x="554" y="302"/>
                  </a:lnTo>
                  <a:lnTo>
                    <a:pt x="696" y="368"/>
                  </a:lnTo>
                  <a:lnTo>
                    <a:pt x="445" y="0"/>
                  </a:lnTo>
                  <a:lnTo>
                    <a:pt x="0" y="44"/>
                  </a:lnTo>
                  <a:lnTo>
                    <a:pt x="148" y="113"/>
                  </a:lnTo>
                  <a:lnTo>
                    <a:pt x="133" y="173"/>
                  </a:lnTo>
                  <a:lnTo>
                    <a:pt x="121" y="233"/>
                  </a:lnTo>
                  <a:lnTo>
                    <a:pt x="116" y="295"/>
                  </a:lnTo>
                  <a:lnTo>
                    <a:pt x="112" y="357"/>
                  </a:lnTo>
                  <a:lnTo>
                    <a:pt x="114" y="418"/>
                  </a:lnTo>
                  <a:lnTo>
                    <a:pt x="120" y="479"/>
                  </a:lnTo>
                  <a:lnTo>
                    <a:pt x="131" y="540"/>
                  </a:lnTo>
                  <a:lnTo>
                    <a:pt x="145" y="599"/>
                  </a:lnTo>
                  <a:lnTo>
                    <a:pt x="163" y="659"/>
                  </a:lnTo>
                  <a:lnTo>
                    <a:pt x="187" y="716"/>
                  </a:lnTo>
                  <a:lnTo>
                    <a:pt x="214" y="771"/>
                  </a:lnTo>
                  <a:lnTo>
                    <a:pt x="244" y="825"/>
                  </a:lnTo>
                  <a:lnTo>
                    <a:pt x="278" y="876"/>
                  </a:lnTo>
                  <a:lnTo>
                    <a:pt x="316" y="925"/>
                  </a:lnTo>
                  <a:lnTo>
                    <a:pt x="357" y="970"/>
                  </a:lnTo>
                  <a:lnTo>
                    <a:pt x="399" y="730"/>
                  </a:lnTo>
                  <a:lnTo>
                    <a:pt x="648" y="63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8373" name="Rectangle 9"/>
          <p:cNvSpPr>
            <a:spLocks noChangeArrowheads="1"/>
          </p:cNvSpPr>
          <p:nvPr/>
        </p:nvSpPr>
        <p:spPr bwMode="blackWhite">
          <a:xfrm>
            <a:off x="2660650" y="3519488"/>
            <a:ext cx="860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8374" name="Rectangle 10"/>
          <p:cNvSpPr>
            <a:spLocks noChangeArrowheads="1"/>
          </p:cNvSpPr>
          <p:nvPr/>
        </p:nvSpPr>
        <p:spPr bwMode="blackWhite">
          <a:xfrm>
            <a:off x="3503613" y="2009775"/>
            <a:ext cx="86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8375" name="Rectangle 11"/>
          <p:cNvSpPr>
            <a:spLocks noChangeArrowheads="1"/>
          </p:cNvSpPr>
          <p:nvPr/>
        </p:nvSpPr>
        <p:spPr bwMode="blackWhite">
          <a:xfrm>
            <a:off x="5280025" y="2284413"/>
            <a:ext cx="857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8376" name="Rectangle 12"/>
          <p:cNvSpPr>
            <a:spLocks noChangeArrowheads="1"/>
          </p:cNvSpPr>
          <p:nvPr/>
        </p:nvSpPr>
        <p:spPr bwMode="blackWhite">
          <a:xfrm>
            <a:off x="5643563" y="4021138"/>
            <a:ext cx="860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8377" name="Rectangle 13"/>
          <p:cNvSpPr>
            <a:spLocks noChangeArrowheads="1"/>
          </p:cNvSpPr>
          <p:nvPr/>
        </p:nvSpPr>
        <p:spPr bwMode="blackWhite">
          <a:xfrm>
            <a:off x="3894138" y="4802188"/>
            <a:ext cx="860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837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837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0D083C7-7F15-4EBC-9B58-CB58B6C1F4CC}" type="slidenum">
              <a:rPr lang="zh-CN" altLang="en-US" smtClean="0"/>
              <a:pPr defTabSz="895350"/>
              <a:t>55</a:t>
            </a:fld>
            <a:endParaRPr lang="en-US" altLang="zh-CN"/>
          </a:p>
        </p:txBody>
      </p:sp>
      <p:sp>
        <p:nvSpPr>
          <p:cNvPr id="59395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6</a:t>
            </a:r>
          </a:p>
        </p:txBody>
      </p:sp>
      <p:grpSp>
        <p:nvGrpSpPr>
          <p:cNvPr id="59396" name="Group 3"/>
          <p:cNvGrpSpPr>
            <a:grpSpLocks/>
          </p:cNvGrpSpPr>
          <p:nvPr/>
        </p:nvGrpSpPr>
        <p:grpSpPr bwMode="auto">
          <a:xfrm>
            <a:off x="2411413" y="1130300"/>
            <a:ext cx="4430712" cy="4749800"/>
            <a:chOff x="1519" y="712"/>
            <a:chExt cx="2791" cy="2992"/>
          </a:xfrm>
        </p:grpSpPr>
        <p:sp>
          <p:nvSpPr>
            <p:cNvPr id="59405" name="Freeform 4"/>
            <p:cNvSpPr>
              <a:spLocks/>
            </p:cNvSpPr>
            <p:nvPr/>
          </p:nvSpPr>
          <p:spPr bwMode="blackWhite">
            <a:xfrm>
              <a:off x="2948" y="907"/>
              <a:ext cx="1295" cy="1029"/>
            </a:xfrm>
            <a:custGeom>
              <a:avLst/>
              <a:gdLst>
                <a:gd name="T0" fmla="*/ 635 w 869"/>
                <a:gd name="T1" fmla="*/ 2143 h 712"/>
                <a:gd name="T2" fmla="*/ 2174 w 869"/>
                <a:gd name="T3" fmla="*/ 2148 h 712"/>
                <a:gd name="T4" fmla="*/ 2419 w 869"/>
                <a:gd name="T5" fmla="*/ 1760 h 712"/>
                <a:gd name="T6" fmla="*/ 2651 w 869"/>
                <a:gd name="T7" fmla="*/ 1364 h 712"/>
                <a:gd name="T8" fmla="*/ 2873 w 869"/>
                <a:gd name="T9" fmla="*/ 963 h 712"/>
                <a:gd name="T10" fmla="*/ 2411 w 869"/>
                <a:gd name="T11" fmla="*/ 1207 h 712"/>
                <a:gd name="T12" fmla="*/ 2296 w 869"/>
                <a:gd name="T13" fmla="*/ 1052 h 712"/>
                <a:gd name="T14" fmla="*/ 2167 w 869"/>
                <a:gd name="T15" fmla="*/ 909 h 712"/>
                <a:gd name="T16" fmla="*/ 2030 w 869"/>
                <a:gd name="T17" fmla="*/ 773 h 712"/>
                <a:gd name="T18" fmla="*/ 1876 w 869"/>
                <a:gd name="T19" fmla="*/ 643 h 712"/>
                <a:gd name="T20" fmla="*/ 1717 w 869"/>
                <a:gd name="T21" fmla="*/ 529 h 712"/>
                <a:gd name="T22" fmla="*/ 1545 w 869"/>
                <a:gd name="T23" fmla="*/ 422 h 712"/>
                <a:gd name="T24" fmla="*/ 1372 w 869"/>
                <a:gd name="T25" fmla="*/ 325 h 712"/>
                <a:gd name="T26" fmla="*/ 1191 w 869"/>
                <a:gd name="T27" fmla="*/ 243 h 712"/>
                <a:gd name="T28" fmla="*/ 1000 w 869"/>
                <a:gd name="T29" fmla="*/ 169 h 712"/>
                <a:gd name="T30" fmla="*/ 808 w 869"/>
                <a:gd name="T31" fmla="*/ 108 h 712"/>
                <a:gd name="T32" fmla="*/ 608 w 869"/>
                <a:gd name="T33" fmla="*/ 62 h 712"/>
                <a:gd name="T34" fmla="*/ 407 w 869"/>
                <a:gd name="T35" fmla="*/ 27 h 712"/>
                <a:gd name="T36" fmla="*/ 203 w 869"/>
                <a:gd name="T37" fmla="*/ 6 h 712"/>
                <a:gd name="T38" fmla="*/ 0 w 869"/>
                <a:gd name="T39" fmla="*/ 0 h 712"/>
                <a:gd name="T40" fmla="*/ 542 w 869"/>
                <a:gd name="T41" fmla="*/ 623 h 712"/>
                <a:gd name="T42" fmla="*/ 209 w 869"/>
                <a:gd name="T43" fmla="*/ 1343 h 712"/>
                <a:gd name="T44" fmla="*/ 344 w 869"/>
                <a:gd name="T45" fmla="*/ 1374 h 712"/>
                <a:gd name="T46" fmla="*/ 480 w 869"/>
                <a:gd name="T47" fmla="*/ 1412 h 712"/>
                <a:gd name="T48" fmla="*/ 608 w 869"/>
                <a:gd name="T49" fmla="*/ 1464 h 712"/>
                <a:gd name="T50" fmla="*/ 730 w 869"/>
                <a:gd name="T51" fmla="*/ 1525 h 712"/>
                <a:gd name="T52" fmla="*/ 846 w 869"/>
                <a:gd name="T53" fmla="*/ 1600 h 712"/>
                <a:gd name="T54" fmla="*/ 960 w 869"/>
                <a:gd name="T55" fmla="*/ 1681 h 712"/>
                <a:gd name="T56" fmla="*/ 1060 w 869"/>
                <a:gd name="T57" fmla="*/ 1772 h 712"/>
                <a:gd name="T58" fmla="*/ 1152 w 869"/>
                <a:gd name="T59" fmla="*/ 1872 h 712"/>
                <a:gd name="T60" fmla="*/ 635 w 869"/>
                <a:gd name="T61" fmla="*/ 2143 h 71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69"/>
                <a:gd name="T94" fmla="*/ 0 h 712"/>
                <a:gd name="T95" fmla="*/ 869 w 869"/>
                <a:gd name="T96" fmla="*/ 712 h 712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69" h="712">
                  <a:moveTo>
                    <a:pt x="192" y="710"/>
                  </a:moveTo>
                  <a:lnTo>
                    <a:pt x="657" y="711"/>
                  </a:lnTo>
                  <a:lnTo>
                    <a:pt x="731" y="583"/>
                  </a:lnTo>
                  <a:lnTo>
                    <a:pt x="801" y="452"/>
                  </a:lnTo>
                  <a:lnTo>
                    <a:pt x="868" y="319"/>
                  </a:lnTo>
                  <a:lnTo>
                    <a:pt x="729" y="400"/>
                  </a:lnTo>
                  <a:lnTo>
                    <a:pt x="694" y="349"/>
                  </a:lnTo>
                  <a:lnTo>
                    <a:pt x="655" y="301"/>
                  </a:lnTo>
                  <a:lnTo>
                    <a:pt x="613" y="256"/>
                  </a:lnTo>
                  <a:lnTo>
                    <a:pt x="567" y="213"/>
                  </a:lnTo>
                  <a:lnTo>
                    <a:pt x="519" y="175"/>
                  </a:lnTo>
                  <a:lnTo>
                    <a:pt x="467" y="140"/>
                  </a:lnTo>
                  <a:lnTo>
                    <a:pt x="415" y="108"/>
                  </a:lnTo>
                  <a:lnTo>
                    <a:pt x="360" y="80"/>
                  </a:lnTo>
                  <a:lnTo>
                    <a:pt x="302" y="56"/>
                  </a:lnTo>
                  <a:lnTo>
                    <a:pt x="244" y="36"/>
                  </a:lnTo>
                  <a:lnTo>
                    <a:pt x="184" y="21"/>
                  </a:lnTo>
                  <a:lnTo>
                    <a:pt x="123" y="9"/>
                  </a:lnTo>
                  <a:lnTo>
                    <a:pt x="61" y="2"/>
                  </a:lnTo>
                  <a:lnTo>
                    <a:pt x="0" y="0"/>
                  </a:lnTo>
                  <a:lnTo>
                    <a:pt x="164" y="206"/>
                  </a:lnTo>
                  <a:lnTo>
                    <a:pt x="63" y="445"/>
                  </a:lnTo>
                  <a:lnTo>
                    <a:pt x="104" y="455"/>
                  </a:lnTo>
                  <a:lnTo>
                    <a:pt x="145" y="468"/>
                  </a:lnTo>
                  <a:lnTo>
                    <a:pt x="184" y="485"/>
                  </a:lnTo>
                  <a:lnTo>
                    <a:pt x="221" y="505"/>
                  </a:lnTo>
                  <a:lnTo>
                    <a:pt x="256" y="530"/>
                  </a:lnTo>
                  <a:lnTo>
                    <a:pt x="290" y="557"/>
                  </a:lnTo>
                  <a:lnTo>
                    <a:pt x="320" y="587"/>
                  </a:lnTo>
                  <a:lnTo>
                    <a:pt x="348" y="620"/>
                  </a:lnTo>
                  <a:lnTo>
                    <a:pt x="192" y="71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9406" name="Freeform 5"/>
            <p:cNvSpPr>
              <a:spLocks/>
            </p:cNvSpPr>
            <p:nvPr/>
          </p:nvSpPr>
          <p:spPr bwMode="blackWhite">
            <a:xfrm>
              <a:off x="3316" y="1664"/>
              <a:ext cx="994" cy="1237"/>
            </a:xfrm>
            <a:custGeom>
              <a:avLst/>
              <a:gdLst>
                <a:gd name="T0" fmla="*/ 680 w 667"/>
                <a:gd name="T1" fmla="*/ 2581 h 856"/>
                <a:gd name="T2" fmla="*/ 2206 w 667"/>
                <a:gd name="T3" fmla="*/ 2553 h 856"/>
                <a:gd name="T4" fmla="*/ 1730 w 667"/>
                <a:gd name="T5" fmla="*/ 2305 h 856"/>
                <a:gd name="T6" fmla="*/ 1823 w 667"/>
                <a:gd name="T7" fmla="*/ 2140 h 856"/>
                <a:gd name="T8" fmla="*/ 1899 w 667"/>
                <a:gd name="T9" fmla="*/ 1971 h 856"/>
                <a:gd name="T10" fmla="*/ 1963 w 667"/>
                <a:gd name="T11" fmla="*/ 1796 h 856"/>
                <a:gd name="T12" fmla="*/ 2012 w 667"/>
                <a:gd name="T13" fmla="*/ 1614 h 856"/>
                <a:gd name="T14" fmla="*/ 2048 w 667"/>
                <a:gd name="T15" fmla="*/ 1436 h 856"/>
                <a:gd name="T16" fmla="*/ 2067 w 667"/>
                <a:gd name="T17" fmla="*/ 1253 h 856"/>
                <a:gd name="T18" fmla="*/ 2074 w 667"/>
                <a:gd name="T19" fmla="*/ 1069 h 856"/>
                <a:gd name="T20" fmla="*/ 2067 w 667"/>
                <a:gd name="T21" fmla="*/ 883 h 856"/>
                <a:gd name="T22" fmla="*/ 2046 w 667"/>
                <a:gd name="T23" fmla="*/ 704 h 856"/>
                <a:gd name="T24" fmla="*/ 2010 w 667"/>
                <a:gd name="T25" fmla="*/ 520 h 856"/>
                <a:gd name="T26" fmla="*/ 1958 w 667"/>
                <a:gd name="T27" fmla="*/ 344 h 856"/>
                <a:gd name="T28" fmla="*/ 1893 w 667"/>
                <a:gd name="T29" fmla="*/ 169 h 856"/>
                <a:gd name="T30" fmla="*/ 1817 w 667"/>
                <a:gd name="T31" fmla="*/ 0 h 856"/>
                <a:gd name="T32" fmla="*/ 1413 w 667"/>
                <a:gd name="T33" fmla="*/ 660 h 856"/>
                <a:gd name="T34" fmla="*/ 539 w 667"/>
                <a:gd name="T35" fmla="*/ 652 h 856"/>
                <a:gd name="T36" fmla="*/ 575 w 667"/>
                <a:gd name="T37" fmla="*/ 769 h 856"/>
                <a:gd name="T38" fmla="*/ 599 w 667"/>
                <a:gd name="T39" fmla="*/ 900 h 856"/>
                <a:gd name="T40" fmla="*/ 608 w 667"/>
                <a:gd name="T41" fmla="*/ 1026 h 856"/>
                <a:gd name="T42" fmla="*/ 607 w 667"/>
                <a:gd name="T43" fmla="*/ 1150 h 856"/>
                <a:gd name="T44" fmla="*/ 589 w 667"/>
                <a:gd name="T45" fmla="*/ 1276 h 856"/>
                <a:gd name="T46" fmla="*/ 562 w 667"/>
                <a:gd name="T47" fmla="*/ 1402 h 856"/>
                <a:gd name="T48" fmla="*/ 522 w 667"/>
                <a:gd name="T49" fmla="*/ 1525 h 856"/>
                <a:gd name="T50" fmla="*/ 471 w 667"/>
                <a:gd name="T51" fmla="*/ 1642 h 856"/>
                <a:gd name="T52" fmla="*/ 0 w 667"/>
                <a:gd name="T53" fmla="*/ 1403 h 856"/>
                <a:gd name="T54" fmla="*/ 680 w 667"/>
                <a:gd name="T55" fmla="*/ 2581 h 85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67"/>
                <a:gd name="T85" fmla="*/ 0 h 856"/>
                <a:gd name="T86" fmla="*/ 667 w 667"/>
                <a:gd name="T87" fmla="*/ 856 h 85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67" h="856">
                  <a:moveTo>
                    <a:pt x="205" y="855"/>
                  </a:moveTo>
                  <a:lnTo>
                    <a:pt x="666" y="846"/>
                  </a:lnTo>
                  <a:lnTo>
                    <a:pt x="523" y="764"/>
                  </a:lnTo>
                  <a:lnTo>
                    <a:pt x="551" y="709"/>
                  </a:lnTo>
                  <a:lnTo>
                    <a:pt x="574" y="653"/>
                  </a:lnTo>
                  <a:lnTo>
                    <a:pt x="593" y="595"/>
                  </a:lnTo>
                  <a:lnTo>
                    <a:pt x="608" y="535"/>
                  </a:lnTo>
                  <a:lnTo>
                    <a:pt x="619" y="476"/>
                  </a:lnTo>
                  <a:lnTo>
                    <a:pt x="625" y="415"/>
                  </a:lnTo>
                  <a:lnTo>
                    <a:pt x="627" y="354"/>
                  </a:lnTo>
                  <a:lnTo>
                    <a:pt x="625" y="293"/>
                  </a:lnTo>
                  <a:lnTo>
                    <a:pt x="618" y="233"/>
                  </a:lnTo>
                  <a:lnTo>
                    <a:pt x="607" y="172"/>
                  </a:lnTo>
                  <a:lnTo>
                    <a:pt x="592" y="114"/>
                  </a:lnTo>
                  <a:lnTo>
                    <a:pt x="572" y="56"/>
                  </a:lnTo>
                  <a:lnTo>
                    <a:pt x="549" y="0"/>
                  </a:lnTo>
                  <a:lnTo>
                    <a:pt x="427" y="219"/>
                  </a:lnTo>
                  <a:lnTo>
                    <a:pt x="163" y="216"/>
                  </a:lnTo>
                  <a:lnTo>
                    <a:pt x="174" y="255"/>
                  </a:lnTo>
                  <a:lnTo>
                    <a:pt x="181" y="298"/>
                  </a:lnTo>
                  <a:lnTo>
                    <a:pt x="184" y="340"/>
                  </a:lnTo>
                  <a:lnTo>
                    <a:pt x="183" y="381"/>
                  </a:lnTo>
                  <a:lnTo>
                    <a:pt x="178" y="423"/>
                  </a:lnTo>
                  <a:lnTo>
                    <a:pt x="170" y="464"/>
                  </a:lnTo>
                  <a:lnTo>
                    <a:pt x="158" y="505"/>
                  </a:lnTo>
                  <a:lnTo>
                    <a:pt x="142" y="544"/>
                  </a:lnTo>
                  <a:lnTo>
                    <a:pt x="0" y="465"/>
                  </a:lnTo>
                  <a:lnTo>
                    <a:pt x="205" y="85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9407" name="Freeform 6"/>
            <p:cNvSpPr>
              <a:spLocks/>
            </p:cNvSpPr>
            <p:nvPr/>
          </p:nvSpPr>
          <p:spPr bwMode="blackWhite">
            <a:xfrm>
              <a:off x="2689" y="2571"/>
              <a:ext cx="1307" cy="1133"/>
            </a:xfrm>
            <a:custGeom>
              <a:avLst/>
              <a:gdLst>
                <a:gd name="T0" fmla="*/ 0 w 877"/>
                <a:gd name="T1" fmla="*/ 1181 h 784"/>
                <a:gd name="T2" fmla="*/ 729 w 877"/>
                <a:gd name="T3" fmla="*/ 2364 h 784"/>
                <a:gd name="T4" fmla="*/ 729 w 877"/>
                <a:gd name="T5" fmla="*/ 1819 h 784"/>
                <a:gd name="T6" fmla="*/ 924 w 877"/>
                <a:gd name="T7" fmla="*/ 1809 h 784"/>
                <a:gd name="T8" fmla="*/ 1115 w 877"/>
                <a:gd name="T9" fmla="*/ 1775 h 784"/>
                <a:gd name="T10" fmla="*/ 1304 w 877"/>
                <a:gd name="T11" fmla="*/ 1736 h 784"/>
                <a:gd name="T12" fmla="*/ 1490 w 877"/>
                <a:gd name="T13" fmla="*/ 1684 h 784"/>
                <a:gd name="T14" fmla="*/ 1672 w 877"/>
                <a:gd name="T15" fmla="*/ 1620 h 784"/>
                <a:gd name="T16" fmla="*/ 1849 w 877"/>
                <a:gd name="T17" fmla="*/ 1548 h 784"/>
                <a:gd name="T18" fmla="*/ 2024 w 877"/>
                <a:gd name="T19" fmla="*/ 1464 h 784"/>
                <a:gd name="T20" fmla="*/ 2188 w 877"/>
                <a:gd name="T21" fmla="*/ 1370 h 784"/>
                <a:gd name="T22" fmla="*/ 2343 w 877"/>
                <a:gd name="T23" fmla="*/ 1262 h 784"/>
                <a:gd name="T24" fmla="*/ 2499 w 877"/>
                <a:gd name="T25" fmla="*/ 1146 h 784"/>
                <a:gd name="T26" fmla="*/ 2645 w 877"/>
                <a:gd name="T27" fmla="*/ 1019 h 784"/>
                <a:gd name="T28" fmla="*/ 2773 w 877"/>
                <a:gd name="T29" fmla="*/ 883 h 784"/>
                <a:gd name="T30" fmla="*/ 2900 w 877"/>
                <a:gd name="T31" fmla="*/ 743 h 784"/>
                <a:gd name="T32" fmla="*/ 2019 w 877"/>
                <a:gd name="T33" fmla="*/ 785 h 784"/>
                <a:gd name="T34" fmla="*/ 1618 w 877"/>
                <a:gd name="T35" fmla="*/ 81 h 784"/>
                <a:gd name="T36" fmla="*/ 1537 w 877"/>
                <a:gd name="T37" fmla="*/ 150 h 784"/>
                <a:gd name="T38" fmla="*/ 1450 w 877"/>
                <a:gd name="T39" fmla="*/ 220 h 784"/>
                <a:gd name="T40" fmla="*/ 1341 w 877"/>
                <a:gd name="T41" fmla="*/ 286 h 784"/>
                <a:gd name="T42" fmla="*/ 1228 w 877"/>
                <a:gd name="T43" fmla="*/ 351 h 784"/>
                <a:gd name="T44" fmla="*/ 1113 w 877"/>
                <a:gd name="T45" fmla="*/ 399 h 784"/>
                <a:gd name="T46" fmla="*/ 987 w 877"/>
                <a:gd name="T47" fmla="*/ 442 h 784"/>
                <a:gd name="T48" fmla="*/ 857 w 877"/>
                <a:gd name="T49" fmla="*/ 470 h 784"/>
                <a:gd name="T50" fmla="*/ 729 w 877"/>
                <a:gd name="T51" fmla="*/ 493 h 784"/>
                <a:gd name="T52" fmla="*/ 729 w 877"/>
                <a:gd name="T53" fmla="*/ 0 h 784"/>
                <a:gd name="T54" fmla="*/ 0 w 877"/>
                <a:gd name="T55" fmla="*/ 1181 h 7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77"/>
                <a:gd name="T85" fmla="*/ 0 h 784"/>
                <a:gd name="T86" fmla="*/ 877 w 877"/>
                <a:gd name="T87" fmla="*/ 784 h 7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77" h="784">
                  <a:moveTo>
                    <a:pt x="0" y="391"/>
                  </a:moveTo>
                  <a:lnTo>
                    <a:pt x="220" y="783"/>
                  </a:lnTo>
                  <a:lnTo>
                    <a:pt x="220" y="603"/>
                  </a:lnTo>
                  <a:lnTo>
                    <a:pt x="279" y="599"/>
                  </a:lnTo>
                  <a:lnTo>
                    <a:pt x="337" y="588"/>
                  </a:lnTo>
                  <a:lnTo>
                    <a:pt x="394" y="575"/>
                  </a:lnTo>
                  <a:lnTo>
                    <a:pt x="450" y="558"/>
                  </a:lnTo>
                  <a:lnTo>
                    <a:pt x="505" y="537"/>
                  </a:lnTo>
                  <a:lnTo>
                    <a:pt x="559" y="513"/>
                  </a:lnTo>
                  <a:lnTo>
                    <a:pt x="611" y="485"/>
                  </a:lnTo>
                  <a:lnTo>
                    <a:pt x="661" y="454"/>
                  </a:lnTo>
                  <a:lnTo>
                    <a:pt x="708" y="418"/>
                  </a:lnTo>
                  <a:lnTo>
                    <a:pt x="755" y="380"/>
                  </a:lnTo>
                  <a:lnTo>
                    <a:pt x="799" y="338"/>
                  </a:lnTo>
                  <a:lnTo>
                    <a:pt x="838" y="293"/>
                  </a:lnTo>
                  <a:lnTo>
                    <a:pt x="876" y="246"/>
                  </a:lnTo>
                  <a:lnTo>
                    <a:pt x="610" y="260"/>
                  </a:lnTo>
                  <a:lnTo>
                    <a:pt x="489" y="27"/>
                  </a:lnTo>
                  <a:lnTo>
                    <a:pt x="464" y="50"/>
                  </a:lnTo>
                  <a:lnTo>
                    <a:pt x="438" y="73"/>
                  </a:lnTo>
                  <a:lnTo>
                    <a:pt x="405" y="95"/>
                  </a:lnTo>
                  <a:lnTo>
                    <a:pt x="371" y="116"/>
                  </a:lnTo>
                  <a:lnTo>
                    <a:pt x="336" y="132"/>
                  </a:lnTo>
                  <a:lnTo>
                    <a:pt x="298" y="147"/>
                  </a:lnTo>
                  <a:lnTo>
                    <a:pt x="259" y="156"/>
                  </a:lnTo>
                  <a:lnTo>
                    <a:pt x="220" y="163"/>
                  </a:lnTo>
                  <a:lnTo>
                    <a:pt x="220" y="0"/>
                  </a:lnTo>
                  <a:lnTo>
                    <a:pt x="0" y="391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9408" name="Freeform 7"/>
            <p:cNvSpPr>
              <a:spLocks/>
            </p:cNvSpPr>
            <p:nvPr/>
          </p:nvSpPr>
          <p:spPr bwMode="blackWhite">
            <a:xfrm>
              <a:off x="1586" y="2431"/>
              <a:ext cx="1241" cy="1010"/>
            </a:xfrm>
            <a:custGeom>
              <a:avLst/>
              <a:gdLst>
                <a:gd name="T0" fmla="*/ 965 w 833"/>
                <a:gd name="T1" fmla="*/ 0 h 699"/>
                <a:gd name="T2" fmla="*/ 0 w 833"/>
                <a:gd name="T3" fmla="*/ 1062 h 699"/>
                <a:gd name="T4" fmla="*/ 539 w 833"/>
                <a:gd name="T5" fmla="*/ 883 h 699"/>
                <a:gd name="T6" fmla="*/ 654 w 833"/>
                <a:gd name="T7" fmla="*/ 1037 h 699"/>
                <a:gd name="T8" fmla="*/ 781 w 833"/>
                <a:gd name="T9" fmla="*/ 1182 h 699"/>
                <a:gd name="T10" fmla="*/ 916 w 833"/>
                <a:gd name="T11" fmla="*/ 1322 h 699"/>
                <a:gd name="T12" fmla="*/ 1065 w 833"/>
                <a:gd name="T13" fmla="*/ 1449 h 699"/>
                <a:gd name="T14" fmla="*/ 1223 w 833"/>
                <a:gd name="T15" fmla="*/ 1568 h 699"/>
                <a:gd name="T16" fmla="*/ 1386 w 833"/>
                <a:gd name="T17" fmla="*/ 1675 h 699"/>
                <a:gd name="T18" fmla="*/ 1560 w 833"/>
                <a:gd name="T19" fmla="*/ 1774 h 699"/>
                <a:gd name="T20" fmla="*/ 1742 w 833"/>
                <a:gd name="T21" fmla="*/ 1858 h 699"/>
                <a:gd name="T22" fmla="*/ 1929 w 833"/>
                <a:gd name="T23" fmla="*/ 1933 h 699"/>
                <a:gd name="T24" fmla="*/ 2120 w 833"/>
                <a:gd name="T25" fmla="*/ 1998 h 699"/>
                <a:gd name="T26" fmla="*/ 2315 w 833"/>
                <a:gd name="T27" fmla="*/ 2046 h 699"/>
                <a:gd name="T28" fmla="*/ 2519 w 833"/>
                <a:gd name="T29" fmla="*/ 2082 h 699"/>
                <a:gd name="T30" fmla="*/ 2719 w 833"/>
                <a:gd name="T31" fmla="*/ 2107 h 699"/>
                <a:gd name="T32" fmla="*/ 2321 w 833"/>
                <a:gd name="T33" fmla="*/ 1491 h 699"/>
                <a:gd name="T34" fmla="*/ 2752 w 833"/>
                <a:gd name="T35" fmla="*/ 773 h 699"/>
                <a:gd name="T36" fmla="*/ 2601 w 833"/>
                <a:gd name="T37" fmla="*/ 746 h 699"/>
                <a:gd name="T38" fmla="*/ 2464 w 833"/>
                <a:gd name="T39" fmla="*/ 704 h 699"/>
                <a:gd name="T40" fmla="*/ 2329 w 833"/>
                <a:gd name="T41" fmla="*/ 644 h 699"/>
                <a:gd name="T42" fmla="*/ 2199 w 833"/>
                <a:gd name="T43" fmla="*/ 578 h 699"/>
                <a:gd name="T44" fmla="*/ 2084 w 833"/>
                <a:gd name="T45" fmla="*/ 497 h 699"/>
                <a:gd name="T46" fmla="*/ 1971 w 833"/>
                <a:gd name="T47" fmla="*/ 412 h 699"/>
                <a:gd name="T48" fmla="*/ 2433 w 833"/>
                <a:gd name="T49" fmla="*/ 253 h 699"/>
                <a:gd name="T50" fmla="*/ 965 w 833"/>
                <a:gd name="T51" fmla="*/ 0 h 69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33"/>
                <a:gd name="T79" fmla="*/ 0 h 699"/>
                <a:gd name="T80" fmla="*/ 833 w 833"/>
                <a:gd name="T81" fmla="*/ 699 h 69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33" h="699">
                  <a:moveTo>
                    <a:pt x="292" y="0"/>
                  </a:moveTo>
                  <a:lnTo>
                    <a:pt x="0" y="352"/>
                  </a:lnTo>
                  <a:lnTo>
                    <a:pt x="163" y="293"/>
                  </a:lnTo>
                  <a:lnTo>
                    <a:pt x="198" y="344"/>
                  </a:lnTo>
                  <a:lnTo>
                    <a:pt x="236" y="392"/>
                  </a:lnTo>
                  <a:lnTo>
                    <a:pt x="277" y="438"/>
                  </a:lnTo>
                  <a:lnTo>
                    <a:pt x="322" y="480"/>
                  </a:lnTo>
                  <a:lnTo>
                    <a:pt x="370" y="520"/>
                  </a:lnTo>
                  <a:lnTo>
                    <a:pt x="419" y="555"/>
                  </a:lnTo>
                  <a:lnTo>
                    <a:pt x="472" y="588"/>
                  </a:lnTo>
                  <a:lnTo>
                    <a:pt x="527" y="616"/>
                  </a:lnTo>
                  <a:lnTo>
                    <a:pt x="583" y="641"/>
                  </a:lnTo>
                  <a:lnTo>
                    <a:pt x="641" y="662"/>
                  </a:lnTo>
                  <a:lnTo>
                    <a:pt x="700" y="678"/>
                  </a:lnTo>
                  <a:lnTo>
                    <a:pt x="762" y="690"/>
                  </a:lnTo>
                  <a:lnTo>
                    <a:pt x="822" y="698"/>
                  </a:lnTo>
                  <a:lnTo>
                    <a:pt x="702" y="494"/>
                  </a:lnTo>
                  <a:lnTo>
                    <a:pt x="832" y="256"/>
                  </a:lnTo>
                  <a:lnTo>
                    <a:pt x="787" y="247"/>
                  </a:lnTo>
                  <a:lnTo>
                    <a:pt x="745" y="233"/>
                  </a:lnTo>
                  <a:lnTo>
                    <a:pt x="704" y="214"/>
                  </a:lnTo>
                  <a:lnTo>
                    <a:pt x="665" y="192"/>
                  </a:lnTo>
                  <a:lnTo>
                    <a:pt x="630" y="165"/>
                  </a:lnTo>
                  <a:lnTo>
                    <a:pt x="596" y="136"/>
                  </a:lnTo>
                  <a:lnTo>
                    <a:pt x="736" y="84"/>
                  </a:lnTo>
                  <a:lnTo>
                    <a:pt x="292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9409" name="Freeform 8"/>
            <p:cNvSpPr>
              <a:spLocks/>
            </p:cNvSpPr>
            <p:nvPr/>
          </p:nvSpPr>
          <p:spPr bwMode="blackWhite">
            <a:xfrm>
              <a:off x="1841" y="712"/>
              <a:ext cx="1292" cy="1125"/>
            </a:xfrm>
            <a:custGeom>
              <a:avLst/>
              <a:gdLst>
                <a:gd name="T0" fmla="*/ 1255 w 867"/>
                <a:gd name="T1" fmla="*/ 2344 h 779"/>
                <a:gd name="T2" fmla="*/ 1331 w 867"/>
                <a:gd name="T3" fmla="*/ 2253 h 779"/>
                <a:gd name="T4" fmla="*/ 1405 w 867"/>
                <a:gd name="T5" fmla="*/ 2171 h 779"/>
                <a:gd name="T6" fmla="*/ 1496 w 867"/>
                <a:gd name="T7" fmla="*/ 2090 h 779"/>
                <a:gd name="T8" fmla="*/ 1587 w 867"/>
                <a:gd name="T9" fmla="*/ 2020 h 779"/>
                <a:gd name="T10" fmla="*/ 1700 w 867"/>
                <a:gd name="T11" fmla="*/ 1945 h 779"/>
                <a:gd name="T12" fmla="*/ 1821 w 867"/>
                <a:gd name="T13" fmla="*/ 1886 h 779"/>
                <a:gd name="T14" fmla="*/ 1945 w 867"/>
                <a:gd name="T15" fmla="*/ 1833 h 779"/>
                <a:gd name="T16" fmla="*/ 2074 w 867"/>
                <a:gd name="T17" fmla="*/ 1789 h 779"/>
                <a:gd name="T18" fmla="*/ 2210 w 867"/>
                <a:gd name="T19" fmla="*/ 1762 h 779"/>
                <a:gd name="T20" fmla="*/ 2289 w 867"/>
                <a:gd name="T21" fmla="*/ 2259 h 779"/>
                <a:gd name="T22" fmla="*/ 2867 w 867"/>
                <a:gd name="T23" fmla="*/ 1051 h 779"/>
                <a:gd name="T24" fmla="*/ 2003 w 867"/>
                <a:gd name="T25" fmla="*/ 0 h 779"/>
                <a:gd name="T26" fmla="*/ 2006 w 867"/>
                <a:gd name="T27" fmla="*/ 448 h 779"/>
                <a:gd name="T28" fmla="*/ 1803 w 867"/>
                <a:gd name="T29" fmla="*/ 488 h 779"/>
                <a:gd name="T30" fmla="*/ 1600 w 867"/>
                <a:gd name="T31" fmla="*/ 542 h 779"/>
                <a:gd name="T32" fmla="*/ 1405 w 867"/>
                <a:gd name="T33" fmla="*/ 605 h 779"/>
                <a:gd name="T34" fmla="*/ 1217 w 867"/>
                <a:gd name="T35" fmla="*/ 677 h 779"/>
                <a:gd name="T36" fmla="*/ 1034 w 867"/>
                <a:gd name="T37" fmla="*/ 767 h 779"/>
                <a:gd name="T38" fmla="*/ 857 w 867"/>
                <a:gd name="T39" fmla="*/ 864 h 779"/>
                <a:gd name="T40" fmla="*/ 688 w 867"/>
                <a:gd name="T41" fmla="*/ 978 h 779"/>
                <a:gd name="T42" fmla="*/ 529 w 867"/>
                <a:gd name="T43" fmla="*/ 1103 h 779"/>
                <a:gd name="T44" fmla="*/ 380 w 867"/>
                <a:gd name="T45" fmla="*/ 1239 h 779"/>
                <a:gd name="T46" fmla="*/ 244 w 867"/>
                <a:gd name="T47" fmla="*/ 1379 h 779"/>
                <a:gd name="T48" fmla="*/ 115 w 867"/>
                <a:gd name="T49" fmla="*/ 1532 h 779"/>
                <a:gd name="T50" fmla="*/ 0 w 867"/>
                <a:gd name="T51" fmla="*/ 1695 h 779"/>
                <a:gd name="T52" fmla="*/ 817 w 867"/>
                <a:gd name="T53" fmla="*/ 1700 h 779"/>
                <a:gd name="T54" fmla="*/ 1255 w 867"/>
                <a:gd name="T55" fmla="*/ 2344 h 77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67"/>
                <a:gd name="T85" fmla="*/ 0 h 779"/>
                <a:gd name="T86" fmla="*/ 867 w 867"/>
                <a:gd name="T87" fmla="*/ 779 h 779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67" h="779">
                  <a:moveTo>
                    <a:pt x="379" y="778"/>
                  </a:moveTo>
                  <a:lnTo>
                    <a:pt x="402" y="748"/>
                  </a:lnTo>
                  <a:lnTo>
                    <a:pt x="425" y="721"/>
                  </a:lnTo>
                  <a:lnTo>
                    <a:pt x="452" y="694"/>
                  </a:lnTo>
                  <a:lnTo>
                    <a:pt x="480" y="671"/>
                  </a:lnTo>
                  <a:lnTo>
                    <a:pt x="514" y="646"/>
                  </a:lnTo>
                  <a:lnTo>
                    <a:pt x="550" y="626"/>
                  </a:lnTo>
                  <a:lnTo>
                    <a:pt x="588" y="609"/>
                  </a:lnTo>
                  <a:lnTo>
                    <a:pt x="627" y="594"/>
                  </a:lnTo>
                  <a:lnTo>
                    <a:pt x="668" y="585"/>
                  </a:lnTo>
                  <a:lnTo>
                    <a:pt x="692" y="750"/>
                  </a:lnTo>
                  <a:lnTo>
                    <a:pt x="866" y="349"/>
                  </a:lnTo>
                  <a:lnTo>
                    <a:pt x="605" y="0"/>
                  </a:lnTo>
                  <a:lnTo>
                    <a:pt x="606" y="149"/>
                  </a:lnTo>
                  <a:lnTo>
                    <a:pt x="545" y="162"/>
                  </a:lnTo>
                  <a:lnTo>
                    <a:pt x="484" y="180"/>
                  </a:lnTo>
                  <a:lnTo>
                    <a:pt x="425" y="201"/>
                  </a:lnTo>
                  <a:lnTo>
                    <a:pt x="368" y="225"/>
                  </a:lnTo>
                  <a:lnTo>
                    <a:pt x="313" y="255"/>
                  </a:lnTo>
                  <a:lnTo>
                    <a:pt x="259" y="287"/>
                  </a:lnTo>
                  <a:lnTo>
                    <a:pt x="208" y="325"/>
                  </a:lnTo>
                  <a:lnTo>
                    <a:pt x="160" y="366"/>
                  </a:lnTo>
                  <a:lnTo>
                    <a:pt x="115" y="411"/>
                  </a:lnTo>
                  <a:lnTo>
                    <a:pt x="74" y="458"/>
                  </a:lnTo>
                  <a:lnTo>
                    <a:pt x="35" y="509"/>
                  </a:lnTo>
                  <a:lnTo>
                    <a:pt x="0" y="563"/>
                  </a:lnTo>
                  <a:lnTo>
                    <a:pt x="247" y="564"/>
                  </a:lnTo>
                  <a:lnTo>
                    <a:pt x="379" y="77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9410" name="Freeform 9"/>
            <p:cNvSpPr>
              <a:spLocks/>
            </p:cNvSpPr>
            <p:nvPr/>
          </p:nvSpPr>
          <p:spPr bwMode="blackWhite">
            <a:xfrm>
              <a:off x="1519" y="1566"/>
              <a:ext cx="1013" cy="1127"/>
            </a:xfrm>
            <a:custGeom>
              <a:avLst/>
              <a:gdLst>
                <a:gd name="T0" fmla="*/ 1481 w 680"/>
                <a:gd name="T1" fmla="*/ 0 h 780"/>
                <a:gd name="T2" fmla="*/ 0 w 680"/>
                <a:gd name="T3" fmla="*/ 1 h 780"/>
                <a:gd name="T4" fmla="*/ 466 w 680"/>
                <a:gd name="T5" fmla="*/ 246 h 780"/>
                <a:gd name="T6" fmla="*/ 398 w 680"/>
                <a:gd name="T7" fmla="*/ 416 h 780"/>
                <a:gd name="T8" fmla="*/ 337 w 680"/>
                <a:gd name="T9" fmla="*/ 591 h 780"/>
                <a:gd name="T10" fmla="*/ 295 w 680"/>
                <a:gd name="T11" fmla="*/ 764 h 780"/>
                <a:gd name="T12" fmla="*/ 264 w 680"/>
                <a:gd name="T13" fmla="*/ 944 h 780"/>
                <a:gd name="T14" fmla="*/ 244 w 680"/>
                <a:gd name="T15" fmla="*/ 1126 h 780"/>
                <a:gd name="T16" fmla="*/ 241 w 680"/>
                <a:gd name="T17" fmla="*/ 1300 h 780"/>
                <a:gd name="T18" fmla="*/ 249 w 680"/>
                <a:gd name="T19" fmla="*/ 1480 h 780"/>
                <a:gd name="T20" fmla="*/ 271 w 680"/>
                <a:gd name="T21" fmla="*/ 1662 h 780"/>
                <a:gd name="T22" fmla="*/ 308 w 680"/>
                <a:gd name="T23" fmla="*/ 1836 h 780"/>
                <a:gd name="T24" fmla="*/ 353 w 680"/>
                <a:gd name="T25" fmla="*/ 2014 h 780"/>
                <a:gd name="T26" fmla="*/ 417 w 680"/>
                <a:gd name="T27" fmla="*/ 2183 h 780"/>
                <a:gd name="T28" fmla="*/ 489 w 680"/>
                <a:gd name="T29" fmla="*/ 2351 h 780"/>
                <a:gd name="T30" fmla="*/ 1073 w 680"/>
                <a:gd name="T31" fmla="*/ 1708 h 780"/>
                <a:gd name="T32" fmla="*/ 1822 w 680"/>
                <a:gd name="T33" fmla="*/ 1818 h 780"/>
                <a:gd name="T34" fmla="*/ 1768 w 680"/>
                <a:gd name="T35" fmla="*/ 1695 h 780"/>
                <a:gd name="T36" fmla="*/ 1728 w 680"/>
                <a:gd name="T37" fmla="*/ 1572 h 780"/>
                <a:gd name="T38" fmla="*/ 1707 w 680"/>
                <a:gd name="T39" fmla="*/ 1442 h 780"/>
                <a:gd name="T40" fmla="*/ 1694 w 680"/>
                <a:gd name="T41" fmla="*/ 1313 h 780"/>
                <a:gd name="T42" fmla="*/ 1695 w 680"/>
                <a:gd name="T43" fmla="*/ 1179 h 780"/>
                <a:gd name="T44" fmla="*/ 1713 w 680"/>
                <a:gd name="T45" fmla="*/ 1050 h 780"/>
                <a:gd name="T46" fmla="*/ 1746 w 680"/>
                <a:gd name="T47" fmla="*/ 923 h 780"/>
                <a:gd name="T48" fmla="*/ 2246 w 680"/>
                <a:gd name="T49" fmla="*/ 1182 h 780"/>
                <a:gd name="T50" fmla="*/ 1481 w 680"/>
                <a:gd name="T51" fmla="*/ 0 h 7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680"/>
                <a:gd name="T79" fmla="*/ 0 h 780"/>
                <a:gd name="T80" fmla="*/ 680 w 680"/>
                <a:gd name="T81" fmla="*/ 780 h 78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680" h="780">
                  <a:moveTo>
                    <a:pt x="448" y="0"/>
                  </a:moveTo>
                  <a:lnTo>
                    <a:pt x="0" y="1"/>
                  </a:lnTo>
                  <a:lnTo>
                    <a:pt x="141" y="82"/>
                  </a:lnTo>
                  <a:lnTo>
                    <a:pt x="120" y="138"/>
                  </a:lnTo>
                  <a:lnTo>
                    <a:pt x="102" y="196"/>
                  </a:lnTo>
                  <a:lnTo>
                    <a:pt x="89" y="253"/>
                  </a:lnTo>
                  <a:lnTo>
                    <a:pt x="80" y="313"/>
                  </a:lnTo>
                  <a:lnTo>
                    <a:pt x="74" y="373"/>
                  </a:lnTo>
                  <a:lnTo>
                    <a:pt x="73" y="431"/>
                  </a:lnTo>
                  <a:lnTo>
                    <a:pt x="75" y="491"/>
                  </a:lnTo>
                  <a:lnTo>
                    <a:pt x="82" y="551"/>
                  </a:lnTo>
                  <a:lnTo>
                    <a:pt x="93" y="609"/>
                  </a:lnTo>
                  <a:lnTo>
                    <a:pt x="107" y="668"/>
                  </a:lnTo>
                  <a:lnTo>
                    <a:pt x="126" y="724"/>
                  </a:lnTo>
                  <a:lnTo>
                    <a:pt x="148" y="779"/>
                  </a:lnTo>
                  <a:lnTo>
                    <a:pt x="324" y="566"/>
                  </a:lnTo>
                  <a:lnTo>
                    <a:pt x="551" y="603"/>
                  </a:lnTo>
                  <a:lnTo>
                    <a:pt x="535" y="562"/>
                  </a:lnTo>
                  <a:lnTo>
                    <a:pt x="523" y="521"/>
                  </a:lnTo>
                  <a:lnTo>
                    <a:pt x="516" y="478"/>
                  </a:lnTo>
                  <a:lnTo>
                    <a:pt x="512" y="435"/>
                  </a:lnTo>
                  <a:lnTo>
                    <a:pt x="513" y="391"/>
                  </a:lnTo>
                  <a:lnTo>
                    <a:pt x="518" y="348"/>
                  </a:lnTo>
                  <a:lnTo>
                    <a:pt x="528" y="306"/>
                  </a:lnTo>
                  <a:lnTo>
                    <a:pt x="679" y="392"/>
                  </a:lnTo>
                  <a:lnTo>
                    <a:pt x="448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9397" name="Rectangle 10"/>
          <p:cNvSpPr>
            <a:spLocks noChangeArrowheads="1"/>
          </p:cNvSpPr>
          <p:nvPr/>
        </p:nvSpPr>
        <p:spPr bwMode="blackWhite">
          <a:xfrm>
            <a:off x="2636838" y="3236913"/>
            <a:ext cx="944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9398" name="Rectangle 11"/>
          <p:cNvSpPr>
            <a:spLocks noChangeArrowheads="1"/>
          </p:cNvSpPr>
          <p:nvPr/>
        </p:nvSpPr>
        <p:spPr bwMode="blackWhite">
          <a:xfrm>
            <a:off x="3582988" y="1984375"/>
            <a:ext cx="854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9399" name="Rectangle 12"/>
          <p:cNvSpPr>
            <a:spLocks noChangeArrowheads="1"/>
          </p:cNvSpPr>
          <p:nvPr/>
        </p:nvSpPr>
        <p:spPr bwMode="blackWhite">
          <a:xfrm>
            <a:off x="5197475" y="2195513"/>
            <a:ext cx="852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9400" name="Rectangle 13"/>
          <p:cNvSpPr>
            <a:spLocks noChangeArrowheads="1"/>
          </p:cNvSpPr>
          <p:nvPr/>
        </p:nvSpPr>
        <p:spPr bwMode="blackWhite">
          <a:xfrm>
            <a:off x="5715000" y="3549650"/>
            <a:ext cx="979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9401" name="Rectangle 14"/>
          <p:cNvSpPr>
            <a:spLocks noChangeArrowheads="1"/>
          </p:cNvSpPr>
          <p:nvPr/>
        </p:nvSpPr>
        <p:spPr bwMode="blackWhite">
          <a:xfrm>
            <a:off x="4805363" y="4781550"/>
            <a:ext cx="858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9402" name="Rectangle 15"/>
          <p:cNvSpPr>
            <a:spLocks noChangeArrowheads="1"/>
          </p:cNvSpPr>
          <p:nvPr/>
        </p:nvSpPr>
        <p:spPr bwMode="blackWhite">
          <a:xfrm>
            <a:off x="3260725" y="4551363"/>
            <a:ext cx="855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5940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5940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21C5284-6AF9-4E4D-B4A8-BA5F2E41A6F0}" type="slidenum">
              <a:rPr lang="zh-CN" altLang="en-US" smtClean="0"/>
              <a:pPr defTabSz="895350"/>
              <a:t>56</a:t>
            </a:fld>
            <a:endParaRPr lang="en-US" altLang="zh-CN"/>
          </a:p>
        </p:txBody>
      </p:sp>
      <p:sp>
        <p:nvSpPr>
          <p:cNvPr id="60419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7</a:t>
            </a:r>
          </a:p>
        </p:txBody>
      </p:sp>
      <p:grpSp>
        <p:nvGrpSpPr>
          <p:cNvPr id="60420" name="Group 3"/>
          <p:cNvGrpSpPr>
            <a:grpSpLocks/>
          </p:cNvGrpSpPr>
          <p:nvPr/>
        </p:nvGrpSpPr>
        <p:grpSpPr bwMode="auto">
          <a:xfrm>
            <a:off x="2362200" y="1295400"/>
            <a:ext cx="4273550" cy="4357688"/>
            <a:chOff x="1484" y="816"/>
            <a:chExt cx="2692" cy="2745"/>
          </a:xfrm>
        </p:grpSpPr>
        <p:sp>
          <p:nvSpPr>
            <p:cNvPr id="60430" name="Freeform 4"/>
            <p:cNvSpPr>
              <a:spLocks/>
            </p:cNvSpPr>
            <p:nvPr/>
          </p:nvSpPr>
          <p:spPr bwMode="blackWhite">
            <a:xfrm>
              <a:off x="3007" y="2345"/>
              <a:ext cx="1025" cy="967"/>
            </a:xfrm>
            <a:custGeom>
              <a:avLst/>
              <a:gdLst>
                <a:gd name="T0" fmla="*/ 89 w 1025"/>
                <a:gd name="T1" fmla="*/ 315 h 967"/>
                <a:gd name="T2" fmla="*/ 116 w 1025"/>
                <a:gd name="T3" fmla="*/ 292 h 967"/>
                <a:gd name="T4" fmla="*/ 143 w 1025"/>
                <a:gd name="T5" fmla="*/ 266 h 967"/>
                <a:gd name="T6" fmla="*/ 168 w 1025"/>
                <a:gd name="T7" fmla="*/ 241 h 967"/>
                <a:gd name="T8" fmla="*/ 192 w 1025"/>
                <a:gd name="T9" fmla="*/ 213 h 967"/>
                <a:gd name="T10" fmla="*/ 214 w 1025"/>
                <a:gd name="T11" fmla="*/ 185 h 967"/>
                <a:gd name="T12" fmla="*/ 234 w 1025"/>
                <a:gd name="T13" fmla="*/ 155 h 967"/>
                <a:gd name="T14" fmla="*/ 253 w 1025"/>
                <a:gd name="T15" fmla="*/ 125 h 967"/>
                <a:gd name="T16" fmla="*/ 270 w 1025"/>
                <a:gd name="T17" fmla="*/ 93 h 967"/>
                <a:gd name="T18" fmla="*/ 285 w 1025"/>
                <a:gd name="T19" fmla="*/ 61 h 967"/>
                <a:gd name="T20" fmla="*/ 299 w 1025"/>
                <a:gd name="T21" fmla="*/ 28 h 967"/>
                <a:gd name="T22" fmla="*/ 310 w 1025"/>
                <a:gd name="T23" fmla="*/ 0 h 967"/>
                <a:gd name="T24" fmla="*/ 667 w 1025"/>
                <a:gd name="T25" fmla="*/ 233 h 967"/>
                <a:gd name="T26" fmla="*/ 1024 w 1025"/>
                <a:gd name="T27" fmla="*/ 5 h 967"/>
                <a:gd name="T28" fmla="*/ 1010 w 1025"/>
                <a:gd name="T29" fmla="*/ 75 h 967"/>
                <a:gd name="T30" fmla="*/ 993 w 1025"/>
                <a:gd name="T31" fmla="*/ 146 h 967"/>
                <a:gd name="T32" fmla="*/ 972 w 1025"/>
                <a:gd name="T33" fmla="*/ 214 h 967"/>
                <a:gd name="T34" fmla="*/ 947 w 1025"/>
                <a:gd name="T35" fmla="*/ 282 h 967"/>
                <a:gd name="T36" fmla="*/ 920 w 1025"/>
                <a:gd name="T37" fmla="*/ 348 h 967"/>
                <a:gd name="T38" fmla="*/ 888 w 1025"/>
                <a:gd name="T39" fmla="*/ 412 h 967"/>
                <a:gd name="T40" fmla="*/ 854 w 1025"/>
                <a:gd name="T41" fmla="*/ 474 h 967"/>
                <a:gd name="T42" fmla="*/ 816 w 1025"/>
                <a:gd name="T43" fmla="*/ 536 h 967"/>
                <a:gd name="T44" fmla="*/ 776 w 1025"/>
                <a:gd name="T45" fmla="*/ 594 h 967"/>
                <a:gd name="T46" fmla="*/ 732 w 1025"/>
                <a:gd name="T47" fmla="*/ 651 h 967"/>
                <a:gd name="T48" fmla="*/ 685 w 1025"/>
                <a:gd name="T49" fmla="*/ 706 h 967"/>
                <a:gd name="T50" fmla="*/ 635 w 1025"/>
                <a:gd name="T51" fmla="*/ 759 h 967"/>
                <a:gd name="T52" fmla="*/ 583 w 1025"/>
                <a:gd name="T53" fmla="*/ 809 h 967"/>
                <a:gd name="T54" fmla="*/ 527 w 1025"/>
                <a:gd name="T55" fmla="*/ 856 h 967"/>
                <a:gd name="T56" fmla="*/ 616 w 1025"/>
                <a:gd name="T57" fmla="*/ 966 h 967"/>
                <a:gd name="T58" fmla="*/ 58 w 1025"/>
                <a:gd name="T59" fmla="*/ 777 h 967"/>
                <a:gd name="T60" fmla="*/ 0 w 1025"/>
                <a:gd name="T61" fmla="*/ 206 h 967"/>
                <a:gd name="T62" fmla="*/ 89 w 1025"/>
                <a:gd name="T63" fmla="*/ 315 h 96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025"/>
                <a:gd name="T97" fmla="*/ 0 h 967"/>
                <a:gd name="T98" fmla="*/ 1025 w 1025"/>
                <a:gd name="T99" fmla="*/ 967 h 96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025" h="967">
                  <a:moveTo>
                    <a:pt x="89" y="315"/>
                  </a:moveTo>
                  <a:lnTo>
                    <a:pt x="116" y="292"/>
                  </a:lnTo>
                  <a:lnTo>
                    <a:pt x="143" y="266"/>
                  </a:lnTo>
                  <a:lnTo>
                    <a:pt x="168" y="241"/>
                  </a:lnTo>
                  <a:lnTo>
                    <a:pt x="192" y="213"/>
                  </a:lnTo>
                  <a:lnTo>
                    <a:pt x="214" y="185"/>
                  </a:lnTo>
                  <a:lnTo>
                    <a:pt x="234" y="155"/>
                  </a:lnTo>
                  <a:lnTo>
                    <a:pt x="253" y="125"/>
                  </a:lnTo>
                  <a:lnTo>
                    <a:pt x="270" y="93"/>
                  </a:lnTo>
                  <a:lnTo>
                    <a:pt x="285" y="61"/>
                  </a:lnTo>
                  <a:lnTo>
                    <a:pt x="299" y="28"/>
                  </a:lnTo>
                  <a:lnTo>
                    <a:pt x="310" y="0"/>
                  </a:lnTo>
                  <a:lnTo>
                    <a:pt x="667" y="233"/>
                  </a:lnTo>
                  <a:lnTo>
                    <a:pt x="1024" y="5"/>
                  </a:lnTo>
                  <a:lnTo>
                    <a:pt x="1010" y="75"/>
                  </a:lnTo>
                  <a:lnTo>
                    <a:pt x="993" y="146"/>
                  </a:lnTo>
                  <a:lnTo>
                    <a:pt x="972" y="214"/>
                  </a:lnTo>
                  <a:lnTo>
                    <a:pt x="947" y="282"/>
                  </a:lnTo>
                  <a:lnTo>
                    <a:pt x="920" y="348"/>
                  </a:lnTo>
                  <a:lnTo>
                    <a:pt x="888" y="412"/>
                  </a:lnTo>
                  <a:lnTo>
                    <a:pt x="854" y="474"/>
                  </a:lnTo>
                  <a:lnTo>
                    <a:pt x="816" y="536"/>
                  </a:lnTo>
                  <a:lnTo>
                    <a:pt x="776" y="594"/>
                  </a:lnTo>
                  <a:lnTo>
                    <a:pt x="732" y="651"/>
                  </a:lnTo>
                  <a:lnTo>
                    <a:pt x="685" y="706"/>
                  </a:lnTo>
                  <a:lnTo>
                    <a:pt x="635" y="759"/>
                  </a:lnTo>
                  <a:lnTo>
                    <a:pt x="583" y="809"/>
                  </a:lnTo>
                  <a:lnTo>
                    <a:pt x="527" y="856"/>
                  </a:lnTo>
                  <a:lnTo>
                    <a:pt x="616" y="966"/>
                  </a:lnTo>
                  <a:lnTo>
                    <a:pt x="58" y="777"/>
                  </a:lnTo>
                  <a:lnTo>
                    <a:pt x="0" y="206"/>
                  </a:lnTo>
                  <a:lnTo>
                    <a:pt x="89" y="31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0431" name="Freeform 5"/>
            <p:cNvSpPr>
              <a:spLocks/>
            </p:cNvSpPr>
            <p:nvPr/>
          </p:nvSpPr>
          <p:spPr bwMode="blackWhite">
            <a:xfrm>
              <a:off x="2227" y="2603"/>
              <a:ext cx="1209" cy="958"/>
            </a:xfrm>
            <a:custGeom>
              <a:avLst/>
              <a:gdLst>
                <a:gd name="T0" fmla="*/ 378 w 1209"/>
                <a:gd name="T1" fmla="*/ 138 h 958"/>
                <a:gd name="T2" fmla="*/ 413 w 1209"/>
                <a:gd name="T3" fmla="*/ 144 h 958"/>
                <a:gd name="T4" fmla="*/ 450 w 1209"/>
                <a:gd name="T5" fmla="*/ 149 h 958"/>
                <a:gd name="T6" fmla="*/ 486 w 1209"/>
                <a:gd name="T7" fmla="*/ 152 h 958"/>
                <a:gd name="T8" fmla="*/ 522 w 1209"/>
                <a:gd name="T9" fmla="*/ 153 h 958"/>
                <a:gd name="T10" fmla="*/ 558 w 1209"/>
                <a:gd name="T11" fmla="*/ 153 h 958"/>
                <a:gd name="T12" fmla="*/ 594 w 1209"/>
                <a:gd name="T13" fmla="*/ 150 h 958"/>
                <a:gd name="T14" fmla="*/ 629 w 1209"/>
                <a:gd name="T15" fmla="*/ 145 h 958"/>
                <a:gd name="T16" fmla="*/ 665 w 1209"/>
                <a:gd name="T17" fmla="*/ 138 h 958"/>
                <a:gd name="T18" fmla="*/ 699 w 1209"/>
                <a:gd name="T19" fmla="*/ 130 h 958"/>
                <a:gd name="T20" fmla="*/ 734 w 1209"/>
                <a:gd name="T21" fmla="*/ 120 h 958"/>
                <a:gd name="T22" fmla="*/ 762 w 1209"/>
                <a:gd name="T23" fmla="*/ 111 h 958"/>
                <a:gd name="T24" fmla="*/ 806 w 1209"/>
                <a:gd name="T25" fmla="*/ 535 h 958"/>
                <a:gd name="T26" fmla="*/ 1208 w 1209"/>
                <a:gd name="T27" fmla="*/ 669 h 958"/>
                <a:gd name="T28" fmla="*/ 1144 w 1209"/>
                <a:gd name="T29" fmla="*/ 702 h 958"/>
                <a:gd name="T30" fmla="*/ 1079 w 1209"/>
                <a:gd name="T31" fmla="*/ 734 h 958"/>
                <a:gd name="T32" fmla="*/ 1013 w 1209"/>
                <a:gd name="T33" fmla="*/ 760 h 958"/>
                <a:gd name="T34" fmla="*/ 944 w 1209"/>
                <a:gd name="T35" fmla="*/ 784 h 958"/>
                <a:gd name="T36" fmla="*/ 876 w 1209"/>
                <a:gd name="T37" fmla="*/ 804 h 958"/>
                <a:gd name="T38" fmla="*/ 806 w 1209"/>
                <a:gd name="T39" fmla="*/ 820 h 958"/>
                <a:gd name="T40" fmla="*/ 736 w 1209"/>
                <a:gd name="T41" fmla="*/ 832 h 958"/>
                <a:gd name="T42" fmla="*/ 664 w 1209"/>
                <a:gd name="T43" fmla="*/ 842 h 958"/>
                <a:gd name="T44" fmla="*/ 594 w 1209"/>
                <a:gd name="T45" fmla="*/ 847 h 958"/>
                <a:gd name="T46" fmla="*/ 522 w 1209"/>
                <a:gd name="T47" fmla="*/ 849 h 958"/>
                <a:gd name="T48" fmla="*/ 450 w 1209"/>
                <a:gd name="T49" fmla="*/ 847 h 958"/>
                <a:gd name="T50" fmla="*/ 377 w 1209"/>
                <a:gd name="T51" fmla="*/ 841 h 958"/>
                <a:gd name="T52" fmla="*/ 305 w 1209"/>
                <a:gd name="T53" fmla="*/ 832 h 958"/>
                <a:gd name="T54" fmla="*/ 234 w 1209"/>
                <a:gd name="T55" fmla="*/ 818 h 958"/>
                <a:gd name="T56" fmla="*/ 204 w 1209"/>
                <a:gd name="T57" fmla="*/ 957 h 958"/>
                <a:gd name="T58" fmla="*/ 0 w 1209"/>
                <a:gd name="T59" fmla="*/ 404 h 958"/>
                <a:gd name="T60" fmla="*/ 407 w 1209"/>
                <a:gd name="T61" fmla="*/ 0 h 958"/>
                <a:gd name="T62" fmla="*/ 378 w 1209"/>
                <a:gd name="T63" fmla="*/ 138 h 95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09"/>
                <a:gd name="T97" fmla="*/ 0 h 958"/>
                <a:gd name="T98" fmla="*/ 1209 w 1209"/>
                <a:gd name="T99" fmla="*/ 958 h 95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09" h="958">
                  <a:moveTo>
                    <a:pt x="378" y="138"/>
                  </a:moveTo>
                  <a:lnTo>
                    <a:pt x="413" y="144"/>
                  </a:lnTo>
                  <a:lnTo>
                    <a:pt x="450" y="149"/>
                  </a:lnTo>
                  <a:lnTo>
                    <a:pt x="486" y="152"/>
                  </a:lnTo>
                  <a:lnTo>
                    <a:pt x="522" y="153"/>
                  </a:lnTo>
                  <a:lnTo>
                    <a:pt x="558" y="153"/>
                  </a:lnTo>
                  <a:lnTo>
                    <a:pt x="594" y="150"/>
                  </a:lnTo>
                  <a:lnTo>
                    <a:pt x="629" y="145"/>
                  </a:lnTo>
                  <a:lnTo>
                    <a:pt x="665" y="138"/>
                  </a:lnTo>
                  <a:lnTo>
                    <a:pt x="699" y="130"/>
                  </a:lnTo>
                  <a:lnTo>
                    <a:pt x="734" y="120"/>
                  </a:lnTo>
                  <a:lnTo>
                    <a:pt x="762" y="111"/>
                  </a:lnTo>
                  <a:lnTo>
                    <a:pt x="806" y="535"/>
                  </a:lnTo>
                  <a:lnTo>
                    <a:pt x="1208" y="669"/>
                  </a:lnTo>
                  <a:lnTo>
                    <a:pt x="1144" y="702"/>
                  </a:lnTo>
                  <a:lnTo>
                    <a:pt x="1079" y="734"/>
                  </a:lnTo>
                  <a:lnTo>
                    <a:pt x="1013" y="760"/>
                  </a:lnTo>
                  <a:lnTo>
                    <a:pt x="944" y="784"/>
                  </a:lnTo>
                  <a:lnTo>
                    <a:pt x="876" y="804"/>
                  </a:lnTo>
                  <a:lnTo>
                    <a:pt x="806" y="820"/>
                  </a:lnTo>
                  <a:lnTo>
                    <a:pt x="736" y="832"/>
                  </a:lnTo>
                  <a:lnTo>
                    <a:pt x="664" y="842"/>
                  </a:lnTo>
                  <a:lnTo>
                    <a:pt x="594" y="847"/>
                  </a:lnTo>
                  <a:lnTo>
                    <a:pt x="522" y="849"/>
                  </a:lnTo>
                  <a:lnTo>
                    <a:pt x="450" y="847"/>
                  </a:lnTo>
                  <a:lnTo>
                    <a:pt x="377" y="841"/>
                  </a:lnTo>
                  <a:lnTo>
                    <a:pt x="305" y="832"/>
                  </a:lnTo>
                  <a:lnTo>
                    <a:pt x="234" y="818"/>
                  </a:lnTo>
                  <a:lnTo>
                    <a:pt x="204" y="957"/>
                  </a:lnTo>
                  <a:lnTo>
                    <a:pt x="0" y="404"/>
                  </a:lnTo>
                  <a:lnTo>
                    <a:pt x="407" y="0"/>
                  </a:lnTo>
                  <a:lnTo>
                    <a:pt x="378" y="13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0432" name="Freeform 6"/>
            <p:cNvSpPr>
              <a:spLocks/>
            </p:cNvSpPr>
            <p:nvPr/>
          </p:nvSpPr>
          <p:spPr bwMode="blackWhite">
            <a:xfrm>
              <a:off x="1484" y="2284"/>
              <a:ext cx="1009" cy="1106"/>
            </a:xfrm>
            <a:custGeom>
              <a:avLst/>
              <a:gdLst>
                <a:gd name="T0" fmla="*/ 746 w 1009"/>
                <a:gd name="T1" fmla="*/ 126 h 1106"/>
                <a:gd name="T2" fmla="*/ 763 w 1009"/>
                <a:gd name="T3" fmla="*/ 157 h 1106"/>
                <a:gd name="T4" fmla="*/ 783 w 1009"/>
                <a:gd name="T5" fmla="*/ 189 h 1106"/>
                <a:gd name="T6" fmla="*/ 802 w 1009"/>
                <a:gd name="T7" fmla="*/ 219 h 1106"/>
                <a:gd name="T8" fmla="*/ 825 w 1009"/>
                <a:gd name="T9" fmla="*/ 248 h 1106"/>
                <a:gd name="T10" fmla="*/ 847 w 1009"/>
                <a:gd name="T11" fmla="*/ 275 h 1106"/>
                <a:gd name="T12" fmla="*/ 873 w 1009"/>
                <a:gd name="T13" fmla="*/ 301 h 1106"/>
                <a:gd name="T14" fmla="*/ 898 w 1009"/>
                <a:gd name="T15" fmla="*/ 326 h 1106"/>
                <a:gd name="T16" fmla="*/ 926 w 1009"/>
                <a:gd name="T17" fmla="*/ 349 h 1106"/>
                <a:gd name="T18" fmla="*/ 954 w 1009"/>
                <a:gd name="T19" fmla="*/ 371 h 1106"/>
                <a:gd name="T20" fmla="*/ 983 w 1009"/>
                <a:gd name="T21" fmla="*/ 391 h 1106"/>
                <a:gd name="T22" fmla="*/ 1008 w 1009"/>
                <a:gd name="T23" fmla="*/ 408 h 1106"/>
                <a:gd name="T24" fmla="*/ 706 w 1009"/>
                <a:gd name="T25" fmla="*/ 709 h 1106"/>
                <a:gd name="T26" fmla="*/ 855 w 1009"/>
                <a:gd name="T27" fmla="*/ 1105 h 1106"/>
                <a:gd name="T28" fmla="*/ 790 w 1009"/>
                <a:gd name="T29" fmla="*/ 1077 h 1106"/>
                <a:gd name="T30" fmla="*/ 724 w 1009"/>
                <a:gd name="T31" fmla="*/ 1046 h 1106"/>
                <a:gd name="T32" fmla="*/ 661 w 1009"/>
                <a:gd name="T33" fmla="*/ 1011 h 1106"/>
                <a:gd name="T34" fmla="*/ 600 w 1009"/>
                <a:gd name="T35" fmla="*/ 972 h 1106"/>
                <a:gd name="T36" fmla="*/ 541 w 1009"/>
                <a:gd name="T37" fmla="*/ 932 h 1106"/>
                <a:gd name="T38" fmla="*/ 485 w 1009"/>
                <a:gd name="T39" fmla="*/ 888 h 1106"/>
                <a:gd name="T40" fmla="*/ 432 w 1009"/>
                <a:gd name="T41" fmla="*/ 841 h 1106"/>
                <a:gd name="T42" fmla="*/ 379 w 1009"/>
                <a:gd name="T43" fmla="*/ 791 h 1106"/>
                <a:gd name="T44" fmla="*/ 331 w 1009"/>
                <a:gd name="T45" fmla="*/ 740 h 1106"/>
                <a:gd name="T46" fmla="*/ 284 w 1009"/>
                <a:gd name="T47" fmla="*/ 685 h 1106"/>
                <a:gd name="T48" fmla="*/ 240 w 1009"/>
                <a:gd name="T49" fmla="*/ 628 h 1106"/>
                <a:gd name="T50" fmla="*/ 198 w 1009"/>
                <a:gd name="T51" fmla="*/ 568 h 1106"/>
                <a:gd name="T52" fmla="*/ 160 w 1009"/>
                <a:gd name="T53" fmla="*/ 507 h 1106"/>
                <a:gd name="T54" fmla="*/ 126 w 1009"/>
                <a:gd name="T55" fmla="*/ 442 h 1106"/>
                <a:gd name="T56" fmla="*/ 0 w 1009"/>
                <a:gd name="T57" fmla="*/ 506 h 1106"/>
                <a:gd name="T58" fmla="*/ 301 w 1009"/>
                <a:gd name="T59" fmla="*/ 0 h 1106"/>
                <a:gd name="T60" fmla="*/ 871 w 1009"/>
                <a:gd name="T61" fmla="*/ 62 h 1106"/>
                <a:gd name="T62" fmla="*/ 746 w 1009"/>
                <a:gd name="T63" fmla="*/ 126 h 11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009"/>
                <a:gd name="T97" fmla="*/ 0 h 1106"/>
                <a:gd name="T98" fmla="*/ 1009 w 1009"/>
                <a:gd name="T99" fmla="*/ 1106 h 110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009" h="1106">
                  <a:moveTo>
                    <a:pt x="746" y="126"/>
                  </a:moveTo>
                  <a:lnTo>
                    <a:pt x="763" y="157"/>
                  </a:lnTo>
                  <a:lnTo>
                    <a:pt x="783" y="189"/>
                  </a:lnTo>
                  <a:lnTo>
                    <a:pt x="802" y="219"/>
                  </a:lnTo>
                  <a:lnTo>
                    <a:pt x="825" y="248"/>
                  </a:lnTo>
                  <a:lnTo>
                    <a:pt x="847" y="275"/>
                  </a:lnTo>
                  <a:lnTo>
                    <a:pt x="873" y="301"/>
                  </a:lnTo>
                  <a:lnTo>
                    <a:pt x="898" y="326"/>
                  </a:lnTo>
                  <a:lnTo>
                    <a:pt x="926" y="349"/>
                  </a:lnTo>
                  <a:lnTo>
                    <a:pt x="954" y="371"/>
                  </a:lnTo>
                  <a:lnTo>
                    <a:pt x="983" y="391"/>
                  </a:lnTo>
                  <a:lnTo>
                    <a:pt x="1008" y="408"/>
                  </a:lnTo>
                  <a:lnTo>
                    <a:pt x="706" y="709"/>
                  </a:lnTo>
                  <a:lnTo>
                    <a:pt x="855" y="1105"/>
                  </a:lnTo>
                  <a:lnTo>
                    <a:pt x="790" y="1077"/>
                  </a:lnTo>
                  <a:lnTo>
                    <a:pt x="724" y="1046"/>
                  </a:lnTo>
                  <a:lnTo>
                    <a:pt x="661" y="1011"/>
                  </a:lnTo>
                  <a:lnTo>
                    <a:pt x="600" y="972"/>
                  </a:lnTo>
                  <a:lnTo>
                    <a:pt x="541" y="932"/>
                  </a:lnTo>
                  <a:lnTo>
                    <a:pt x="485" y="888"/>
                  </a:lnTo>
                  <a:lnTo>
                    <a:pt x="432" y="841"/>
                  </a:lnTo>
                  <a:lnTo>
                    <a:pt x="379" y="791"/>
                  </a:lnTo>
                  <a:lnTo>
                    <a:pt x="331" y="740"/>
                  </a:lnTo>
                  <a:lnTo>
                    <a:pt x="284" y="685"/>
                  </a:lnTo>
                  <a:lnTo>
                    <a:pt x="240" y="628"/>
                  </a:lnTo>
                  <a:lnTo>
                    <a:pt x="198" y="568"/>
                  </a:lnTo>
                  <a:lnTo>
                    <a:pt x="160" y="507"/>
                  </a:lnTo>
                  <a:lnTo>
                    <a:pt x="126" y="442"/>
                  </a:lnTo>
                  <a:lnTo>
                    <a:pt x="0" y="506"/>
                  </a:lnTo>
                  <a:lnTo>
                    <a:pt x="301" y="0"/>
                  </a:lnTo>
                  <a:lnTo>
                    <a:pt x="871" y="62"/>
                  </a:lnTo>
                  <a:lnTo>
                    <a:pt x="746" y="12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0433" name="Freeform 7"/>
            <p:cNvSpPr>
              <a:spLocks/>
            </p:cNvSpPr>
            <p:nvPr/>
          </p:nvSpPr>
          <p:spPr bwMode="blackWhite">
            <a:xfrm>
              <a:off x="1487" y="1497"/>
              <a:ext cx="891" cy="1118"/>
            </a:xfrm>
            <a:custGeom>
              <a:avLst/>
              <a:gdLst>
                <a:gd name="T0" fmla="*/ 762 w 891"/>
                <a:gd name="T1" fmla="*/ 429 h 1118"/>
                <a:gd name="T2" fmla="*/ 748 w 891"/>
                <a:gd name="T3" fmla="*/ 461 h 1118"/>
                <a:gd name="T4" fmla="*/ 735 w 891"/>
                <a:gd name="T5" fmla="*/ 496 h 1118"/>
                <a:gd name="T6" fmla="*/ 723 w 891"/>
                <a:gd name="T7" fmla="*/ 530 h 1118"/>
                <a:gd name="T8" fmla="*/ 714 w 891"/>
                <a:gd name="T9" fmla="*/ 565 h 1118"/>
                <a:gd name="T10" fmla="*/ 706 w 891"/>
                <a:gd name="T11" fmla="*/ 600 h 1118"/>
                <a:gd name="T12" fmla="*/ 702 w 891"/>
                <a:gd name="T13" fmla="*/ 636 h 1118"/>
                <a:gd name="T14" fmla="*/ 698 w 891"/>
                <a:gd name="T15" fmla="*/ 671 h 1118"/>
                <a:gd name="T16" fmla="*/ 696 w 891"/>
                <a:gd name="T17" fmla="*/ 707 h 1118"/>
                <a:gd name="T18" fmla="*/ 697 w 891"/>
                <a:gd name="T19" fmla="*/ 743 h 1118"/>
                <a:gd name="T20" fmla="*/ 699 w 891"/>
                <a:gd name="T21" fmla="*/ 779 h 1118"/>
                <a:gd name="T22" fmla="*/ 701 w 891"/>
                <a:gd name="T23" fmla="*/ 809 h 1118"/>
                <a:gd name="T24" fmla="*/ 278 w 891"/>
                <a:gd name="T25" fmla="*/ 756 h 1118"/>
                <a:gd name="T26" fmla="*/ 57 w 891"/>
                <a:gd name="T27" fmla="*/ 1117 h 1118"/>
                <a:gd name="T28" fmla="*/ 39 w 891"/>
                <a:gd name="T29" fmla="*/ 1048 h 1118"/>
                <a:gd name="T30" fmla="*/ 23 w 891"/>
                <a:gd name="T31" fmla="*/ 977 h 1118"/>
                <a:gd name="T32" fmla="*/ 12 w 891"/>
                <a:gd name="T33" fmla="*/ 906 h 1118"/>
                <a:gd name="T34" fmla="*/ 5 w 891"/>
                <a:gd name="T35" fmla="*/ 834 h 1118"/>
                <a:gd name="T36" fmla="*/ 0 w 891"/>
                <a:gd name="T37" fmla="*/ 763 h 1118"/>
                <a:gd name="T38" fmla="*/ 1 w 891"/>
                <a:gd name="T39" fmla="*/ 692 h 1118"/>
                <a:gd name="T40" fmla="*/ 5 w 891"/>
                <a:gd name="T41" fmla="*/ 621 h 1118"/>
                <a:gd name="T42" fmla="*/ 12 w 891"/>
                <a:gd name="T43" fmla="*/ 549 h 1118"/>
                <a:gd name="T44" fmla="*/ 22 w 891"/>
                <a:gd name="T45" fmla="*/ 479 h 1118"/>
                <a:gd name="T46" fmla="*/ 37 w 891"/>
                <a:gd name="T47" fmla="*/ 408 h 1118"/>
                <a:gd name="T48" fmla="*/ 55 w 891"/>
                <a:gd name="T49" fmla="*/ 338 h 1118"/>
                <a:gd name="T50" fmla="*/ 76 w 891"/>
                <a:gd name="T51" fmla="*/ 269 h 1118"/>
                <a:gd name="T52" fmla="*/ 101 w 891"/>
                <a:gd name="T53" fmla="*/ 201 h 1118"/>
                <a:gd name="T54" fmla="*/ 131 w 891"/>
                <a:gd name="T55" fmla="*/ 134 h 1118"/>
                <a:gd name="T56" fmla="*/ 3 w 891"/>
                <a:gd name="T57" fmla="*/ 74 h 1118"/>
                <a:gd name="T58" fmla="*/ 587 w 891"/>
                <a:gd name="T59" fmla="*/ 0 h 1118"/>
                <a:gd name="T60" fmla="*/ 890 w 891"/>
                <a:gd name="T61" fmla="*/ 488 h 1118"/>
                <a:gd name="T62" fmla="*/ 762 w 891"/>
                <a:gd name="T63" fmla="*/ 429 h 1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91"/>
                <a:gd name="T97" fmla="*/ 0 h 1118"/>
                <a:gd name="T98" fmla="*/ 891 w 891"/>
                <a:gd name="T99" fmla="*/ 1118 h 111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91" h="1118">
                  <a:moveTo>
                    <a:pt x="762" y="429"/>
                  </a:moveTo>
                  <a:lnTo>
                    <a:pt x="748" y="461"/>
                  </a:lnTo>
                  <a:lnTo>
                    <a:pt x="735" y="496"/>
                  </a:lnTo>
                  <a:lnTo>
                    <a:pt x="723" y="530"/>
                  </a:lnTo>
                  <a:lnTo>
                    <a:pt x="714" y="565"/>
                  </a:lnTo>
                  <a:lnTo>
                    <a:pt x="706" y="600"/>
                  </a:lnTo>
                  <a:lnTo>
                    <a:pt x="702" y="636"/>
                  </a:lnTo>
                  <a:lnTo>
                    <a:pt x="698" y="671"/>
                  </a:lnTo>
                  <a:lnTo>
                    <a:pt x="696" y="707"/>
                  </a:lnTo>
                  <a:lnTo>
                    <a:pt x="697" y="743"/>
                  </a:lnTo>
                  <a:lnTo>
                    <a:pt x="699" y="779"/>
                  </a:lnTo>
                  <a:lnTo>
                    <a:pt x="701" y="809"/>
                  </a:lnTo>
                  <a:lnTo>
                    <a:pt x="278" y="756"/>
                  </a:lnTo>
                  <a:lnTo>
                    <a:pt x="57" y="1117"/>
                  </a:lnTo>
                  <a:lnTo>
                    <a:pt x="39" y="1048"/>
                  </a:lnTo>
                  <a:lnTo>
                    <a:pt x="23" y="977"/>
                  </a:lnTo>
                  <a:lnTo>
                    <a:pt x="12" y="906"/>
                  </a:lnTo>
                  <a:lnTo>
                    <a:pt x="5" y="834"/>
                  </a:lnTo>
                  <a:lnTo>
                    <a:pt x="0" y="763"/>
                  </a:lnTo>
                  <a:lnTo>
                    <a:pt x="1" y="692"/>
                  </a:lnTo>
                  <a:lnTo>
                    <a:pt x="5" y="621"/>
                  </a:lnTo>
                  <a:lnTo>
                    <a:pt x="12" y="549"/>
                  </a:lnTo>
                  <a:lnTo>
                    <a:pt x="22" y="479"/>
                  </a:lnTo>
                  <a:lnTo>
                    <a:pt x="37" y="408"/>
                  </a:lnTo>
                  <a:lnTo>
                    <a:pt x="55" y="338"/>
                  </a:lnTo>
                  <a:lnTo>
                    <a:pt x="76" y="269"/>
                  </a:lnTo>
                  <a:lnTo>
                    <a:pt x="101" y="201"/>
                  </a:lnTo>
                  <a:lnTo>
                    <a:pt x="131" y="134"/>
                  </a:lnTo>
                  <a:lnTo>
                    <a:pt x="3" y="74"/>
                  </a:lnTo>
                  <a:lnTo>
                    <a:pt x="587" y="0"/>
                  </a:lnTo>
                  <a:lnTo>
                    <a:pt x="890" y="488"/>
                  </a:lnTo>
                  <a:lnTo>
                    <a:pt x="762" y="42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0434" name="Freeform 8"/>
            <p:cNvSpPr>
              <a:spLocks/>
            </p:cNvSpPr>
            <p:nvPr/>
          </p:nvSpPr>
          <p:spPr bwMode="blackWhite">
            <a:xfrm>
              <a:off x="1670" y="816"/>
              <a:ext cx="1203" cy="1006"/>
            </a:xfrm>
            <a:custGeom>
              <a:avLst/>
              <a:gdLst>
                <a:gd name="T0" fmla="*/ 978 w 1203"/>
                <a:gd name="T1" fmla="*/ 813 h 1006"/>
                <a:gd name="T2" fmla="*/ 944 w 1203"/>
                <a:gd name="T3" fmla="*/ 822 h 1006"/>
                <a:gd name="T4" fmla="*/ 909 w 1203"/>
                <a:gd name="T5" fmla="*/ 835 h 1006"/>
                <a:gd name="T6" fmla="*/ 875 w 1203"/>
                <a:gd name="T7" fmla="*/ 847 h 1006"/>
                <a:gd name="T8" fmla="*/ 842 w 1203"/>
                <a:gd name="T9" fmla="*/ 862 h 1006"/>
                <a:gd name="T10" fmla="*/ 810 w 1203"/>
                <a:gd name="T11" fmla="*/ 878 h 1006"/>
                <a:gd name="T12" fmla="*/ 779 w 1203"/>
                <a:gd name="T13" fmla="*/ 897 h 1006"/>
                <a:gd name="T14" fmla="*/ 749 w 1203"/>
                <a:gd name="T15" fmla="*/ 916 h 1006"/>
                <a:gd name="T16" fmla="*/ 721 w 1203"/>
                <a:gd name="T17" fmla="*/ 938 h 1006"/>
                <a:gd name="T18" fmla="*/ 693 w 1203"/>
                <a:gd name="T19" fmla="*/ 960 h 1006"/>
                <a:gd name="T20" fmla="*/ 667 w 1203"/>
                <a:gd name="T21" fmla="*/ 984 h 1006"/>
                <a:gd name="T22" fmla="*/ 645 w 1203"/>
                <a:gd name="T23" fmla="*/ 1005 h 1006"/>
                <a:gd name="T24" fmla="*/ 420 w 1203"/>
                <a:gd name="T25" fmla="*/ 643 h 1006"/>
                <a:gd name="T26" fmla="*/ 0 w 1203"/>
                <a:gd name="T27" fmla="*/ 699 h 1006"/>
                <a:gd name="T28" fmla="*/ 42 w 1203"/>
                <a:gd name="T29" fmla="*/ 641 h 1006"/>
                <a:gd name="T30" fmla="*/ 88 w 1203"/>
                <a:gd name="T31" fmla="*/ 584 h 1006"/>
                <a:gd name="T32" fmla="*/ 135 w 1203"/>
                <a:gd name="T33" fmla="*/ 531 h 1006"/>
                <a:gd name="T34" fmla="*/ 187 w 1203"/>
                <a:gd name="T35" fmla="*/ 480 h 1006"/>
                <a:gd name="T36" fmla="*/ 239 w 1203"/>
                <a:gd name="T37" fmla="*/ 432 h 1006"/>
                <a:gd name="T38" fmla="*/ 295 w 1203"/>
                <a:gd name="T39" fmla="*/ 387 h 1006"/>
                <a:gd name="T40" fmla="*/ 352 w 1203"/>
                <a:gd name="T41" fmla="*/ 346 h 1006"/>
                <a:gd name="T42" fmla="*/ 413 w 1203"/>
                <a:gd name="T43" fmla="*/ 305 h 1006"/>
                <a:gd name="T44" fmla="*/ 474 w 1203"/>
                <a:gd name="T45" fmla="*/ 270 h 1006"/>
                <a:gd name="T46" fmla="*/ 538 w 1203"/>
                <a:gd name="T47" fmla="*/ 237 h 1006"/>
                <a:gd name="T48" fmla="*/ 603 w 1203"/>
                <a:gd name="T49" fmla="*/ 207 h 1006"/>
                <a:gd name="T50" fmla="*/ 671 w 1203"/>
                <a:gd name="T51" fmla="*/ 180 h 1006"/>
                <a:gd name="T52" fmla="*/ 739 w 1203"/>
                <a:gd name="T53" fmla="*/ 157 h 1006"/>
                <a:gd name="T54" fmla="*/ 810 w 1203"/>
                <a:gd name="T55" fmla="*/ 138 h 1006"/>
                <a:gd name="T56" fmla="*/ 776 w 1203"/>
                <a:gd name="T57" fmla="*/ 0 h 1006"/>
                <a:gd name="T58" fmla="*/ 1202 w 1203"/>
                <a:gd name="T59" fmla="*/ 407 h 1006"/>
                <a:gd name="T60" fmla="*/ 1013 w 1203"/>
                <a:gd name="T61" fmla="*/ 949 h 1006"/>
                <a:gd name="T62" fmla="*/ 978 w 1203"/>
                <a:gd name="T63" fmla="*/ 813 h 10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03"/>
                <a:gd name="T97" fmla="*/ 0 h 1006"/>
                <a:gd name="T98" fmla="*/ 1203 w 1203"/>
                <a:gd name="T99" fmla="*/ 1006 h 100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03" h="1006">
                  <a:moveTo>
                    <a:pt x="978" y="813"/>
                  </a:moveTo>
                  <a:lnTo>
                    <a:pt x="944" y="822"/>
                  </a:lnTo>
                  <a:lnTo>
                    <a:pt x="909" y="835"/>
                  </a:lnTo>
                  <a:lnTo>
                    <a:pt x="875" y="847"/>
                  </a:lnTo>
                  <a:lnTo>
                    <a:pt x="842" y="862"/>
                  </a:lnTo>
                  <a:lnTo>
                    <a:pt x="810" y="878"/>
                  </a:lnTo>
                  <a:lnTo>
                    <a:pt x="779" y="897"/>
                  </a:lnTo>
                  <a:lnTo>
                    <a:pt x="749" y="916"/>
                  </a:lnTo>
                  <a:lnTo>
                    <a:pt x="721" y="938"/>
                  </a:lnTo>
                  <a:lnTo>
                    <a:pt x="693" y="960"/>
                  </a:lnTo>
                  <a:lnTo>
                    <a:pt x="667" y="984"/>
                  </a:lnTo>
                  <a:lnTo>
                    <a:pt x="645" y="1005"/>
                  </a:lnTo>
                  <a:lnTo>
                    <a:pt x="420" y="643"/>
                  </a:lnTo>
                  <a:lnTo>
                    <a:pt x="0" y="699"/>
                  </a:lnTo>
                  <a:lnTo>
                    <a:pt x="42" y="641"/>
                  </a:lnTo>
                  <a:lnTo>
                    <a:pt x="88" y="584"/>
                  </a:lnTo>
                  <a:lnTo>
                    <a:pt x="135" y="531"/>
                  </a:lnTo>
                  <a:lnTo>
                    <a:pt x="187" y="480"/>
                  </a:lnTo>
                  <a:lnTo>
                    <a:pt x="239" y="432"/>
                  </a:lnTo>
                  <a:lnTo>
                    <a:pt x="295" y="387"/>
                  </a:lnTo>
                  <a:lnTo>
                    <a:pt x="352" y="346"/>
                  </a:lnTo>
                  <a:lnTo>
                    <a:pt x="413" y="305"/>
                  </a:lnTo>
                  <a:lnTo>
                    <a:pt x="474" y="270"/>
                  </a:lnTo>
                  <a:lnTo>
                    <a:pt x="538" y="237"/>
                  </a:lnTo>
                  <a:lnTo>
                    <a:pt x="603" y="207"/>
                  </a:lnTo>
                  <a:lnTo>
                    <a:pt x="671" y="180"/>
                  </a:lnTo>
                  <a:lnTo>
                    <a:pt x="739" y="157"/>
                  </a:lnTo>
                  <a:lnTo>
                    <a:pt x="810" y="138"/>
                  </a:lnTo>
                  <a:lnTo>
                    <a:pt x="776" y="0"/>
                  </a:lnTo>
                  <a:lnTo>
                    <a:pt x="1202" y="407"/>
                  </a:lnTo>
                  <a:lnTo>
                    <a:pt x="1013" y="949"/>
                  </a:lnTo>
                  <a:lnTo>
                    <a:pt x="978" y="813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0435" name="Freeform 9"/>
            <p:cNvSpPr>
              <a:spLocks/>
            </p:cNvSpPr>
            <p:nvPr/>
          </p:nvSpPr>
          <p:spPr bwMode="blackWhite">
            <a:xfrm>
              <a:off x="2618" y="916"/>
              <a:ext cx="1029" cy="955"/>
            </a:xfrm>
            <a:custGeom>
              <a:avLst/>
              <a:gdLst>
                <a:gd name="T0" fmla="*/ 512 w 1029"/>
                <a:gd name="T1" fmla="*/ 843 h 955"/>
                <a:gd name="T2" fmla="*/ 484 w 1029"/>
                <a:gd name="T3" fmla="*/ 822 h 955"/>
                <a:gd name="T4" fmla="*/ 453 w 1029"/>
                <a:gd name="T5" fmla="*/ 801 h 955"/>
                <a:gd name="T6" fmla="*/ 423 w 1029"/>
                <a:gd name="T7" fmla="*/ 783 h 955"/>
                <a:gd name="T8" fmla="*/ 390 w 1029"/>
                <a:gd name="T9" fmla="*/ 766 h 955"/>
                <a:gd name="T10" fmla="*/ 358 w 1029"/>
                <a:gd name="T11" fmla="*/ 750 h 955"/>
                <a:gd name="T12" fmla="*/ 324 w 1029"/>
                <a:gd name="T13" fmla="*/ 738 h 955"/>
                <a:gd name="T14" fmla="*/ 290 w 1029"/>
                <a:gd name="T15" fmla="*/ 726 h 955"/>
                <a:gd name="T16" fmla="*/ 255 w 1029"/>
                <a:gd name="T17" fmla="*/ 717 h 955"/>
                <a:gd name="T18" fmla="*/ 221 w 1029"/>
                <a:gd name="T19" fmla="*/ 709 h 955"/>
                <a:gd name="T20" fmla="*/ 186 w 1029"/>
                <a:gd name="T21" fmla="*/ 703 h 955"/>
                <a:gd name="T22" fmla="*/ 156 w 1029"/>
                <a:gd name="T23" fmla="*/ 698 h 955"/>
                <a:gd name="T24" fmla="*/ 303 w 1029"/>
                <a:gd name="T25" fmla="*/ 298 h 955"/>
                <a:gd name="T26" fmla="*/ 0 w 1029"/>
                <a:gd name="T27" fmla="*/ 2 h 955"/>
                <a:gd name="T28" fmla="*/ 71 w 1029"/>
                <a:gd name="T29" fmla="*/ 0 h 955"/>
                <a:gd name="T30" fmla="*/ 144 w 1029"/>
                <a:gd name="T31" fmla="*/ 0 h 955"/>
                <a:gd name="T32" fmla="*/ 215 w 1029"/>
                <a:gd name="T33" fmla="*/ 5 h 955"/>
                <a:gd name="T34" fmla="*/ 287 w 1029"/>
                <a:gd name="T35" fmla="*/ 14 h 955"/>
                <a:gd name="T36" fmla="*/ 358 w 1029"/>
                <a:gd name="T37" fmla="*/ 26 h 955"/>
                <a:gd name="T38" fmla="*/ 427 w 1029"/>
                <a:gd name="T39" fmla="*/ 43 h 955"/>
                <a:gd name="T40" fmla="*/ 495 w 1029"/>
                <a:gd name="T41" fmla="*/ 62 h 955"/>
                <a:gd name="T42" fmla="*/ 564 w 1029"/>
                <a:gd name="T43" fmla="*/ 85 h 955"/>
                <a:gd name="T44" fmla="*/ 630 w 1029"/>
                <a:gd name="T45" fmla="*/ 111 h 955"/>
                <a:gd name="T46" fmla="*/ 695 w 1029"/>
                <a:gd name="T47" fmla="*/ 141 h 955"/>
                <a:gd name="T48" fmla="*/ 759 w 1029"/>
                <a:gd name="T49" fmla="*/ 174 h 955"/>
                <a:gd name="T50" fmla="*/ 822 w 1029"/>
                <a:gd name="T51" fmla="*/ 211 h 955"/>
                <a:gd name="T52" fmla="*/ 883 w 1029"/>
                <a:gd name="T53" fmla="*/ 250 h 955"/>
                <a:gd name="T54" fmla="*/ 941 w 1029"/>
                <a:gd name="T55" fmla="*/ 294 h 955"/>
                <a:gd name="T56" fmla="*/ 1028 w 1029"/>
                <a:gd name="T57" fmla="*/ 183 h 955"/>
                <a:gd name="T58" fmla="*/ 970 w 1029"/>
                <a:gd name="T59" fmla="*/ 769 h 955"/>
                <a:gd name="T60" fmla="*/ 426 w 1029"/>
                <a:gd name="T61" fmla="*/ 954 h 955"/>
                <a:gd name="T62" fmla="*/ 512 w 1029"/>
                <a:gd name="T63" fmla="*/ 843 h 95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029"/>
                <a:gd name="T97" fmla="*/ 0 h 955"/>
                <a:gd name="T98" fmla="*/ 1029 w 1029"/>
                <a:gd name="T99" fmla="*/ 955 h 95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029" h="955">
                  <a:moveTo>
                    <a:pt x="512" y="843"/>
                  </a:moveTo>
                  <a:lnTo>
                    <a:pt x="484" y="822"/>
                  </a:lnTo>
                  <a:lnTo>
                    <a:pt x="453" y="801"/>
                  </a:lnTo>
                  <a:lnTo>
                    <a:pt x="423" y="783"/>
                  </a:lnTo>
                  <a:lnTo>
                    <a:pt x="390" y="766"/>
                  </a:lnTo>
                  <a:lnTo>
                    <a:pt x="358" y="750"/>
                  </a:lnTo>
                  <a:lnTo>
                    <a:pt x="324" y="738"/>
                  </a:lnTo>
                  <a:lnTo>
                    <a:pt x="290" y="726"/>
                  </a:lnTo>
                  <a:lnTo>
                    <a:pt x="255" y="717"/>
                  </a:lnTo>
                  <a:lnTo>
                    <a:pt x="221" y="709"/>
                  </a:lnTo>
                  <a:lnTo>
                    <a:pt x="186" y="703"/>
                  </a:lnTo>
                  <a:lnTo>
                    <a:pt x="156" y="698"/>
                  </a:lnTo>
                  <a:lnTo>
                    <a:pt x="303" y="298"/>
                  </a:lnTo>
                  <a:lnTo>
                    <a:pt x="0" y="2"/>
                  </a:lnTo>
                  <a:lnTo>
                    <a:pt x="71" y="0"/>
                  </a:lnTo>
                  <a:lnTo>
                    <a:pt x="144" y="0"/>
                  </a:lnTo>
                  <a:lnTo>
                    <a:pt x="215" y="5"/>
                  </a:lnTo>
                  <a:lnTo>
                    <a:pt x="287" y="14"/>
                  </a:lnTo>
                  <a:lnTo>
                    <a:pt x="358" y="26"/>
                  </a:lnTo>
                  <a:lnTo>
                    <a:pt x="427" y="43"/>
                  </a:lnTo>
                  <a:lnTo>
                    <a:pt x="495" y="62"/>
                  </a:lnTo>
                  <a:lnTo>
                    <a:pt x="564" y="85"/>
                  </a:lnTo>
                  <a:lnTo>
                    <a:pt x="630" y="111"/>
                  </a:lnTo>
                  <a:lnTo>
                    <a:pt x="695" y="141"/>
                  </a:lnTo>
                  <a:lnTo>
                    <a:pt x="759" y="174"/>
                  </a:lnTo>
                  <a:lnTo>
                    <a:pt x="822" y="211"/>
                  </a:lnTo>
                  <a:lnTo>
                    <a:pt x="883" y="250"/>
                  </a:lnTo>
                  <a:lnTo>
                    <a:pt x="941" y="294"/>
                  </a:lnTo>
                  <a:lnTo>
                    <a:pt x="1028" y="183"/>
                  </a:lnTo>
                  <a:lnTo>
                    <a:pt x="970" y="769"/>
                  </a:lnTo>
                  <a:lnTo>
                    <a:pt x="426" y="954"/>
                  </a:lnTo>
                  <a:lnTo>
                    <a:pt x="512" y="843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0436" name="Freeform 10"/>
            <p:cNvSpPr>
              <a:spLocks/>
            </p:cNvSpPr>
            <p:nvPr/>
          </p:nvSpPr>
          <p:spPr bwMode="blackWhite">
            <a:xfrm>
              <a:off x="3197" y="1297"/>
              <a:ext cx="979" cy="1238"/>
            </a:xfrm>
            <a:custGeom>
              <a:avLst/>
              <a:gdLst>
                <a:gd name="T0" fmla="*/ 140 w 979"/>
                <a:gd name="T1" fmla="*/ 928 h 1238"/>
                <a:gd name="T2" fmla="*/ 139 w 979"/>
                <a:gd name="T3" fmla="*/ 892 h 1238"/>
                <a:gd name="T4" fmla="*/ 135 w 979"/>
                <a:gd name="T5" fmla="*/ 855 h 1238"/>
                <a:gd name="T6" fmla="*/ 131 w 979"/>
                <a:gd name="T7" fmla="*/ 820 h 1238"/>
                <a:gd name="T8" fmla="*/ 123 w 979"/>
                <a:gd name="T9" fmla="*/ 784 h 1238"/>
                <a:gd name="T10" fmla="*/ 115 w 979"/>
                <a:gd name="T11" fmla="*/ 749 h 1238"/>
                <a:gd name="T12" fmla="*/ 103 w 979"/>
                <a:gd name="T13" fmla="*/ 715 h 1238"/>
                <a:gd name="T14" fmla="*/ 91 w 979"/>
                <a:gd name="T15" fmla="*/ 682 h 1238"/>
                <a:gd name="T16" fmla="*/ 77 w 979"/>
                <a:gd name="T17" fmla="*/ 649 h 1238"/>
                <a:gd name="T18" fmla="*/ 61 w 979"/>
                <a:gd name="T19" fmla="*/ 617 h 1238"/>
                <a:gd name="T20" fmla="*/ 43 w 979"/>
                <a:gd name="T21" fmla="*/ 586 h 1238"/>
                <a:gd name="T22" fmla="*/ 28 w 979"/>
                <a:gd name="T23" fmla="*/ 560 h 1238"/>
                <a:gd name="T24" fmla="*/ 431 w 979"/>
                <a:gd name="T25" fmla="*/ 422 h 1238"/>
                <a:gd name="T26" fmla="*/ 472 w 979"/>
                <a:gd name="T27" fmla="*/ 0 h 1238"/>
                <a:gd name="T28" fmla="*/ 518 w 979"/>
                <a:gd name="T29" fmla="*/ 54 h 1238"/>
                <a:gd name="T30" fmla="*/ 564 w 979"/>
                <a:gd name="T31" fmla="*/ 111 h 1238"/>
                <a:gd name="T32" fmla="*/ 604 w 979"/>
                <a:gd name="T33" fmla="*/ 170 h 1238"/>
                <a:gd name="T34" fmla="*/ 642 w 979"/>
                <a:gd name="T35" fmla="*/ 231 h 1238"/>
                <a:gd name="T36" fmla="*/ 678 w 979"/>
                <a:gd name="T37" fmla="*/ 293 h 1238"/>
                <a:gd name="T38" fmla="*/ 709 w 979"/>
                <a:gd name="T39" fmla="*/ 358 h 1238"/>
                <a:gd name="T40" fmla="*/ 736 w 979"/>
                <a:gd name="T41" fmla="*/ 423 h 1238"/>
                <a:gd name="T42" fmla="*/ 762 w 979"/>
                <a:gd name="T43" fmla="*/ 491 h 1238"/>
                <a:gd name="T44" fmla="*/ 783 w 979"/>
                <a:gd name="T45" fmla="*/ 558 h 1238"/>
                <a:gd name="T46" fmla="*/ 801 w 979"/>
                <a:gd name="T47" fmla="*/ 628 h 1238"/>
                <a:gd name="T48" fmla="*/ 815 w 979"/>
                <a:gd name="T49" fmla="*/ 699 h 1238"/>
                <a:gd name="T50" fmla="*/ 826 w 979"/>
                <a:gd name="T51" fmla="*/ 771 h 1238"/>
                <a:gd name="T52" fmla="*/ 834 w 979"/>
                <a:gd name="T53" fmla="*/ 843 h 1238"/>
                <a:gd name="T54" fmla="*/ 836 w 979"/>
                <a:gd name="T55" fmla="*/ 916 h 1238"/>
                <a:gd name="T56" fmla="*/ 978 w 979"/>
                <a:gd name="T57" fmla="*/ 913 h 1238"/>
                <a:gd name="T58" fmla="*/ 485 w 979"/>
                <a:gd name="T59" fmla="*/ 1237 h 1238"/>
                <a:gd name="T60" fmla="*/ 0 w 979"/>
                <a:gd name="T61" fmla="*/ 931 h 1238"/>
                <a:gd name="T62" fmla="*/ 140 w 979"/>
                <a:gd name="T63" fmla="*/ 928 h 123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979"/>
                <a:gd name="T97" fmla="*/ 0 h 1238"/>
                <a:gd name="T98" fmla="*/ 979 w 979"/>
                <a:gd name="T99" fmla="*/ 1238 h 123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979" h="1238">
                  <a:moveTo>
                    <a:pt x="140" y="928"/>
                  </a:moveTo>
                  <a:lnTo>
                    <a:pt x="139" y="892"/>
                  </a:lnTo>
                  <a:lnTo>
                    <a:pt x="135" y="855"/>
                  </a:lnTo>
                  <a:lnTo>
                    <a:pt x="131" y="820"/>
                  </a:lnTo>
                  <a:lnTo>
                    <a:pt x="123" y="784"/>
                  </a:lnTo>
                  <a:lnTo>
                    <a:pt x="115" y="749"/>
                  </a:lnTo>
                  <a:lnTo>
                    <a:pt x="103" y="715"/>
                  </a:lnTo>
                  <a:lnTo>
                    <a:pt x="91" y="682"/>
                  </a:lnTo>
                  <a:lnTo>
                    <a:pt x="77" y="649"/>
                  </a:lnTo>
                  <a:lnTo>
                    <a:pt x="61" y="617"/>
                  </a:lnTo>
                  <a:lnTo>
                    <a:pt x="43" y="586"/>
                  </a:lnTo>
                  <a:lnTo>
                    <a:pt x="28" y="560"/>
                  </a:lnTo>
                  <a:lnTo>
                    <a:pt x="431" y="422"/>
                  </a:lnTo>
                  <a:lnTo>
                    <a:pt x="472" y="0"/>
                  </a:lnTo>
                  <a:lnTo>
                    <a:pt x="518" y="54"/>
                  </a:lnTo>
                  <a:lnTo>
                    <a:pt x="564" y="111"/>
                  </a:lnTo>
                  <a:lnTo>
                    <a:pt x="604" y="170"/>
                  </a:lnTo>
                  <a:lnTo>
                    <a:pt x="642" y="231"/>
                  </a:lnTo>
                  <a:lnTo>
                    <a:pt x="678" y="293"/>
                  </a:lnTo>
                  <a:lnTo>
                    <a:pt x="709" y="358"/>
                  </a:lnTo>
                  <a:lnTo>
                    <a:pt x="736" y="423"/>
                  </a:lnTo>
                  <a:lnTo>
                    <a:pt x="762" y="491"/>
                  </a:lnTo>
                  <a:lnTo>
                    <a:pt x="783" y="558"/>
                  </a:lnTo>
                  <a:lnTo>
                    <a:pt x="801" y="628"/>
                  </a:lnTo>
                  <a:lnTo>
                    <a:pt x="815" y="699"/>
                  </a:lnTo>
                  <a:lnTo>
                    <a:pt x="826" y="771"/>
                  </a:lnTo>
                  <a:lnTo>
                    <a:pt x="834" y="843"/>
                  </a:lnTo>
                  <a:lnTo>
                    <a:pt x="836" y="916"/>
                  </a:lnTo>
                  <a:lnTo>
                    <a:pt x="978" y="913"/>
                  </a:lnTo>
                  <a:lnTo>
                    <a:pt x="485" y="1237"/>
                  </a:lnTo>
                  <a:lnTo>
                    <a:pt x="0" y="931"/>
                  </a:lnTo>
                  <a:lnTo>
                    <a:pt x="140" y="92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60421" name="Rectangle 11"/>
          <p:cNvSpPr>
            <a:spLocks noChangeArrowheads="1"/>
          </p:cNvSpPr>
          <p:nvPr/>
        </p:nvSpPr>
        <p:spPr bwMode="blackWhite">
          <a:xfrm>
            <a:off x="2509838" y="2906713"/>
            <a:ext cx="919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2" name="Rectangle 12"/>
          <p:cNvSpPr>
            <a:spLocks noChangeArrowheads="1"/>
          </p:cNvSpPr>
          <p:nvPr/>
        </p:nvSpPr>
        <p:spPr bwMode="blackWhite">
          <a:xfrm>
            <a:off x="3328988" y="1958975"/>
            <a:ext cx="854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3" name="Rectangle 13"/>
          <p:cNvSpPr>
            <a:spLocks noChangeArrowheads="1"/>
          </p:cNvSpPr>
          <p:nvPr/>
        </p:nvSpPr>
        <p:spPr bwMode="blackWhite">
          <a:xfrm>
            <a:off x="4676775" y="2043113"/>
            <a:ext cx="852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4" name="Rectangle 14"/>
          <p:cNvSpPr>
            <a:spLocks noChangeArrowheads="1"/>
          </p:cNvSpPr>
          <p:nvPr/>
        </p:nvSpPr>
        <p:spPr bwMode="blackWhite">
          <a:xfrm>
            <a:off x="5334000" y="3117850"/>
            <a:ext cx="1028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5" name="Rectangle 15"/>
          <p:cNvSpPr>
            <a:spLocks noChangeArrowheads="1"/>
          </p:cNvSpPr>
          <p:nvPr/>
        </p:nvSpPr>
        <p:spPr bwMode="blackWhite">
          <a:xfrm>
            <a:off x="5059363" y="4349750"/>
            <a:ext cx="858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6" name="Rectangle 16"/>
          <p:cNvSpPr>
            <a:spLocks noChangeArrowheads="1"/>
          </p:cNvSpPr>
          <p:nvPr/>
        </p:nvSpPr>
        <p:spPr bwMode="blackWhite">
          <a:xfrm>
            <a:off x="2765425" y="4157663"/>
            <a:ext cx="855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7" name="Rectangle 17"/>
          <p:cNvSpPr>
            <a:spLocks noChangeArrowheads="1"/>
          </p:cNvSpPr>
          <p:nvPr/>
        </p:nvSpPr>
        <p:spPr bwMode="blackWhite">
          <a:xfrm>
            <a:off x="3832225" y="4803775"/>
            <a:ext cx="855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042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042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3973C72-0767-49A4-A261-DB7D40E392B3}" type="slidenum">
              <a:rPr lang="zh-CN" altLang="en-US" smtClean="0"/>
              <a:pPr defTabSz="895350"/>
              <a:t>57</a:t>
            </a:fld>
            <a:endParaRPr lang="en-US" altLang="zh-CN"/>
          </a:p>
        </p:txBody>
      </p:sp>
      <p:sp>
        <p:nvSpPr>
          <p:cNvPr id="61443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8</a:t>
            </a:r>
          </a:p>
        </p:txBody>
      </p:sp>
      <p:grpSp>
        <p:nvGrpSpPr>
          <p:cNvPr id="61444" name="Group 3"/>
          <p:cNvGrpSpPr>
            <a:grpSpLocks/>
          </p:cNvGrpSpPr>
          <p:nvPr/>
        </p:nvGrpSpPr>
        <p:grpSpPr bwMode="auto">
          <a:xfrm>
            <a:off x="2166938" y="1216025"/>
            <a:ext cx="4618037" cy="4514850"/>
            <a:chOff x="2277" y="1797"/>
            <a:chExt cx="1939" cy="1953"/>
          </a:xfrm>
        </p:grpSpPr>
        <p:sp>
          <p:nvSpPr>
            <p:cNvPr id="61455" name="Freeform 4"/>
            <p:cNvSpPr>
              <a:spLocks/>
            </p:cNvSpPr>
            <p:nvPr/>
          </p:nvSpPr>
          <p:spPr bwMode="blackWhite">
            <a:xfrm>
              <a:off x="2680" y="3049"/>
              <a:ext cx="584" cy="590"/>
            </a:xfrm>
            <a:custGeom>
              <a:avLst/>
              <a:gdLst>
                <a:gd name="T0" fmla="*/ 0 w 584"/>
                <a:gd name="T1" fmla="*/ 158 h 590"/>
                <a:gd name="T2" fmla="*/ 0 w 584"/>
                <a:gd name="T3" fmla="*/ 498 h 590"/>
                <a:gd name="T4" fmla="*/ 54 w 584"/>
                <a:gd name="T5" fmla="*/ 407 h 590"/>
                <a:gd name="T6" fmla="*/ 56 w 584"/>
                <a:gd name="T7" fmla="*/ 402 h 590"/>
                <a:gd name="T8" fmla="*/ 107 w 584"/>
                <a:gd name="T9" fmla="*/ 439 h 590"/>
                <a:gd name="T10" fmla="*/ 160 w 584"/>
                <a:gd name="T11" fmla="*/ 473 h 590"/>
                <a:gd name="T12" fmla="*/ 217 w 584"/>
                <a:gd name="T13" fmla="*/ 503 h 590"/>
                <a:gd name="T14" fmla="*/ 275 w 584"/>
                <a:gd name="T15" fmla="*/ 528 h 590"/>
                <a:gd name="T16" fmla="*/ 334 w 584"/>
                <a:gd name="T17" fmla="*/ 549 h 590"/>
                <a:gd name="T18" fmla="*/ 396 w 584"/>
                <a:gd name="T19" fmla="*/ 565 h 590"/>
                <a:gd name="T20" fmla="*/ 457 w 584"/>
                <a:gd name="T21" fmla="*/ 578 h 590"/>
                <a:gd name="T22" fmla="*/ 520 w 584"/>
                <a:gd name="T23" fmla="*/ 586 h 590"/>
                <a:gd name="T24" fmla="*/ 583 w 584"/>
                <a:gd name="T25" fmla="*/ 589 h 590"/>
                <a:gd name="T26" fmla="*/ 465 w 584"/>
                <a:gd name="T27" fmla="*/ 417 h 590"/>
                <a:gd name="T28" fmla="*/ 580 w 584"/>
                <a:gd name="T29" fmla="*/ 241 h 590"/>
                <a:gd name="T30" fmla="*/ 532 w 584"/>
                <a:gd name="T31" fmla="*/ 238 h 590"/>
                <a:gd name="T32" fmla="*/ 485 w 584"/>
                <a:gd name="T33" fmla="*/ 231 h 590"/>
                <a:gd name="T34" fmla="*/ 438 w 584"/>
                <a:gd name="T35" fmla="*/ 218 h 590"/>
                <a:gd name="T36" fmla="*/ 393 w 584"/>
                <a:gd name="T37" fmla="*/ 202 h 590"/>
                <a:gd name="T38" fmla="*/ 349 w 584"/>
                <a:gd name="T39" fmla="*/ 182 h 590"/>
                <a:gd name="T40" fmla="*/ 307 w 584"/>
                <a:gd name="T41" fmla="*/ 157 h 590"/>
                <a:gd name="T42" fmla="*/ 269 w 584"/>
                <a:gd name="T43" fmla="*/ 129 h 590"/>
                <a:gd name="T44" fmla="*/ 233 w 584"/>
                <a:gd name="T45" fmla="*/ 96 h 590"/>
                <a:gd name="T46" fmla="*/ 289 w 584"/>
                <a:gd name="T47" fmla="*/ 0 h 590"/>
                <a:gd name="T48" fmla="*/ 0 w 584"/>
                <a:gd name="T49" fmla="*/ 158 h 59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84"/>
                <a:gd name="T76" fmla="*/ 0 h 590"/>
                <a:gd name="T77" fmla="*/ 584 w 584"/>
                <a:gd name="T78" fmla="*/ 590 h 59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84" h="590">
                  <a:moveTo>
                    <a:pt x="0" y="158"/>
                  </a:moveTo>
                  <a:lnTo>
                    <a:pt x="0" y="498"/>
                  </a:lnTo>
                  <a:lnTo>
                    <a:pt x="54" y="407"/>
                  </a:lnTo>
                  <a:lnTo>
                    <a:pt x="56" y="402"/>
                  </a:lnTo>
                  <a:lnTo>
                    <a:pt x="107" y="439"/>
                  </a:lnTo>
                  <a:lnTo>
                    <a:pt x="160" y="473"/>
                  </a:lnTo>
                  <a:lnTo>
                    <a:pt x="217" y="503"/>
                  </a:lnTo>
                  <a:lnTo>
                    <a:pt x="275" y="528"/>
                  </a:lnTo>
                  <a:lnTo>
                    <a:pt x="334" y="549"/>
                  </a:lnTo>
                  <a:lnTo>
                    <a:pt x="396" y="565"/>
                  </a:lnTo>
                  <a:lnTo>
                    <a:pt x="457" y="578"/>
                  </a:lnTo>
                  <a:lnTo>
                    <a:pt x="520" y="586"/>
                  </a:lnTo>
                  <a:lnTo>
                    <a:pt x="583" y="589"/>
                  </a:lnTo>
                  <a:lnTo>
                    <a:pt x="465" y="417"/>
                  </a:lnTo>
                  <a:lnTo>
                    <a:pt x="580" y="241"/>
                  </a:lnTo>
                  <a:lnTo>
                    <a:pt x="532" y="238"/>
                  </a:lnTo>
                  <a:lnTo>
                    <a:pt x="485" y="231"/>
                  </a:lnTo>
                  <a:lnTo>
                    <a:pt x="438" y="218"/>
                  </a:lnTo>
                  <a:lnTo>
                    <a:pt x="393" y="202"/>
                  </a:lnTo>
                  <a:lnTo>
                    <a:pt x="349" y="182"/>
                  </a:lnTo>
                  <a:lnTo>
                    <a:pt x="307" y="157"/>
                  </a:lnTo>
                  <a:lnTo>
                    <a:pt x="269" y="129"/>
                  </a:lnTo>
                  <a:lnTo>
                    <a:pt x="233" y="96"/>
                  </a:lnTo>
                  <a:lnTo>
                    <a:pt x="289" y="0"/>
                  </a:lnTo>
                  <a:lnTo>
                    <a:pt x="0" y="15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56" name="Freeform 5"/>
            <p:cNvSpPr>
              <a:spLocks/>
            </p:cNvSpPr>
            <p:nvPr/>
          </p:nvSpPr>
          <p:spPr bwMode="blackWhite">
            <a:xfrm>
              <a:off x="3186" y="3140"/>
              <a:ext cx="693" cy="610"/>
            </a:xfrm>
            <a:custGeom>
              <a:avLst/>
              <a:gdLst>
                <a:gd name="T0" fmla="*/ 692 w 693"/>
                <a:gd name="T1" fmla="*/ 238 h 610"/>
                <a:gd name="T2" fmla="*/ 482 w 693"/>
                <a:gd name="T3" fmla="*/ 190 h 610"/>
                <a:gd name="T4" fmla="*/ 441 w 693"/>
                <a:gd name="T5" fmla="*/ 0 h 610"/>
                <a:gd name="T6" fmla="*/ 409 w 693"/>
                <a:gd name="T7" fmla="*/ 27 h 610"/>
                <a:gd name="T8" fmla="*/ 374 w 693"/>
                <a:gd name="T9" fmla="*/ 52 h 610"/>
                <a:gd name="T10" fmla="*/ 337 w 693"/>
                <a:gd name="T11" fmla="*/ 74 h 610"/>
                <a:gd name="T12" fmla="*/ 299 w 693"/>
                <a:gd name="T13" fmla="*/ 93 h 610"/>
                <a:gd name="T14" fmla="*/ 259 w 693"/>
                <a:gd name="T15" fmla="*/ 110 h 610"/>
                <a:gd name="T16" fmla="*/ 219 w 693"/>
                <a:gd name="T17" fmla="*/ 121 h 610"/>
                <a:gd name="T18" fmla="*/ 177 w 693"/>
                <a:gd name="T19" fmla="*/ 130 h 610"/>
                <a:gd name="T20" fmla="*/ 177 w 693"/>
                <a:gd name="T21" fmla="*/ 29 h 610"/>
                <a:gd name="T22" fmla="*/ 0 w 693"/>
                <a:gd name="T23" fmla="*/ 326 h 610"/>
                <a:gd name="T24" fmla="*/ 177 w 693"/>
                <a:gd name="T25" fmla="*/ 609 h 610"/>
                <a:gd name="T26" fmla="*/ 177 w 693"/>
                <a:gd name="T27" fmla="*/ 486 h 610"/>
                <a:gd name="T28" fmla="*/ 177 w 693"/>
                <a:gd name="T29" fmla="*/ 480 h 610"/>
                <a:gd name="T30" fmla="*/ 233 w 693"/>
                <a:gd name="T31" fmla="*/ 473 h 610"/>
                <a:gd name="T32" fmla="*/ 288 w 693"/>
                <a:gd name="T33" fmla="*/ 462 h 610"/>
                <a:gd name="T34" fmla="*/ 343 w 693"/>
                <a:gd name="T35" fmla="*/ 447 h 610"/>
                <a:gd name="T36" fmla="*/ 396 w 693"/>
                <a:gd name="T37" fmla="*/ 428 h 610"/>
                <a:gd name="T38" fmla="*/ 448 w 693"/>
                <a:gd name="T39" fmla="*/ 406 h 610"/>
                <a:gd name="T40" fmla="*/ 498 w 693"/>
                <a:gd name="T41" fmla="*/ 382 h 610"/>
                <a:gd name="T42" fmla="*/ 547 w 693"/>
                <a:gd name="T43" fmla="*/ 353 h 610"/>
                <a:gd name="T44" fmla="*/ 598 w 693"/>
                <a:gd name="T45" fmla="*/ 318 h 610"/>
                <a:gd name="T46" fmla="*/ 646 w 693"/>
                <a:gd name="T47" fmla="*/ 280 h 610"/>
                <a:gd name="T48" fmla="*/ 692 w 693"/>
                <a:gd name="T49" fmla="*/ 238 h 61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93"/>
                <a:gd name="T76" fmla="*/ 0 h 610"/>
                <a:gd name="T77" fmla="*/ 693 w 693"/>
                <a:gd name="T78" fmla="*/ 610 h 61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93" h="610">
                  <a:moveTo>
                    <a:pt x="692" y="238"/>
                  </a:moveTo>
                  <a:lnTo>
                    <a:pt x="482" y="190"/>
                  </a:lnTo>
                  <a:lnTo>
                    <a:pt x="441" y="0"/>
                  </a:lnTo>
                  <a:lnTo>
                    <a:pt x="409" y="27"/>
                  </a:lnTo>
                  <a:lnTo>
                    <a:pt x="374" y="52"/>
                  </a:lnTo>
                  <a:lnTo>
                    <a:pt x="337" y="74"/>
                  </a:lnTo>
                  <a:lnTo>
                    <a:pt x="299" y="93"/>
                  </a:lnTo>
                  <a:lnTo>
                    <a:pt x="259" y="110"/>
                  </a:lnTo>
                  <a:lnTo>
                    <a:pt x="219" y="121"/>
                  </a:lnTo>
                  <a:lnTo>
                    <a:pt x="177" y="130"/>
                  </a:lnTo>
                  <a:lnTo>
                    <a:pt x="177" y="29"/>
                  </a:lnTo>
                  <a:lnTo>
                    <a:pt x="0" y="326"/>
                  </a:lnTo>
                  <a:lnTo>
                    <a:pt x="177" y="609"/>
                  </a:lnTo>
                  <a:lnTo>
                    <a:pt x="177" y="486"/>
                  </a:lnTo>
                  <a:lnTo>
                    <a:pt x="177" y="480"/>
                  </a:lnTo>
                  <a:lnTo>
                    <a:pt x="233" y="473"/>
                  </a:lnTo>
                  <a:lnTo>
                    <a:pt x="288" y="462"/>
                  </a:lnTo>
                  <a:lnTo>
                    <a:pt x="343" y="447"/>
                  </a:lnTo>
                  <a:lnTo>
                    <a:pt x="396" y="428"/>
                  </a:lnTo>
                  <a:lnTo>
                    <a:pt x="448" y="406"/>
                  </a:lnTo>
                  <a:lnTo>
                    <a:pt x="498" y="382"/>
                  </a:lnTo>
                  <a:lnTo>
                    <a:pt x="547" y="353"/>
                  </a:lnTo>
                  <a:lnTo>
                    <a:pt x="598" y="318"/>
                  </a:lnTo>
                  <a:lnTo>
                    <a:pt x="646" y="280"/>
                  </a:lnTo>
                  <a:lnTo>
                    <a:pt x="692" y="238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57" name="Freeform 6"/>
            <p:cNvSpPr>
              <a:spLocks/>
            </p:cNvSpPr>
            <p:nvPr/>
          </p:nvSpPr>
          <p:spPr bwMode="blackWhite">
            <a:xfrm>
              <a:off x="3610" y="2730"/>
              <a:ext cx="519" cy="659"/>
            </a:xfrm>
            <a:custGeom>
              <a:avLst/>
              <a:gdLst>
                <a:gd name="T0" fmla="*/ 171 w 519"/>
                <a:gd name="T1" fmla="*/ 85 h 659"/>
                <a:gd name="T2" fmla="*/ 165 w 519"/>
                <a:gd name="T3" fmla="*/ 128 h 659"/>
                <a:gd name="T4" fmla="*/ 154 w 519"/>
                <a:gd name="T5" fmla="*/ 170 h 659"/>
                <a:gd name="T6" fmla="*/ 140 w 519"/>
                <a:gd name="T7" fmla="*/ 212 h 659"/>
                <a:gd name="T8" fmla="*/ 124 w 519"/>
                <a:gd name="T9" fmla="*/ 251 h 659"/>
                <a:gd name="T10" fmla="*/ 103 w 519"/>
                <a:gd name="T11" fmla="*/ 289 h 659"/>
                <a:gd name="T12" fmla="*/ 80 w 519"/>
                <a:gd name="T13" fmla="*/ 326 h 659"/>
                <a:gd name="T14" fmla="*/ 0 w 519"/>
                <a:gd name="T15" fmla="*/ 246 h 659"/>
                <a:gd name="T16" fmla="*/ 89 w 519"/>
                <a:gd name="T17" fmla="*/ 573 h 659"/>
                <a:gd name="T18" fmla="*/ 411 w 519"/>
                <a:gd name="T19" fmla="*/ 658 h 659"/>
                <a:gd name="T20" fmla="*/ 333 w 519"/>
                <a:gd name="T21" fmla="*/ 577 h 659"/>
                <a:gd name="T22" fmla="*/ 327 w 519"/>
                <a:gd name="T23" fmla="*/ 573 h 659"/>
                <a:gd name="T24" fmla="*/ 364 w 519"/>
                <a:gd name="T25" fmla="*/ 523 h 659"/>
                <a:gd name="T26" fmla="*/ 397 w 519"/>
                <a:gd name="T27" fmla="*/ 471 h 659"/>
                <a:gd name="T28" fmla="*/ 427 w 519"/>
                <a:gd name="T29" fmla="*/ 417 h 659"/>
                <a:gd name="T30" fmla="*/ 452 w 519"/>
                <a:gd name="T31" fmla="*/ 361 h 659"/>
                <a:gd name="T32" fmla="*/ 474 w 519"/>
                <a:gd name="T33" fmla="*/ 303 h 659"/>
                <a:gd name="T34" fmla="*/ 491 w 519"/>
                <a:gd name="T35" fmla="*/ 244 h 659"/>
                <a:gd name="T36" fmla="*/ 504 w 519"/>
                <a:gd name="T37" fmla="*/ 184 h 659"/>
                <a:gd name="T38" fmla="*/ 513 w 519"/>
                <a:gd name="T39" fmla="*/ 122 h 659"/>
                <a:gd name="T40" fmla="*/ 518 w 519"/>
                <a:gd name="T41" fmla="*/ 61 h 659"/>
                <a:gd name="T42" fmla="*/ 518 w 519"/>
                <a:gd name="T43" fmla="*/ 0 h 659"/>
                <a:gd name="T44" fmla="*/ 380 w 519"/>
                <a:gd name="T45" fmla="*/ 136 h 659"/>
                <a:gd name="T46" fmla="*/ 171 w 519"/>
                <a:gd name="T47" fmla="*/ 85 h 65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19"/>
                <a:gd name="T73" fmla="*/ 0 h 659"/>
                <a:gd name="T74" fmla="*/ 519 w 519"/>
                <a:gd name="T75" fmla="*/ 659 h 65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19" h="659">
                  <a:moveTo>
                    <a:pt x="171" y="85"/>
                  </a:moveTo>
                  <a:lnTo>
                    <a:pt x="165" y="128"/>
                  </a:lnTo>
                  <a:lnTo>
                    <a:pt x="154" y="170"/>
                  </a:lnTo>
                  <a:lnTo>
                    <a:pt x="140" y="212"/>
                  </a:lnTo>
                  <a:lnTo>
                    <a:pt x="124" y="251"/>
                  </a:lnTo>
                  <a:lnTo>
                    <a:pt x="103" y="289"/>
                  </a:lnTo>
                  <a:lnTo>
                    <a:pt x="80" y="326"/>
                  </a:lnTo>
                  <a:lnTo>
                    <a:pt x="0" y="246"/>
                  </a:lnTo>
                  <a:lnTo>
                    <a:pt x="89" y="573"/>
                  </a:lnTo>
                  <a:lnTo>
                    <a:pt x="411" y="658"/>
                  </a:lnTo>
                  <a:lnTo>
                    <a:pt x="333" y="577"/>
                  </a:lnTo>
                  <a:lnTo>
                    <a:pt x="327" y="573"/>
                  </a:lnTo>
                  <a:lnTo>
                    <a:pt x="364" y="523"/>
                  </a:lnTo>
                  <a:lnTo>
                    <a:pt x="397" y="471"/>
                  </a:lnTo>
                  <a:lnTo>
                    <a:pt x="427" y="417"/>
                  </a:lnTo>
                  <a:lnTo>
                    <a:pt x="452" y="361"/>
                  </a:lnTo>
                  <a:lnTo>
                    <a:pt x="474" y="303"/>
                  </a:lnTo>
                  <a:lnTo>
                    <a:pt x="491" y="244"/>
                  </a:lnTo>
                  <a:lnTo>
                    <a:pt x="504" y="184"/>
                  </a:lnTo>
                  <a:lnTo>
                    <a:pt x="513" y="122"/>
                  </a:lnTo>
                  <a:lnTo>
                    <a:pt x="518" y="61"/>
                  </a:lnTo>
                  <a:lnTo>
                    <a:pt x="518" y="0"/>
                  </a:lnTo>
                  <a:lnTo>
                    <a:pt x="380" y="136"/>
                  </a:lnTo>
                  <a:lnTo>
                    <a:pt x="171" y="8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58" name="Freeform 7"/>
            <p:cNvSpPr>
              <a:spLocks/>
            </p:cNvSpPr>
            <p:nvPr/>
          </p:nvSpPr>
          <p:spPr bwMode="blackWhite">
            <a:xfrm>
              <a:off x="3645" y="2160"/>
              <a:ext cx="571" cy="677"/>
            </a:xfrm>
            <a:custGeom>
              <a:avLst/>
              <a:gdLst>
                <a:gd name="T0" fmla="*/ 0 w 571"/>
                <a:gd name="T1" fmla="*/ 245 h 677"/>
                <a:gd name="T2" fmla="*/ 28 w 571"/>
                <a:gd name="T3" fmla="*/ 279 h 677"/>
                <a:gd name="T4" fmla="*/ 52 w 571"/>
                <a:gd name="T5" fmla="*/ 315 h 677"/>
                <a:gd name="T6" fmla="*/ 74 w 571"/>
                <a:gd name="T7" fmla="*/ 352 h 677"/>
                <a:gd name="T8" fmla="*/ 93 w 571"/>
                <a:gd name="T9" fmla="*/ 391 h 677"/>
                <a:gd name="T10" fmla="*/ 107 w 571"/>
                <a:gd name="T11" fmla="*/ 432 h 677"/>
                <a:gd name="T12" fmla="*/ 119 w 571"/>
                <a:gd name="T13" fmla="*/ 475 h 677"/>
                <a:gd name="T14" fmla="*/ 128 w 571"/>
                <a:gd name="T15" fmla="*/ 516 h 677"/>
                <a:gd name="T16" fmla="*/ 133 w 571"/>
                <a:gd name="T17" fmla="*/ 560 h 677"/>
                <a:gd name="T18" fmla="*/ 127 w 571"/>
                <a:gd name="T19" fmla="*/ 561 h 677"/>
                <a:gd name="T20" fmla="*/ 8 w 571"/>
                <a:gd name="T21" fmla="*/ 594 h 677"/>
                <a:gd name="T22" fmla="*/ 337 w 571"/>
                <a:gd name="T23" fmla="*/ 676 h 677"/>
                <a:gd name="T24" fmla="*/ 570 w 571"/>
                <a:gd name="T25" fmla="*/ 443 h 677"/>
                <a:gd name="T26" fmla="*/ 469 w 571"/>
                <a:gd name="T27" fmla="*/ 470 h 677"/>
                <a:gd name="T28" fmla="*/ 459 w 571"/>
                <a:gd name="T29" fmla="*/ 412 h 677"/>
                <a:gd name="T30" fmla="*/ 444 w 571"/>
                <a:gd name="T31" fmla="*/ 354 h 677"/>
                <a:gd name="T32" fmla="*/ 425 w 571"/>
                <a:gd name="T33" fmla="*/ 299 h 677"/>
                <a:gd name="T34" fmla="*/ 403 w 571"/>
                <a:gd name="T35" fmla="*/ 244 h 677"/>
                <a:gd name="T36" fmla="*/ 378 w 571"/>
                <a:gd name="T37" fmla="*/ 191 h 677"/>
                <a:gd name="T38" fmla="*/ 347 w 571"/>
                <a:gd name="T39" fmla="*/ 140 h 677"/>
                <a:gd name="T40" fmla="*/ 315 w 571"/>
                <a:gd name="T41" fmla="*/ 90 h 677"/>
                <a:gd name="T42" fmla="*/ 279 w 571"/>
                <a:gd name="T43" fmla="*/ 44 h 677"/>
                <a:gd name="T44" fmla="*/ 240 w 571"/>
                <a:gd name="T45" fmla="*/ 0 h 677"/>
                <a:gd name="T46" fmla="*/ 191 w 571"/>
                <a:gd name="T47" fmla="*/ 200 h 677"/>
                <a:gd name="T48" fmla="*/ 0 w 571"/>
                <a:gd name="T49" fmla="*/ 245 h 67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71"/>
                <a:gd name="T76" fmla="*/ 0 h 677"/>
                <a:gd name="T77" fmla="*/ 571 w 571"/>
                <a:gd name="T78" fmla="*/ 677 h 67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71" h="677">
                  <a:moveTo>
                    <a:pt x="0" y="245"/>
                  </a:moveTo>
                  <a:lnTo>
                    <a:pt x="28" y="279"/>
                  </a:lnTo>
                  <a:lnTo>
                    <a:pt x="52" y="315"/>
                  </a:lnTo>
                  <a:lnTo>
                    <a:pt x="74" y="352"/>
                  </a:lnTo>
                  <a:lnTo>
                    <a:pt x="93" y="391"/>
                  </a:lnTo>
                  <a:lnTo>
                    <a:pt x="107" y="432"/>
                  </a:lnTo>
                  <a:lnTo>
                    <a:pt x="119" y="475"/>
                  </a:lnTo>
                  <a:lnTo>
                    <a:pt x="128" y="516"/>
                  </a:lnTo>
                  <a:lnTo>
                    <a:pt x="133" y="560"/>
                  </a:lnTo>
                  <a:lnTo>
                    <a:pt x="127" y="561"/>
                  </a:lnTo>
                  <a:lnTo>
                    <a:pt x="8" y="594"/>
                  </a:lnTo>
                  <a:lnTo>
                    <a:pt x="337" y="676"/>
                  </a:lnTo>
                  <a:lnTo>
                    <a:pt x="570" y="443"/>
                  </a:lnTo>
                  <a:lnTo>
                    <a:pt x="469" y="470"/>
                  </a:lnTo>
                  <a:lnTo>
                    <a:pt x="459" y="412"/>
                  </a:lnTo>
                  <a:lnTo>
                    <a:pt x="444" y="354"/>
                  </a:lnTo>
                  <a:lnTo>
                    <a:pt x="425" y="299"/>
                  </a:lnTo>
                  <a:lnTo>
                    <a:pt x="403" y="244"/>
                  </a:lnTo>
                  <a:lnTo>
                    <a:pt x="378" y="191"/>
                  </a:lnTo>
                  <a:lnTo>
                    <a:pt x="347" y="140"/>
                  </a:lnTo>
                  <a:lnTo>
                    <a:pt x="315" y="90"/>
                  </a:lnTo>
                  <a:lnTo>
                    <a:pt x="279" y="44"/>
                  </a:lnTo>
                  <a:lnTo>
                    <a:pt x="240" y="0"/>
                  </a:lnTo>
                  <a:lnTo>
                    <a:pt x="191" y="200"/>
                  </a:lnTo>
                  <a:lnTo>
                    <a:pt x="0" y="24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59" name="Freeform 8"/>
            <p:cNvSpPr>
              <a:spLocks/>
            </p:cNvSpPr>
            <p:nvPr/>
          </p:nvSpPr>
          <p:spPr bwMode="blackWhite">
            <a:xfrm>
              <a:off x="3268" y="1892"/>
              <a:ext cx="626" cy="526"/>
            </a:xfrm>
            <a:custGeom>
              <a:avLst/>
              <a:gdLst>
                <a:gd name="T0" fmla="*/ 213 w 626"/>
                <a:gd name="T1" fmla="*/ 525 h 526"/>
                <a:gd name="T2" fmla="*/ 545 w 626"/>
                <a:gd name="T3" fmla="*/ 445 h 526"/>
                <a:gd name="T4" fmla="*/ 625 w 626"/>
                <a:gd name="T5" fmla="*/ 115 h 526"/>
                <a:gd name="T6" fmla="*/ 545 w 626"/>
                <a:gd name="T7" fmla="*/ 193 h 526"/>
                <a:gd name="T8" fmla="*/ 536 w 626"/>
                <a:gd name="T9" fmla="*/ 203 h 526"/>
                <a:gd name="T10" fmla="*/ 489 w 626"/>
                <a:gd name="T11" fmla="*/ 167 h 526"/>
                <a:gd name="T12" fmla="*/ 442 w 626"/>
                <a:gd name="T13" fmla="*/ 134 h 526"/>
                <a:gd name="T14" fmla="*/ 391 w 626"/>
                <a:gd name="T15" fmla="*/ 104 h 526"/>
                <a:gd name="T16" fmla="*/ 338 w 626"/>
                <a:gd name="T17" fmla="*/ 79 h 526"/>
                <a:gd name="T18" fmla="*/ 285 w 626"/>
                <a:gd name="T19" fmla="*/ 57 h 526"/>
                <a:gd name="T20" fmla="*/ 230 w 626"/>
                <a:gd name="T21" fmla="*/ 37 h 526"/>
                <a:gd name="T22" fmla="*/ 173 w 626"/>
                <a:gd name="T23" fmla="*/ 22 h 526"/>
                <a:gd name="T24" fmla="*/ 116 w 626"/>
                <a:gd name="T25" fmla="*/ 12 h 526"/>
                <a:gd name="T26" fmla="*/ 58 w 626"/>
                <a:gd name="T27" fmla="*/ 4 h 526"/>
                <a:gd name="T28" fmla="*/ 0 w 626"/>
                <a:gd name="T29" fmla="*/ 0 h 526"/>
                <a:gd name="T30" fmla="*/ 130 w 626"/>
                <a:gd name="T31" fmla="*/ 196 h 526"/>
                <a:gd name="T32" fmla="*/ 32 w 626"/>
                <a:gd name="T33" fmla="*/ 348 h 526"/>
                <a:gd name="T34" fmla="*/ 79 w 626"/>
                <a:gd name="T35" fmla="*/ 355 h 526"/>
                <a:gd name="T36" fmla="*/ 124 w 626"/>
                <a:gd name="T37" fmla="*/ 365 h 526"/>
                <a:gd name="T38" fmla="*/ 168 w 626"/>
                <a:gd name="T39" fmla="*/ 380 h 526"/>
                <a:gd name="T40" fmla="*/ 211 w 626"/>
                <a:gd name="T41" fmla="*/ 398 h 526"/>
                <a:gd name="T42" fmla="*/ 251 w 626"/>
                <a:gd name="T43" fmla="*/ 422 h 526"/>
                <a:gd name="T44" fmla="*/ 291 w 626"/>
                <a:gd name="T45" fmla="*/ 447 h 526"/>
                <a:gd name="T46" fmla="*/ 213 w 626"/>
                <a:gd name="T47" fmla="*/ 525 h 5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626"/>
                <a:gd name="T73" fmla="*/ 0 h 526"/>
                <a:gd name="T74" fmla="*/ 626 w 626"/>
                <a:gd name="T75" fmla="*/ 526 h 52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626" h="526">
                  <a:moveTo>
                    <a:pt x="213" y="525"/>
                  </a:moveTo>
                  <a:lnTo>
                    <a:pt x="545" y="445"/>
                  </a:lnTo>
                  <a:lnTo>
                    <a:pt x="625" y="115"/>
                  </a:lnTo>
                  <a:lnTo>
                    <a:pt x="545" y="193"/>
                  </a:lnTo>
                  <a:lnTo>
                    <a:pt x="536" y="203"/>
                  </a:lnTo>
                  <a:lnTo>
                    <a:pt x="489" y="167"/>
                  </a:lnTo>
                  <a:lnTo>
                    <a:pt x="442" y="134"/>
                  </a:lnTo>
                  <a:lnTo>
                    <a:pt x="391" y="104"/>
                  </a:lnTo>
                  <a:lnTo>
                    <a:pt x="338" y="79"/>
                  </a:lnTo>
                  <a:lnTo>
                    <a:pt x="285" y="57"/>
                  </a:lnTo>
                  <a:lnTo>
                    <a:pt x="230" y="37"/>
                  </a:lnTo>
                  <a:lnTo>
                    <a:pt x="173" y="22"/>
                  </a:lnTo>
                  <a:lnTo>
                    <a:pt x="116" y="12"/>
                  </a:lnTo>
                  <a:lnTo>
                    <a:pt x="58" y="4"/>
                  </a:lnTo>
                  <a:lnTo>
                    <a:pt x="0" y="0"/>
                  </a:lnTo>
                  <a:lnTo>
                    <a:pt x="130" y="196"/>
                  </a:lnTo>
                  <a:lnTo>
                    <a:pt x="32" y="348"/>
                  </a:lnTo>
                  <a:lnTo>
                    <a:pt x="79" y="355"/>
                  </a:lnTo>
                  <a:lnTo>
                    <a:pt x="124" y="365"/>
                  </a:lnTo>
                  <a:lnTo>
                    <a:pt x="168" y="380"/>
                  </a:lnTo>
                  <a:lnTo>
                    <a:pt x="211" y="398"/>
                  </a:lnTo>
                  <a:lnTo>
                    <a:pt x="251" y="422"/>
                  </a:lnTo>
                  <a:lnTo>
                    <a:pt x="291" y="447"/>
                  </a:lnTo>
                  <a:lnTo>
                    <a:pt x="213" y="52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60" name="Freeform 9"/>
            <p:cNvSpPr>
              <a:spLocks/>
            </p:cNvSpPr>
            <p:nvPr/>
          </p:nvSpPr>
          <p:spPr bwMode="blackWhite">
            <a:xfrm>
              <a:off x="2701" y="1797"/>
              <a:ext cx="658" cy="583"/>
            </a:xfrm>
            <a:custGeom>
              <a:avLst/>
              <a:gdLst>
                <a:gd name="T0" fmla="*/ 252 w 658"/>
                <a:gd name="T1" fmla="*/ 554 h 583"/>
                <a:gd name="T2" fmla="*/ 286 w 658"/>
                <a:gd name="T3" fmla="*/ 530 h 583"/>
                <a:gd name="T4" fmla="*/ 322 w 658"/>
                <a:gd name="T5" fmla="*/ 509 h 583"/>
                <a:gd name="T6" fmla="*/ 361 w 658"/>
                <a:gd name="T7" fmla="*/ 491 h 583"/>
                <a:gd name="T8" fmla="*/ 400 w 658"/>
                <a:gd name="T9" fmla="*/ 477 h 583"/>
                <a:gd name="T10" fmla="*/ 441 w 658"/>
                <a:gd name="T11" fmla="*/ 466 h 583"/>
                <a:gd name="T12" fmla="*/ 482 w 658"/>
                <a:gd name="T13" fmla="*/ 458 h 583"/>
                <a:gd name="T14" fmla="*/ 482 w 658"/>
                <a:gd name="T15" fmla="*/ 459 h 583"/>
                <a:gd name="T16" fmla="*/ 482 w 658"/>
                <a:gd name="T17" fmla="*/ 582 h 583"/>
                <a:gd name="T18" fmla="*/ 657 w 658"/>
                <a:gd name="T19" fmla="*/ 292 h 583"/>
                <a:gd name="T20" fmla="*/ 482 w 658"/>
                <a:gd name="T21" fmla="*/ 0 h 583"/>
                <a:gd name="T22" fmla="*/ 482 w 658"/>
                <a:gd name="T23" fmla="*/ 107 h 583"/>
                <a:gd name="T24" fmla="*/ 424 w 658"/>
                <a:gd name="T25" fmla="*/ 114 h 583"/>
                <a:gd name="T26" fmla="*/ 368 w 658"/>
                <a:gd name="T27" fmla="*/ 124 h 583"/>
                <a:gd name="T28" fmla="*/ 312 w 658"/>
                <a:gd name="T29" fmla="*/ 139 h 583"/>
                <a:gd name="T30" fmla="*/ 256 w 658"/>
                <a:gd name="T31" fmla="*/ 158 h 583"/>
                <a:gd name="T32" fmla="*/ 203 w 658"/>
                <a:gd name="T33" fmla="*/ 180 h 583"/>
                <a:gd name="T34" fmla="*/ 151 w 658"/>
                <a:gd name="T35" fmla="*/ 205 h 583"/>
                <a:gd name="T36" fmla="*/ 101 w 658"/>
                <a:gd name="T37" fmla="*/ 235 h 583"/>
                <a:gd name="T38" fmla="*/ 49 w 658"/>
                <a:gd name="T39" fmla="*/ 270 h 583"/>
                <a:gd name="T40" fmla="*/ 0 w 658"/>
                <a:gd name="T41" fmla="*/ 308 h 583"/>
                <a:gd name="T42" fmla="*/ 211 w 658"/>
                <a:gd name="T43" fmla="*/ 357 h 583"/>
                <a:gd name="T44" fmla="*/ 252 w 658"/>
                <a:gd name="T45" fmla="*/ 554 h 5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58"/>
                <a:gd name="T70" fmla="*/ 0 h 583"/>
                <a:gd name="T71" fmla="*/ 658 w 658"/>
                <a:gd name="T72" fmla="*/ 583 h 58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58" h="583">
                  <a:moveTo>
                    <a:pt x="252" y="554"/>
                  </a:moveTo>
                  <a:lnTo>
                    <a:pt x="286" y="530"/>
                  </a:lnTo>
                  <a:lnTo>
                    <a:pt x="322" y="509"/>
                  </a:lnTo>
                  <a:lnTo>
                    <a:pt x="361" y="491"/>
                  </a:lnTo>
                  <a:lnTo>
                    <a:pt x="400" y="477"/>
                  </a:lnTo>
                  <a:lnTo>
                    <a:pt x="441" y="466"/>
                  </a:lnTo>
                  <a:lnTo>
                    <a:pt x="482" y="458"/>
                  </a:lnTo>
                  <a:lnTo>
                    <a:pt x="482" y="459"/>
                  </a:lnTo>
                  <a:lnTo>
                    <a:pt x="482" y="582"/>
                  </a:lnTo>
                  <a:lnTo>
                    <a:pt x="657" y="292"/>
                  </a:lnTo>
                  <a:lnTo>
                    <a:pt x="482" y="0"/>
                  </a:lnTo>
                  <a:lnTo>
                    <a:pt x="482" y="107"/>
                  </a:lnTo>
                  <a:lnTo>
                    <a:pt x="424" y="114"/>
                  </a:lnTo>
                  <a:lnTo>
                    <a:pt x="368" y="124"/>
                  </a:lnTo>
                  <a:lnTo>
                    <a:pt x="312" y="139"/>
                  </a:lnTo>
                  <a:lnTo>
                    <a:pt x="256" y="158"/>
                  </a:lnTo>
                  <a:lnTo>
                    <a:pt x="203" y="180"/>
                  </a:lnTo>
                  <a:lnTo>
                    <a:pt x="151" y="205"/>
                  </a:lnTo>
                  <a:lnTo>
                    <a:pt x="101" y="235"/>
                  </a:lnTo>
                  <a:lnTo>
                    <a:pt x="49" y="270"/>
                  </a:lnTo>
                  <a:lnTo>
                    <a:pt x="0" y="308"/>
                  </a:lnTo>
                  <a:lnTo>
                    <a:pt x="211" y="357"/>
                  </a:lnTo>
                  <a:lnTo>
                    <a:pt x="252" y="55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61" name="Freeform 10"/>
            <p:cNvSpPr>
              <a:spLocks/>
            </p:cNvSpPr>
            <p:nvPr/>
          </p:nvSpPr>
          <p:spPr bwMode="blackWhite">
            <a:xfrm>
              <a:off x="2403" y="2096"/>
              <a:ext cx="562" cy="631"/>
            </a:xfrm>
            <a:custGeom>
              <a:avLst/>
              <a:gdLst>
                <a:gd name="T0" fmla="*/ 350 w 562"/>
                <a:gd name="T1" fmla="*/ 629 h 631"/>
                <a:gd name="T2" fmla="*/ 357 w 562"/>
                <a:gd name="T3" fmla="*/ 583 h 631"/>
                <a:gd name="T4" fmla="*/ 368 w 562"/>
                <a:gd name="T5" fmla="*/ 536 h 631"/>
                <a:gd name="T6" fmla="*/ 383 w 562"/>
                <a:gd name="T7" fmla="*/ 491 h 631"/>
                <a:gd name="T8" fmla="*/ 401 w 562"/>
                <a:gd name="T9" fmla="*/ 447 h 631"/>
                <a:gd name="T10" fmla="*/ 423 w 562"/>
                <a:gd name="T11" fmla="*/ 405 h 631"/>
                <a:gd name="T12" fmla="*/ 450 w 562"/>
                <a:gd name="T13" fmla="*/ 367 h 631"/>
                <a:gd name="T14" fmla="*/ 480 w 562"/>
                <a:gd name="T15" fmla="*/ 330 h 631"/>
                <a:gd name="T16" fmla="*/ 561 w 562"/>
                <a:gd name="T17" fmla="*/ 411 h 631"/>
                <a:gd name="T18" fmla="*/ 487 w 562"/>
                <a:gd name="T19" fmla="*/ 86 h 631"/>
                <a:gd name="T20" fmla="*/ 487 w 562"/>
                <a:gd name="T21" fmla="*/ 85 h 631"/>
                <a:gd name="T22" fmla="*/ 151 w 562"/>
                <a:gd name="T23" fmla="*/ 0 h 631"/>
                <a:gd name="T24" fmla="*/ 230 w 562"/>
                <a:gd name="T25" fmla="*/ 80 h 631"/>
                <a:gd name="T26" fmla="*/ 234 w 562"/>
                <a:gd name="T27" fmla="*/ 83 h 631"/>
                <a:gd name="T28" fmla="*/ 194 w 562"/>
                <a:gd name="T29" fmla="*/ 130 h 631"/>
                <a:gd name="T30" fmla="*/ 158 w 562"/>
                <a:gd name="T31" fmla="*/ 177 h 631"/>
                <a:gd name="T32" fmla="*/ 124 w 562"/>
                <a:gd name="T33" fmla="*/ 228 h 631"/>
                <a:gd name="T34" fmla="*/ 94 w 562"/>
                <a:gd name="T35" fmla="*/ 281 h 631"/>
                <a:gd name="T36" fmla="*/ 69 w 562"/>
                <a:gd name="T37" fmla="*/ 336 h 631"/>
                <a:gd name="T38" fmla="*/ 47 w 562"/>
                <a:gd name="T39" fmla="*/ 393 h 631"/>
                <a:gd name="T40" fmla="*/ 29 w 562"/>
                <a:gd name="T41" fmla="*/ 450 h 631"/>
                <a:gd name="T42" fmla="*/ 15 w 562"/>
                <a:gd name="T43" fmla="*/ 510 h 631"/>
                <a:gd name="T44" fmla="*/ 5 w 562"/>
                <a:gd name="T45" fmla="*/ 570 h 631"/>
                <a:gd name="T46" fmla="*/ 0 w 562"/>
                <a:gd name="T47" fmla="*/ 630 h 631"/>
                <a:gd name="T48" fmla="*/ 168 w 562"/>
                <a:gd name="T49" fmla="*/ 518 h 631"/>
                <a:gd name="T50" fmla="*/ 350 w 562"/>
                <a:gd name="T51" fmla="*/ 629 h 63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62"/>
                <a:gd name="T79" fmla="*/ 0 h 631"/>
                <a:gd name="T80" fmla="*/ 562 w 562"/>
                <a:gd name="T81" fmla="*/ 631 h 63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62" h="631">
                  <a:moveTo>
                    <a:pt x="350" y="629"/>
                  </a:moveTo>
                  <a:lnTo>
                    <a:pt x="357" y="583"/>
                  </a:lnTo>
                  <a:lnTo>
                    <a:pt x="368" y="536"/>
                  </a:lnTo>
                  <a:lnTo>
                    <a:pt x="383" y="491"/>
                  </a:lnTo>
                  <a:lnTo>
                    <a:pt x="401" y="447"/>
                  </a:lnTo>
                  <a:lnTo>
                    <a:pt x="423" y="405"/>
                  </a:lnTo>
                  <a:lnTo>
                    <a:pt x="450" y="367"/>
                  </a:lnTo>
                  <a:lnTo>
                    <a:pt x="480" y="330"/>
                  </a:lnTo>
                  <a:lnTo>
                    <a:pt x="561" y="411"/>
                  </a:lnTo>
                  <a:lnTo>
                    <a:pt x="487" y="86"/>
                  </a:lnTo>
                  <a:lnTo>
                    <a:pt x="487" y="85"/>
                  </a:lnTo>
                  <a:lnTo>
                    <a:pt x="151" y="0"/>
                  </a:lnTo>
                  <a:lnTo>
                    <a:pt x="230" y="80"/>
                  </a:lnTo>
                  <a:lnTo>
                    <a:pt x="234" y="83"/>
                  </a:lnTo>
                  <a:lnTo>
                    <a:pt x="194" y="130"/>
                  </a:lnTo>
                  <a:lnTo>
                    <a:pt x="158" y="177"/>
                  </a:lnTo>
                  <a:lnTo>
                    <a:pt x="124" y="228"/>
                  </a:lnTo>
                  <a:lnTo>
                    <a:pt x="94" y="281"/>
                  </a:lnTo>
                  <a:lnTo>
                    <a:pt x="69" y="336"/>
                  </a:lnTo>
                  <a:lnTo>
                    <a:pt x="47" y="393"/>
                  </a:lnTo>
                  <a:lnTo>
                    <a:pt x="29" y="450"/>
                  </a:lnTo>
                  <a:lnTo>
                    <a:pt x="15" y="510"/>
                  </a:lnTo>
                  <a:lnTo>
                    <a:pt x="5" y="570"/>
                  </a:lnTo>
                  <a:lnTo>
                    <a:pt x="0" y="630"/>
                  </a:lnTo>
                  <a:lnTo>
                    <a:pt x="168" y="518"/>
                  </a:lnTo>
                  <a:lnTo>
                    <a:pt x="350" y="62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1462" name="Freeform 11"/>
            <p:cNvSpPr>
              <a:spLocks/>
            </p:cNvSpPr>
            <p:nvPr/>
          </p:nvSpPr>
          <p:spPr bwMode="blackWhite">
            <a:xfrm>
              <a:off x="2277" y="2646"/>
              <a:ext cx="583" cy="738"/>
            </a:xfrm>
            <a:custGeom>
              <a:avLst/>
              <a:gdLst>
                <a:gd name="T0" fmla="*/ 578 w 583"/>
                <a:gd name="T1" fmla="*/ 440 h 738"/>
                <a:gd name="T2" fmla="*/ 552 w 583"/>
                <a:gd name="T3" fmla="*/ 401 h 738"/>
                <a:gd name="T4" fmla="*/ 529 w 583"/>
                <a:gd name="T5" fmla="*/ 359 h 738"/>
                <a:gd name="T6" fmla="*/ 510 w 583"/>
                <a:gd name="T7" fmla="*/ 316 h 738"/>
                <a:gd name="T8" fmla="*/ 495 w 583"/>
                <a:gd name="T9" fmla="*/ 271 h 738"/>
                <a:gd name="T10" fmla="*/ 483 w 583"/>
                <a:gd name="T11" fmla="*/ 226 h 738"/>
                <a:gd name="T12" fmla="*/ 476 w 583"/>
                <a:gd name="T13" fmla="*/ 179 h 738"/>
                <a:gd name="T14" fmla="*/ 582 w 583"/>
                <a:gd name="T15" fmla="*/ 179 h 738"/>
                <a:gd name="T16" fmla="*/ 301 w 583"/>
                <a:gd name="T17" fmla="*/ 0 h 738"/>
                <a:gd name="T18" fmla="*/ 299 w 583"/>
                <a:gd name="T19" fmla="*/ 1 h 738"/>
                <a:gd name="T20" fmla="*/ 0 w 583"/>
                <a:gd name="T21" fmla="*/ 179 h 738"/>
                <a:gd name="T22" fmla="*/ 112 w 583"/>
                <a:gd name="T23" fmla="*/ 179 h 738"/>
                <a:gd name="T24" fmla="*/ 127 w 583"/>
                <a:gd name="T25" fmla="*/ 179 h 738"/>
                <a:gd name="T26" fmla="*/ 133 w 583"/>
                <a:gd name="T27" fmla="*/ 241 h 738"/>
                <a:gd name="T28" fmla="*/ 145 w 583"/>
                <a:gd name="T29" fmla="*/ 302 h 738"/>
                <a:gd name="T30" fmla="*/ 159 w 583"/>
                <a:gd name="T31" fmla="*/ 363 h 738"/>
                <a:gd name="T32" fmla="*/ 178 w 583"/>
                <a:gd name="T33" fmla="*/ 423 h 738"/>
                <a:gd name="T34" fmla="*/ 202 w 583"/>
                <a:gd name="T35" fmla="*/ 481 h 738"/>
                <a:gd name="T36" fmla="*/ 230 w 583"/>
                <a:gd name="T37" fmla="*/ 537 h 738"/>
                <a:gd name="T38" fmla="*/ 261 w 583"/>
                <a:gd name="T39" fmla="*/ 590 h 738"/>
                <a:gd name="T40" fmla="*/ 297 w 583"/>
                <a:gd name="T41" fmla="*/ 642 h 738"/>
                <a:gd name="T42" fmla="*/ 335 w 583"/>
                <a:gd name="T43" fmla="*/ 691 h 738"/>
                <a:gd name="T44" fmla="*/ 378 w 583"/>
                <a:gd name="T45" fmla="*/ 737 h 738"/>
                <a:gd name="T46" fmla="*/ 378 w 583"/>
                <a:gd name="T47" fmla="*/ 540 h 738"/>
                <a:gd name="T48" fmla="*/ 578 w 583"/>
                <a:gd name="T49" fmla="*/ 440 h 73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83"/>
                <a:gd name="T76" fmla="*/ 0 h 738"/>
                <a:gd name="T77" fmla="*/ 583 w 583"/>
                <a:gd name="T78" fmla="*/ 738 h 73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83" h="738">
                  <a:moveTo>
                    <a:pt x="578" y="440"/>
                  </a:moveTo>
                  <a:lnTo>
                    <a:pt x="552" y="401"/>
                  </a:lnTo>
                  <a:lnTo>
                    <a:pt x="529" y="359"/>
                  </a:lnTo>
                  <a:lnTo>
                    <a:pt x="510" y="316"/>
                  </a:lnTo>
                  <a:lnTo>
                    <a:pt x="495" y="271"/>
                  </a:lnTo>
                  <a:lnTo>
                    <a:pt x="483" y="226"/>
                  </a:lnTo>
                  <a:lnTo>
                    <a:pt x="476" y="179"/>
                  </a:lnTo>
                  <a:lnTo>
                    <a:pt x="582" y="179"/>
                  </a:lnTo>
                  <a:lnTo>
                    <a:pt x="301" y="0"/>
                  </a:lnTo>
                  <a:lnTo>
                    <a:pt x="299" y="1"/>
                  </a:lnTo>
                  <a:lnTo>
                    <a:pt x="0" y="179"/>
                  </a:lnTo>
                  <a:lnTo>
                    <a:pt x="112" y="179"/>
                  </a:lnTo>
                  <a:lnTo>
                    <a:pt x="127" y="179"/>
                  </a:lnTo>
                  <a:lnTo>
                    <a:pt x="133" y="241"/>
                  </a:lnTo>
                  <a:lnTo>
                    <a:pt x="145" y="302"/>
                  </a:lnTo>
                  <a:lnTo>
                    <a:pt x="159" y="363"/>
                  </a:lnTo>
                  <a:lnTo>
                    <a:pt x="178" y="423"/>
                  </a:lnTo>
                  <a:lnTo>
                    <a:pt x="202" y="481"/>
                  </a:lnTo>
                  <a:lnTo>
                    <a:pt x="230" y="537"/>
                  </a:lnTo>
                  <a:lnTo>
                    <a:pt x="261" y="590"/>
                  </a:lnTo>
                  <a:lnTo>
                    <a:pt x="297" y="642"/>
                  </a:lnTo>
                  <a:lnTo>
                    <a:pt x="335" y="691"/>
                  </a:lnTo>
                  <a:lnTo>
                    <a:pt x="378" y="737"/>
                  </a:lnTo>
                  <a:lnTo>
                    <a:pt x="378" y="540"/>
                  </a:lnTo>
                  <a:lnTo>
                    <a:pt x="578" y="44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61445" name="Rectangle 12"/>
          <p:cNvSpPr>
            <a:spLocks noChangeArrowheads="1"/>
          </p:cNvSpPr>
          <p:nvPr/>
        </p:nvSpPr>
        <p:spPr bwMode="blackWhite">
          <a:xfrm>
            <a:off x="2647950" y="2565400"/>
            <a:ext cx="862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46" name="Rectangle 13"/>
          <p:cNvSpPr>
            <a:spLocks noChangeArrowheads="1"/>
          </p:cNvSpPr>
          <p:nvPr/>
        </p:nvSpPr>
        <p:spPr bwMode="blackWhite">
          <a:xfrm>
            <a:off x="3621088" y="1814513"/>
            <a:ext cx="86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47" name="Rectangle 14"/>
          <p:cNvSpPr>
            <a:spLocks noChangeArrowheads="1"/>
          </p:cNvSpPr>
          <p:nvPr/>
        </p:nvSpPr>
        <p:spPr bwMode="blackWhite">
          <a:xfrm>
            <a:off x="4852988" y="1874838"/>
            <a:ext cx="8651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48" name="Rectangle 15"/>
          <p:cNvSpPr>
            <a:spLocks noChangeArrowheads="1"/>
          </p:cNvSpPr>
          <p:nvPr/>
        </p:nvSpPr>
        <p:spPr bwMode="blackWhite">
          <a:xfrm>
            <a:off x="5613400" y="2778125"/>
            <a:ext cx="862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49" name="Rectangle 16"/>
          <p:cNvSpPr>
            <a:spLocks noChangeArrowheads="1"/>
          </p:cNvSpPr>
          <p:nvPr/>
        </p:nvSpPr>
        <p:spPr bwMode="blackWhite">
          <a:xfrm>
            <a:off x="5656263" y="3960813"/>
            <a:ext cx="86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50" name="Rectangle 17"/>
          <p:cNvSpPr>
            <a:spLocks noChangeArrowheads="1"/>
          </p:cNvSpPr>
          <p:nvPr/>
        </p:nvSpPr>
        <p:spPr bwMode="blackWhite">
          <a:xfrm>
            <a:off x="4659313" y="4845050"/>
            <a:ext cx="862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51" name="Rectangle 18"/>
          <p:cNvSpPr>
            <a:spLocks noChangeArrowheads="1"/>
          </p:cNvSpPr>
          <p:nvPr/>
        </p:nvSpPr>
        <p:spPr bwMode="blackWhite">
          <a:xfrm>
            <a:off x="3359150" y="4732338"/>
            <a:ext cx="862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52" name="Rectangle 19"/>
          <p:cNvSpPr>
            <a:spLocks noChangeArrowheads="1"/>
          </p:cNvSpPr>
          <p:nvPr/>
        </p:nvSpPr>
        <p:spPr bwMode="blackWhite">
          <a:xfrm>
            <a:off x="2514600" y="3736975"/>
            <a:ext cx="862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145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145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DD4A58D-4189-4848-859C-21BF498079AC}" type="slidenum">
              <a:rPr lang="zh-CN" altLang="en-US" smtClean="0"/>
              <a:pPr defTabSz="895350"/>
              <a:t>58</a:t>
            </a:fld>
            <a:endParaRPr lang="en-US" altLang="zh-CN"/>
          </a:p>
        </p:txBody>
      </p:sp>
      <p:grpSp>
        <p:nvGrpSpPr>
          <p:cNvPr id="62467" name="Group 2"/>
          <p:cNvGrpSpPr>
            <a:grpSpLocks/>
          </p:cNvGrpSpPr>
          <p:nvPr/>
        </p:nvGrpSpPr>
        <p:grpSpPr bwMode="auto">
          <a:xfrm>
            <a:off x="1822450" y="1146175"/>
            <a:ext cx="5100638" cy="4445000"/>
            <a:chOff x="1148" y="922"/>
            <a:chExt cx="3213" cy="2800"/>
          </a:xfrm>
        </p:grpSpPr>
        <p:sp>
          <p:nvSpPr>
            <p:cNvPr id="62477" name="Freeform 3"/>
            <p:cNvSpPr>
              <a:spLocks/>
            </p:cNvSpPr>
            <p:nvPr/>
          </p:nvSpPr>
          <p:spPr bwMode="blackWhite">
            <a:xfrm>
              <a:off x="3509" y="1813"/>
              <a:ext cx="852" cy="1157"/>
            </a:xfrm>
            <a:custGeom>
              <a:avLst/>
              <a:gdLst>
                <a:gd name="T0" fmla="*/ 263 w 852"/>
                <a:gd name="T1" fmla="*/ 1156 h 1157"/>
                <a:gd name="T2" fmla="*/ 851 w 852"/>
                <a:gd name="T3" fmla="*/ 1143 h 1157"/>
                <a:gd name="T4" fmla="*/ 668 w 852"/>
                <a:gd name="T5" fmla="*/ 1032 h 1157"/>
                <a:gd name="T6" fmla="*/ 703 w 852"/>
                <a:gd name="T7" fmla="*/ 958 h 1157"/>
                <a:gd name="T8" fmla="*/ 733 w 852"/>
                <a:gd name="T9" fmla="*/ 882 h 1157"/>
                <a:gd name="T10" fmla="*/ 758 w 852"/>
                <a:gd name="T11" fmla="*/ 804 h 1157"/>
                <a:gd name="T12" fmla="*/ 775 w 852"/>
                <a:gd name="T13" fmla="*/ 723 h 1157"/>
                <a:gd name="T14" fmla="*/ 790 w 852"/>
                <a:gd name="T15" fmla="*/ 642 h 1157"/>
                <a:gd name="T16" fmla="*/ 798 w 852"/>
                <a:gd name="T17" fmla="*/ 561 h 1157"/>
                <a:gd name="T18" fmla="*/ 801 w 852"/>
                <a:gd name="T19" fmla="*/ 478 h 1157"/>
                <a:gd name="T20" fmla="*/ 798 w 852"/>
                <a:gd name="T21" fmla="*/ 395 h 1157"/>
                <a:gd name="T22" fmla="*/ 789 w 852"/>
                <a:gd name="T23" fmla="*/ 314 h 1157"/>
                <a:gd name="T24" fmla="*/ 775 w 852"/>
                <a:gd name="T25" fmla="*/ 233 h 1157"/>
                <a:gd name="T26" fmla="*/ 756 w 852"/>
                <a:gd name="T27" fmla="*/ 153 h 1157"/>
                <a:gd name="T28" fmla="*/ 730 w 852"/>
                <a:gd name="T29" fmla="*/ 75 h 1157"/>
                <a:gd name="T30" fmla="*/ 701 w 852"/>
                <a:gd name="T31" fmla="*/ 0 h 1157"/>
                <a:gd name="T32" fmla="*/ 545 w 852"/>
                <a:gd name="T33" fmla="*/ 296 h 1157"/>
                <a:gd name="T34" fmla="*/ 208 w 852"/>
                <a:gd name="T35" fmla="*/ 291 h 1157"/>
                <a:gd name="T36" fmla="*/ 222 w 852"/>
                <a:gd name="T37" fmla="*/ 345 h 1157"/>
                <a:gd name="T38" fmla="*/ 231 w 852"/>
                <a:gd name="T39" fmla="*/ 402 h 1157"/>
                <a:gd name="T40" fmla="*/ 235 w 852"/>
                <a:gd name="T41" fmla="*/ 459 h 1157"/>
                <a:gd name="T42" fmla="*/ 234 w 852"/>
                <a:gd name="T43" fmla="*/ 514 h 1157"/>
                <a:gd name="T44" fmla="*/ 229 w 852"/>
                <a:gd name="T45" fmla="*/ 571 h 1157"/>
                <a:gd name="T46" fmla="*/ 217 w 852"/>
                <a:gd name="T47" fmla="*/ 627 h 1157"/>
                <a:gd name="T48" fmla="*/ 203 w 852"/>
                <a:gd name="T49" fmla="*/ 683 h 1157"/>
                <a:gd name="T50" fmla="*/ 181 w 852"/>
                <a:gd name="T51" fmla="*/ 734 h 1157"/>
                <a:gd name="T52" fmla="*/ 0 w 852"/>
                <a:gd name="T53" fmla="*/ 628 h 1157"/>
                <a:gd name="T54" fmla="*/ 263 w 852"/>
                <a:gd name="T55" fmla="*/ 1156 h 115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52"/>
                <a:gd name="T85" fmla="*/ 0 h 1157"/>
                <a:gd name="T86" fmla="*/ 852 w 852"/>
                <a:gd name="T87" fmla="*/ 1157 h 115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52" h="1157">
                  <a:moveTo>
                    <a:pt x="263" y="1156"/>
                  </a:moveTo>
                  <a:lnTo>
                    <a:pt x="851" y="1143"/>
                  </a:lnTo>
                  <a:lnTo>
                    <a:pt x="668" y="1032"/>
                  </a:lnTo>
                  <a:lnTo>
                    <a:pt x="703" y="958"/>
                  </a:lnTo>
                  <a:lnTo>
                    <a:pt x="733" y="882"/>
                  </a:lnTo>
                  <a:lnTo>
                    <a:pt x="758" y="804"/>
                  </a:lnTo>
                  <a:lnTo>
                    <a:pt x="775" y="723"/>
                  </a:lnTo>
                  <a:lnTo>
                    <a:pt x="790" y="642"/>
                  </a:lnTo>
                  <a:lnTo>
                    <a:pt x="798" y="561"/>
                  </a:lnTo>
                  <a:lnTo>
                    <a:pt x="801" y="478"/>
                  </a:lnTo>
                  <a:lnTo>
                    <a:pt x="798" y="395"/>
                  </a:lnTo>
                  <a:lnTo>
                    <a:pt x="789" y="314"/>
                  </a:lnTo>
                  <a:lnTo>
                    <a:pt x="775" y="233"/>
                  </a:lnTo>
                  <a:lnTo>
                    <a:pt x="756" y="153"/>
                  </a:lnTo>
                  <a:lnTo>
                    <a:pt x="730" y="75"/>
                  </a:lnTo>
                  <a:lnTo>
                    <a:pt x="701" y="0"/>
                  </a:lnTo>
                  <a:lnTo>
                    <a:pt x="545" y="296"/>
                  </a:lnTo>
                  <a:lnTo>
                    <a:pt x="208" y="291"/>
                  </a:lnTo>
                  <a:lnTo>
                    <a:pt x="222" y="345"/>
                  </a:lnTo>
                  <a:lnTo>
                    <a:pt x="231" y="402"/>
                  </a:lnTo>
                  <a:lnTo>
                    <a:pt x="235" y="459"/>
                  </a:lnTo>
                  <a:lnTo>
                    <a:pt x="234" y="514"/>
                  </a:lnTo>
                  <a:lnTo>
                    <a:pt x="229" y="571"/>
                  </a:lnTo>
                  <a:lnTo>
                    <a:pt x="217" y="627"/>
                  </a:lnTo>
                  <a:lnTo>
                    <a:pt x="203" y="683"/>
                  </a:lnTo>
                  <a:lnTo>
                    <a:pt x="181" y="734"/>
                  </a:lnTo>
                  <a:lnTo>
                    <a:pt x="0" y="628"/>
                  </a:lnTo>
                  <a:lnTo>
                    <a:pt x="263" y="115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478" name="Freeform 4"/>
            <p:cNvSpPr>
              <a:spLocks/>
            </p:cNvSpPr>
            <p:nvPr/>
          </p:nvSpPr>
          <p:spPr bwMode="blackWhite">
            <a:xfrm>
              <a:off x="3195" y="1105"/>
              <a:ext cx="1109" cy="962"/>
            </a:xfrm>
            <a:custGeom>
              <a:avLst/>
              <a:gdLst>
                <a:gd name="T0" fmla="*/ 246 w 1109"/>
                <a:gd name="T1" fmla="*/ 959 h 962"/>
                <a:gd name="T2" fmla="*/ 839 w 1109"/>
                <a:gd name="T3" fmla="*/ 961 h 962"/>
                <a:gd name="T4" fmla="*/ 934 w 1109"/>
                <a:gd name="T5" fmla="*/ 786 h 962"/>
                <a:gd name="T6" fmla="*/ 1023 w 1109"/>
                <a:gd name="T7" fmla="*/ 611 h 962"/>
                <a:gd name="T8" fmla="*/ 1108 w 1109"/>
                <a:gd name="T9" fmla="*/ 429 h 962"/>
                <a:gd name="T10" fmla="*/ 930 w 1109"/>
                <a:gd name="T11" fmla="*/ 539 h 962"/>
                <a:gd name="T12" fmla="*/ 885 w 1109"/>
                <a:gd name="T13" fmla="*/ 471 h 962"/>
                <a:gd name="T14" fmla="*/ 837 w 1109"/>
                <a:gd name="T15" fmla="*/ 406 h 962"/>
                <a:gd name="T16" fmla="*/ 783 w 1109"/>
                <a:gd name="T17" fmla="*/ 344 h 962"/>
                <a:gd name="T18" fmla="*/ 724 w 1109"/>
                <a:gd name="T19" fmla="*/ 287 h 962"/>
                <a:gd name="T20" fmla="*/ 663 w 1109"/>
                <a:gd name="T21" fmla="*/ 235 h 962"/>
                <a:gd name="T22" fmla="*/ 598 w 1109"/>
                <a:gd name="T23" fmla="*/ 188 h 962"/>
                <a:gd name="T24" fmla="*/ 530 w 1109"/>
                <a:gd name="T25" fmla="*/ 145 h 962"/>
                <a:gd name="T26" fmla="*/ 460 w 1109"/>
                <a:gd name="T27" fmla="*/ 107 h 962"/>
                <a:gd name="T28" fmla="*/ 387 w 1109"/>
                <a:gd name="T29" fmla="*/ 75 h 962"/>
                <a:gd name="T30" fmla="*/ 311 w 1109"/>
                <a:gd name="T31" fmla="*/ 48 h 962"/>
                <a:gd name="T32" fmla="*/ 236 w 1109"/>
                <a:gd name="T33" fmla="*/ 27 h 962"/>
                <a:gd name="T34" fmla="*/ 158 w 1109"/>
                <a:gd name="T35" fmla="*/ 12 h 962"/>
                <a:gd name="T36" fmla="*/ 79 w 1109"/>
                <a:gd name="T37" fmla="*/ 2 h 962"/>
                <a:gd name="T38" fmla="*/ 0 w 1109"/>
                <a:gd name="T39" fmla="*/ 0 h 962"/>
                <a:gd name="T40" fmla="*/ 210 w 1109"/>
                <a:gd name="T41" fmla="*/ 277 h 962"/>
                <a:gd name="T42" fmla="*/ 80 w 1109"/>
                <a:gd name="T43" fmla="*/ 601 h 962"/>
                <a:gd name="T44" fmla="*/ 134 w 1109"/>
                <a:gd name="T45" fmla="*/ 614 h 962"/>
                <a:gd name="T46" fmla="*/ 186 w 1109"/>
                <a:gd name="T47" fmla="*/ 631 h 962"/>
                <a:gd name="T48" fmla="*/ 236 w 1109"/>
                <a:gd name="T49" fmla="*/ 654 h 962"/>
                <a:gd name="T50" fmla="*/ 283 w 1109"/>
                <a:gd name="T51" fmla="*/ 681 h 962"/>
                <a:gd name="T52" fmla="*/ 328 w 1109"/>
                <a:gd name="T53" fmla="*/ 715 h 962"/>
                <a:gd name="T54" fmla="*/ 370 w 1109"/>
                <a:gd name="T55" fmla="*/ 752 h 962"/>
                <a:gd name="T56" fmla="*/ 408 w 1109"/>
                <a:gd name="T57" fmla="*/ 792 h 962"/>
                <a:gd name="T58" fmla="*/ 446 w 1109"/>
                <a:gd name="T59" fmla="*/ 837 h 962"/>
                <a:gd name="T60" fmla="*/ 246 w 1109"/>
                <a:gd name="T61" fmla="*/ 959 h 96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109"/>
                <a:gd name="T94" fmla="*/ 0 h 962"/>
                <a:gd name="T95" fmla="*/ 1109 w 1109"/>
                <a:gd name="T96" fmla="*/ 962 h 962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109" h="962">
                  <a:moveTo>
                    <a:pt x="246" y="959"/>
                  </a:moveTo>
                  <a:lnTo>
                    <a:pt x="839" y="961"/>
                  </a:lnTo>
                  <a:lnTo>
                    <a:pt x="934" y="786"/>
                  </a:lnTo>
                  <a:lnTo>
                    <a:pt x="1023" y="611"/>
                  </a:lnTo>
                  <a:lnTo>
                    <a:pt x="1108" y="429"/>
                  </a:lnTo>
                  <a:lnTo>
                    <a:pt x="930" y="539"/>
                  </a:lnTo>
                  <a:lnTo>
                    <a:pt x="885" y="471"/>
                  </a:lnTo>
                  <a:lnTo>
                    <a:pt x="837" y="406"/>
                  </a:lnTo>
                  <a:lnTo>
                    <a:pt x="783" y="344"/>
                  </a:lnTo>
                  <a:lnTo>
                    <a:pt x="724" y="287"/>
                  </a:lnTo>
                  <a:lnTo>
                    <a:pt x="663" y="235"/>
                  </a:lnTo>
                  <a:lnTo>
                    <a:pt x="598" y="188"/>
                  </a:lnTo>
                  <a:lnTo>
                    <a:pt x="530" y="145"/>
                  </a:lnTo>
                  <a:lnTo>
                    <a:pt x="460" y="107"/>
                  </a:lnTo>
                  <a:lnTo>
                    <a:pt x="387" y="75"/>
                  </a:lnTo>
                  <a:lnTo>
                    <a:pt x="311" y="48"/>
                  </a:lnTo>
                  <a:lnTo>
                    <a:pt x="236" y="27"/>
                  </a:lnTo>
                  <a:lnTo>
                    <a:pt x="158" y="12"/>
                  </a:lnTo>
                  <a:lnTo>
                    <a:pt x="79" y="2"/>
                  </a:lnTo>
                  <a:lnTo>
                    <a:pt x="0" y="0"/>
                  </a:lnTo>
                  <a:lnTo>
                    <a:pt x="210" y="277"/>
                  </a:lnTo>
                  <a:lnTo>
                    <a:pt x="80" y="601"/>
                  </a:lnTo>
                  <a:lnTo>
                    <a:pt x="134" y="614"/>
                  </a:lnTo>
                  <a:lnTo>
                    <a:pt x="186" y="631"/>
                  </a:lnTo>
                  <a:lnTo>
                    <a:pt x="236" y="654"/>
                  </a:lnTo>
                  <a:lnTo>
                    <a:pt x="283" y="681"/>
                  </a:lnTo>
                  <a:lnTo>
                    <a:pt x="328" y="715"/>
                  </a:lnTo>
                  <a:lnTo>
                    <a:pt x="370" y="752"/>
                  </a:lnTo>
                  <a:lnTo>
                    <a:pt x="408" y="792"/>
                  </a:lnTo>
                  <a:lnTo>
                    <a:pt x="446" y="837"/>
                  </a:lnTo>
                  <a:lnTo>
                    <a:pt x="246" y="95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479" name="Freeform 5"/>
            <p:cNvSpPr>
              <a:spLocks/>
            </p:cNvSpPr>
            <p:nvPr/>
          </p:nvSpPr>
          <p:spPr bwMode="blackWhite">
            <a:xfrm>
              <a:off x="1148" y="922"/>
              <a:ext cx="2206" cy="1099"/>
            </a:xfrm>
            <a:custGeom>
              <a:avLst/>
              <a:gdLst>
                <a:gd name="T0" fmla="*/ 0 w 2206"/>
                <a:gd name="T1" fmla="*/ 864 h 1099"/>
                <a:gd name="T2" fmla="*/ 1339 w 2206"/>
                <a:gd name="T3" fmla="*/ 864 h 1099"/>
                <a:gd name="T4" fmla="*/ 1552 w 2206"/>
                <a:gd name="T5" fmla="*/ 1098 h 1099"/>
                <a:gd name="T6" fmla="*/ 1587 w 2206"/>
                <a:gd name="T7" fmla="*/ 1045 h 1099"/>
                <a:gd name="T8" fmla="*/ 1625 w 2206"/>
                <a:gd name="T9" fmla="*/ 996 h 1099"/>
                <a:gd name="T10" fmla="*/ 1666 w 2206"/>
                <a:gd name="T11" fmla="*/ 948 h 1099"/>
                <a:gd name="T12" fmla="*/ 1711 w 2206"/>
                <a:gd name="T13" fmla="*/ 906 h 1099"/>
                <a:gd name="T14" fmla="*/ 1754 w 2206"/>
                <a:gd name="T15" fmla="*/ 872 h 1099"/>
                <a:gd name="T16" fmla="*/ 1800 w 2206"/>
                <a:gd name="T17" fmla="*/ 845 h 1099"/>
                <a:gd name="T18" fmla="*/ 1850 w 2206"/>
                <a:gd name="T19" fmla="*/ 822 h 1099"/>
                <a:gd name="T20" fmla="*/ 1900 w 2206"/>
                <a:gd name="T21" fmla="*/ 803 h 1099"/>
                <a:gd name="T22" fmla="*/ 1953 w 2206"/>
                <a:gd name="T23" fmla="*/ 790 h 1099"/>
                <a:gd name="T24" fmla="*/ 1983 w 2206"/>
                <a:gd name="T25" fmla="*/ 1013 h 1099"/>
                <a:gd name="T26" fmla="*/ 2205 w 2206"/>
                <a:gd name="T27" fmla="*/ 471 h 1099"/>
                <a:gd name="T28" fmla="*/ 1872 w 2206"/>
                <a:gd name="T29" fmla="*/ 0 h 1099"/>
                <a:gd name="T30" fmla="*/ 1873 w 2206"/>
                <a:gd name="T31" fmla="*/ 196 h 1099"/>
                <a:gd name="T32" fmla="*/ 0 w 2206"/>
                <a:gd name="T33" fmla="*/ 196 h 1099"/>
                <a:gd name="T34" fmla="*/ 0 w 2206"/>
                <a:gd name="T35" fmla="*/ 864 h 109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206"/>
                <a:gd name="T55" fmla="*/ 0 h 1099"/>
                <a:gd name="T56" fmla="*/ 2206 w 2206"/>
                <a:gd name="T57" fmla="*/ 1099 h 109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206" h="1099">
                  <a:moveTo>
                    <a:pt x="0" y="864"/>
                  </a:moveTo>
                  <a:lnTo>
                    <a:pt x="1339" y="864"/>
                  </a:lnTo>
                  <a:lnTo>
                    <a:pt x="1552" y="1098"/>
                  </a:lnTo>
                  <a:lnTo>
                    <a:pt x="1587" y="1045"/>
                  </a:lnTo>
                  <a:lnTo>
                    <a:pt x="1625" y="996"/>
                  </a:lnTo>
                  <a:lnTo>
                    <a:pt x="1666" y="948"/>
                  </a:lnTo>
                  <a:lnTo>
                    <a:pt x="1711" y="906"/>
                  </a:lnTo>
                  <a:lnTo>
                    <a:pt x="1754" y="872"/>
                  </a:lnTo>
                  <a:lnTo>
                    <a:pt x="1800" y="845"/>
                  </a:lnTo>
                  <a:lnTo>
                    <a:pt x="1850" y="822"/>
                  </a:lnTo>
                  <a:lnTo>
                    <a:pt x="1900" y="803"/>
                  </a:lnTo>
                  <a:lnTo>
                    <a:pt x="1953" y="790"/>
                  </a:lnTo>
                  <a:lnTo>
                    <a:pt x="1983" y="1013"/>
                  </a:lnTo>
                  <a:lnTo>
                    <a:pt x="2205" y="471"/>
                  </a:lnTo>
                  <a:lnTo>
                    <a:pt x="1872" y="0"/>
                  </a:lnTo>
                  <a:lnTo>
                    <a:pt x="1873" y="196"/>
                  </a:lnTo>
                  <a:lnTo>
                    <a:pt x="0" y="196"/>
                  </a:lnTo>
                  <a:lnTo>
                    <a:pt x="0" y="86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480" name="Freeform 6"/>
            <p:cNvSpPr>
              <a:spLocks/>
            </p:cNvSpPr>
            <p:nvPr/>
          </p:nvSpPr>
          <p:spPr bwMode="blackWhite">
            <a:xfrm>
              <a:off x="2976" y="2663"/>
              <a:ext cx="1115" cy="1059"/>
            </a:xfrm>
            <a:custGeom>
              <a:avLst/>
              <a:gdLst>
                <a:gd name="T0" fmla="*/ 0 w 1115"/>
                <a:gd name="T1" fmla="*/ 529 h 1059"/>
                <a:gd name="T2" fmla="*/ 279 w 1115"/>
                <a:gd name="T3" fmla="*/ 1058 h 1059"/>
                <a:gd name="T4" fmla="*/ 279 w 1115"/>
                <a:gd name="T5" fmla="*/ 815 h 1059"/>
                <a:gd name="T6" fmla="*/ 353 w 1115"/>
                <a:gd name="T7" fmla="*/ 808 h 1059"/>
                <a:gd name="T8" fmla="*/ 429 w 1115"/>
                <a:gd name="T9" fmla="*/ 795 h 1059"/>
                <a:gd name="T10" fmla="*/ 502 w 1115"/>
                <a:gd name="T11" fmla="*/ 777 h 1059"/>
                <a:gd name="T12" fmla="*/ 573 w 1115"/>
                <a:gd name="T13" fmla="*/ 754 h 1059"/>
                <a:gd name="T14" fmla="*/ 643 w 1115"/>
                <a:gd name="T15" fmla="*/ 726 h 1059"/>
                <a:gd name="T16" fmla="*/ 712 w 1115"/>
                <a:gd name="T17" fmla="*/ 693 h 1059"/>
                <a:gd name="T18" fmla="*/ 778 w 1115"/>
                <a:gd name="T19" fmla="*/ 655 h 1059"/>
                <a:gd name="T20" fmla="*/ 843 w 1115"/>
                <a:gd name="T21" fmla="*/ 613 h 1059"/>
                <a:gd name="T22" fmla="*/ 901 w 1115"/>
                <a:gd name="T23" fmla="*/ 564 h 1059"/>
                <a:gd name="T24" fmla="*/ 961 w 1115"/>
                <a:gd name="T25" fmla="*/ 513 h 1059"/>
                <a:gd name="T26" fmla="*/ 1015 w 1115"/>
                <a:gd name="T27" fmla="*/ 456 h 1059"/>
                <a:gd name="T28" fmla="*/ 1068 w 1115"/>
                <a:gd name="T29" fmla="*/ 395 h 1059"/>
                <a:gd name="T30" fmla="*/ 1114 w 1115"/>
                <a:gd name="T31" fmla="*/ 333 h 1059"/>
                <a:gd name="T32" fmla="*/ 776 w 1115"/>
                <a:gd name="T33" fmla="*/ 352 h 1059"/>
                <a:gd name="T34" fmla="*/ 623 w 1115"/>
                <a:gd name="T35" fmla="*/ 36 h 1059"/>
                <a:gd name="T36" fmla="*/ 591 w 1115"/>
                <a:gd name="T37" fmla="*/ 69 h 1059"/>
                <a:gd name="T38" fmla="*/ 557 w 1115"/>
                <a:gd name="T39" fmla="*/ 98 h 1059"/>
                <a:gd name="T40" fmla="*/ 516 w 1115"/>
                <a:gd name="T41" fmla="*/ 128 h 1059"/>
                <a:gd name="T42" fmla="*/ 472 w 1115"/>
                <a:gd name="T43" fmla="*/ 157 h 1059"/>
                <a:gd name="T44" fmla="*/ 425 w 1115"/>
                <a:gd name="T45" fmla="*/ 178 h 1059"/>
                <a:gd name="T46" fmla="*/ 379 w 1115"/>
                <a:gd name="T47" fmla="*/ 197 h 1059"/>
                <a:gd name="T48" fmla="*/ 330 w 1115"/>
                <a:gd name="T49" fmla="*/ 211 h 1059"/>
                <a:gd name="T50" fmla="*/ 279 w 1115"/>
                <a:gd name="T51" fmla="*/ 220 h 1059"/>
                <a:gd name="T52" fmla="*/ 279 w 1115"/>
                <a:gd name="T53" fmla="*/ 0 h 1059"/>
                <a:gd name="T54" fmla="*/ 0 w 1115"/>
                <a:gd name="T55" fmla="*/ 529 h 105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15"/>
                <a:gd name="T85" fmla="*/ 0 h 1059"/>
                <a:gd name="T86" fmla="*/ 1115 w 1115"/>
                <a:gd name="T87" fmla="*/ 1059 h 1059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15" h="1059">
                  <a:moveTo>
                    <a:pt x="0" y="529"/>
                  </a:moveTo>
                  <a:lnTo>
                    <a:pt x="279" y="1058"/>
                  </a:lnTo>
                  <a:lnTo>
                    <a:pt x="279" y="815"/>
                  </a:lnTo>
                  <a:lnTo>
                    <a:pt x="353" y="808"/>
                  </a:lnTo>
                  <a:lnTo>
                    <a:pt x="429" y="795"/>
                  </a:lnTo>
                  <a:lnTo>
                    <a:pt x="502" y="777"/>
                  </a:lnTo>
                  <a:lnTo>
                    <a:pt x="573" y="754"/>
                  </a:lnTo>
                  <a:lnTo>
                    <a:pt x="643" y="726"/>
                  </a:lnTo>
                  <a:lnTo>
                    <a:pt x="712" y="693"/>
                  </a:lnTo>
                  <a:lnTo>
                    <a:pt x="778" y="655"/>
                  </a:lnTo>
                  <a:lnTo>
                    <a:pt x="843" y="613"/>
                  </a:lnTo>
                  <a:lnTo>
                    <a:pt x="901" y="564"/>
                  </a:lnTo>
                  <a:lnTo>
                    <a:pt x="961" y="513"/>
                  </a:lnTo>
                  <a:lnTo>
                    <a:pt x="1015" y="456"/>
                  </a:lnTo>
                  <a:lnTo>
                    <a:pt x="1068" y="395"/>
                  </a:lnTo>
                  <a:lnTo>
                    <a:pt x="1114" y="333"/>
                  </a:lnTo>
                  <a:lnTo>
                    <a:pt x="776" y="352"/>
                  </a:lnTo>
                  <a:lnTo>
                    <a:pt x="623" y="36"/>
                  </a:lnTo>
                  <a:lnTo>
                    <a:pt x="591" y="69"/>
                  </a:lnTo>
                  <a:lnTo>
                    <a:pt x="557" y="98"/>
                  </a:lnTo>
                  <a:lnTo>
                    <a:pt x="516" y="128"/>
                  </a:lnTo>
                  <a:lnTo>
                    <a:pt x="472" y="157"/>
                  </a:lnTo>
                  <a:lnTo>
                    <a:pt x="425" y="178"/>
                  </a:lnTo>
                  <a:lnTo>
                    <a:pt x="379" y="197"/>
                  </a:lnTo>
                  <a:lnTo>
                    <a:pt x="330" y="211"/>
                  </a:lnTo>
                  <a:lnTo>
                    <a:pt x="279" y="220"/>
                  </a:lnTo>
                  <a:lnTo>
                    <a:pt x="279" y="0"/>
                  </a:lnTo>
                  <a:lnTo>
                    <a:pt x="0" y="52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481" name="Freeform 7"/>
            <p:cNvSpPr>
              <a:spLocks/>
            </p:cNvSpPr>
            <p:nvPr/>
          </p:nvSpPr>
          <p:spPr bwMode="blackWhite">
            <a:xfrm>
              <a:off x="2029" y="2530"/>
              <a:ext cx="1061" cy="946"/>
            </a:xfrm>
            <a:custGeom>
              <a:avLst/>
              <a:gdLst>
                <a:gd name="T0" fmla="*/ 372 w 1061"/>
                <a:gd name="T1" fmla="*/ 0 h 946"/>
                <a:gd name="T2" fmla="*/ 0 w 1061"/>
                <a:gd name="T3" fmla="*/ 477 h 946"/>
                <a:gd name="T4" fmla="*/ 207 w 1061"/>
                <a:gd name="T5" fmla="*/ 395 h 946"/>
                <a:gd name="T6" fmla="*/ 252 w 1061"/>
                <a:gd name="T7" fmla="*/ 466 h 946"/>
                <a:gd name="T8" fmla="*/ 302 w 1061"/>
                <a:gd name="T9" fmla="*/ 531 h 946"/>
                <a:gd name="T10" fmla="*/ 354 w 1061"/>
                <a:gd name="T11" fmla="*/ 592 h 946"/>
                <a:gd name="T12" fmla="*/ 410 w 1061"/>
                <a:gd name="T13" fmla="*/ 649 h 946"/>
                <a:gd name="T14" fmla="*/ 471 w 1061"/>
                <a:gd name="T15" fmla="*/ 703 h 946"/>
                <a:gd name="T16" fmla="*/ 535 w 1061"/>
                <a:gd name="T17" fmla="*/ 751 h 946"/>
                <a:gd name="T18" fmla="*/ 602 w 1061"/>
                <a:gd name="T19" fmla="*/ 795 h 946"/>
                <a:gd name="T20" fmla="*/ 670 w 1061"/>
                <a:gd name="T21" fmla="*/ 833 h 946"/>
                <a:gd name="T22" fmla="*/ 745 w 1061"/>
                <a:gd name="T23" fmla="*/ 867 h 946"/>
                <a:gd name="T24" fmla="*/ 818 w 1061"/>
                <a:gd name="T25" fmla="*/ 894 h 946"/>
                <a:gd name="T26" fmla="*/ 894 w 1061"/>
                <a:gd name="T27" fmla="*/ 917 h 946"/>
                <a:gd name="T28" fmla="*/ 970 w 1061"/>
                <a:gd name="T29" fmla="*/ 934 h 946"/>
                <a:gd name="T30" fmla="*/ 1048 w 1061"/>
                <a:gd name="T31" fmla="*/ 945 h 946"/>
                <a:gd name="T32" fmla="*/ 896 w 1061"/>
                <a:gd name="T33" fmla="*/ 669 h 946"/>
                <a:gd name="T34" fmla="*/ 1060 w 1061"/>
                <a:gd name="T35" fmla="*/ 347 h 946"/>
                <a:gd name="T36" fmla="*/ 1004 w 1061"/>
                <a:gd name="T37" fmla="*/ 334 h 946"/>
                <a:gd name="T38" fmla="*/ 951 w 1061"/>
                <a:gd name="T39" fmla="*/ 315 h 946"/>
                <a:gd name="T40" fmla="*/ 898 w 1061"/>
                <a:gd name="T41" fmla="*/ 290 h 946"/>
                <a:gd name="T42" fmla="*/ 850 w 1061"/>
                <a:gd name="T43" fmla="*/ 260 h 946"/>
                <a:gd name="T44" fmla="*/ 802 w 1061"/>
                <a:gd name="T45" fmla="*/ 223 h 946"/>
                <a:gd name="T46" fmla="*/ 761 w 1061"/>
                <a:gd name="T47" fmla="*/ 184 h 946"/>
                <a:gd name="T48" fmla="*/ 938 w 1061"/>
                <a:gd name="T49" fmla="*/ 113 h 946"/>
                <a:gd name="T50" fmla="*/ 372 w 1061"/>
                <a:gd name="T51" fmla="*/ 0 h 9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061"/>
                <a:gd name="T79" fmla="*/ 0 h 946"/>
                <a:gd name="T80" fmla="*/ 1061 w 1061"/>
                <a:gd name="T81" fmla="*/ 946 h 94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061" h="946">
                  <a:moveTo>
                    <a:pt x="372" y="0"/>
                  </a:moveTo>
                  <a:lnTo>
                    <a:pt x="0" y="477"/>
                  </a:lnTo>
                  <a:lnTo>
                    <a:pt x="207" y="395"/>
                  </a:lnTo>
                  <a:lnTo>
                    <a:pt x="252" y="466"/>
                  </a:lnTo>
                  <a:lnTo>
                    <a:pt x="302" y="531"/>
                  </a:lnTo>
                  <a:lnTo>
                    <a:pt x="354" y="592"/>
                  </a:lnTo>
                  <a:lnTo>
                    <a:pt x="410" y="649"/>
                  </a:lnTo>
                  <a:lnTo>
                    <a:pt x="471" y="703"/>
                  </a:lnTo>
                  <a:lnTo>
                    <a:pt x="535" y="751"/>
                  </a:lnTo>
                  <a:lnTo>
                    <a:pt x="602" y="795"/>
                  </a:lnTo>
                  <a:lnTo>
                    <a:pt x="670" y="833"/>
                  </a:lnTo>
                  <a:lnTo>
                    <a:pt x="745" y="867"/>
                  </a:lnTo>
                  <a:lnTo>
                    <a:pt x="818" y="894"/>
                  </a:lnTo>
                  <a:lnTo>
                    <a:pt x="894" y="917"/>
                  </a:lnTo>
                  <a:lnTo>
                    <a:pt x="970" y="934"/>
                  </a:lnTo>
                  <a:lnTo>
                    <a:pt x="1048" y="945"/>
                  </a:lnTo>
                  <a:lnTo>
                    <a:pt x="896" y="669"/>
                  </a:lnTo>
                  <a:lnTo>
                    <a:pt x="1060" y="347"/>
                  </a:lnTo>
                  <a:lnTo>
                    <a:pt x="1004" y="334"/>
                  </a:lnTo>
                  <a:lnTo>
                    <a:pt x="951" y="315"/>
                  </a:lnTo>
                  <a:lnTo>
                    <a:pt x="898" y="290"/>
                  </a:lnTo>
                  <a:lnTo>
                    <a:pt x="850" y="260"/>
                  </a:lnTo>
                  <a:lnTo>
                    <a:pt x="802" y="223"/>
                  </a:lnTo>
                  <a:lnTo>
                    <a:pt x="761" y="184"/>
                  </a:lnTo>
                  <a:lnTo>
                    <a:pt x="938" y="113"/>
                  </a:lnTo>
                  <a:lnTo>
                    <a:pt x="372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482" name="Freeform 8"/>
            <p:cNvSpPr>
              <a:spLocks/>
            </p:cNvSpPr>
            <p:nvPr/>
          </p:nvSpPr>
          <p:spPr bwMode="blackWhite">
            <a:xfrm>
              <a:off x="1974" y="1720"/>
              <a:ext cx="866" cy="1055"/>
            </a:xfrm>
            <a:custGeom>
              <a:avLst/>
              <a:gdLst>
                <a:gd name="T0" fmla="*/ 571 w 866"/>
                <a:gd name="T1" fmla="*/ 0 h 1055"/>
                <a:gd name="T2" fmla="*/ 0 w 866"/>
                <a:gd name="T3" fmla="*/ 1 h 1055"/>
                <a:gd name="T4" fmla="*/ 178 w 866"/>
                <a:gd name="T5" fmla="*/ 111 h 1055"/>
                <a:gd name="T6" fmla="*/ 153 w 866"/>
                <a:gd name="T7" fmla="*/ 187 h 1055"/>
                <a:gd name="T8" fmla="*/ 130 w 866"/>
                <a:gd name="T9" fmla="*/ 264 h 1055"/>
                <a:gd name="T10" fmla="*/ 113 w 866"/>
                <a:gd name="T11" fmla="*/ 343 h 1055"/>
                <a:gd name="T12" fmla="*/ 100 w 866"/>
                <a:gd name="T13" fmla="*/ 423 h 1055"/>
                <a:gd name="T14" fmla="*/ 94 w 866"/>
                <a:gd name="T15" fmla="*/ 504 h 1055"/>
                <a:gd name="T16" fmla="*/ 93 w 866"/>
                <a:gd name="T17" fmla="*/ 583 h 1055"/>
                <a:gd name="T18" fmla="*/ 95 w 866"/>
                <a:gd name="T19" fmla="*/ 664 h 1055"/>
                <a:gd name="T20" fmla="*/ 104 w 866"/>
                <a:gd name="T21" fmla="*/ 744 h 1055"/>
                <a:gd name="T22" fmla="*/ 118 w 866"/>
                <a:gd name="T23" fmla="*/ 824 h 1055"/>
                <a:gd name="T24" fmla="*/ 136 w 866"/>
                <a:gd name="T25" fmla="*/ 903 h 1055"/>
                <a:gd name="T26" fmla="*/ 159 w 866"/>
                <a:gd name="T27" fmla="*/ 979 h 1055"/>
                <a:gd name="T28" fmla="*/ 189 w 866"/>
                <a:gd name="T29" fmla="*/ 1054 h 1055"/>
                <a:gd name="T30" fmla="*/ 412 w 866"/>
                <a:gd name="T31" fmla="*/ 766 h 1055"/>
                <a:gd name="T32" fmla="*/ 702 w 866"/>
                <a:gd name="T33" fmla="*/ 816 h 1055"/>
                <a:gd name="T34" fmla="*/ 681 w 866"/>
                <a:gd name="T35" fmla="*/ 760 h 1055"/>
                <a:gd name="T36" fmla="*/ 666 w 866"/>
                <a:gd name="T37" fmla="*/ 705 h 1055"/>
                <a:gd name="T38" fmla="*/ 658 w 866"/>
                <a:gd name="T39" fmla="*/ 647 h 1055"/>
                <a:gd name="T40" fmla="*/ 652 w 866"/>
                <a:gd name="T41" fmla="*/ 588 h 1055"/>
                <a:gd name="T42" fmla="*/ 652 w 866"/>
                <a:gd name="T43" fmla="*/ 529 h 1055"/>
                <a:gd name="T44" fmla="*/ 660 w 866"/>
                <a:gd name="T45" fmla="*/ 470 h 1055"/>
                <a:gd name="T46" fmla="*/ 672 w 866"/>
                <a:gd name="T47" fmla="*/ 413 h 1055"/>
                <a:gd name="T48" fmla="*/ 865 w 866"/>
                <a:gd name="T49" fmla="*/ 531 h 1055"/>
                <a:gd name="T50" fmla="*/ 571 w 866"/>
                <a:gd name="T51" fmla="*/ 0 h 105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66"/>
                <a:gd name="T79" fmla="*/ 0 h 1055"/>
                <a:gd name="T80" fmla="*/ 866 w 866"/>
                <a:gd name="T81" fmla="*/ 1055 h 105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66" h="1055">
                  <a:moveTo>
                    <a:pt x="571" y="0"/>
                  </a:moveTo>
                  <a:lnTo>
                    <a:pt x="0" y="1"/>
                  </a:lnTo>
                  <a:lnTo>
                    <a:pt x="178" y="111"/>
                  </a:lnTo>
                  <a:lnTo>
                    <a:pt x="153" y="187"/>
                  </a:lnTo>
                  <a:lnTo>
                    <a:pt x="130" y="264"/>
                  </a:lnTo>
                  <a:lnTo>
                    <a:pt x="113" y="343"/>
                  </a:lnTo>
                  <a:lnTo>
                    <a:pt x="100" y="423"/>
                  </a:lnTo>
                  <a:lnTo>
                    <a:pt x="94" y="504"/>
                  </a:lnTo>
                  <a:lnTo>
                    <a:pt x="93" y="583"/>
                  </a:lnTo>
                  <a:lnTo>
                    <a:pt x="95" y="664"/>
                  </a:lnTo>
                  <a:lnTo>
                    <a:pt x="104" y="744"/>
                  </a:lnTo>
                  <a:lnTo>
                    <a:pt x="118" y="824"/>
                  </a:lnTo>
                  <a:lnTo>
                    <a:pt x="136" y="903"/>
                  </a:lnTo>
                  <a:lnTo>
                    <a:pt x="159" y="979"/>
                  </a:lnTo>
                  <a:lnTo>
                    <a:pt x="189" y="1054"/>
                  </a:lnTo>
                  <a:lnTo>
                    <a:pt x="412" y="766"/>
                  </a:lnTo>
                  <a:lnTo>
                    <a:pt x="702" y="816"/>
                  </a:lnTo>
                  <a:lnTo>
                    <a:pt x="681" y="760"/>
                  </a:lnTo>
                  <a:lnTo>
                    <a:pt x="666" y="705"/>
                  </a:lnTo>
                  <a:lnTo>
                    <a:pt x="658" y="647"/>
                  </a:lnTo>
                  <a:lnTo>
                    <a:pt x="652" y="588"/>
                  </a:lnTo>
                  <a:lnTo>
                    <a:pt x="652" y="529"/>
                  </a:lnTo>
                  <a:lnTo>
                    <a:pt x="660" y="470"/>
                  </a:lnTo>
                  <a:lnTo>
                    <a:pt x="672" y="413"/>
                  </a:lnTo>
                  <a:lnTo>
                    <a:pt x="865" y="531"/>
                  </a:lnTo>
                  <a:lnTo>
                    <a:pt x="571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62468" name="Rectangle 9"/>
          <p:cNvSpPr>
            <a:spLocks noChangeArrowheads="1"/>
          </p:cNvSpPr>
          <p:nvPr/>
        </p:nvSpPr>
        <p:spPr bwMode="blackWhite">
          <a:xfrm>
            <a:off x="1960563" y="1873250"/>
            <a:ext cx="3055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2469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INCOMING</a:t>
            </a:r>
          </a:p>
        </p:txBody>
      </p:sp>
      <p:sp>
        <p:nvSpPr>
          <p:cNvPr id="62470" name="Rectangle 11"/>
          <p:cNvSpPr>
            <a:spLocks noChangeArrowheads="1"/>
          </p:cNvSpPr>
          <p:nvPr/>
        </p:nvSpPr>
        <p:spPr bwMode="blackWhite">
          <a:xfrm>
            <a:off x="5376863" y="2133600"/>
            <a:ext cx="1023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2471" name="Rectangle 12"/>
          <p:cNvSpPr>
            <a:spLocks noChangeArrowheads="1"/>
          </p:cNvSpPr>
          <p:nvPr/>
        </p:nvSpPr>
        <p:spPr bwMode="blackWhite">
          <a:xfrm>
            <a:off x="5846763" y="3448050"/>
            <a:ext cx="1023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2472" name="Rectangle 13"/>
          <p:cNvSpPr>
            <a:spLocks noChangeArrowheads="1"/>
          </p:cNvSpPr>
          <p:nvPr/>
        </p:nvSpPr>
        <p:spPr bwMode="blackWhite">
          <a:xfrm>
            <a:off x="4995863" y="4538663"/>
            <a:ext cx="1023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2473" name="Rectangle 14"/>
          <p:cNvSpPr>
            <a:spLocks noChangeArrowheads="1"/>
          </p:cNvSpPr>
          <p:nvPr/>
        </p:nvSpPr>
        <p:spPr bwMode="blackWhite">
          <a:xfrm>
            <a:off x="3687763" y="4248150"/>
            <a:ext cx="1023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2474" name="Rectangle 15"/>
          <p:cNvSpPr>
            <a:spLocks noChangeArrowheads="1"/>
          </p:cNvSpPr>
          <p:nvPr/>
        </p:nvSpPr>
        <p:spPr bwMode="blackWhite">
          <a:xfrm>
            <a:off x="3243263" y="3003550"/>
            <a:ext cx="1023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247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247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43A67D1-6BD5-43C2-9120-044D24D334FC}" type="slidenum">
              <a:rPr lang="zh-CN" altLang="en-US" smtClean="0"/>
              <a:pPr defTabSz="895350"/>
              <a:t>59</a:t>
            </a:fld>
            <a:endParaRPr lang="en-US" altLang="zh-CN"/>
          </a:p>
        </p:txBody>
      </p:sp>
      <p:sp>
        <p:nvSpPr>
          <p:cNvPr id="63491" name="Freeform 2"/>
          <p:cNvSpPr>
            <a:spLocks/>
          </p:cNvSpPr>
          <p:nvPr/>
        </p:nvSpPr>
        <p:spPr bwMode="blackWhite">
          <a:xfrm>
            <a:off x="4570413" y="5189538"/>
            <a:ext cx="1508125" cy="612775"/>
          </a:xfrm>
          <a:custGeom>
            <a:avLst/>
            <a:gdLst>
              <a:gd name="T0" fmla="*/ 2147483647 w 950"/>
              <a:gd name="T1" fmla="*/ 0 h 386"/>
              <a:gd name="T2" fmla="*/ 2147483647 w 950"/>
              <a:gd name="T3" fmla="*/ 2147483647 h 386"/>
              <a:gd name="T4" fmla="*/ 2147483647 w 950"/>
              <a:gd name="T5" fmla="*/ 2147483647 h 386"/>
              <a:gd name="T6" fmla="*/ 2147483647 w 950"/>
              <a:gd name="T7" fmla="*/ 2147483647 h 386"/>
              <a:gd name="T8" fmla="*/ 2147483647 w 950"/>
              <a:gd name="T9" fmla="*/ 2147483647 h 386"/>
              <a:gd name="T10" fmla="*/ 2147483647 w 950"/>
              <a:gd name="T11" fmla="*/ 2147483647 h 386"/>
              <a:gd name="T12" fmla="*/ 2147483647 w 950"/>
              <a:gd name="T13" fmla="*/ 2147483647 h 386"/>
              <a:gd name="T14" fmla="*/ 2147483647 w 950"/>
              <a:gd name="T15" fmla="*/ 2147483647 h 386"/>
              <a:gd name="T16" fmla="*/ 2147483647 w 950"/>
              <a:gd name="T17" fmla="*/ 2147483647 h 386"/>
              <a:gd name="T18" fmla="*/ 2147483647 w 950"/>
              <a:gd name="T19" fmla="*/ 2147483647 h 386"/>
              <a:gd name="T20" fmla="*/ 2147483647 w 950"/>
              <a:gd name="T21" fmla="*/ 2147483647 h 386"/>
              <a:gd name="T22" fmla="*/ 2147483647 w 950"/>
              <a:gd name="T23" fmla="*/ 2147483647 h 386"/>
              <a:gd name="T24" fmla="*/ 2147483647 w 950"/>
              <a:gd name="T25" fmla="*/ 2147483647 h 386"/>
              <a:gd name="T26" fmla="*/ 2147483647 w 950"/>
              <a:gd name="T27" fmla="*/ 2147483647 h 386"/>
              <a:gd name="T28" fmla="*/ 2147483647 w 950"/>
              <a:gd name="T29" fmla="*/ 2147483647 h 386"/>
              <a:gd name="T30" fmla="*/ 2147483647 w 950"/>
              <a:gd name="T31" fmla="*/ 2147483647 h 386"/>
              <a:gd name="T32" fmla="*/ 2147483647 w 950"/>
              <a:gd name="T33" fmla="*/ 2147483647 h 386"/>
              <a:gd name="T34" fmla="*/ 2147483647 w 950"/>
              <a:gd name="T35" fmla="*/ 2147483647 h 386"/>
              <a:gd name="T36" fmla="*/ 2147483647 w 950"/>
              <a:gd name="T37" fmla="*/ 2147483647 h 386"/>
              <a:gd name="T38" fmla="*/ 2147483647 w 950"/>
              <a:gd name="T39" fmla="*/ 2147483647 h 386"/>
              <a:gd name="T40" fmla="*/ 2147483647 w 950"/>
              <a:gd name="T41" fmla="*/ 2147483647 h 386"/>
              <a:gd name="T42" fmla="*/ 2147483647 w 950"/>
              <a:gd name="T43" fmla="*/ 2147483647 h 386"/>
              <a:gd name="T44" fmla="*/ 2147483647 w 950"/>
              <a:gd name="T45" fmla="*/ 2147483647 h 386"/>
              <a:gd name="T46" fmla="*/ 2147483647 w 950"/>
              <a:gd name="T47" fmla="*/ 2147483647 h 386"/>
              <a:gd name="T48" fmla="*/ 2147483647 w 950"/>
              <a:gd name="T49" fmla="*/ 2147483647 h 386"/>
              <a:gd name="T50" fmla="*/ 2147483647 w 950"/>
              <a:gd name="T51" fmla="*/ 2147483647 h 386"/>
              <a:gd name="T52" fmla="*/ 0 w 950"/>
              <a:gd name="T53" fmla="*/ 2147483647 h 386"/>
              <a:gd name="T54" fmla="*/ 2147483647 w 950"/>
              <a:gd name="T55" fmla="*/ 2147483647 h 386"/>
              <a:gd name="T56" fmla="*/ 2147483647 w 950"/>
              <a:gd name="T57" fmla="*/ 2147483647 h 386"/>
              <a:gd name="T58" fmla="*/ 2147483647 w 950"/>
              <a:gd name="T59" fmla="*/ 2147483647 h 386"/>
              <a:gd name="T60" fmla="*/ 2147483647 w 950"/>
              <a:gd name="T61" fmla="*/ 2147483647 h 386"/>
              <a:gd name="T62" fmla="*/ 2147483647 w 950"/>
              <a:gd name="T63" fmla="*/ 0 h 386"/>
              <a:gd name="T64" fmla="*/ 2147483647 w 950"/>
              <a:gd name="T65" fmla="*/ 0 h 38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50"/>
              <a:gd name="T100" fmla="*/ 0 h 386"/>
              <a:gd name="T101" fmla="*/ 950 w 950"/>
              <a:gd name="T102" fmla="*/ 386 h 38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50" h="386">
                <a:moveTo>
                  <a:pt x="949" y="0"/>
                </a:moveTo>
                <a:lnTo>
                  <a:pt x="920" y="38"/>
                </a:lnTo>
                <a:lnTo>
                  <a:pt x="891" y="78"/>
                </a:lnTo>
                <a:lnTo>
                  <a:pt x="859" y="114"/>
                </a:lnTo>
                <a:lnTo>
                  <a:pt x="826" y="149"/>
                </a:lnTo>
                <a:lnTo>
                  <a:pt x="791" y="183"/>
                </a:lnTo>
                <a:lnTo>
                  <a:pt x="754" y="215"/>
                </a:lnTo>
                <a:lnTo>
                  <a:pt x="716" y="244"/>
                </a:lnTo>
                <a:lnTo>
                  <a:pt x="678" y="272"/>
                </a:lnTo>
                <a:lnTo>
                  <a:pt x="638" y="297"/>
                </a:lnTo>
                <a:lnTo>
                  <a:pt x="596" y="319"/>
                </a:lnTo>
                <a:lnTo>
                  <a:pt x="556" y="339"/>
                </a:lnTo>
                <a:lnTo>
                  <a:pt x="515" y="356"/>
                </a:lnTo>
                <a:lnTo>
                  <a:pt x="475" y="370"/>
                </a:lnTo>
                <a:lnTo>
                  <a:pt x="434" y="382"/>
                </a:lnTo>
                <a:lnTo>
                  <a:pt x="388" y="385"/>
                </a:lnTo>
                <a:lnTo>
                  <a:pt x="343" y="385"/>
                </a:lnTo>
                <a:lnTo>
                  <a:pt x="301" y="381"/>
                </a:lnTo>
                <a:lnTo>
                  <a:pt x="258" y="374"/>
                </a:lnTo>
                <a:lnTo>
                  <a:pt x="218" y="365"/>
                </a:lnTo>
                <a:lnTo>
                  <a:pt x="180" y="352"/>
                </a:lnTo>
                <a:lnTo>
                  <a:pt x="144" y="337"/>
                </a:lnTo>
                <a:lnTo>
                  <a:pt x="111" y="317"/>
                </a:lnTo>
                <a:lnTo>
                  <a:pt x="79" y="296"/>
                </a:lnTo>
                <a:lnTo>
                  <a:pt x="50" y="271"/>
                </a:lnTo>
                <a:lnTo>
                  <a:pt x="23" y="244"/>
                </a:lnTo>
                <a:lnTo>
                  <a:pt x="0" y="215"/>
                </a:lnTo>
                <a:lnTo>
                  <a:pt x="45" y="177"/>
                </a:lnTo>
                <a:lnTo>
                  <a:pt x="87" y="138"/>
                </a:lnTo>
                <a:lnTo>
                  <a:pt x="128" y="94"/>
                </a:lnTo>
                <a:lnTo>
                  <a:pt x="165" y="49"/>
                </a:lnTo>
                <a:lnTo>
                  <a:pt x="201" y="0"/>
                </a:lnTo>
                <a:lnTo>
                  <a:pt x="949" y="0"/>
                </a:lnTo>
              </a:path>
            </a:pathLst>
          </a:custGeom>
          <a:solidFill>
            <a:schemeClr val="accent1">
              <a:alpha val="50195"/>
            </a:schemeClr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2" name="Freeform 3"/>
          <p:cNvSpPr>
            <a:spLocks/>
          </p:cNvSpPr>
          <p:nvPr/>
        </p:nvSpPr>
        <p:spPr bwMode="blackWhite">
          <a:xfrm>
            <a:off x="4635500" y="1463675"/>
            <a:ext cx="1590675" cy="827088"/>
          </a:xfrm>
          <a:custGeom>
            <a:avLst/>
            <a:gdLst>
              <a:gd name="T0" fmla="*/ 2147483647 w 1002"/>
              <a:gd name="T1" fmla="*/ 2147483647 h 521"/>
              <a:gd name="T2" fmla="*/ 2147483647 w 1002"/>
              <a:gd name="T3" fmla="*/ 2147483647 h 521"/>
              <a:gd name="T4" fmla="*/ 2147483647 w 1002"/>
              <a:gd name="T5" fmla="*/ 2147483647 h 521"/>
              <a:gd name="T6" fmla="*/ 2147483647 w 1002"/>
              <a:gd name="T7" fmla="*/ 2147483647 h 521"/>
              <a:gd name="T8" fmla="*/ 2147483647 w 1002"/>
              <a:gd name="T9" fmla="*/ 2147483647 h 521"/>
              <a:gd name="T10" fmla="*/ 2147483647 w 1002"/>
              <a:gd name="T11" fmla="*/ 2147483647 h 521"/>
              <a:gd name="T12" fmla="*/ 2147483647 w 1002"/>
              <a:gd name="T13" fmla="*/ 2147483647 h 521"/>
              <a:gd name="T14" fmla="*/ 2147483647 w 1002"/>
              <a:gd name="T15" fmla="*/ 2147483647 h 521"/>
              <a:gd name="T16" fmla="*/ 2147483647 w 1002"/>
              <a:gd name="T17" fmla="*/ 2147483647 h 521"/>
              <a:gd name="T18" fmla="*/ 2147483647 w 1002"/>
              <a:gd name="T19" fmla="*/ 2147483647 h 521"/>
              <a:gd name="T20" fmla="*/ 2147483647 w 1002"/>
              <a:gd name="T21" fmla="*/ 2147483647 h 521"/>
              <a:gd name="T22" fmla="*/ 2147483647 w 1002"/>
              <a:gd name="T23" fmla="*/ 2147483647 h 521"/>
              <a:gd name="T24" fmla="*/ 2147483647 w 1002"/>
              <a:gd name="T25" fmla="*/ 2147483647 h 521"/>
              <a:gd name="T26" fmla="*/ 2147483647 w 1002"/>
              <a:gd name="T27" fmla="*/ 2147483647 h 521"/>
              <a:gd name="T28" fmla="*/ 2147483647 w 1002"/>
              <a:gd name="T29" fmla="*/ 2147483647 h 521"/>
              <a:gd name="T30" fmla="*/ 2147483647 w 1002"/>
              <a:gd name="T31" fmla="*/ 2147483647 h 521"/>
              <a:gd name="T32" fmla="*/ 2147483647 w 1002"/>
              <a:gd name="T33" fmla="*/ 2147483647 h 521"/>
              <a:gd name="T34" fmla="*/ 2147483647 w 1002"/>
              <a:gd name="T35" fmla="*/ 2147483647 h 521"/>
              <a:gd name="T36" fmla="*/ 2147483647 w 1002"/>
              <a:gd name="T37" fmla="*/ 2147483647 h 521"/>
              <a:gd name="T38" fmla="*/ 2147483647 w 1002"/>
              <a:gd name="T39" fmla="*/ 0 h 521"/>
              <a:gd name="T40" fmla="*/ 2147483647 w 1002"/>
              <a:gd name="T41" fmla="*/ 0 h 521"/>
              <a:gd name="T42" fmla="*/ 2147483647 w 1002"/>
              <a:gd name="T43" fmla="*/ 2147483647 h 521"/>
              <a:gd name="T44" fmla="*/ 2147483647 w 1002"/>
              <a:gd name="T45" fmla="*/ 2147483647 h 521"/>
              <a:gd name="T46" fmla="*/ 2147483647 w 1002"/>
              <a:gd name="T47" fmla="*/ 2147483647 h 521"/>
              <a:gd name="T48" fmla="*/ 2147483647 w 1002"/>
              <a:gd name="T49" fmla="*/ 2147483647 h 521"/>
              <a:gd name="T50" fmla="*/ 2147483647 w 1002"/>
              <a:gd name="T51" fmla="*/ 2147483647 h 521"/>
              <a:gd name="T52" fmla="*/ 2147483647 w 1002"/>
              <a:gd name="T53" fmla="*/ 2147483647 h 521"/>
              <a:gd name="T54" fmla="*/ 2147483647 w 1002"/>
              <a:gd name="T55" fmla="*/ 2147483647 h 521"/>
              <a:gd name="T56" fmla="*/ 2147483647 w 1002"/>
              <a:gd name="T57" fmla="*/ 2147483647 h 521"/>
              <a:gd name="T58" fmla="*/ 2147483647 w 1002"/>
              <a:gd name="T59" fmla="*/ 2147483647 h 521"/>
              <a:gd name="T60" fmla="*/ 0 w 1002"/>
              <a:gd name="T61" fmla="*/ 2147483647 h 521"/>
              <a:gd name="T62" fmla="*/ 2147483647 w 1002"/>
              <a:gd name="T63" fmla="*/ 2147483647 h 521"/>
              <a:gd name="T64" fmla="*/ 2147483647 w 1002"/>
              <a:gd name="T65" fmla="*/ 2147483647 h 521"/>
              <a:gd name="T66" fmla="*/ 2147483647 w 1002"/>
              <a:gd name="T67" fmla="*/ 2147483647 h 521"/>
              <a:gd name="T68" fmla="*/ 2147483647 w 1002"/>
              <a:gd name="T69" fmla="*/ 2147483647 h 521"/>
              <a:gd name="T70" fmla="*/ 2147483647 w 1002"/>
              <a:gd name="T71" fmla="*/ 2147483647 h 521"/>
              <a:gd name="T72" fmla="*/ 2147483647 w 1002"/>
              <a:gd name="T73" fmla="*/ 2147483647 h 521"/>
              <a:gd name="T74" fmla="*/ 2147483647 w 1002"/>
              <a:gd name="T75" fmla="*/ 2147483647 h 521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02"/>
              <a:gd name="T115" fmla="*/ 0 h 521"/>
              <a:gd name="T116" fmla="*/ 1002 w 1002"/>
              <a:gd name="T117" fmla="*/ 521 h 521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02" h="521">
                <a:moveTo>
                  <a:pt x="1001" y="520"/>
                </a:moveTo>
                <a:lnTo>
                  <a:pt x="977" y="476"/>
                </a:lnTo>
                <a:lnTo>
                  <a:pt x="950" y="434"/>
                </a:lnTo>
                <a:lnTo>
                  <a:pt x="920" y="394"/>
                </a:lnTo>
                <a:lnTo>
                  <a:pt x="890" y="353"/>
                </a:lnTo>
                <a:lnTo>
                  <a:pt x="858" y="315"/>
                </a:lnTo>
                <a:lnTo>
                  <a:pt x="823" y="276"/>
                </a:lnTo>
                <a:lnTo>
                  <a:pt x="786" y="241"/>
                </a:lnTo>
                <a:lnTo>
                  <a:pt x="749" y="207"/>
                </a:lnTo>
                <a:lnTo>
                  <a:pt x="709" y="175"/>
                </a:lnTo>
                <a:lnTo>
                  <a:pt x="670" y="146"/>
                </a:lnTo>
                <a:lnTo>
                  <a:pt x="629" y="119"/>
                </a:lnTo>
                <a:lnTo>
                  <a:pt x="588" y="93"/>
                </a:lnTo>
                <a:lnTo>
                  <a:pt x="546" y="71"/>
                </a:lnTo>
                <a:lnTo>
                  <a:pt x="505" y="52"/>
                </a:lnTo>
                <a:lnTo>
                  <a:pt x="463" y="35"/>
                </a:lnTo>
                <a:lnTo>
                  <a:pt x="423" y="22"/>
                </a:lnTo>
                <a:lnTo>
                  <a:pt x="381" y="11"/>
                </a:lnTo>
                <a:lnTo>
                  <a:pt x="341" y="4"/>
                </a:lnTo>
                <a:lnTo>
                  <a:pt x="303" y="0"/>
                </a:lnTo>
                <a:lnTo>
                  <a:pt x="266" y="0"/>
                </a:lnTo>
                <a:lnTo>
                  <a:pt x="229" y="1"/>
                </a:lnTo>
                <a:lnTo>
                  <a:pt x="195" y="7"/>
                </a:lnTo>
                <a:lnTo>
                  <a:pt x="163" y="15"/>
                </a:lnTo>
                <a:lnTo>
                  <a:pt x="132" y="25"/>
                </a:lnTo>
                <a:lnTo>
                  <a:pt x="103" y="40"/>
                </a:lnTo>
                <a:lnTo>
                  <a:pt x="77" y="58"/>
                </a:lnTo>
                <a:lnTo>
                  <a:pt x="54" y="78"/>
                </a:lnTo>
                <a:lnTo>
                  <a:pt x="33" y="103"/>
                </a:lnTo>
                <a:lnTo>
                  <a:pt x="14" y="127"/>
                </a:lnTo>
                <a:lnTo>
                  <a:pt x="0" y="155"/>
                </a:lnTo>
                <a:lnTo>
                  <a:pt x="45" y="210"/>
                </a:lnTo>
                <a:lnTo>
                  <a:pt x="89" y="268"/>
                </a:lnTo>
                <a:lnTo>
                  <a:pt x="130" y="326"/>
                </a:lnTo>
                <a:lnTo>
                  <a:pt x="169" y="388"/>
                </a:lnTo>
                <a:lnTo>
                  <a:pt x="203" y="453"/>
                </a:lnTo>
                <a:lnTo>
                  <a:pt x="236" y="520"/>
                </a:lnTo>
                <a:lnTo>
                  <a:pt x="1001" y="520"/>
                </a:lnTo>
              </a:path>
            </a:pathLst>
          </a:custGeom>
          <a:solidFill>
            <a:schemeClr val="accent1">
              <a:alpha val="50195"/>
            </a:schemeClr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3" name="Freeform 4"/>
          <p:cNvSpPr>
            <a:spLocks/>
          </p:cNvSpPr>
          <p:nvPr/>
        </p:nvSpPr>
        <p:spPr bwMode="blackWhite">
          <a:xfrm>
            <a:off x="2327275" y="2439988"/>
            <a:ext cx="1889125" cy="2168525"/>
          </a:xfrm>
          <a:custGeom>
            <a:avLst/>
            <a:gdLst>
              <a:gd name="T0" fmla="*/ 2147483647 w 1190"/>
              <a:gd name="T1" fmla="*/ 0 h 1366"/>
              <a:gd name="T2" fmla="*/ 0 w 1190"/>
              <a:gd name="T3" fmla="*/ 2147483647 h 1366"/>
              <a:gd name="T4" fmla="*/ 2147483647 w 1190"/>
              <a:gd name="T5" fmla="*/ 2147483647 h 1366"/>
              <a:gd name="T6" fmla="*/ 2147483647 w 1190"/>
              <a:gd name="T7" fmla="*/ 2147483647 h 1366"/>
              <a:gd name="T8" fmla="*/ 2147483647 w 1190"/>
              <a:gd name="T9" fmla="*/ 2147483647 h 1366"/>
              <a:gd name="T10" fmla="*/ 2147483647 w 1190"/>
              <a:gd name="T11" fmla="*/ 2147483647 h 1366"/>
              <a:gd name="T12" fmla="*/ 2147483647 w 1190"/>
              <a:gd name="T13" fmla="*/ 2147483647 h 1366"/>
              <a:gd name="T14" fmla="*/ 2147483647 w 1190"/>
              <a:gd name="T15" fmla="*/ 2147483647 h 1366"/>
              <a:gd name="T16" fmla="*/ 2147483647 w 1190"/>
              <a:gd name="T17" fmla="*/ 2147483647 h 1366"/>
              <a:gd name="T18" fmla="*/ 2147483647 w 1190"/>
              <a:gd name="T19" fmla="*/ 2147483647 h 1366"/>
              <a:gd name="T20" fmla="*/ 2147483647 w 1190"/>
              <a:gd name="T21" fmla="*/ 2147483647 h 1366"/>
              <a:gd name="T22" fmla="*/ 2147483647 w 1190"/>
              <a:gd name="T23" fmla="*/ 2147483647 h 1366"/>
              <a:gd name="T24" fmla="*/ 2147483647 w 1190"/>
              <a:gd name="T25" fmla="*/ 2147483647 h 1366"/>
              <a:gd name="T26" fmla="*/ 2147483647 w 1190"/>
              <a:gd name="T27" fmla="*/ 2147483647 h 1366"/>
              <a:gd name="T28" fmla="*/ 2147483647 w 1190"/>
              <a:gd name="T29" fmla="*/ 2147483647 h 1366"/>
              <a:gd name="T30" fmla="*/ 2147483647 w 1190"/>
              <a:gd name="T31" fmla="*/ 2147483647 h 1366"/>
              <a:gd name="T32" fmla="*/ 2147483647 w 1190"/>
              <a:gd name="T33" fmla="*/ 2147483647 h 1366"/>
              <a:gd name="T34" fmla="*/ 2147483647 w 1190"/>
              <a:gd name="T35" fmla="*/ 2147483647 h 1366"/>
              <a:gd name="T36" fmla="*/ 2147483647 w 1190"/>
              <a:gd name="T37" fmla="*/ 2147483647 h 1366"/>
              <a:gd name="T38" fmla="*/ 2147483647 w 1190"/>
              <a:gd name="T39" fmla="*/ 2147483647 h 1366"/>
              <a:gd name="T40" fmla="*/ 2147483647 w 1190"/>
              <a:gd name="T41" fmla="*/ 2147483647 h 1366"/>
              <a:gd name="T42" fmla="*/ 2147483647 w 1190"/>
              <a:gd name="T43" fmla="*/ 2147483647 h 1366"/>
              <a:gd name="T44" fmla="*/ 2147483647 w 1190"/>
              <a:gd name="T45" fmla="*/ 2147483647 h 1366"/>
              <a:gd name="T46" fmla="*/ 2147483647 w 1190"/>
              <a:gd name="T47" fmla="*/ 2147483647 h 1366"/>
              <a:gd name="T48" fmla="*/ 2147483647 w 1190"/>
              <a:gd name="T49" fmla="*/ 2147483647 h 1366"/>
              <a:gd name="T50" fmla="*/ 2147483647 w 1190"/>
              <a:gd name="T51" fmla="*/ 2147483647 h 1366"/>
              <a:gd name="T52" fmla="*/ 2147483647 w 1190"/>
              <a:gd name="T53" fmla="*/ 2147483647 h 1366"/>
              <a:gd name="T54" fmla="*/ 2147483647 w 1190"/>
              <a:gd name="T55" fmla="*/ 0 h 136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190"/>
              <a:gd name="T85" fmla="*/ 0 h 1366"/>
              <a:gd name="T86" fmla="*/ 1190 w 1190"/>
              <a:gd name="T87" fmla="*/ 1366 h 136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190" h="1366">
                <a:moveTo>
                  <a:pt x="671" y="0"/>
                </a:moveTo>
                <a:lnTo>
                  <a:pt x="0" y="372"/>
                </a:lnTo>
                <a:lnTo>
                  <a:pt x="238" y="382"/>
                </a:lnTo>
                <a:lnTo>
                  <a:pt x="224" y="465"/>
                </a:lnTo>
                <a:lnTo>
                  <a:pt x="214" y="546"/>
                </a:lnTo>
                <a:lnTo>
                  <a:pt x="206" y="629"/>
                </a:lnTo>
                <a:lnTo>
                  <a:pt x="202" y="711"/>
                </a:lnTo>
                <a:lnTo>
                  <a:pt x="202" y="794"/>
                </a:lnTo>
                <a:lnTo>
                  <a:pt x="206" y="878"/>
                </a:lnTo>
                <a:lnTo>
                  <a:pt x="213" y="960"/>
                </a:lnTo>
                <a:lnTo>
                  <a:pt x="223" y="1043"/>
                </a:lnTo>
                <a:lnTo>
                  <a:pt x="238" y="1125"/>
                </a:lnTo>
                <a:lnTo>
                  <a:pt x="253" y="1206"/>
                </a:lnTo>
                <a:lnTo>
                  <a:pt x="274" y="1286"/>
                </a:lnTo>
                <a:lnTo>
                  <a:pt x="298" y="1365"/>
                </a:lnTo>
                <a:lnTo>
                  <a:pt x="1044" y="1365"/>
                </a:lnTo>
                <a:lnTo>
                  <a:pt x="1023" y="1270"/>
                </a:lnTo>
                <a:lnTo>
                  <a:pt x="1006" y="1175"/>
                </a:lnTo>
                <a:lnTo>
                  <a:pt x="991" y="1079"/>
                </a:lnTo>
                <a:lnTo>
                  <a:pt x="980" y="984"/>
                </a:lnTo>
                <a:lnTo>
                  <a:pt x="972" y="887"/>
                </a:lnTo>
                <a:lnTo>
                  <a:pt x="967" y="788"/>
                </a:lnTo>
                <a:lnTo>
                  <a:pt x="967" y="693"/>
                </a:lnTo>
                <a:lnTo>
                  <a:pt x="969" y="594"/>
                </a:lnTo>
                <a:lnTo>
                  <a:pt x="975" y="497"/>
                </a:lnTo>
                <a:lnTo>
                  <a:pt x="985" y="400"/>
                </a:lnTo>
                <a:lnTo>
                  <a:pt x="1189" y="400"/>
                </a:lnTo>
                <a:lnTo>
                  <a:pt x="671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4" name="Freeform 5"/>
          <p:cNvSpPr>
            <a:spLocks/>
          </p:cNvSpPr>
          <p:nvPr/>
        </p:nvSpPr>
        <p:spPr bwMode="blackWhite">
          <a:xfrm>
            <a:off x="2762250" y="1463675"/>
            <a:ext cx="2378075" cy="1284288"/>
          </a:xfrm>
          <a:custGeom>
            <a:avLst/>
            <a:gdLst>
              <a:gd name="T0" fmla="*/ 2147483647 w 1498"/>
              <a:gd name="T1" fmla="*/ 0 h 809"/>
              <a:gd name="T2" fmla="*/ 2147483647 w 1498"/>
              <a:gd name="T3" fmla="*/ 2147483647 h 809"/>
              <a:gd name="T4" fmla="*/ 2147483647 w 1498"/>
              <a:gd name="T5" fmla="*/ 2147483647 h 809"/>
              <a:gd name="T6" fmla="*/ 2147483647 w 1498"/>
              <a:gd name="T7" fmla="*/ 2147483647 h 809"/>
              <a:gd name="T8" fmla="*/ 2147483647 w 1498"/>
              <a:gd name="T9" fmla="*/ 2147483647 h 809"/>
              <a:gd name="T10" fmla="*/ 2147483647 w 1498"/>
              <a:gd name="T11" fmla="*/ 2147483647 h 809"/>
              <a:gd name="T12" fmla="*/ 2147483647 w 1498"/>
              <a:gd name="T13" fmla="*/ 2147483647 h 809"/>
              <a:gd name="T14" fmla="*/ 2147483647 w 1498"/>
              <a:gd name="T15" fmla="*/ 2147483647 h 809"/>
              <a:gd name="T16" fmla="*/ 2147483647 w 1498"/>
              <a:gd name="T17" fmla="*/ 2147483647 h 809"/>
              <a:gd name="T18" fmla="*/ 2147483647 w 1498"/>
              <a:gd name="T19" fmla="*/ 2147483647 h 809"/>
              <a:gd name="T20" fmla="*/ 2147483647 w 1498"/>
              <a:gd name="T21" fmla="*/ 2147483647 h 809"/>
              <a:gd name="T22" fmla="*/ 2147483647 w 1498"/>
              <a:gd name="T23" fmla="*/ 2147483647 h 809"/>
              <a:gd name="T24" fmla="*/ 2147483647 w 1498"/>
              <a:gd name="T25" fmla="*/ 2147483647 h 809"/>
              <a:gd name="T26" fmla="*/ 2147483647 w 1498"/>
              <a:gd name="T27" fmla="*/ 2147483647 h 809"/>
              <a:gd name="T28" fmla="*/ 2147483647 w 1498"/>
              <a:gd name="T29" fmla="*/ 2147483647 h 809"/>
              <a:gd name="T30" fmla="*/ 2147483647 w 1498"/>
              <a:gd name="T31" fmla="*/ 2147483647 h 809"/>
              <a:gd name="T32" fmla="*/ 2147483647 w 1498"/>
              <a:gd name="T33" fmla="*/ 2147483647 h 809"/>
              <a:gd name="T34" fmla="*/ 0 w 1498"/>
              <a:gd name="T35" fmla="*/ 2147483647 h 809"/>
              <a:gd name="T36" fmla="*/ 2147483647 w 1498"/>
              <a:gd name="T37" fmla="*/ 2147483647 h 809"/>
              <a:gd name="T38" fmla="*/ 2147483647 w 1498"/>
              <a:gd name="T39" fmla="*/ 2147483647 h 809"/>
              <a:gd name="T40" fmla="*/ 2147483647 w 1498"/>
              <a:gd name="T41" fmla="*/ 2147483647 h 809"/>
              <a:gd name="T42" fmla="*/ 2147483647 w 1498"/>
              <a:gd name="T43" fmla="*/ 2147483647 h 809"/>
              <a:gd name="T44" fmla="*/ 2147483647 w 1498"/>
              <a:gd name="T45" fmla="*/ 2147483647 h 809"/>
              <a:gd name="T46" fmla="*/ 2147483647 w 1498"/>
              <a:gd name="T47" fmla="*/ 2147483647 h 809"/>
              <a:gd name="T48" fmla="*/ 2147483647 w 1498"/>
              <a:gd name="T49" fmla="*/ 2147483647 h 809"/>
              <a:gd name="T50" fmla="*/ 2147483647 w 1498"/>
              <a:gd name="T51" fmla="*/ 2147483647 h 809"/>
              <a:gd name="T52" fmla="*/ 2147483647 w 1498"/>
              <a:gd name="T53" fmla="*/ 2147483647 h 809"/>
              <a:gd name="T54" fmla="*/ 2147483647 w 1498"/>
              <a:gd name="T55" fmla="*/ 2147483647 h 809"/>
              <a:gd name="T56" fmla="*/ 2147483647 w 1498"/>
              <a:gd name="T57" fmla="*/ 2147483647 h 809"/>
              <a:gd name="T58" fmla="*/ 2147483647 w 1498"/>
              <a:gd name="T59" fmla="*/ 2147483647 h 809"/>
              <a:gd name="T60" fmla="*/ 2147483647 w 1498"/>
              <a:gd name="T61" fmla="*/ 2147483647 h 809"/>
              <a:gd name="T62" fmla="*/ 2147483647 w 1498"/>
              <a:gd name="T63" fmla="*/ 2147483647 h 809"/>
              <a:gd name="T64" fmla="*/ 2147483647 w 1498"/>
              <a:gd name="T65" fmla="*/ 2147483647 h 809"/>
              <a:gd name="T66" fmla="*/ 2147483647 w 1498"/>
              <a:gd name="T67" fmla="*/ 2147483647 h 809"/>
              <a:gd name="T68" fmla="*/ 2147483647 w 1498"/>
              <a:gd name="T69" fmla="*/ 2147483647 h 809"/>
              <a:gd name="T70" fmla="*/ 2147483647 w 1498"/>
              <a:gd name="T71" fmla="*/ 2147483647 h 809"/>
              <a:gd name="T72" fmla="*/ 2147483647 w 1498"/>
              <a:gd name="T73" fmla="*/ 2147483647 h 809"/>
              <a:gd name="T74" fmla="*/ 2147483647 w 1498"/>
              <a:gd name="T75" fmla="*/ 2147483647 h 809"/>
              <a:gd name="T76" fmla="*/ 2147483647 w 1498"/>
              <a:gd name="T77" fmla="*/ 2147483647 h 809"/>
              <a:gd name="T78" fmla="*/ 2147483647 w 1498"/>
              <a:gd name="T79" fmla="*/ 2147483647 h 809"/>
              <a:gd name="T80" fmla="*/ 2147483647 w 1498"/>
              <a:gd name="T81" fmla="*/ 0 h 809"/>
              <a:gd name="T82" fmla="*/ 2147483647 w 1498"/>
              <a:gd name="T83" fmla="*/ 0 h 80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98"/>
              <a:gd name="T127" fmla="*/ 0 h 809"/>
              <a:gd name="T128" fmla="*/ 1498 w 1498"/>
              <a:gd name="T129" fmla="*/ 809 h 80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98" h="809">
                <a:moveTo>
                  <a:pt x="662" y="0"/>
                </a:moveTo>
                <a:lnTo>
                  <a:pt x="607" y="21"/>
                </a:lnTo>
                <a:lnTo>
                  <a:pt x="553" y="46"/>
                </a:lnTo>
                <a:lnTo>
                  <a:pt x="501" y="76"/>
                </a:lnTo>
                <a:lnTo>
                  <a:pt x="450" y="108"/>
                </a:lnTo>
                <a:lnTo>
                  <a:pt x="400" y="144"/>
                </a:lnTo>
                <a:lnTo>
                  <a:pt x="353" y="182"/>
                </a:lnTo>
                <a:lnTo>
                  <a:pt x="307" y="224"/>
                </a:lnTo>
                <a:lnTo>
                  <a:pt x="265" y="268"/>
                </a:lnTo>
                <a:lnTo>
                  <a:pt x="224" y="316"/>
                </a:lnTo>
                <a:lnTo>
                  <a:pt x="187" y="366"/>
                </a:lnTo>
                <a:lnTo>
                  <a:pt x="151" y="418"/>
                </a:lnTo>
                <a:lnTo>
                  <a:pt x="118" y="473"/>
                </a:lnTo>
                <a:lnTo>
                  <a:pt x="89" y="529"/>
                </a:lnTo>
                <a:lnTo>
                  <a:pt x="61" y="587"/>
                </a:lnTo>
                <a:lnTo>
                  <a:pt x="38" y="647"/>
                </a:lnTo>
                <a:lnTo>
                  <a:pt x="17" y="710"/>
                </a:lnTo>
                <a:lnTo>
                  <a:pt x="0" y="771"/>
                </a:lnTo>
                <a:lnTo>
                  <a:pt x="136" y="702"/>
                </a:lnTo>
                <a:lnTo>
                  <a:pt x="271" y="630"/>
                </a:lnTo>
                <a:lnTo>
                  <a:pt x="405" y="557"/>
                </a:lnTo>
                <a:lnTo>
                  <a:pt x="517" y="638"/>
                </a:lnTo>
                <a:lnTo>
                  <a:pt x="625" y="721"/>
                </a:lnTo>
                <a:lnTo>
                  <a:pt x="732" y="808"/>
                </a:lnTo>
                <a:lnTo>
                  <a:pt x="756" y="740"/>
                </a:lnTo>
                <a:lnTo>
                  <a:pt x="782" y="675"/>
                </a:lnTo>
                <a:lnTo>
                  <a:pt x="812" y="611"/>
                </a:lnTo>
                <a:lnTo>
                  <a:pt x="844" y="549"/>
                </a:lnTo>
                <a:lnTo>
                  <a:pt x="881" y="489"/>
                </a:lnTo>
                <a:lnTo>
                  <a:pt x="919" y="432"/>
                </a:lnTo>
                <a:lnTo>
                  <a:pt x="961" y="377"/>
                </a:lnTo>
                <a:lnTo>
                  <a:pt x="1004" y="324"/>
                </a:lnTo>
                <a:lnTo>
                  <a:pt x="1051" y="275"/>
                </a:lnTo>
                <a:lnTo>
                  <a:pt x="1101" y="229"/>
                </a:lnTo>
                <a:lnTo>
                  <a:pt x="1151" y="186"/>
                </a:lnTo>
                <a:lnTo>
                  <a:pt x="1205" y="146"/>
                </a:lnTo>
                <a:lnTo>
                  <a:pt x="1260" y="110"/>
                </a:lnTo>
                <a:lnTo>
                  <a:pt x="1318" y="76"/>
                </a:lnTo>
                <a:lnTo>
                  <a:pt x="1377" y="46"/>
                </a:lnTo>
                <a:lnTo>
                  <a:pt x="1436" y="21"/>
                </a:lnTo>
                <a:lnTo>
                  <a:pt x="1497" y="0"/>
                </a:lnTo>
                <a:lnTo>
                  <a:pt x="662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5" name="Freeform 6"/>
          <p:cNvSpPr>
            <a:spLocks/>
          </p:cNvSpPr>
          <p:nvPr/>
        </p:nvSpPr>
        <p:spPr bwMode="blackWhite">
          <a:xfrm>
            <a:off x="2820988" y="4667250"/>
            <a:ext cx="2327275" cy="1135063"/>
          </a:xfrm>
          <a:custGeom>
            <a:avLst/>
            <a:gdLst>
              <a:gd name="T0" fmla="*/ 2147483647 w 1466"/>
              <a:gd name="T1" fmla="*/ 2147483647 h 715"/>
              <a:gd name="T2" fmla="*/ 2147483647 w 1466"/>
              <a:gd name="T3" fmla="*/ 2147483647 h 715"/>
              <a:gd name="T4" fmla="*/ 2147483647 w 1466"/>
              <a:gd name="T5" fmla="*/ 2147483647 h 715"/>
              <a:gd name="T6" fmla="*/ 2147483647 w 1466"/>
              <a:gd name="T7" fmla="*/ 2147483647 h 715"/>
              <a:gd name="T8" fmla="*/ 2147483647 w 1466"/>
              <a:gd name="T9" fmla="*/ 2147483647 h 715"/>
              <a:gd name="T10" fmla="*/ 2147483647 w 1466"/>
              <a:gd name="T11" fmla="*/ 2147483647 h 715"/>
              <a:gd name="T12" fmla="*/ 2147483647 w 1466"/>
              <a:gd name="T13" fmla="*/ 2147483647 h 715"/>
              <a:gd name="T14" fmla="*/ 2147483647 w 1466"/>
              <a:gd name="T15" fmla="*/ 2147483647 h 715"/>
              <a:gd name="T16" fmla="*/ 2147483647 w 1466"/>
              <a:gd name="T17" fmla="*/ 2147483647 h 715"/>
              <a:gd name="T18" fmla="*/ 2147483647 w 1466"/>
              <a:gd name="T19" fmla="*/ 2147483647 h 715"/>
              <a:gd name="T20" fmla="*/ 2147483647 w 1466"/>
              <a:gd name="T21" fmla="*/ 2147483647 h 715"/>
              <a:gd name="T22" fmla="*/ 2147483647 w 1466"/>
              <a:gd name="T23" fmla="*/ 2147483647 h 715"/>
              <a:gd name="T24" fmla="*/ 2147483647 w 1466"/>
              <a:gd name="T25" fmla="*/ 2147483647 h 715"/>
              <a:gd name="T26" fmla="*/ 2147483647 w 1466"/>
              <a:gd name="T27" fmla="*/ 2147483647 h 715"/>
              <a:gd name="T28" fmla="*/ 2147483647 w 1466"/>
              <a:gd name="T29" fmla="*/ 2147483647 h 715"/>
              <a:gd name="T30" fmla="*/ 2147483647 w 1466"/>
              <a:gd name="T31" fmla="*/ 2147483647 h 715"/>
              <a:gd name="T32" fmla="*/ 2147483647 w 1466"/>
              <a:gd name="T33" fmla="*/ 2147483647 h 715"/>
              <a:gd name="T34" fmla="*/ 2147483647 w 1466"/>
              <a:gd name="T35" fmla="*/ 2147483647 h 715"/>
              <a:gd name="T36" fmla="*/ 0 w 1466"/>
              <a:gd name="T37" fmla="*/ 0 h 715"/>
              <a:gd name="T38" fmla="*/ 2147483647 w 1466"/>
              <a:gd name="T39" fmla="*/ 2147483647 h 715"/>
              <a:gd name="T40" fmla="*/ 2147483647 w 1466"/>
              <a:gd name="T41" fmla="*/ 0 h 715"/>
              <a:gd name="T42" fmla="*/ 2147483647 w 1466"/>
              <a:gd name="T43" fmla="*/ 2147483647 h 715"/>
              <a:gd name="T44" fmla="*/ 2147483647 w 1466"/>
              <a:gd name="T45" fmla="*/ 2147483647 h 715"/>
              <a:gd name="T46" fmla="*/ 2147483647 w 1466"/>
              <a:gd name="T47" fmla="*/ 2147483647 h 715"/>
              <a:gd name="T48" fmla="*/ 2147483647 w 1466"/>
              <a:gd name="T49" fmla="*/ 2147483647 h 715"/>
              <a:gd name="T50" fmla="*/ 2147483647 w 1466"/>
              <a:gd name="T51" fmla="*/ 2147483647 h 715"/>
              <a:gd name="T52" fmla="*/ 2147483647 w 1466"/>
              <a:gd name="T53" fmla="*/ 2147483647 h 715"/>
              <a:gd name="T54" fmla="*/ 2147483647 w 1466"/>
              <a:gd name="T55" fmla="*/ 2147483647 h 715"/>
              <a:gd name="T56" fmla="*/ 2147483647 w 1466"/>
              <a:gd name="T57" fmla="*/ 2147483647 h 715"/>
              <a:gd name="T58" fmla="*/ 2147483647 w 1466"/>
              <a:gd name="T59" fmla="*/ 2147483647 h 715"/>
              <a:gd name="T60" fmla="*/ 2147483647 w 1466"/>
              <a:gd name="T61" fmla="*/ 2147483647 h 715"/>
              <a:gd name="T62" fmla="*/ 2147483647 w 1466"/>
              <a:gd name="T63" fmla="*/ 2147483647 h 715"/>
              <a:gd name="T64" fmla="*/ 2147483647 w 1466"/>
              <a:gd name="T65" fmla="*/ 2147483647 h 715"/>
              <a:gd name="T66" fmla="*/ 2147483647 w 1466"/>
              <a:gd name="T67" fmla="*/ 2147483647 h 715"/>
              <a:gd name="T68" fmla="*/ 2147483647 w 1466"/>
              <a:gd name="T69" fmla="*/ 2147483647 h 715"/>
              <a:gd name="T70" fmla="*/ 2147483647 w 1466"/>
              <a:gd name="T71" fmla="*/ 2147483647 h 715"/>
              <a:gd name="T72" fmla="*/ 2147483647 w 1466"/>
              <a:gd name="T73" fmla="*/ 2147483647 h 715"/>
              <a:gd name="T74" fmla="*/ 2147483647 w 1466"/>
              <a:gd name="T75" fmla="*/ 2147483647 h 715"/>
              <a:gd name="T76" fmla="*/ 2147483647 w 1466"/>
              <a:gd name="T77" fmla="*/ 2147483647 h 715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1466"/>
              <a:gd name="T118" fmla="*/ 0 h 715"/>
              <a:gd name="T119" fmla="*/ 1466 w 1466"/>
              <a:gd name="T120" fmla="*/ 715 h 715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1466" h="715">
                <a:moveTo>
                  <a:pt x="721" y="714"/>
                </a:moveTo>
                <a:lnTo>
                  <a:pt x="666" y="699"/>
                </a:lnTo>
                <a:lnTo>
                  <a:pt x="613" y="681"/>
                </a:lnTo>
                <a:lnTo>
                  <a:pt x="560" y="661"/>
                </a:lnTo>
                <a:lnTo>
                  <a:pt x="509" y="636"/>
                </a:lnTo>
                <a:lnTo>
                  <a:pt x="458" y="608"/>
                </a:lnTo>
                <a:lnTo>
                  <a:pt x="410" y="578"/>
                </a:lnTo>
                <a:lnTo>
                  <a:pt x="362" y="543"/>
                </a:lnTo>
                <a:lnTo>
                  <a:pt x="317" y="507"/>
                </a:lnTo>
                <a:lnTo>
                  <a:pt x="274" y="466"/>
                </a:lnTo>
                <a:lnTo>
                  <a:pt x="233" y="423"/>
                </a:lnTo>
                <a:lnTo>
                  <a:pt x="195" y="378"/>
                </a:lnTo>
                <a:lnTo>
                  <a:pt x="158" y="329"/>
                </a:lnTo>
                <a:lnTo>
                  <a:pt x="125" y="280"/>
                </a:lnTo>
                <a:lnTo>
                  <a:pt x="94" y="227"/>
                </a:lnTo>
                <a:lnTo>
                  <a:pt x="66" y="172"/>
                </a:lnTo>
                <a:lnTo>
                  <a:pt x="40" y="116"/>
                </a:lnTo>
                <a:lnTo>
                  <a:pt x="18" y="59"/>
                </a:lnTo>
                <a:lnTo>
                  <a:pt x="0" y="0"/>
                </a:lnTo>
                <a:lnTo>
                  <a:pt x="367" y="2"/>
                </a:lnTo>
                <a:lnTo>
                  <a:pt x="735" y="0"/>
                </a:lnTo>
                <a:lnTo>
                  <a:pt x="757" y="63"/>
                </a:lnTo>
                <a:lnTo>
                  <a:pt x="782" y="123"/>
                </a:lnTo>
                <a:lnTo>
                  <a:pt x="810" y="182"/>
                </a:lnTo>
                <a:lnTo>
                  <a:pt x="840" y="239"/>
                </a:lnTo>
                <a:lnTo>
                  <a:pt x="875" y="294"/>
                </a:lnTo>
                <a:lnTo>
                  <a:pt x="912" y="345"/>
                </a:lnTo>
                <a:lnTo>
                  <a:pt x="952" y="396"/>
                </a:lnTo>
                <a:lnTo>
                  <a:pt x="994" y="442"/>
                </a:lnTo>
                <a:lnTo>
                  <a:pt x="1039" y="486"/>
                </a:lnTo>
                <a:lnTo>
                  <a:pt x="1085" y="527"/>
                </a:lnTo>
                <a:lnTo>
                  <a:pt x="1135" y="564"/>
                </a:lnTo>
                <a:lnTo>
                  <a:pt x="1186" y="598"/>
                </a:lnTo>
                <a:lnTo>
                  <a:pt x="1239" y="628"/>
                </a:lnTo>
                <a:lnTo>
                  <a:pt x="1294" y="656"/>
                </a:lnTo>
                <a:lnTo>
                  <a:pt x="1349" y="678"/>
                </a:lnTo>
                <a:lnTo>
                  <a:pt x="1406" y="697"/>
                </a:lnTo>
                <a:lnTo>
                  <a:pt x="1465" y="714"/>
                </a:lnTo>
                <a:lnTo>
                  <a:pt x="721" y="71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6" name="Freeform 7"/>
          <p:cNvSpPr>
            <a:spLocks/>
          </p:cNvSpPr>
          <p:nvPr/>
        </p:nvSpPr>
        <p:spPr bwMode="blackWhite">
          <a:xfrm>
            <a:off x="5030788" y="2339975"/>
            <a:ext cx="1508125" cy="1495425"/>
          </a:xfrm>
          <a:custGeom>
            <a:avLst/>
            <a:gdLst>
              <a:gd name="T0" fmla="*/ 2147483647 w 950"/>
              <a:gd name="T1" fmla="*/ 2147483647 h 942"/>
              <a:gd name="T2" fmla="*/ 2147483647 w 950"/>
              <a:gd name="T3" fmla="*/ 2147483647 h 942"/>
              <a:gd name="T4" fmla="*/ 2147483647 w 950"/>
              <a:gd name="T5" fmla="*/ 2147483647 h 942"/>
              <a:gd name="T6" fmla="*/ 2147483647 w 950"/>
              <a:gd name="T7" fmla="*/ 2147483647 h 942"/>
              <a:gd name="T8" fmla="*/ 2147483647 w 950"/>
              <a:gd name="T9" fmla="*/ 2147483647 h 942"/>
              <a:gd name="T10" fmla="*/ 2147483647 w 950"/>
              <a:gd name="T11" fmla="*/ 2147483647 h 942"/>
              <a:gd name="T12" fmla="*/ 2147483647 w 950"/>
              <a:gd name="T13" fmla="*/ 2147483647 h 942"/>
              <a:gd name="T14" fmla="*/ 2147483647 w 950"/>
              <a:gd name="T15" fmla="*/ 2147483647 h 942"/>
              <a:gd name="T16" fmla="*/ 2147483647 w 950"/>
              <a:gd name="T17" fmla="*/ 2147483647 h 942"/>
              <a:gd name="T18" fmla="*/ 2147483647 w 950"/>
              <a:gd name="T19" fmla="*/ 2147483647 h 942"/>
              <a:gd name="T20" fmla="*/ 2147483647 w 950"/>
              <a:gd name="T21" fmla="*/ 2147483647 h 942"/>
              <a:gd name="T22" fmla="*/ 2147483647 w 950"/>
              <a:gd name="T23" fmla="*/ 2147483647 h 942"/>
              <a:gd name="T24" fmla="*/ 0 w 950"/>
              <a:gd name="T25" fmla="*/ 0 h 942"/>
              <a:gd name="T26" fmla="*/ 2147483647 w 950"/>
              <a:gd name="T27" fmla="*/ 0 h 942"/>
              <a:gd name="T28" fmla="*/ 2147483647 w 950"/>
              <a:gd name="T29" fmla="*/ 2147483647 h 942"/>
              <a:gd name="T30" fmla="*/ 2147483647 w 950"/>
              <a:gd name="T31" fmla="*/ 2147483647 h 942"/>
              <a:gd name="T32" fmla="*/ 2147483647 w 950"/>
              <a:gd name="T33" fmla="*/ 2147483647 h 942"/>
              <a:gd name="T34" fmla="*/ 2147483647 w 950"/>
              <a:gd name="T35" fmla="*/ 2147483647 h 942"/>
              <a:gd name="T36" fmla="*/ 2147483647 w 950"/>
              <a:gd name="T37" fmla="*/ 2147483647 h 942"/>
              <a:gd name="T38" fmla="*/ 2147483647 w 950"/>
              <a:gd name="T39" fmla="*/ 2147483647 h 942"/>
              <a:gd name="T40" fmla="*/ 2147483647 w 950"/>
              <a:gd name="T41" fmla="*/ 2147483647 h 942"/>
              <a:gd name="T42" fmla="*/ 2147483647 w 950"/>
              <a:gd name="T43" fmla="*/ 2147483647 h 942"/>
              <a:gd name="T44" fmla="*/ 2147483647 w 950"/>
              <a:gd name="T45" fmla="*/ 2147483647 h 942"/>
              <a:gd name="T46" fmla="*/ 2147483647 w 950"/>
              <a:gd name="T47" fmla="*/ 2147483647 h 942"/>
              <a:gd name="T48" fmla="*/ 2147483647 w 950"/>
              <a:gd name="T49" fmla="*/ 2147483647 h 942"/>
              <a:gd name="T50" fmla="*/ 2147483647 w 950"/>
              <a:gd name="T51" fmla="*/ 2147483647 h 94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950"/>
              <a:gd name="T79" fmla="*/ 0 h 942"/>
              <a:gd name="T80" fmla="*/ 950 w 950"/>
              <a:gd name="T81" fmla="*/ 942 h 942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950" h="942">
                <a:moveTo>
                  <a:pt x="946" y="941"/>
                </a:moveTo>
                <a:lnTo>
                  <a:pt x="158" y="941"/>
                </a:lnTo>
                <a:lnTo>
                  <a:pt x="160" y="853"/>
                </a:lnTo>
                <a:lnTo>
                  <a:pt x="160" y="764"/>
                </a:lnTo>
                <a:lnTo>
                  <a:pt x="157" y="676"/>
                </a:lnTo>
                <a:lnTo>
                  <a:pt x="149" y="589"/>
                </a:lnTo>
                <a:lnTo>
                  <a:pt x="138" y="503"/>
                </a:lnTo>
                <a:lnTo>
                  <a:pt x="123" y="416"/>
                </a:lnTo>
                <a:lnTo>
                  <a:pt x="106" y="330"/>
                </a:lnTo>
                <a:lnTo>
                  <a:pt x="84" y="245"/>
                </a:lnTo>
                <a:lnTo>
                  <a:pt x="60" y="162"/>
                </a:lnTo>
                <a:lnTo>
                  <a:pt x="31" y="79"/>
                </a:lnTo>
                <a:lnTo>
                  <a:pt x="0" y="0"/>
                </a:lnTo>
                <a:lnTo>
                  <a:pt x="762" y="0"/>
                </a:lnTo>
                <a:lnTo>
                  <a:pt x="794" y="72"/>
                </a:lnTo>
                <a:lnTo>
                  <a:pt x="824" y="147"/>
                </a:lnTo>
                <a:lnTo>
                  <a:pt x="850" y="222"/>
                </a:lnTo>
                <a:lnTo>
                  <a:pt x="873" y="299"/>
                </a:lnTo>
                <a:lnTo>
                  <a:pt x="892" y="376"/>
                </a:lnTo>
                <a:lnTo>
                  <a:pt x="910" y="456"/>
                </a:lnTo>
                <a:lnTo>
                  <a:pt x="925" y="536"/>
                </a:lnTo>
                <a:lnTo>
                  <a:pt x="935" y="616"/>
                </a:lnTo>
                <a:lnTo>
                  <a:pt x="942" y="697"/>
                </a:lnTo>
                <a:lnTo>
                  <a:pt x="947" y="778"/>
                </a:lnTo>
                <a:lnTo>
                  <a:pt x="949" y="859"/>
                </a:lnTo>
                <a:lnTo>
                  <a:pt x="946" y="941"/>
                </a:lnTo>
              </a:path>
            </a:pathLst>
          </a:custGeom>
          <a:solidFill>
            <a:schemeClr val="accent1">
              <a:alpha val="50195"/>
            </a:schemeClr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7" name="Freeform 8"/>
          <p:cNvSpPr>
            <a:spLocks/>
          </p:cNvSpPr>
          <p:nvPr/>
        </p:nvSpPr>
        <p:spPr bwMode="blackWhite">
          <a:xfrm>
            <a:off x="4903788" y="3889375"/>
            <a:ext cx="1619250" cy="1250950"/>
          </a:xfrm>
          <a:custGeom>
            <a:avLst/>
            <a:gdLst>
              <a:gd name="T0" fmla="*/ 2147483647 w 1020"/>
              <a:gd name="T1" fmla="*/ 2147483647 h 788"/>
              <a:gd name="T2" fmla="*/ 0 w 1020"/>
              <a:gd name="T3" fmla="*/ 2147483647 h 788"/>
              <a:gd name="T4" fmla="*/ 2147483647 w 1020"/>
              <a:gd name="T5" fmla="*/ 2147483647 h 788"/>
              <a:gd name="T6" fmla="*/ 2147483647 w 1020"/>
              <a:gd name="T7" fmla="*/ 2147483647 h 788"/>
              <a:gd name="T8" fmla="*/ 2147483647 w 1020"/>
              <a:gd name="T9" fmla="*/ 2147483647 h 788"/>
              <a:gd name="T10" fmla="*/ 2147483647 w 1020"/>
              <a:gd name="T11" fmla="*/ 2147483647 h 788"/>
              <a:gd name="T12" fmla="*/ 2147483647 w 1020"/>
              <a:gd name="T13" fmla="*/ 2147483647 h 788"/>
              <a:gd name="T14" fmla="*/ 2147483647 w 1020"/>
              <a:gd name="T15" fmla="*/ 2147483647 h 788"/>
              <a:gd name="T16" fmla="*/ 2147483647 w 1020"/>
              <a:gd name="T17" fmla="*/ 2147483647 h 788"/>
              <a:gd name="T18" fmla="*/ 2147483647 w 1020"/>
              <a:gd name="T19" fmla="*/ 2147483647 h 788"/>
              <a:gd name="T20" fmla="*/ 2147483647 w 1020"/>
              <a:gd name="T21" fmla="*/ 2147483647 h 788"/>
              <a:gd name="T22" fmla="*/ 2147483647 w 1020"/>
              <a:gd name="T23" fmla="*/ 2147483647 h 788"/>
              <a:gd name="T24" fmla="*/ 2147483647 w 1020"/>
              <a:gd name="T25" fmla="*/ 0 h 788"/>
              <a:gd name="T26" fmla="*/ 2147483647 w 1020"/>
              <a:gd name="T27" fmla="*/ 0 h 788"/>
              <a:gd name="T28" fmla="*/ 2147483647 w 1020"/>
              <a:gd name="T29" fmla="*/ 2147483647 h 788"/>
              <a:gd name="T30" fmla="*/ 2147483647 w 1020"/>
              <a:gd name="T31" fmla="*/ 2147483647 h 788"/>
              <a:gd name="T32" fmla="*/ 2147483647 w 1020"/>
              <a:gd name="T33" fmla="*/ 2147483647 h 788"/>
              <a:gd name="T34" fmla="*/ 2147483647 w 1020"/>
              <a:gd name="T35" fmla="*/ 2147483647 h 788"/>
              <a:gd name="T36" fmla="*/ 2147483647 w 1020"/>
              <a:gd name="T37" fmla="*/ 2147483647 h 788"/>
              <a:gd name="T38" fmla="*/ 2147483647 w 1020"/>
              <a:gd name="T39" fmla="*/ 2147483647 h 788"/>
              <a:gd name="T40" fmla="*/ 2147483647 w 1020"/>
              <a:gd name="T41" fmla="*/ 2147483647 h 788"/>
              <a:gd name="T42" fmla="*/ 2147483647 w 1020"/>
              <a:gd name="T43" fmla="*/ 2147483647 h 788"/>
              <a:gd name="T44" fmla="*/ 2147483647 w 1020"/>
              <a:gd name="T45" fmla="*/ 2147483647 h 788"/>
              <a:gd name="T46" fmla="*/ 2147483647 w 1020"/>
              <a:gd name="T47" fmla="*/ 2147483647 h 788"/>
              <a:gd name="T48" fmla="*/ 2147483647 w 1020"/>
              <a:gd name="T49" fmla="*/ 2147483647 h 78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020"/>
              <a:gd name="T76" fmla="*/ 0 h 788"/>
              <a:gd name="T77" fmla="*/ 1020 w 1020"/>
              <a:gd name="T78" fmla="*/ 788 h 78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020" h="788">
                <a:moveTo>
                  <a:pt x="754" y="787"/>
                </a:moveTo>
                <a:lnTo>
                  <a:pt x="0" y="787"/>
                </a:lnTo>
                <a:lnTo>
                  <a:pt x="34" y="721"/>
                </a:lnTo>
                <a:lnTo>
                  <a:pt x="68" y="654"/>
                </a:lnTo>
                <a:lnTo>
                  <a:pt x="97" y="587"/>
                </a:lnTo>
                <a:lnTo>
                  <a:pt x="125" y="516"/>
                </a:lnTo>
                <a:lnTo>
                  <a:pt x="150" y="445"/>
                </a:lnTo>
                <a:lnTo>
                  <a:pt x="172" y="373"/>
                </a:lnTo>
                <a:lnTo>
                  <a:pt x="191" y="300"/>
                </a:lnTo>
                <a:lnTo>
                  <a:pt x="207" y="225"/>
                </a:lnTo>
                <a:lnTo>
                  <a:pt x="220" y="150"/>
                </a:lnTo>
                <a:lnTo>
                  <a:pt x="230" y="74"/>
                </a:lnTo>
                <a:lnTo>
                  <a:pt x="237" y="0"/>
                </a:lnTo>
                <a:lnTo>
                  <a:pt x="1019" y="0"/>
                </a:lnTo>
                <a:lnTo>
                  <a:pt x="1010" y="76"/>
                </a:lnTo>
                <a:lnTo>
                  <a:pt x="997" y="152"/>
                </a:lnTo>
                <a:lnTo>
                  <a:pt x="982" y="228"/>
                </a:lnTo>
                <a:lnTo>
                  <a:pt x="963" y="301"/>
                </a:lnTo>
                <a:lnTo>
                  <a:pt x="942" y="375"/>
                </a:lnTo>
                <a:lnTo>
                  <a:pt x="918" y="447"/>
                </a:lnTo>
                <a:lnTo>
                  <a:pt x="891" y="519"/>
                </a:lnTo>
                <a:lnTo>
                  <a:pt x="861" y="588"/>
                </a:lnTo>
                <a:lnTo>
                  <a:pt x="828" y="656"/>
                </a:lnTo>
                <a:lnTo>
                  <a:pt x="792" y="722"/>
                </a:lnTo>
                <a:lnTo>
                  <a:pt x="754" y="787"/>
                </a:lnTo>
              </a:path>
            </a:pathLst>
          </a:custGeom>
          <a:solidFill>
            <a:schemeClr val="accent1">
              <a:alpha val="50195"/>
            </a:schemeClr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3498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RIBBON</a:t>
            </a:r>
          </a:p>
        </p:txBody>
      </p:sp>
      <p:sp>
        <p:nvSpPr>
          <p:cNvPr id="63499" name="Rectangle 10"/>
          <p:cNvSpPr>
            <a:spLocks noChangeArrowheads="1"/>
          </p:cNvSpPr>
          <p:nvPr/>
        </p:nvSpPr>
        <p:spPr bwMode="auto">
          <a:xfrm>
            <a:off x="3192463" y="1852613"/>
            <a:ext cx="995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3500" name="Rectangle 11"/>
          <p:cNvSpPr>
            <a:spLocks noChangeArrowheads="1"/>
          </p:cNvSpPr>
          <p:nvPr/>
        </p:nvSpPr>
        <p:spPr bwMode="auto">
          <a:xfrm>
            <a:off x="5272088" y="3022600"/>
            <a:ext cx="1211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3501" name="Rectangle 12"/>
          <p:cNvSpPr>
            <a:spLocks noChangeArrowheads="1"/>
          </p:cNvSpPr>
          <p:nvPr/>
        </p:nvSpPr>
        <p:spPr bwMode="auto">
          <a:xfrm>
            <a:off x="5157788" y="4367213"/>
            <a:ext cx="1198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3502" name="Rectangle 13"/>
          <p:cNvSpPr>
            <a:spLocks noChangeArrowheads="1"/>
          </p:cNvSpPr>
          <p:nvPr/>
        </p:nvSpPr>
        <p:spPr bwMode="auto">
          <a:xfrm>
            <a:off x="3027363" y="5149850"/>
            <a:ext cx="1274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3503" name="Rectangle 14"/>
          <p:cNvSpPr>
            <a:spLocks noChangeArrowheads="1"/>
          </p:cNvSpPr>
          <p:nvPr/>
        </p:nvSpPr>
        <p:spPr bwMode="auto">
          <a:xfrm>
            <a:off x="2627313" y="3714750"/>
            <a:ext cx="1276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35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35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51803A7-0EEA-45A8-ACBB-A08766AC7A46}" type="slidenum">
              <a:rPr lang="zh-CN" altLang="en-US" smtClean="0"/>
              <a:pPr defTabSz="895350"/>
              <a:t>60</a:t>
            </a:fld>
            <a:endParaRPr lang="en-US" altLang="zh-CN"/>
          </a:p>
        </p:txBody>
      </p:sp>
      <p:sp>
        <p:nvSpPr>
          <p:cNvPr id="64515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RING</a:t>
            </a:r>
          </a:p>
        </p:txBody>
      </p:sp>
      <p:grpSp>
        <p:nvGrpSpPr>
          <p:cNvPr id="64516" name="Group 3"/>
          <p:cNvGrpSpPr>
            <a:grpSpLocks/>
          </p:cNvGrpSpPr>
          <p:nvPr/>
        </p:nvGrpSpPr>
        <p:grpSpPr bwMode="auto">
          <a:xfrm>
            <a:off x="2339975" y="1141413"/>
            <a:ext cx="4359275" cy="4240212"/>
            <a:chOff x="1474" y="635"/>
            <a:chExt cx="2746" cy="2671"/>
          </a:xfrm>
        </p:grpSpPr>
        <p:sp>
          <p:nvSpPr>
            <p:cNvPr id="64524" name="Freeform 4"/>
            <p:cNvSpPr>
              <a:spLocks/>
            </p:cNvSpPr>
            <p:nvPr/>
          </p:nvSpPr>
          <p:spPr bwMode="blackWhite">
            <a:xfrm>
              <a:off x="3047" y="931"/>
              <a:ext cx="1086" cy="1159"/>
            </a:xfrm>
            <a:custGeom>
              <a:avLst/>
              <a:gdLst>
                <a:gd name="T0" fmla="*/ 1701 w 858"/>
                <a:gd name="T1" fmla="*/ 1173 h 944"/>
                <a:gd name="T2" fmla="*/ 1696 w 858"/>
                <a:gd name="T3" fmla="*/ 985 h 944"/>
                <a:gd name="T4" fmla="*/ 1696 w 858"/>
                <a:gd name="T5" fmla="*/ 794 h 944"/>
                <a:gd name="T6" fmla="*/ 1705 w 858"/>
                <a:gd name="T7" fmla="*/ 603 h 944"/>
                <a:gd name="T8" fmla="*/ 1718 w 858"/>
                <a:gd name="T9" fmla="*/ 415 h 944"/>
                <a:gd name="T10" fmla="*/ 1738 w 858"/>
                <a:gd name="T11" fmla="*/ 225 h 944"/>
                <a:gd name="T12" fmla="*/ 1618 w 858"/>
                <a:gd name="T13" fmla="*/ 478 h 944"/>
                <a:gd name="T14" fmla="*/ 1482 w 858"/>
                <a:gd name="T15" fmla="*/ 401 h 944"/>
                <a:gd name="T16" fmla="*/ 1345 w 858"/>
                <a:gd name="T17" fmla="*/ 333 h 944"/>
                <a:gd name="T18" fmla="*/ 1206 w 858"/>
                <a:gd name="T19" fmla="*/ 270 h 944"/>
                <a:gd name="T20" fmla="*/ 1067 w 858"/>
                <a:gd name="T21" fmla="*/ 217 h 944"/>
                <a:gd name="T22" fmla="*/ 924 w 858"/>
                <a:gd name="T23" fmla="*/ 165 h 944"/>
                <a:gd name="T24" fmla="*/ 780 w 858"/>
                <a:gd name="T25" fmla="*/ 120 h 944"/>
                <a:gd name="T26" fmla="*/ 634 w 858"/>
                <a:gd name="T27" fmla="*/ 83 h 944"/>
                <a:gd name="T28" fmla="*/ 489 w 858"/>
                <a:gd name="T29" fmla="*/ 54 h 944"/>
                <a:gd name="T30" fmla="*/ 342 w 858"/>
                <a:gd name="T31" fmla="*/ 27 h 944"/>
                <a:gd name="T32" fmla="*/ 191 w 858"/>
                <a:gd name="T33" fmla="*/ 9 h 944"/>
                <a:gd name="T34" fmla="*/ 43 w 858"/>
                <a:gd name="T35" fmla="*/ 0 h 944"/>
                <a:gd name="T36" fmla="*/ 191 w 858"/>
                <a:gd name="T37" fmla="*/ 537 h 944"/>
                <a:gd name="T38" fmla="*/ 0 w 858"/>
                <a:gd name="T39" fmla="*/ 1101 h 944"/>
                <a:gd name="T40" fmla="*/ 123 w 858"/>
                <a:gd name="T41" fmla="*/ 1104 h 944"/>
                <a:gd name="T42" fmla="*/ 247 w 858"/>
                <a:gd name="T43" fmla="*/ 1111 h 944"/>
                <a:gd name="T44" fmla="*/ 368 w 858"/>
                <a:gd name="T45" fmla="*/ 1121 h 944"/>
                <a:gd name="T46" fmla="*/ 487 w 858"/>
                <a:gd name="T47" fmla="*/ 1134 h 944"/>
                <a:gd name="T48" fmla="*/ 601 w 858"/>
                <a:gd name="T49" fmla="*/ 1152 h 944"/>
                <a:gd name="T50" fmla="*/ 711 w 858"/>
                <a:gd name="T51" fmla="*/ 1173 h 944"/>
                <a:gd name="T52" fmla="*/ 819 w 858"/>
                <a:gd name="T53" fmla="*/ 1197 h 944"/>
                <a:gd name="T54" fmla="*/ 924 w 858"/>
                <a:gd name="T55" fmla="*/ 1227 h 944"/>
                <a:gd name="T56" fmla="*/ 1024 w 858"/>
                <a:gd name="T57" fmla="*/ 1258 h 944"/>
                <a:gd name="T58" fmla="*/ 1121 w 858"/>
                <a:gd name="T59" fmla="*/ 1295 h 944"/>
                <a:gd name="T60" fmla="*/ 1211 w 858"/>
                <a:gd name="T61" fmla="*/ 1332 h 944"/>
                <a:gd name="T62" fmla="*/ 1296 w 858"/>
                <a:gd name="T63" fmla="*/ 1375 h 944"/>
                <a:gd name="T64" fmla="*/ 1375 w 858"/>
                <a:gd name="T65" fmla="*/ 1422 h 944"/>
                <a:gd name="T66" fmla="*/ 1448 w 858"/>
                <a:gd name="T67" fmla="*/ 1468 h 944"/>
                <a:gd name="T68" fmla="*/ 1515 w 858"/>
                <a:gd name="T69" fmla="*/ 1518 h 944"/>
                <a:gd name="T70" fmla="*/ 1519 w 858"/>
                <a:gd name="T71" fmla="*/ 1594 h 944"/>
                <a:gd name="T72" fmla="*/ 1519 w 858"/>
                <a:gd name="T73" fmla="*/ 1669 h 944"/>
                <a:gd name="T74" fmla="*/ 1515 w 858"/>
                <a:gd name="T75" fmla="*/ 1746 h 944"/>
                <a:gd name="T76" fmla="*/ 1572 w 858"/>
                <a:gd name="T77" fmla="*/ 1602 h 944"/>
                <a:gd name="T78" fmla="*/ 1620 w 858"/>
                <a:gd name="T79" fmla="*/ 1462 h 944"/>
                <a:gd name="T80" fmla="*/ 1663 w 858"/>
                <a:gd name="T81" fmla="*/ 1317 h 944"/>
                <a:gd name="T82" fmla="*/ 1701 w 858"/>
                <a:gd name="T83" fmla="*/ 1173 h 94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858"/>
                <a:gd name="T127" fmla="*/ 0 h 944"/>
                <a:gd name="T128" fmla="*/ 858 w 858"/>
                <a:gd name="T129" fmla="*/ 944 h 94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858" h="944">
                  <a:moveTo>
                    <a:pt x="839" y="634"/>
                  </a:moveTo>
                  <a:lnTo>
                    <a:pt x="837" y="532"/>
                  </a:lnTo>
                  <a:lnTo>
                    <a:pt x="837" y="429"/>
                  </a:lnTo>
                  <a:lnTo>
                    <a:pt x="841" y="326"/>
                  </a:lnTo>
                  <a:lnTo>
                    <a:pt x="847" y="224"/>
                  </a:lnTo>
                  <a:lnTo>
                    <a:pt x="857" y="121"/>
                  </a:lnTo>
                  <a:lnTo>
                    <a:pt x="798" y="258"/>
                  </a:lnTo>
                  <a:lnTo>
                    <a:pt x="731" y="217"/>
                  </a:lnTo>
                  <a:lnTo>
                    <a:pt x="664" y="180"/>
                  </a:lnTo>
                  <a:lnTo>
                    <a:pt x="595" y="146"/>
                  </a:lnTo>
                  <a:lnTo>
                    <a:pt x="526" y="117"/>
                  </a:lnTo>
                  <a:lnTo>
                    <a:pt x="456" y="89"/>
                  </a:lnTo>
                  <a:lnTo>
                    <a:pt x="385" y="65"/>
                  </a:lnTo>
                  <a:lnTo>
                    <a:pt x="313" y="45"/>
                  </a:lnTo>
                  <a:lnTo>
                    <a:pt x="241" y="29"/>
                  </a:lnTo>
                  <a:lnTo>
                    <a:pt x="168" y="15"/>
                  </a:lnTo>
                  <a:lnTo>
                    <a:pt x="94" y="5"/>
                  </a:lnTo>
                  <a:lnTo>
                    <a:pt x="21" y="0"/>
                  </a:lnTo>
                  <a:lnTo>
                    <a:pt x="94" y="290"/>
                  </a:lnTo>
                  <a:lnTo>
                    <a:pt x="0" y="595"/>
                  </a:lnTo>
                  <a:lnTo>
                    <a:pt x="61" y="596"/>
                  </a:lnTo>
                  <a:lnTo>
                    <a:pt x="122" y="600"/>
                  </a:lnTo>
                  <a:lnTo>
                    <a:pt x="182" y="606"/>
                  </a:lnTo>
                  <a:lnTo>
                    <a:pt x="240" y="613"/>
                  </a:lnTo>
                  <a:lnTo>
                    <a:pt x="296" y="622"/>
                  </a:lnTo>
                  <a:lnTo>
                    <a:pt x="351" y="634"/>
                  </a:lnTo>
                  <a:lnTo>
                    <a:pt x="404" y="647"/>
                  </a:lnTo>
                  <a:lnTo>
                    <a:pt x="456" y="663"/>
                  </a:lnTo>
                  <a:lnTo>
                    <a:pt x="505" y="680"/>
                  </a:lnTo>
                  <a:lnTo>
                    <a:pt x="553" y="700"/>
                  </a:lnTo>
                  <a:lnTo>
                    <a:pt x="597" y="720"/>
                  </a:lnTo>
                  <a:lnTo>
                    <a:pt x="639" y="743"/>
                  </a:lnTo>
                  <a:lnTo>
                    <a:pt x="678" y="768"/>
                  </a:lnTo>
                  <a:lnTo>
                    <a:pt x="714" y="793"/>
                  </a:lnTo>
                  <a:lnTo>
                    <a:pt x="747" y="820"/>
                  </a:lnTo>
                  <a:lnTo>
                    <a:pt x="749" y="861"/>
                  </a:lnTo>
                  <a:lnTo>
                    <a:pt x="749" y="902"/>
                  </a:lnTo>
                  <a:lnTo>
                    <a:pt x="747" y="943"/>
                  </a:lnTo>
                  <a:lnTo>
                    <a:pt x="775" y="866"/>
                  </a:lnTo>
                  <a:lnTo>
                    <a:pt x="799" y="790"/>
                  </a:lnTo>
                  <a:lnTo>
                    <a:pt x="820" y="712"/>
                  </a:lnTo>
                  <a:lnTo>
                    <a:pt x="839" y="63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4525" name="Freeform 5"/>
            <p:cNvSpPr>
              <a:spLocks/>
            </p:cNvSpPr>
            <p:nvPr/>
          </p:nvSpPr>
          <p:spPr bwMode="blackWhite">
            <a:xfrm>
              <a:off x="1922" y="2026"/>
              <a:ext cx="1534" cy="1214"/>
            </a:xfrm>
            <a:custGeom>
              <a:avLst/>
              <a:gdLst>
                <a:gd name="T0" fmla="*/ 0 w 1212"/>
                <a:gd name="T1" fmla="*/ 933 h 988"/>
                <a:gd name="T2" fmla="*/ 206 w 1212"/>
                <a:gd name="T3" fmla="*/ 1831 h 988"/>
                <a:gd name="T4" fmla="*/ 249 w 1212"/>
                <a:gd name="T5" fmla="*/ 1542 h 988"/>
                <a:gd name="T6" fmla="*/ 368 w 1212"/>
                <a:gd name="T7" fmla="*/ 1579 h 988"/>
                <a:gd name="T8" fmla="*/ 520 w 1212"/>
                <a:gd name="T9" fmla="*/ 1622 h 988"/>
                <a:gd name="T10" fmla="*/ 671 w 1212"/>
                <a:gd name="T11" fmla="*/ 1656 h 988"/>
                <a:gd name="T12" fmla="*/ 824 w 1212"/>
                <a:gd name="T13" fmla="*/ 1687 h 988"/>
                <a:gd name="T14" fmla="*/ 976 w 1212"/>
                <a:gd name="T15" fmla="*/ 1712 h 988"/>
                <a:gd name="T16" fmla="*/ 1125 w 1212"/>
                <a:gd name="T17" fmla="*/ 1730 h 988"/>
                <a:gd name="T18" fmla="*/ 1277 w 1212"/>
                <a:gd name="T19" fmla="*/ 1742 h 988"/>
                <a:gd name="T20" fmla="*/ 1425 w 1212"/>
                <a:gd name="T21" fmla="*/ 1745 h 988"/>
                <a:gd name="T22" fmla="*/ 1578 w 1212"/>
                <a:gd name="T23" fmla="*/ 1744 h 988"/>
                <a:gd name="T24" fmla="*/ 1726 w 1212"/>
                <a:gd name="T25" fmla="*/ 1737 h 988"/>
                <a:gd name="T26" fmla="*/ 1873 w 1212"/>
                <a:gd name="T27" fmla="*/ 1724 h 988"/>
                <a:gd name="T28" fmla="*/ 2021 w 1212"/>
                <a:gd name="T29" fmla="*/ 1702 h 988"/>
                <a:gd name="T30" fmla="*/ 2167 w 1212"/>
                <a:gd name="T31" fmla="*/ 1676 h 988"/>
                <a:gd name="T32" fmla="*/ 2311 w 1212"/>
                <a:gd name="T33" fmla="*/ 1639 h 988"/>
                <a:gd name="T34" fmla="*/ 2455 w 1212"/>
                <a:gd name="T35" fmla="*/ 1600 h 988"/>
                <a:gd name="T36" fmla="*/ 2130 w 1212"/>
                <a:gd name="T37" fmla="*/ 1161 h 988"/>
                <a:gd name="T38" fmla="*/ 2297 w 1212"/>
                <a:gd name="T39" fmla="*/ 523 h 988"/>
                <a:gd name="T40" fmla="*/ 2254 w 1212"/>
                <a:gd name="T41" fmla="*/ 536 h 988"/>
                <a:gd name="T42" fmla="*/ 2206 w 1212"/>
                <a:gd name="T43" fmla="*/ 549 h 988"/>
                <a:gd name="T44" fmla="*/ 2153 w 1212"/>
                <a:gd name="T45" fmla="*/ 560 h 988"/>
                <a:gd name="T46" fmla="*/ 2093 w 1212"/>
                <a:gd name="T47" fmla="*/ 570 h 988"/>
                <a:gd name="T48" fmla="*/ 2030 w 1212"/>
                <a:gd name="T49" fmla="*/ 581 h 988"/>
                <a:gd name="T50" fmla="*/ 1959 w 1212"/>
                <a:gd name="T51" fmla="*/ 590 h 988"/>
                <a:gd name="T52" fmla="*/ 1883 w 1212"/>
                <a:gd name="T53" fmla="*/ 593 h 988"/>
                <a:gd name="T54" fmla="*/ 1807 w 1212"/>
                <a:gd name="T55" fmla="*/ 600 h 988"/>
                <a:gd name="T56" fmla="*/ 1726 w 1212"/>
                <a:gd name="T57" fmla="*/ 602 h 988"/>
                <a:gd name="T58" fmla="*/ 1642 w 1212"/>
                <a:gd name="T59" fmla="*/ 607 h 988"/>
                <a:gd name="T60" fmla="*/ 1557 w 1212"/>
                <a:gd name="T61" fmla="*/ 607 h 988"/>
                <a:gd name="T62" fmla="*/ 1472 w 1212"/>
                <a:gd name="T63" fmla="*/ 607 h 988"/>
                <a:gd name="T64" fmla="*/ 1382 w 1212"/>
                <a:gd name="T65" fmla="*/ 602 h 988"/>
                <a:gd name="T66" fmla="*/ 1296 w 1212"/>
                <a:gd name="T67" fmla="*/ 600 h 988"/>
                <a:gd name="T68" fmla="*/ 1211 w 1212"/>
                <a:gd name="T69" fmla="*/ 593 h 988"/>
                <a:gd name="T70" fmla="*/ 1123 w 1212"/>
                <a:gd name="T71" fmla="*/ 589 h 988"/>
                <a:gd name="T72" fmla="*/ 1039 w 1212"/>
                <a:gd name="T73" fmla="*/ 581 h 988"/>
                <a:gd name="T74" fmla="*/ 961 w 1212"/>
                <a:gd name="T75" fmla="*/ 570 h 988"/>
                <a:gd name="T76" fmla="*/ 882 w 1212"/>
                <a:gd name="T77" fmla="*/ 560 h 988"/>
                <a:gd name="T78" fmla="*/ 808 w 1212"/>
                <a:gd name="T79" fmla="*/ 547 h 988"/>
                <a:gd name="T80" fmla="*/ 735 w 1212"/>
                <a:gd name="T81" fmla="*/ 536 h 988"/>
                <a:gd name="T82" fmla="*/ 671 w 1212"/>
                <a:gd name="T83" fmla="*/ 521 h 988"/>
                <a:gd name="T84" fmla="*/ 611 w 1212"/>
                <a:gd name="T85" fmla="*/ 506 h 988"/>
                <a:gd name="T86" fmla="*/ 557 w 1212"/>
                <a:gd name="T87" fmla="*/ 489 h 988"/>
                <a:gd name="T88" fmla="*/ 511 w 1212"/>
                <a:gd name="T89" fmla="*/ 476 h 988"/>
                <a:gd name="T90" fmla="*/ 556 w 1212"/>
                <a:gd name="T91" fmla="*/ 0 h 988"/>
                <a:gd name="T92" fmla="*/ 0 w 1212"/>
                <a:gd name="T93" fmla="*/ 933 h 98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212"/>
                <a:gd name="T142" fmla="*/ 0 h 988"/>
                <a:gd name="T143" fmla="*/ 1212 w 1212"/>
                <a:gd name="T144" fmla="*/ 988 h 98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212" h="988">
                  <a:moveTo>
                    <a:pt x="0" y="503"/>
                  </a:moveTo>
                  <a:lnTo>
                    <a:pt x="102" y="987"/>
                  </a:lnTo>
                  <a:lnTo>
                    <a:pt x="123" y="831"/>
                  </a:lnTo>
                  <a:lnTo>
                    <a:pt x="182" y="851"/>
                  </a:lnTo>
                  <a:lnTo>
                    <a:pt x="257" y="874"/>
                  </a:lnTo>
                  <a:lnTo>
                    <a:pt x="331" y="893"/>
                  </a:lnTo>
                  <a:lnTo>
                    <a:pt x="406" y="909"/>
                  </a:lnTo>
                  <a:lnTo>
                    <a:pt x="481" y="923"/>
                  </a:lnTo>
                  <a:lnTo>
                    <a:pt x="555" y="933"/>
                  </a:lnTo>
                  <a:lnTo>
                    <a:pt x="630" y="939"/>
                  </a:lnTo>
                  <a:lnTo>
                    <a:pt x="703" y="941"/>
                  </a:lnTo>
                  <a:lnTo>
                    <a:pt x="778" y="940"/>
                  </a:lnTo>
                  <a:lnTo>
                    <a:pt x="852" y="937"/>
                  </a:lnTo>
                  <a:lnTo>
                    <a:pt x="924" y="929"/>
                  </a:lnTo>
                  <a:lnTo>
                    <a:pt x="997" y="917"/>
                  </a:lnTo>
                  <a:lnTo>
                    <a:pt x="1069" y="903"/>
                  </a:lnTo>
                  <a:lnTo>
                    <a:pt x="1140" y="884"/>
                  </a:lnTo>
                  <a:lnTo>
                    <a:pt x="1211" y="863"/>
                  </a:lnTo>
                  <a:lnTo>
                    <a:pt x="1051" y="626"/>
                  </a:lnTo>
                  <a:lnTo>
                    <a:pt x="1133" y="282"/>
                  </a:lnTo>
                  <a:lnTo>
                    <a:pt x="1112" y="289"/>
                  </a:lnTo>
                  <a:lnTo>
                    <a:pt x="1088" y="296"/>
                  </a:lnTo>
                  <a:lnTo>
                    <a:pt x="1062" y="302"/>
                  </a:lnTo>
                  <a:lnTo>
                    <a:pt x="1033" y="308"/>
                  </a:lnTo>
                  <a:lnTo>
                    <a:pt x="1001" y="313"/>
                  </a:lnTo>
                  <a:lnTo>
                    <a:pt x="966" y="318"/>
                  </a:lnTo>
                  <a:lnTo>
                    <a:pt x="929" y="320"/>
                  </a:lnTo>
                  <a:lnTo>
                    <a:pt x="891" y="323"/>
                  </a:lnTo>
                  <a:lnTo>
                    <a:pt x="852" y="325"/>
                  </a:lnTo>
                  <a:lnTo>
                    <a:pt x="810" y="327"/>
                  </a:lnTo>
                  <a:lnTo>
                    <a:pt x="768" y="327"/>
                  </a:lnTo>
                  <a:lnTo>
                    <a:pt x="726" y="327"/>
                  </a:lnTo>
                  <a:lnTo>
                    <a:pt x="682" y="325"/>
                  </a:lnTo>
                  <a:lnTo>
                    <a:pt x="639" y="323"/>
                  </a:lnTo>
                  <a:lnTo>
                    <a:pt x="597" y="320"/>
                  </a:lnTo>
                  <a:lnTo>
                    <a:pt x="554" y="317"/>
                  </a:lnTo>
                  <a:lnTo>
                    <a:pt x="513" y="313"/>
                  </a:lnTo>
                  <a:lnTo>
                    <a:pt x="474" y="308"/>
                  </a:lnTo>
                  <a:lnTo>
                    <a:pt x="435" y="302"/>
                  </a:lnTo>
                  <a:lnTo>
                    <a:pt x="398" y="295"/>
                  </a:lnTo>
                  <a:lnTo>
                    <a:pt x="363" y="289"/>
                  </a:lnTo>
                  <a:lnTo>
                    <a:pt x="331" y="281"/>
                  </a:lnTo>
                  <a:lnTo>
                    <a:pt x="302" y="273"/>
                  </a:lnTo>
                  <a:lnTo>
                    <a:pt x="275" y="264"/>
                  </a:lnTo>
                  <a:lnTo>
                    <a:pt x="252" y="256"/>
                  </a:lnTo>
                  <a:lnTo>
                    <a:pt x="274" y="0"/>
                  </a:lnTo>
                  <a:lnTo>
                    <a:pt x="0" y="503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4526" name="Freeform 6"/>
            <p:cNvSpPr>
              <a:spLocks/>
            </p:cNvSpPr>
            <p:nvPr/>
          </p:nvSpPr>
          <p:spPr bwMode="blackWhite">
            <a:xfrm>
              <a:off x="1861" y="635"/>
              <a:ext cx="1243" cy="1248"/>
            </a:xfrm>
            <a:custGeom>
              <a:avLst/>
              <a:gdLst>
                <a:gd name="T0" fmla="*/ 1990 w 982"/>
                <a:gd name="T1" fmla="*/ 975 h 1016"/>
                <a:gd name="T2" fmla="*/ 1749 w 982"/>
                <a:gd name="T3" fmla="*/ 0 h 1016"/>
                <a:gd name="T4" fmla="*/ 1749 w 982"/>
                <a:gd name="T5" fmla="*/ 421 h 1016"/>
                <a:gd name="T6" fmla="*/ 1590 w 982"/>
                <a:gd name="T7" fmla="*/ 424 h 1016"/>
                <a:gd name="T8" fmla="*/ 1437 w 982"/>
                <a:gd name="T9" fmla="*/ 430 h 1016"/>
                <a:gd name="T10" fmla="*/ 1289 w 982"/>
                <a:gd name="T11" fmla="*/ 441 h 1016"/>
                <a:gd name="T12" fmla="*/ 1143 w 982"/>
                <a:gd name="T13" fmla="*/ 454 h 1016"/>
                <a:gd name="T14" fmla="*/ 1005 w 982"/>
                <a:gd name="T15" fmla="*/ 470 h 1016"/>
                <a:gd name="T16" fmla="*/ 870 w 982"/>
                <a:gd name="T17" fmla="*/ 491 h 1016"/>
                <a:gd name="T18" fmla="*/ 742 w 982"/>
                <a:gd name="T19" fmla="*/ 515 h 1016"/>
                <a:gd name="T20" fmla="*/ 619 w 982"/>
                <a:gd name="T21" fmla="*/ 543 h 1016"/>
                <a:gd name="T22" fmla="*/ 501 w 982"/>
                <a:gd name="T23" fmla="*/ 574 h 1016"/>
                <a:gd name="T24" fmla="*/ 387 w 982"/>
                <a:gd name="T25" fmla="*/ 607 h 1016"/>
                <a:gd name="T26" fmla="*/ 282 w 982"/>
                <a:gd name="T27" fmla="*/ 642 h 1016"/>
                <a:gd name="T28" fmla="*/ 182 w 982"/>
                <a:gd name="T29" fmla="*/ 682 h 1016"/>
                <a:gd name="T30" fmla="*/ 86 w 982"/>
                <a:gd name="T31" fmla="*/ 727 h 1016"/>
                <a:gd name="T32" fmla="*/ 0 w 982"/>
                <a:gd name="T33" fmla="*/ 774 h 1016"/>
                <a:gd name="T34" fmla="*/ 265 w 982"/>
                <a:gd name="T35" fmla="*/ 1255 h 1016"/>
                <a:gd name="T36" fmla="*/ 219 w 982"/>
                <a:gd name="T37" fmla="*/ 1780 h 1016"/>
                <a:gd name="T38" fmla="*/ 272 w 982"/>
                <a:gd name="T39" fmla="*/ 1755 h 1016"/>
                <a:gd name="T40" fmla="*/ 346 w 982"/>
                <a:gd name="T41" fmla="*/ 1727 h 1016"/>
                <a:gd name="T42" fmla="*/ 427 w 982"/>
                <a:gd name="T43" fmla="*/ 1702 h 1016"/>
                <a:gd name="T44" fmla="*/ 510 w 982"/>
                <a:gd name="T45" fmla="*/ 1674 h 1016"/>
                <a:gd name="T46" fmla="*/ 595 w 982"/>
                <a:gd name="T47" fmla="*/ 1653 h 1016"/>
                <a:gd name="T48" fmla="*/ 686 w 982"/>
                <a:gd name="T49" fmla="*/ 1631 h 1016"/>
                <a:gd name="T50" fmla="*/ 777 w 982"/>
                <a:gd name="T51" fmla="*/ 1610 h 1016"/>
                <a:gd name="T52" fmla="*/ 872 w 982"/>
                <a:gd name="T53" fmla="*/ 1592 h 1016"/>
                <a:gd name="T54" fmla="*/ 966 w 982"/>
                <a:gd name="T55" fmla="*/ 1580 h 1016"/>
                <a:gd name="T56" fmla="*/ 1062 w 982"/>
                <a:gd name="T57" fmla="*/ 1565 h 1016"/>
                <a:gd name="T58" fmla="*/ 1158 w 982"/>
                <a:gd name="T59" fmla="*/ 1553 h 1016"/>
                <a:gd name="T60" fmla="*/ 1253 w 982"/>
                <a:gd name="T61" fmla="*/ 1544 h 1016"/>
                <a:gd name="T62" fmla="*/ 1346 w 982"/>
                <a:gd name="T63" fmla="*/ 1540 h 1016"/>
                <a:gd name="T64" fmla="*/ 1440 w 982"/>
                <a:gd name="T65" fmla="*/ 1535 h 1016"/>
                <a:gd name="T66" fmla="*/ 1527 w 982"/>
                <a:gd name="T67" fmla="*/ 1534 h 1016"/>
                <a:gd name="T68" fmla="*/ 1616 w 982"/>
                <a:gd name="T69" fmla="*/ 1535 h 1016"/>
                <a:gd name="T70" fmla="*/ 1700 w 982"/>
                <a:gd name="T71" fmla="*/ 1540 h 1016"/>
                <a:gd name="T72" fmla="*/ 1711 w 982"/>
                <a:gd name="T73" fmla="*/ 1882 h 1016"/>
                <a:gd name="T74" fmla="*/ 1990 w 982"/>
                <a:gd name="T75" fmla="*/ 975 h 101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982"/>
                <a:gd name="T115" fmla="*/ 0 h 1016"/>
                <a:gd name="T116" fmla="*/ 982 w 982"/>
                <a:gd name="T117" fmla="*/ 1016 h 101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982" h="1016">
                  <a:moveTo>
                    <a:pt x="981" y="526"/>
                  </a:moveTo>
                  <a:lnTo>
                    <a:pt x="863" y="0"/>
                  </a:lnTo>
                  <a:lnTo>
                    <a:pt x="863" y="227"/>
                  </a:lnTo>
                  <a:lnTo>
                    <a:pt x="784" y="229"/>
                  </a:lnTo>
                  <a:lnTo>
                    <a:pt x="709" y="232"/>
                  </a:lnTo>
                  <a:lnTo>
                    <a:pt x="635" y="238"/>
                  </a:lnTo>
                  <a:lnTo>
                    <a:pt x="563" y="245"/>
                  </a:lnTo>
                  <a:lnTo>
                    <a:pt x="495" y="254"/>
                  </a:lnTo>
                  <a:lnTo>
                    <a:pt x="429" y="265"/>
                  </a:lnTo>
                  <a:lnTo>
                    <a:pt x="366" y="278"/>
                  </a:lnTo>
                  <a:lnTo>
                    <a:pt x="305" y="293"/>
                  </a:lnTo>
                  <a:lnTo>
                    <a:pt x="247" y="309"/>
                  </a:lnTo>
                  <a:lnTo>
                    <a:pt x="191" y="327"/>
                  </a:lnTo>
                  <a:lnTo>
                    <a:pt x="139" y="347"/>
                  </a:lnTo>
                  <a:lnTo>
                    <a:pt x="90" y="368"/>
                  </a:lnTo>
                  <a:lnTo>
                    <a:pt x="43" y="392"/>
                  </a:lnTo>
                  <a:lnTo>
                    <a:pt x="0" y="418"/>
                  </a:lnTo>
                  <a:lnTo>
                    <a:pt x="130" y="677"/>
                  </a:lnTo>
                  <a:lnTo>
                    <a:pt x="108" y="961"/>
                  </a:lnTo>
                  <a:lnTo>
                    <a:pt x="134" y="947"/>
                  </a:lnTo>
                  <a:lnTo>
                    <a:pt x="171" y="932"/>
                  </a:lnTo>
                  <a:lnTo>
                    <a:pt x="210" y="918"/>
                  </a:lnTo>
                  <a:lnTo>
                    <a:pt x="251" y="904"/>
                  </a:lnTo>
                  <a:lnTo>
                    <a:pt x="293" y="892"/>
                  </a:lnTo>
                  <a:lnTo>
                    <a:pt x="338" y="880"/>
                  </a:lnTo>
                  <a:lnTo>
                    <a:pt x="383" y="869"/>
                  </a:lnTo>
                  <a:lnTo>
                    <a:pt x="430" y="859"/>
                  </a:lnTo>
                  <a:lnTo>
                    <a:pt x="476" y="852"/>
                  </a:lnTo>
                  <a:lnTo>
                    <a:pt x="524" y="844"/>
                  </a:lnTo>
                  <a:lnTo>
                    <a:pt x="571" y="838"/>
                  </a:lnTo>
                  <a:lnTo>
                    <a:pt x="618" y="833"/>
                  </a:lnTo>
                  <a:lnTo>
                    <a:pt x="664" y="831"/>
                  </a:lnTo>
                  <a:lnTo>
                    <a:pt x="710" y="829"/>
                  </a:lnTo>
                  <a:lnTo>
                    <a:pt x="753" y="828"/>
                  </a:lnTo>
                  <a:lnTo>
                    <a:pt x="797" y="829"/>
                  </a:lnTo>
                  <a:lnTo>
                    <a:pt x="838" y="831"/>
                  </a:lnTo>
                  <a:lnTo>
                    <a:pt x="844" y="1015"/>
                  </a:lnTo>
                  <a:lnTo>
                    <a:pt x="981" y="52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64527" name="Group 7"/>
            <p:cNvGrpSpPr>
              <a:grpSpLocks/>
            </p:cNvGrpSpPr>
            <p:nvPr/>
          </p:nvGrpSpPr>
          <p:grpSpPr bwMode="auto">
            <a:xfrm>
              <a:off x="1474" y="958"/>
              <a:ext cx="587" cy="2031"/>
              <a:chOff x="2103" y="1896"/>
              <a:chExt cx="464" cy="1654"/>
            </a:xfrm>
          </p:grpSpPr>
          <p:sp>
            <p:nvSpPr>
              <p:cNvPr id="64531" name="Freeform 8"/>
              <p:cNvSpPr>
                <a:spLocks/>
              </p:cNvSpPr>
              <p:nvPr/>
            </p:nvSpPr>
            <p:spPr bwMode="blackWhite">
              <a:xfrm>
                <a:off x="2103" y="1896"/>
                <a:ext cx="393" cy="888"/>
              </a:xfrm>
              <a:custGeom>
                <a:avLst/>
                <a:gdLst>
                  <a:gd name="T0" fmla="*/ 392 w 393"/>
                  <a:gd name="T1" fmla="*/ 453 h 888"/>
                  <a:gd name="T2" fmla="*/ 206 w 393"/>
                  <a:gd name="T3" fmla="*/ 0 h 888"/>
                  <a:gd name="T4" fmla="*/ 206 w 393"/>
                  <a:gd name="T5" fmla="*/ 209 h 888"/>
                  <a:gd name="T6" fmla="*/ 171 w 393"/>
                  <a:gd name="T7" fmla="*/ 236 h 888"/>
                  <a:gd name="T8" fmla="*/ 139 w 393"/>
                  <a:gd name="T9" fmla="*/ 266 h 888"/>
                  <a:gd name="T10" fmla="*/ 111 w 393"/>
                  <a:gd name="T11" fmla="*/ 297 h 888"/>
                  <a:gd name="T12" fmla="*/ 85 w 393"/>
                  <a:gd name="T13" fmla="*/ 330 h 888"/>
                  <a:gd name="T14" fmla="*/ 63 w 393"/>
                  <a:gd name="T15" fmla="*/ 363 h 888"/>
                  <a:gd name="T16" fmla="*/ 43 w 393"/>
                  <a:gd name="T17" fmla="*/ 398 h 888"/>
                  <a:gd name="T18" fmla="*/ 28 w 393"/>
                  <a:gd name="T19" fmla="*/ 435 h 888"/>
                  <a:gd name="T20" fmla="*/ 15 w 393"/>
                  <a:gd name="T21" fmla="*/ 472 h 888"/>
                  <a:gd name="T22" fmla="*/ 7 w 393"/>
                  <a:gd name="T23" fmla="*/ 510 h 888"/>
                  <a:gd name="T24" fmla="*/ 2 w 393"/>
                  <a:gd name="T25" fmla="*/ 547 h 888"/>
                  <a:gd name="T26" fmla="*/ 0 w 393"/>
                  <a:gd name="T27" fmla="*/ 582 h 888"/>
                  <a:gd name="T28" fmla="*/ 3 w 393"/>
                  <a:gd name="T29" fmla="*/ 625 h 888"/>
                  <a:gd name="T30" fmla="*/ 9 w 393"/>
                  <a:gd name="T31" fmla="*/ 663 h 888"/>
                  <a:gd name="T32" fmla="*/ 19 w 393"/>
                  <a:gd name="T33" fmla="*/ 701 h 888"/>
                  <a:gd name="T34" fmla="*/ 33 w 393"/>
                  <a:gd name="T35" fmla="*/ 740 h 888"/>
                  <a:gd name="T36" fmla="*/ 49 w 393"/>
                  <a:gd name="T37" fmla="*/ 777 h 888"/>
                  <a:gd name="T38" fmla="*/ 67 w 393"/>
                  <a:gd name="T39" fmla="*/ 806 h 888"/>
                  <a:gd name="T40" fmla="*/ 87 w 393"/>
                  <a:gd name="T41" fmla="*/ 834 h 888"/>
                  <a:gd name="T42" fmla="*/ 109 w 393"/>
                  <a:gd name="T43" fmla="*/ 861 h 888"/>
                  <a:gd name="T44" fmla="*/ 133 w 393"/>
                  <a:gd name="T45" fmla="*/ 887 h 888"/>
                  <a:gd name="T46" fmla="*/ 161 w 393"/>
                  <a:gd name="T47" fmla="*/ 860 h 888"/>
                  <a:gd name="T48" fmla="*/ 191 w 393"/>
                  <a:gd name="T49" fmla="*/ 834 h 888"/>
                  <a:gd name="T50" fmla="*/ 222 w 393"/>
                  <a:gd name="T51" fmla="*/ 809 h 888"/>
                  <a:gd name="T52" fmla="*/ 254 w 393"/>
                  <a:gd name="T53" fmla="*/ 786 h 888"/>
                  <a:gd name="T54" fmla="*/ 286 w 393"/>
                  <a:gd name="T55" fmla="*/ 765 h 888"/>
                  <a:gd name="T56" fmla="*/ 319 w 393"/>
                  <a:gd name="T57" fmla="*/ 746 h 888"/>
                  <a:gd name="T58" fmla="*/ 352 w 393"/>
                  <a:gd name="T59" fmla="*/ 728 h 888"/>
                  <a:gd name="T60" fmla="*/ 370 w 393"/>
                  <a:gd name="T61" fmla="*/ 861 h 888"/>
                  <a:gd name="T62" fmla="*/ 392 w 393"/>
                  <a:gd name="T63" fmla="*/ 453 h 88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93"/>
                  <a:gd name="T97" fmla="*/ 0 h 888"/>
                  <a:gd name="T98" fmla="*/ 393 w 393"/>
                  <a:gd name="T99" fmla="*/ 888 h 88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93" h="888">
                    <a:moveTo>
                      <a:pt x="392" y="453"/>
                    </a:moveTo>
                    <a:lnTo>
                      <a:pt x="206" y="0"/>
                    </a:lnTo>
                    <a:lnTo>
                      <a:pt x="206" y="209"/>
                    </a:lnTo>
                    <a:lnTo>
                      <a:pt x="171" y="236"/>
                    </a:lnTo>
                    <a:lnTo>
                      <a:pt x="139" y="266"/>
                    </a:lnTo>
                    <a:lnTo>
                      <a:pt x="111" y="297"/>
                    </a:lnTo>
                    <a:lnTo>
                      <a:pt x="85" y="330"/>
                    </a:lnTo>
                    <a:lnTo>
                      <a:pt x="63" y="363"/>
                    </a:lnTo>
                    <a:lnTo>
                      <a:pt x="43" y="398"/>
                    </a:lnTo>
                    <a:lnTo>
                      <a:pt x="28" y="435"/>
                    </a:lnTo>
                    <a:lnTo>
                      <a:pt x="15" y="472"/>
                    </a:lnTo>
                    <a:lnTo>
                      <a:pt x="7" y="510"/>
                    </a:lnTo>
                    <a:lnTo>
                      <a:pt x="2" y="547"/>
                    </a:lnTo>
                    <a:lnTo>
                      <a:pt x="0" y="582"/>
                    </a:lnTo>
                    <a:lnTo>
                      <a:pt x="3" y="625"/>
                    </a:lnTo>
                    <a:lnTo>
                      <a:pt x="9" y="663"/>
                    </a:lnTo>
                    <a:lnTo>
                      <a:pt x="19" y="701"/>
                    </a:lnTo>
                    <a:lnTo>
                      <a:pt x="33" y="740"/>
                    </a:lnTo>
                    <a:lnTo>
                      <a:pt x="49" y="777"/>
                    </a:lnTo>
                    <a:lnTo>
                      <a:pt x="67" y="806"/>
                    </a:lnTo>
                    <a:lnTo>
                      <a:pt x="87" y="834"/>
                    </a:lnTo>
                    <a:lnTo>
                      <a:pt x="109" y="861"/>
                    </a:lnTo>
                    <a:lnTo>
                      <a:pt x="133" y="887"/>
                    </a:lnTo>
                    <a:lnTo>
                      <a:pt x="161" y="860"/>
                    </a:lnTo>
                    <a:lnTo>
                      <a:pt x="191" y="834"/>
                    </a:lnTo>
                    <a:lnTo>
                      <a:pt x="222" y="809"/>
                    </a:lnTo>
                    <a:lnTo>
                      <a:pt x="254" y="786"/>
                    </a:lnTo>
                    <a:lnTo>
                      <a:pt x="286" y="765"/>
                    </a:lnTo>
                    <a:lnTo>
                      <a:pt x="319" y="746"/>
                    </a:lnTo>
                    <a:lnTo>
                      <a:pt x="352" y="728"/>
                    </a:lnTo>
                    <a:lnTo>
                      <a:pt x="370" y="861"/>
                    </a:lnTo>
                    <a:lnTo>
                      <a:pt x="392" y="453"/>
                    </a:lnTo>
                  </a:path>
                </a:pathLst>
              </a:custGeom>
              <a:solidFill>
                <a:schemeClr val="accent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64532" name="Freeform 9"/>
              <p:cNvSpPr>
                <a:spLocks/>
              </p:cNvSpPr>
              <p:nvPr/>
            </p:nvSpPr>
            <p:spPr bwMode="blackWhite">
              <a:xfrm>
                <a:off x="2103" y="2487"/>
                <a:ext cx="464" cy="1063"/>
              </a:xfrm>
              <a:custGeom>
                <a:avLst/>
                <a:gdLst>
                  <a:gd name="T0" fmla="*/ 0 w 464"/>
                  <a:gd name="T1" fmla="*/ 0 h 1063"/>
                  <a:gd name="T2" fmla="*/ 0 w 464"/>
                  <a:gd name="T3" fmla="*/ 584 h 1063"/>
                  <a:gd name="T4" fmla="*/ 3 w 464"/>
                  <a:gd name="T5" fmla="*/ 614 h 1063"/>
                  <a:gd name="T6" fmla="*/ 7 w 464"/>
                  <a:gd name="T7" fmla="*/ 644 h 1063"/>
                  <a:gd name="T8" fmla="*/ 15 w 464"/>
                  <a:gd name="T9" fmla="*/ 676 h 1063"/>
                  <a:gd name="T10" fmla="*/ 25 w 464"/>
                  <a:gd name="T11" fmla="*/ 708 h 1063"/>
                  <a:gd name="T12" fmla="*/ 37 w 464"/>
                  <a:gd name="T13" fmla="*/ 741 h 1063"/>
                  <a:gd name="T14" fmla="*/ 52 w 464"/>
                  <a:gd name="T15" fmla="*/ 773 h 1063"/>
                  <a:gd name="T16" fmla="*/ 69 w 464"/>
                  <a:gd name="T17" fmla="*/ 806 h 1063"/>
                  <a:gd name="T18" fmla="*/ 89 w 464"/>
                  <a:gd name="T19" fmla="*/ 837 h 1063"/>
                  <a:gd name="T20" fmla="*/ 110 w 464"/>
                  <a:gd name="T21" fmla="*/ 868 h 1063"/>
                  <a:gd name="T22" fmla="*/ 132 w 464"/>
                  <a:gd name="T23" fmla="*/ 897 h 1063"/>
                  <a:gd name="T24" fmla="*/ 157 w 464"/>
                  <a:gd name="T25" fmla="*/ 925 h 1063"/>
                  <a:gd name="T26" fmla="*/ 183 w 464"/>
                  <a:gd name="T27" fmla="*/ 952 h 1063"/>
                  <a:gd name="T28" fmla="*/ 209 w 464"/>
                  <a:gd name="T29" fmla="*/ 976 h 1063"/>
                  <a:gd name="T30" fmla="*/ 236 w 464"/>
                  <a:gd name="T31" fmla="*/ 997 h 1063"/>
                  <a:gd name="T32" fmla="*/ 264 w 464"/>
                  <a:gd name="T33" fmla="*/ 1015 h 1063"/>
                  <a:gd name="T34" fmla="*/ 291 w 464"/>
                  <a:gd name="T35" fmla="*/ 1032 h 1063"/>
                  <a:gd name="T36" fmla="*/ 318 w 464"/>
                  <a:gd name="T37" fmla="*/ 1045 h 1063"/>
                  <a:gd name="T38" fmla="*/ 345 w 464"/>
                  <a:gd name="T39" fmla="*/ 1055 h 1063"/>
                  <a:gd name="T40" fmla="*/ 372 w 464"/>
                  <a:gd name="T41" fmla="*/ 1062 h 1063"/>
                  <a:gd name="T42" fmla="*/ 306 w 464"/>
                  <a:gd name="T43" fmla="*/ 770 h 1063"/>
                  <a:gd name="T44" fmla="*/ 463 w 464"/>
                  <a:gd name="T45" fmla="*/ 503 h 1063"/>
                  <a:gd name="T46" fmla="*/ 432 w 464"/>
                  <a:gd name="T47" fmla="*/ 491 h 1063"/>
                  <a:gd name="T48" fmla="*/ 395 w 464"/>
                  <a:gd name="T49" fmla="*/ 476 h 1063"/>
                  <a:gd name="T50" fmla="*/ 359 w 464"/>
                  <a:gd name="T51" fmla="*/ 458 h 1063"/>
                  <a:gd name="T52" fmla="*/ 324 w 464"/>
                  <a:gd name="T53" fmla="*/ 440 h 1063"/>
                  <a:gd name="T54" fmla="*/ 290 w 464"/>
                  <a:gd name="T55" fmla="*/ 422 h 1063"/>
                  <a:gd name="T56" fmla="*/ 259 w 464"/>
                  <a:gd name="T57" fmla="*/ 401 h 1063"/>
                  <a:gd name="T58" fmla="*/ 229 w 464"/>
                  <a:gd name="T59" fmla="*/ 382 h 1063"/>
                  <a:gd name="T60" fmla="*/ 202 w 464"/>
                  <a:gd name="T61" fmla="*/ 360 h 1063"/>
                  <a:gd name="T62" fmla="*/ 177 w 464"/>
                  <a:gd name="T63" fmla="*/ 340 h 1063"/>
                  <a:gd name="T64" fmla="*/ 155 w 464"/>
                  <a:gd name="T65" fmla="*/ 320 h 1063"/>
                  <a:gd name="T66" fmla="*/ 136 w 464"/>
                  <a:gd name="T67" fmla="*/ 300 h 1063"/>
                  <a:gd name="T68" fmla="*/ 120 w 464"/>
                  <a:gd name="T69" fmla="*/ 279 h 1063"/>
                  <a:gd name="T70" fmla="*/ 95 w 464"/>
                  <a:gd name="T71" fmla="*/ 249 h 1063"/>
                  <a:gd name="T72" fmla="*/ 73 w 464"/>
                  <a:gd name="T73" fmla="*/ 217 h 1063"/>
                  <a:gd name="T74" fmla="*/ 55 w 464"/>
                  <a:gd name="T75" fmla="*/ 184 h 1063"/>
                  <a:gd name="T76" fmla="*/ 38 w 464"/>
                  <a:gd name="T77" fmla="*/ 149 h 1063"/>
                  <a:gd name="T78" fmla="*/ 25 w 464"/>
                  <a:gd name="T79" fmla="*/ 113 h 1063"/>
                  <a:gd name="T80" fmla="*/ 14 w 464"/>
                  <a:gd name="T81" fmla="*/ 76 h 1063"/>
                  <a:gd name="T82" fmla="*/ 6 w 464"/>
                  <a:gd name="T83" fmla="*/ 38 h 1063"/>
                  <a:gd name="T84" fmla="*/ 0 w 464"/>
                  <a:gd name="T85" fmla="*/ 0 h 106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64"/>
                  <a:gd name="T130" fmla="*/ 0 h 1063"/>
                  <a:gd name="T131" fmla="*/ 464 w 464"/>
                  <a:gd name="T132" fmla="*/ 1063 h 1063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64" h="1063">
                    <a:moveTo>
                      <a:pt x="0" y="0"/>
                    </a:moveTo>
                    <a:lnTo>
                      <a:pt x="0" y="584"/>
                    </a:lnTo>
                    <a:lnTo>
                      <a:pt x="3" y="614"/>
                    </a:lnTo>
                    <a:lnTo>
                      <a:pt x="7" y="644"/>
                    </a:lnTo>
                    <a:lnTo>
                      <a:pt x="15" y="676"/>
                    </a:lnTo>
                    <a:lnTo>
                      <a:pt x="25" y="708"/>
                    </a:lnTo>
                    <a:lnTo>
                      <a:pt x="37" y="741"/>
                    </a:lnTo>
                    <a:lnTo>
                      <a:pt x="52" y="773"/>
                    </a:lnTo>
                    <a:lnTo>
                      <a:pt x="69" y="806"/>
                    </a:lnTo>
                    <a:lnTo>
                      <a:pt x="89" y="837"/>
                    </a:lnTo>
                    <a:lnTo>
                      <a:pt x="110" y="868"/>
                    </a:lnTo>
                    <a:lnTo>
                      <a:pt x="132" y="897"/>
                    </a:lnTo>
                    <a:lnTo>
                      <a:pt x="157" y="925"/>
                    </a:lnTo>
                    <a:lnTo>
                      <a:pt x="183" y="952"/>
                    </a:lnTo>
                    <a:lnTo>
                      <a:pt x="209" y="976"/>
                    </a:lnTo>
                    <a:lnTo>
                      <a:pt x="236" y="997"/>
                    </a:lnTo>
                    <a:lnTo>
                      <a:pt x="264" y="1015"/>
                    </a:lnTo>
                    <a:lnTo>
                      <a:pt x="291" y="1032"/>
                    </a:lnTo>
                    <a:lnTo>
                      <a:pt x="318" y="1045"/>
                    </a:lnTo>
                    <a:lnTo>
                      <a:pt x="345" y="1055"/>
                    </a:lnTo>
                    <a:lnTo>
                      <a:pt x="372" y="1062"/>
                    </a:lnTo>
                    <a:lnTo>
                      <a:pt x="306" y="770"/>
                    </a:lnTo>
                    <a:lnTo>
                      <a:pt x="463" y="503"/>
                    </a:lnTo>
                    <a:lnTo>
                      <a:pt x="432" y="491"/>
                    </a:lnTo>
                    <a:lnTo>
                      <a:pt x="395" y="476"/>
                    </a:lnTo>
                    <a:lnTo>
                      <a:pt x="359" y="458"/>
                    </a:lnTo>
                    <a:lnTo>
                      <a:pt x="324" y="440"/>
                    </a:lnTo>
                    <a:lnTo>
                      <a:pt x="290" y="422"/>
                    </a:lnTo>
                    <a:lnTo>
                      <a:pt x="259" y="401"/>
                    </a:lnTo>
                    <a:lnTo>
                      <a:pt x="229" y="382"/>
                    </a:lnTo>
                    <a:lnTo>
                      <a:pt x="202" y="360"/>
                    </a:lnTo>
                    <a:lnTo>
                      <a:pt x="177" y="340"/>
                    </a:lnTo>
                    <a:lnTo>
                      <a:pt x="155" y="320"/>
                    </a:lnTo>
                    <a:lnTo>
                      <a:pt x="136" y="300"/>
                    </a:lnTo>
                    <a:lnTo>
                      <a:pt x="120" y="279"/>
                    </a:lnTo>
                    <a:lnTo>
                      <a:pt x="95" y="249"/>
                    </a:lnTo>
                    <a:lnTo>
                      <a:pt x="73" y="217"/>
                    </a:lnTo>
                    <a:lnTo>
                      <a:pt x="55" y="184"/>
                    </a:lnTo>
                    <a:lnTo>
                      <a:pt x="38" y="149"/>
                    </a:lnTo>
                    <a:lnTo>
                      <a:pt x="25" y="113"/>
                    </a:lnTo>
                    <a:lnTo>
                      <a:pt x="14" y="76"/>
                    </a:lnTo>
                    <a:lnTo>
                      <a:pt x="6" y="3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64528" name="Group 10"/>
            <p:cNvGrpSpPr>
              <a:grpSpLocks/>
            </p:cNvGrpSpPr>
            <p:nvPr/>
          </p:nvGrpSpPr>
          <p:grpSpPr bwMode="auto">
            <a:xfrm>
              <a:off x="3314" y="1314"/>
              <a:ext cx="906" cy="1992"/>
              <a:chOff x="3314" y="1314"/>
              <a:chExt cx="906" cy="1992"/>
            </a:xfrm>
          </p:grpSpPr>
          <p:sp>
            <p:nvSpPr>
              <p:cNvPr id="64529" name="Freeform 11"/>
              <p:cNvSpPr>
                <a:spLocks/>
              </p:cNvSpPr>
              <p:nvPr/>
            </p:nvSpPr>
            <p:spPr bwMode="blackWhite">
              <a:xfrm>
                <a:off x="4000" y="1314"/>
                <a:ext cx="220" cy="785"/>
              </a:xfrm>
              <a:custGeom>
                <a:avLst/>
                <a:gdLst>
                  <a:gd name="T0" fmla="*/ 0 w 174"/>
                  <a:gd name="T1" fmla="*/ 1182 h 639"/>
                  <a:gd name="T2" fmla="*/ 43 w 174"/>
                  <a:gd name="T3" fmla="*/ 1176 h 639"/>
                  <a:gd name="T4" fmla="*/ 81 w 174"/>
                  <a:gd name="T5" fmla="*/ 1163 h 639"/>
                  <a:gd name="T6" fmla="*/ 116 w 174"/>
                  <a:gd name="T7" fmla="*/ 1144 h 639"/>
                  <a:gd name="T8" fmla="*/ 153 w 174"/>
                  <a:gd name="T9" fmla="*/ 1120 h 639"/>
                  <a:gd name="T10" fmla="*/ 186 w 174"/>
                  <a:gd name="T11" fmla="*/ 1088 h 639"/>
                  <a:gd name="T12" fmla="*/ 216 w 174"/>
                  <a:gd name="T13" fmla="*/ 1052 h 639"/>
                  <a:gd name="T14" fmla="*/ 244 w 174"/>
                  <a:gd name="T15" fmla="*/ 1009 h 639"/>
                  <a:gd name="T16" fmla="*/ 271 w 174"/>
                  <a:gd name="T17" fmla="*/ 958 h 639"/>
                  <a:gd name="T18" fmla="*/ 292 w 174"/>
                  <a:gd name="T19" fmla="*/ 907 h 639"/>
                  <a:gd name="T20" fmla="*/ 309 w 174"/>
                  <a:gd name="T21" fmla="*/ 850 h 639"/>
                  <a:gd name="T22" fmla="*/ 326 w 174"/>
                  <a:gd name="T23" fmla="*/ 787 h 639"/>
                  <a:gd name="T24" fmla="*/ 338 w 174"/>
                  <a:gd name="T25" fmla="*/ 722 h 639"/>
                  <a:gd name="T26" fmla="*/ 345 w 174"/>
                  <a:gd name="T27" fmla="*/ 655 h 639"/>
                  <a:gd name="T28" fmla="*/ 350 w 174"/>
                  <a:gd name="T29" fmla="*/ 584 h 639"/>
                  <a:gd name="T30" fmla="*/ 350 w 174"/>
                  <a:gd name="T31" fmla="*/ 511 h 639"/>
                  <a:gd name="T32" fmla="*/ 345 w 174"/>
                  <a:gd name="T33" fmla="*/ 437 h 639"/>
                  <a:gd name="T34" fmla="*/ 338 w 174"/>
                  <a:gd name="T35" fmla="*/ 364 h 639"/>
                  <a:gd name="T36" fmla="*/ 327 w 174"/>
                  <a:gd name="T37" fmla="*/ 290 h 639"/>
                  <a:gd name="T38" fmla="*/ 312 w 174"/>
                  <a:gd name="T39" fmla="*/ 216 h 639"/>
                  <a:gd name="T40" fmla="*/ 296 w 174"/>
                  <a:gd name="T41" fmla="*/ 140 h 639"/>
                  <a:gd name="T42" fmla="*/ 273 w 174"/>
                  <a:gd name="T43" fmla="*/ 71 h 639"/>
                  <a:gd name="T44" fmla="*/ 249 w 174"/>
                  <a:gd name="T45" fmla="*/ 0 h 639"/>
                  <a:gd name="T46" fmla="*/ 259 w 174"/>
                  <a:gd name="T47" fmla="*/ 127 h 639"/>
                  <a:gd name="T48" fmla="*/ 266 w 174"/>
                  <a:gd name="T49" fmla="*/ 251 h 639"/>
                  <a:gd name="T50" fmla="*/ 267 w 174"/>
                  <a:gd name="T51" fmla="*/ 376 h 639"/>
                  <a:gd name="T52" fmla="*/ 266 w 174"/>
                  <a:gd name="T53" fmla="*/ 501 h 639"/>
                  <a:gd name="T54" fmla="*/ 258 w 174"/>
                  <a:gd name="T55" fmla="*/ 625 h 639"/>
                  <a:gd name="T56" fmla="*/ 252 w 174"/>
                  <a:gd name="T57" fmla="*/ 684 h 639"/>
                  <a:gd name="T58" fmla="*/ 243 w 174"/>
                  <a:gd name="T59" fmla="*/ 744 h 639"/>
                  <a:gd name="T60" fmla="*/ 231 w 174"/>
                  <a:gd name="T61" fmla="*/ 803 h 639"/>
                  <a:gd name="T62" fmla="*/ 220 w 174"/>
                  <a:gd name="T63" fmla="*/ 859 h 639"/>
                  <a:gd name="T64" fmla="*/ 205 w 174"/>
                  <a:gd name="T65" fmla="*/ 912 h 639"/>
                  <a:gd name="T66" fmla="*/ 188 w 174"/>
                  <a:gd name="T67" fmla="*/ 964 h 639"/>
                  <a:gd name="T68" fmla="*/ 169 w 174"/>
                  <a:gd name="T69" fmla="*/ 1011 h 639"/>
                  <a:gd name="T70" fmla="*/ 150 w 174"/>
                  <a:gd name="T71" fmla="*/ 1055 h 639"/>
                  <a:gd name="T72" fmla="*/ 129 w 174"/>
                  <a:gd name="T73" fmla="*/ 1090 h 639"/>
                  <a:gd name="T74" fmla="*/ 107 w 174"/>
                  <a:gd name="T75" fmla="*/ 1123 h 639"/>
                  <a:gd name="T76" fmla="*/ 86 w 174"/>
                  <a:gd name="T77" fmla="*/ 1147 h 639"/>
                  <a:gd name="T78" fmla="*/ 64 w 174"/>
                  <a:gd name="T79" fmla="*/ 1167 h 639"/>
                  <a:gd name="T80" fmla="*/ 44 w 174"/>
                  <a:gd name="T81" fmla="*/ 1177 h 639"/>
                  <a:gd name="T82" fmla="*/ 23 w 174"/>
                  <a:gd name="T83" fmla="*/ 1183 h 639"/>
                  <a:gd name="T84" fmla="*/ 0 w 174"/>
                  <a:gd name="T85" fmla="*/ 1182 h 63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74"/>
                  <a:gd name="T130" fmla="*/ 0 h 639"/>
                  <a:gd name="T131" fmla="*/ 174 w 174"/>
                  <a:gd name="T132" fmla="*/ 639 h 63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74" h="639">
                    <a:moveTo>
                      <a:pt x="0" y="637"/>
                    </a:moveTo>
                    <a:lnTo>
                      <a:pt x="21" y="634"/>
                    </a:lnTo>
                    <a:lnTo>
                      <a:pt x="40" y="628"/>
                    </a:lnTo>
                    <a:lnTo>
                      <a:pt x="58" y="617"/>
                    </a:lnTo>
                    <a:lnTo>
                      <a:pt x="76" y="604"/>
                    </a:lnTo>
                    <a:lnTo>
                      <a:pt x="92" y="587"/>
                    </a:lnTo>
                    <a:lnTo>
                      <a:pt x="107" y="567"/>
                    </a:lnTo>
                    <a:lnTo>
                      <a:pt x="121" y="544"/>
                    </a:lnTo>
                    <a:lnTo>
                      <a:pt x="134" y="517"/>
                    </a:lnTo>
                    <a:lnTo>
                      <a:pt x="145" y="489"/>
                    </a:lnTo>
                    <a:lnTo>
                      <a:pt x="153" y="458"/>
                    </a:lnTo>
                    <a:lnTo>
                      <a:pt x="161" y="425"/>
                    </a:lnTo>
                    <a:lnTo>
                      <a:pt x="167" y="390"/>
                    </a:lnTo>
                    <a:lnTo>
                      <a:pt x="171" y="353"/>
                    </a:lnTo>
                    <a:lnTo>
                      <a:pt x="173" y="315"/>
                    </a:lnTo>
                    <a:lnTo>
                      <a:pt x="173" y="276"/>
                    </a:lnTo>
                    <a:lnTo>
                      <a:pt x="171" y="236"/>
                    </a:lnTo>
                    <a:lnTo>
                      <a:pt x="167" y="196"/>
                    </a:lnTo>
                    <a:lnTo>
                      <a:pt x="162" y="156"/>
                    </a:lnTo>
                    <a:lnTo>
                      <a:pt x="154" y="116"/>
                    </a:lnTo>
                    <a:lnTo>
                      <a:pt x="146" y="76"/>
                    </a:lnTo>
                    <a:lnTo>
                      <a:pt x="135" y="38"/>
                    </a:lnTo>
                    <a:lnTo>
                      <a:pt x="123" y="0"/>
                    </a:lnTo>
                    <a:lnTo>
                      <a:pt x="128" y="68"/>
                    </a:lnTo>
                    <a:lnTo>
                      <a:pt x="131" y="135"/>
                    </a:lnTo>
                    <a:lnTo>
                      <a:pt x="132" y="203"/>
                    </a:lnTo>
                    <a:lnTo>
                      <a:pt x="131" y="270"/>
                    </a:lnTo>
                    <a:lnTo>
                      <a:pt x="127" y="337"/>
                    </a:lnTo>
                    <a:lnTo>
                      <a:pt x="124" y="369"/>
                    </a:lnTo>
                    <a:lnTo>
                      <a:pt x="120" y="401"/>
                    </a:lnTo>
                    <a:lnTo>
                      <a:pt x="115" y="433"/>
                    </a:lnTo>
                    <a:lnTo>
                      <a:pt x="109" y="463"/>
                    </a:lnTo>
                    <a:lnTo>
                      <a:pt x="101" y="492"/>
                    </a:lnTo>
                    <a:lnTo>
                      <a:pt x="93" y="520"/>
                    </a:lnTo>
                    <a:lnTo>
                      <a:pt x="84" y="545"/>
                    </a:lnTo>
                    <a:lnTo>
                      <a:pt x="74" y="569"/>
                    </a:lnTo>
                    <a:lnTo>
                      <a:pt x="64" y="588"/>
                    </a:lnTo>
                    <a:lnTo>
                      <a:pt x="53" y="606"/>
                    </a:lnTo>
                    <a:lnTo>
                      <a:pt x="43" y="619"/>
                    </a:lnTo>
                    <a:lnTo>
                      <a:pt x="32" y="629"/>
                    </a:lnTo>
                    <a:lnTo>
                      <a:pt x="22" y="635"/>
                    </a:lnTo>
                    <a:lnTo>
                      <a:pt x="11" y="638"/>
                    </a:lnTo>
                    <a:lnTo>
                      <a:pt x="0" y="637"/>
                    </a:lnTo>
                  </a:path>
                </a:pathLst>
              </a:custGeom>
              <a:solidFill>
                <a:schemeClr val="accent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64530" name="Freeform 12"/>
              <p:cNvSpPr>
                <a:spLocks/>
              </p:cNvSpPr>
              <p:nvPr/>
            </p:nvSpPr>
            <p:spPr bwMode="blackWhite">
              <a:xfrm>
                <a:off x="3314" y="1716"/>
                <a:ext cx="905" cy="1590"/>
              </a:xfrm>
              <a:custGeom>
                <a:avLst/>
                <a:gdLst>
                  <a:gd name="T0" fmla="*/ 0 w 715"/>
                  <a:gd name="T1" fmla="*/ 1616 h 1295"/>
                  <a:gd name="T2" fmla="*/ 562 w 715"/>
                  <a:gd name="T3" fmla="*/ 2395 h 1295"/>
                  <a:gd name="T4" fmla="*/ 458 w 715"/>
                  <a:gd name="T5" fmla="*/ 1999 h 1295"/>
                  <a:gd name="T6" fmla="*/ 544 w 715"/>
                  <a:gd name="T7" fmla="*/ 1961 h 1295"/>
                  <a:gd name="T8" fmla="*/ 643 w 715"/>
                  <a:gd name="T9" fmla="*/ 1920 h 1295"/>
                  <a:gd name="T10" fmla="*/ 735 w 715"/>
                  <a:gd name="T11" fmla="*/ 1877 h 1295"/>
                  <a:gd name="T12" fmla="*/ 827 w 715"/>
                  <a:gd name="T13" fmla="*/ 1828 h 1295"/>
                  <a:gd name="T14" fmla="*/ 910 w 715"/>
                  <a:gd name="T15" fmla="*/ 1780 h 1295"/>
                  <a:gd name="T16" fmla="*/ 991 w 715"/>
                  <a:gd name="T17" fmla="*/ 1729 h 1295"/>
                  <a:gd name="T18" fmla="*/ 1067 w 715"/>
                  <a:gd name="T19" fmla="*/ 1675 h 1295"/>
                  <a:gd name="T20" fmla="*/ 1138 w 715"/>
                  <a:gd name="T21" fmla="*/ 1617 h 1295"/>
                  <a:gd name="T22" fmla="*/ 1200 w 715"/>
                  <a:gd name="T23" fmla="*/ 1561 h 1295"/>
                  <a:gd name="T24" fmla="*/ 1258 w 715"/>
                  <a:gd name="T25" fmla="*/ 1503 h 1295"/>
                  <a:gd name="T26" fmla="*/ 1308 w 715"/>
                  <a:gd name="T27" fmla="*/ 1444 h 1295"/>
                  <a:gd name="T28" fmla="*/ 1352 w 715"/>
                  <a:gd name="T29" fmla="*/ 1383 h 1295"/>
                  <a:gd name="T30" fmla="*/ 1394 w 715"/>
                  <a:gd name="T31" fmla="*/ 1319 h 1295"/>
                  <a:gd name="T32" fmla="*/ 1424 w 715"/>
                  <a:gd name="T33" fmla="*/ 1258 h 1295"/>
                  <a:gd name="T34" fmla="*/ 1448 w 715"/>
                  <a:gd name="T35" fmla="*/ 1196 h 1295"/>
                  <a:gd name="T36" fmla="*/ 1448 w 715"/>
                  <a:gd name="T37" fmla="*/ 0 h 1295"/>
                  <a:gd name="T38" fmla="*/ 1442 w 715"/>
                  <a:gd name="T39" fmla="*/ 47 h 1295"/>
                  <a:gd name="T40" fmla="*/ 1428 w 715"/>
                  <a:gd name="T41" fmla="*/ 97 h 1295"/>
                  <a:gd name="T42" fmla="*/ 1406 w 715"/>
                  <a:gd name="T43" fmla="*/ 147 h 1295"/>
                  <a:gd name="T44" fmla="*/ 1385 w 715"/>
                  <a:gd name="T45" fmla="*/ 203 h 1295"/>
                  <a:gd name="T46" fmla="*/ 1352 w 715"/>
                  <a:gd name="T47" fmla="*/ 254 h 1295"/>
                  <a:gd name="T48" fmla="*/ 1315 w 715"/>
                  <a:gd name="T49" fmla="*/ 311 h 1295"/>
                  <a:gd name="T50" fmla="*/ 1273 w 715"/>
                  <a:gd name="T51" fmla="*/ 368 h 1295"/>
                  <a:gd name="T52" fmla="*/ 1228 w 715"/>
                  <a:gd name="T53" fmla="*/ 422 h 1295"/>
                  <a:gd name="T54" fmla="*/ 1176 w 715"/>
                  <a:gd name="T55" fmla="*/ 478 h 1295"/>
                  <a:gd name="T56" fmla="*/ 1121 w 715"/>
                  <a:gd name="T57" fmla="*/ 530 h 1295"/>
                  <a:gd name="T58" fmla="*/ 1062 w 715"/>
                  <a:gd name="T59" fmla="*/ 583 h 1295"/>
                  <a:gd name="T60" fmla="*/ 1001 w 715"/>
                  <a:gd name="T61" fmla="*/ 634 h 1295"/>
                  <a:gd name="T62" fmla="*/ 937 w 715"/>
                  <a:gd name="T63" fmla="*/ 680 h 1295"/>
                  <a:gd name="T64" fmla="*/ 872 w 715"/>
                  <a:gd name="T65" fmla="*/ 726 h 1295"/>
                  <a:gd name="T66" fmla="*/ 802 w 715"/>
                  <a:gd name="T67" fmla="*/ 764 h 1295"/>
                  <a:gd name="T68" fmla="*/ 734 w 715"/>
                  <a:gd name="T69" fmla="*/ 802 h 1295"/>
                  <a:gd name="T70" fmla="*/ 667 w 715"/>
                  <a:gd name="T71" fmla="*/ 835 h 1295"/>
                  <a:gd name="T72" fmla="*/ 597 w 715"/>
                  <a:gd name="T73" fmla="*/ 864 h 1295"/>
                  <a:gd name="T74" fmla="*/ 532 w 715"/>
                  <a:gd name="T75" fmla="*/ 888 h 1295"/>
                  <a:gd name="T76" fmla="*/ 466 w 715"/>
                  <a:gd name="T77" fmla="*/ 907 h 1295"/>
                  <a:gd name="T78" fmla="*/ 403 w 715"/>
                  <a:gd name="T79" fmla="*/ 921 h 1295"/>
                  <a:gd name="T80" fmla="*/ 343 w 715"/>
                  <a:gd name="T81" fmla="*/ 932 h 1295"/>
                  <a:gd name="T82" fmla="*/ 261 w 715"/>
                  <a:gd name="T83" fmla="*/ 469 h 1295"/>
                  <a:gd name="T84" fmla="*/ 0 w 715"/>
                  <a:gd name="T85" fmla="*/ 1616 h 1295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715"/>
                  <a:gd name="T130" fmla="*/ 0 h 1295"/>
                  <a:gd name="T131" fmla="*/ 715 w 715"/>
                  <a:gd name="T132" fmla="*/ 1295 h 1295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715" h="1295">
                    <a:moveTo>
                      <a:pt x="0" y="873"/>
                    </a:moveTo>
                    <a:lnTo>
                      <a:pt x="277" y="1294"/>
                    </a:lnTo>
                    <a:lnTo>
                      <a:pt x="226" y="1080"/>
                    </a:lnTo>
                    <a:lnTo>
                      <a:pt x="269" y="1060"/>
                    </a:lnTo>
                    <a:lnTo>
                      <a:pt x="317" y="1038"/>
                    </a:lnTo>
                    <a:lnTo>
                      <a:pt x="363" y="1014"/>
                    </a:lnTo>
                    <a:lnTo>
                      <a:pt x="408" y="988"/>
                    </a:lnTo>
                    <a:lnTo>
                      <a:pt x="449" y="962"/>
                    </a:lnTo>
                    <a:lnTo>
                      <a:pt x="489" y="934"/>
                    </a:lnTo>
                    <a:lnTo>
                      <a:pt x="526" y="905"/>
                    </a:lnTo>
                    <a:lnTo>
                      <a:pt x="561" y="874"/>
                    </a:lnTo>
                    <a:lnTo>
                      <a:pt x="592" y="843"/>
                    </a:lnTo>
                    <a:lnTo>
                      <a:pt x="620" y="812"/>
                    </a:lnTo>
                    <a:lnTo>
                      <a:pt x="645" y="780"/>
                    </a:lnTo>
                    <a:lnTo>
                      <a:pt x="667" y="747"/>
                    </a:lnTo>
                    <a:lnTo>
                      <a:pt x="687" y="713"/>
                    </a:lnTo>
                    <a:lnTo>
                      <a:pt x="702" y="680"/>
                    </a:lnTo>
                    <a:lnTo>
                      <a:pt x="714" y="646"/>
                    </a:lnTo>
                    <a:lnTo>
                      <a:pt x="714" y="0"/>
                    </a:lnTo>
                    <a:lnTo>
                      <a:pt x="711" y="25"/>
                    </a:lnTo>
                    <a:lnTo>
                      <a:pt x="704" y="52"/>
                    </a:lnTo>
                    <a:lnTo>
                      <a:pt x="694" y="80"/>
                    </a:lnTo>
                    <a:lnTo>
                      <a:pt x="683" y="109"/>
                    </a:lnTo>
                    <a:lnTo>
                      <a:pt x="667" y="138"/>
                    </a:lnTo>
                    <a:lnTo>
                      <a:pt x="649" y="168"/>
                    </a:lnTo>
                    <a:lnTo>
                      <a:pt x="628" y="199"/>
                    </a:lnTo>
                    <a:lnTo>
                      <a:pt x="605" y="228"/>
                    </a:lnTo>
                    <a:lnTo>
                      <a:pt x="580" y="258"/>
                    </a:lnTo>
                    <a:lnTo>
                      <a:pt x="553" y="287"/>
                    </a:lnTo>
                    <a:lnTo>
                      <a:pt x="524" y="315"/>
                    </a:lnTo>
                    <a:lnTo>
                      <a:pt x="494" y="342"/>
                    </a:lnTo>
                    <a:lnTo>
                      <a:pt x="462" y="367"/>
                    </a:lnTo>
                    <a:lnTo>
                      <a:pt x="430" y="392"/>
                    </a:lnTo>
                    <a:lnTo>
                      <a:pt x="396" y="413"/>
                    </a:lnTo>
                    <a:lnTo>
                      <a:pt x="362" y="433"/>
                    </a:lnTo>
                    <a:lnTo>
                      <a:pt x="329" y="451"/>
                    </a:lnTo>
                    <a:lnTo>
                      <a:pt x="295" y="467"/>
                    </a:lnTo>
                    <a:lnTo>
                      <a:pt x="262" y="480"/>
                    </a:lnTo>
                    <a:lnTo>
                      <a:pt x="230" y="490"/>
                    </a:lnTo>
                    <a:lnTo>
                      <a:pt x="198" y="498"/>
                    </a:lnTo>
                    <a:lnTo>
                      <a:pt x="169" y="503"/>
                    </a:lnTo>
                    <a:lnTo>
                      <a:pt x="129" y="253"/>
                    </a:lnTo>
                    <a:lnTo>
                      <a:pt x="0" y="873"/>
                    </a:lnTo>
                  </a:path>
                </a:pathLst>
              </a:custGeom>
              <a:solidFill>
                <a:schemeClr val="accent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nl-NL"/>
              </a:p>
            </p:txBody>
          </p:sp>
        </p:grpSp>
      </p:grpSp>
      <p:sp>
        <p:nvSpPr>
          <p:cNvPr id="64517" name="Rectangle 13"/>
          <p:cNvSpPr>
            <a:spLocks noChangeArrowheads="1"/>
          </p:cNvSpPr>
          <p:nvPr/>
        </p:nvSpPr>
        <p:spPr bwMode="auto">
          <a:xfrm>
            <a:off x="3352800" y="2105025"/>
            <a:ext cx="1292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4518" name="Rectangle 14"/>
          <p:cNvSpPr>
            <a:spLocks noChangeArrowheads="1"/>
          </p:cNvSpPr>
          <p:nvPr/>
        </p:nvSpPr>
        <p:spPr bwMode="auto">
          <a:xfrm>
            <a:off x="5068888" y="2230438"/>
            <a:ext cx="1292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4519" name="Rectangle 15"/>
          <p:cNvSpPr>
            <a:spLocks noChangeArrowheads="1"/>
          </p:cNvSpPr>
          <p:nvPr/>
        </p:nvSpPr>
        <p:spPr bwMode="auto">
          <a:xfrm>
            <a:off x="3314700" y="4414838"/>
            <a:ext cx="1679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4520" name="Rectangle 16"/>
          <p:cNvSpPr>
            <a:spLocks noChangeArrowheads="1"/>
          </p:cNvSpPr>
          <p:nvPr/>
        </p:nvSpPr>
        <p:spPr bwMode="auto">
          <a:xfrm>
            <a:off x="2454275" y="3810000"/>
            <a:ext cx="584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4521" name="Rectangle 17"/>
          <p:cNvSpPr>
            <a:spLocks noChangeArrowheads="1"/>
          </p:cNvSpPr>
          <p:nvPr/>
        </p:nvSpPr>
        <p:spPr bwMode="auto">
          <a:xfrm>
            <a:off x="5616575" y="4067175"/>
            <a:ext cx="855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452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452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B48641D-29CC-40AB-9A19-18268FF6F8FF}" type="slidenum">
              <a:rPr lang="zh-CN" altLang="en-US" smtClean="0"/>
              <a:pPr defTabSz="895350"/>
              <a:t>61</a:t>
            </a:fld>
            <a:endParaRPr lang="en-US" altLang="zh-CN"/>
          </a:p>
        </p:txBody>
      </p:sp>
      <p:sp>
        <p:nvSpPr>
          <p:cNvPr id="6553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UPON 2</a:t>
            </a:r>
          </a:p>
        </p:txBody>
      </p:sp>
      <p:grpSp>
        <p:nvGrpSpPr>
          <p:cNvPr id="65540" name="Group 3"/>
          <p:cNvGrpSpPr>
            <a:grpSpLocks/>
          </p:cNvGrpSpPr>
          <p:nvPr/>
        </p:nvGrpSpPr>
        <p:grpSpPr bwMode="auto">
          <a:xfrm>
            <a:off x="2189163" y="1141413"/>
            <a:ext cx="4540250" cy="4037012"/>
            <a:chOff x="2234" y="1940"/>
            <a:chExt cx="1860" cy="1700"/>
          </a:xfrm>
        </p:grpSpPr>
        <p:sp>
          <p:nvSpPr>
            <p:cNvPr id="65545" name="Freeform 4"/>
            <p:cNvSpPr>
              <a:spLocks/>
            </p:cNvSpPr>
            <p:nvPr/>
          </p:nvSpPr>
          <p:spPr bwMode="blackWhite">
            <a:xfrm>
              <a:off x="2377" y="1940"/>
              <a:ext cx="1717" cy="887"/>
            </a:xfrm>
            <a:custGeom>
              <a:avLst/>
              <a:gdLst>
                <a:gd name="T0" fmla="*/ 1591 w 1717"/>
                <a:gd name="T1" fmla="*/ 589 h 887"/>
                <a:gd name="T2" fmla="*/ 1551 w 1717"/>
                <a:gd name="T3" fmla="*/ 480 h 887"/>
                <a:gd name="T4" fmla="*/ 1495 w 1717"/>
                <a:gd name="T5" fmla="*/ 378 h 887"/>
                <a:gd name="T6" fmla="*/ 1426 w 1717"/>
                <a:gd name="T7" fmla="*/ 284 h 887"/>
                <a:gd name="T8" fmla="*/ 1344 w 1717"/>
                <a:gd name="T9" fmla="*/ 201 h 887"/>
                <a:gd name="T10" fmla="*/ 1251 w 1717"/>
                <a:gd name="T11" fmla="*/ 131 h 887"/>
                <a:gd name="T12" fmla="*/ 1149 w 1717"/>
                <a:gd name="T13" fmla="*/ 75 h 887"/>
                <a:gd name="T14" fmla="*/ 1039 w 1717"/>
                <a:gd name="T15" fmla="*/ 34 h 887"/>
                <a:gd name="T16" fmla="*/ 926 w 1717"/>
                <a:gd name="T17" fmla="*/ 9 h 887"/>
                <a:gd name="T18" fmla="*/ 809 w 1717"/>
                <a:gd name="T19" fmla="*/ 0 h 887"/>
                <a:gd name="T20" fmla="*/ 694 w 1717"/>
                <a:gd name="T21" fmla="*/ 9 h 887"/>
                <a:gd name="T22" fmla="*/ 579 w 1717"/>
                <a:gd name="T23" fmla="*/ 33 h 887"/>
                <a:gd name="T24" fmla="*/ 470 w 1717"/>
                <a:gd name="T25" fmla="*/ 74 h 887"/>
                <a:gd name="T26" fmla="*/ 367 w 1717"/>
                <a:gd name="T27" fmla="*/ 130 h 887"/>
                <a:gd name="T28" fmla="*/ 275 w 1717"/>
                <a:gd name="T29" fmla="*/ 199 h 887"/>
                <a:gd name="T30" fmla="*/ 192 w 1717"/>
                <a:gd name="T31" fmla="*/ 282 h 887"/>
                <a:gd name="T32" fmla="*/ 122 w 1717"/>
                <a:gd name="T33" fmla="*/ 374 h 887"/>
                <a:gd name="T34" fmla="*/ 66 w 1717"/>
                <a:gd name="T35" fmla="*/ 477 h 887"/>
                <a:gd name="T36" fmla="*/ 25 w 1717"/>
                <a:gd name="T37" fmla="*/ 586 h 887"/>
                <a:gd name="T38" fmla="*/ 0 w 1717"/>
                <a:gd name="T39" fmla="*/ 699 h 887"/>
                <a:gd name="T40" fmla="*/ 237 w 1717"/>
                <a:gd name="T41" fmla="*/ 543 h 887"/>
                <a:gd name="T42" fmla="*/ 442 w 1717"/>
                <a:gd name="T43" fmla="*/ 660 h 887"/>
                <a:gd name="T44" fmla="*/ 484 w 1717"/>
                <a:gd name="T45" fmla="*/ 591 h 887"/>
                <a:gd name="T46" fmla="*/ 540 w 1717"/>
                <a:gd name="T47" fmla="*/ 531 h 887"/>
                <a:gd name="T48" fmla="*/ 605 w 1717"/>
                <a:gd name="T49" fmla="*/ 485 h 887"/>
                <a:gd name="T50" fmla="*/ 679 w 1717"/>
                <a:gd name="T51" fmla="*/ 451 h 887"/>
                <a:gd name="T52" fmla="*/ 758 w 1717"/>
                <a:gd name="T53" fmla="*/ 432 h 887"/>
                <a:gd name="T54" fmla="*/ 839 w 1717"/>
                <a:gd name="T55" fmla="*/ 430 h 887"/>
                <a:gd name="T56" fmla="*/ 919 w 1717"/>
                <a:gd name="T57" fmla="*/ 444 h 887"/>
                <a:gd name="T58" fmla="*/ 995 w 1717"/>
                <a:gd name="T59" fmla="*/ 473 h 887"/>
                <a:gd name="T60" fmla="*/ 1063 w 1717"/>
                <a:gd name="T61" fmla="*/ 516 h 887"/>
                <a:gd name="T62" fmla="*/ 1121 w 1717"/>
                <a:gd name="T63" fmla="*/ 573 h 887"/>
                <a:gd name="T64" fmla="*/ 1168 w 1717"/>
                <a:gd name="T65" fmla="*/ 640 h 887"/>
                <a:gd name="T66" fmla="*/ 1041 w 1717"/>
                <a:gd name="T67" fmla="*/ 646 h 887"/>
                <a:gd name="T68" fmla="*/ 1716 w 1717"/>
                <a:gd name="T69" fmla="*/ 646 h 8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17"/>
                <a:gd name="T106" fmla="*/ 0 h 887"/>
                <a:gd name="T107" fmla="*/ 1717 w 1717"/>
                <a:gd name="T108" fmla="*/ 887 h 88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17" h="887">
                  <a:moveTo>
                    <a:pt x="1606" y="646"/>
                  </a:moveTo>
                  <a:lnTo>
                    <a:pt x="1591" y="589"/>
                  </a:lnTo>
                  <a:lnTo>
                    <a:pt x="1573" y="534"/>
                  </a:lnTo>
                  <a:lnTo>
                    <a:pt x="1551" y="480"/>
                  </a:lnTo>
                  <a:lnTo>
                    <a:pt x="1525" y="428"/>
                  </a:lnTo>
                  <a:lnTo>
                    <a:pt x="1495" y="378"/>
                  </a:lnTo>
                  <a:lnTo>
                    <a:pt x="1463" y="330"/>
                  </a:lnTo>
                  <a:lnTo>
                    <a:pt x="1426" y="284"/>
                  </a:lnTo>
                  <a:lnTo>
                    <a:pt x="1386" y="241"/>
                  </a:lnTo>
                  <a:lnTo>
                    <a:pt x="1344" y="201"/>
                  </a:lnTo>
                  <a:lnTo>
                    <a:pt x="1298" y="165"/>
                  </a:lnTo>
                  <a:lnTo>
                    <a:pt x="1251" y="131"/>
                  </a:lnTo>
                  <a:lnTo>
                    <a:pt x="1201" y="102"/>
                  </a:lnTo>
                  <a:lnTo>
                    <a:pt x="1149" y="75"/>
                  </a:lnTo>
                  <a:lnTo>
                    <a:pt x="1095" y="52"/>
                  </a:lnTo>
                  <a:lnTo>
                    <a:pt x="1039" y="34"/>
                  </a:lnTo>
                  <a:lnTo>
                    <a:pt x="983" y="20"/>
                  </a:lnTo>
                  <a:lnTo>
                    <a:pt x="926" y="9"/>
                  </a:lnTo>
                  <a:lnTo>
                    <a:pt x="867" y="2"/>
                  </a:lnTo>
                  <a:lnTo>
                    <a:pt x="809" y="0"/>
                  </a:lnTo>
                  <a:lnTo>
                    <a:pt x="752" y="2"/>
                  </a:lnTo>
                  <a:lnTo>
                    <a:pt x="694" y="9"/>
                  </a:lnTo>
                  <a:lnTo>
                    <a:pt x="636" y="19"/>
                  </a:lnTo>
                  <a:lnTo>
                    <a:pt x="579" y="33"/>
                  </a:lnTo>
                  <a:lnTo>
                    <a:pt x="523" y="51"/>
                  </a:lnTo>
                  <a:lnTo>
                    <a:pt x="470" y="74"/>
                  </a:lnTo>
                  <a:lnTo>
                    <a:pt x="418" y="99"/>
                  </a:lnTo>
                  <a:lnTo>
                    <a:pt x="367" y="130"/>
                  </a:lnTo>
                  <a:lnTo>
                    <a:pt x="320" y="163"/>
                  </a:lnTo>
                  <a:lnTo>
                    <a:pt x="275" y="199"/>
                  </a:lnTo>
                  <a:lnTo>
                    <a:pt x="231" y="239"/>
                  </a:lnTo>
                  <a:lnTo>
                    <a:pt x="192" y="282"/>
                  </a:lnTo>
                  <a:lnTo>
                    <a:pt x="155" y="326"/>
                  </a:lnTo>
                  <a:lnTo>
                    <a:pt x="122" y="374"/>
                  </a:lnTo>
                  <a:lnTo>
                    <a:pt x="93" y="425"/>
                  </a:lnTo>
                  <a:lnTo>
                    <a:pt x="66" y="477"/>
                  </a:lnTo>
                  <a:lnTo>
                    <a:pt x="44" y="530"/>
                  </a:lnTo>
                  <a:lnTo>
                    <a:pt x="25" y="586"/>
                  </a:lnTo>
                  <a:lnTo>
                    <a:pt x="11" y="643"/>
                  </a:lnTo>
                  <a:lnTo>
                    <a:pt x="0" y="699"/>
                  </a:lnTo>
                  <a:lnTo>
                    <a:pt x="120" y="623"/>
                  </a:lnTo>
                  <a:lnTo>
                    <a:pt x="237" y="543"/>
                  </a:lnTo>
                  <a:lnTo>
                    <a:pt x="426" y="697"/>
                  </a:lnTo>
                  <a:lnTo>
                    <a:pt x="442" y="660"/>
                  </a:lnTo>
                  <a:lnTo>
                    <a:pt x="461" y="624"/>
                  </a:lnTo>
                  <a:lnTo>
                    <a:pt x="484" y="591"/>
                  </a:lnTo>
                  <a:lnTo>
                    <a:pt x="510" y="560"/>
                  </a:lnTo>
                  <a:lnTo>
                    <a:pt x="540" y="531"/>
                  </a:lnTo>
                  <a:lnTo>
                    <a:pt x="572" y="506"/>
                  </a:lnTo>
                  <a:lnTo>
                    <a:pt x="605" y="485"/>
                  </a:lnTo>
                  <a:lnTo>
                    <a:pt x="641" y="466"/>
                  </a:lnTo>
                  <a:lnTo>
                    <a:pt x="679" y="451"/>
                  </a:lnTo>
                  <a:lnTo>
                    <a:pt x="718" y="440"/>
                  </a:lnTo>
                  <a:lnTo>
                    <a:pt x="758" y="432"/>
                  </a:lnTo>
                  <a:lnTo>
                    <a:pt x="798" y="429"/>
                  </a:lnTo>
                  <a:lnTo>
                    <a:pt x="839" y="430"/>
                  </a:lnTo>
                  <a:lnTo>
                    <a:pt x="879" y="435"/>
                  </a:lnTo>
                  <a:lnTo>
                    <a:pt x="919" y="444"/>
                  </a:lnTo>
                  <a:lnTo>
                    <a:pt x="958" y="456"/>
                  </a:lnTo>
                  <a:lnTo>
                    <a:pt x="995" y="473"/>
                  </a:lnTo>
                  <a:lnTo>
                    <a:pt x="1030" y="493"/>
                  </a:lnTo>
                  <a:lnTo>
                    <a:pt x="1063" y="516"/>
                  </a:lnTo>
                  <a:lnTo>
                    <a:pt x="1094" y="543"/>
                  </a:lnTo>
                  <a:lnTo>
                    <a:pt x="1121" y="573"/>
                  </a:lnTo>
                  <a:lnTo>
                    <a:pt x="1146" y="605"/>
                  </a:lnTo>
                  <a:lnTo>
                    <a:pt x="1168" y="640"/>
                  </a:lnTo>
                  <a:lnTo>
                    <a:pt x="1171" y="646"/>
                  </a:lnTo>
                  <a:lnTo>
                    <a:pt x="1041" y="646"/>
                  </a:lnTo>
                  <a:lnTo>
                    <a:pt x="1382" y="886"/>
                  </a:lnTo>
                  <a:lnTo>
                    <a:pt x="1716" y="646"/>
                  </a:lnTo>
                  <a:lnTo>
                    <a:pt x="1606" y="64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5546" name="Freeform 5"/>
            <p:cNvSpPr>
              <a:spLocks/>
            </p:cNvSpPr>
            <p:nvPr/>
          </p:nvSpPr>
          <p:spPr bwMode="blackWhite">
            <a:xfrm>
              <a:off x="2234" y="2545"/>
              <a:ext cx="1776" cy="1095"/>
            </a:xfrm>
            <a:custGeom>
              <a:avLst/>
              <a:gdLst>
                <a:gd name="T0" fmla="*/ 1365 w 1776"/>
                <a:gd name="T1" fmla="*/ 265 h 1095"/>
                <a:gd name="T2" fmla="*/ 1360 w 1776"/>
                <a:gd name="T3" fmla="*/ 349 h 1095"/>
                <a:gd name="T4" fmla="*/ 1337 w 1776"/>
                <a:gd name="T5" fmla="*/ 429 h 1095"/>
                <a:gd name="T6" fmla="*/ 1299 w 1776"/>
                <a:gd name="T7" fmla="*/ 504 h 1095"/>
                <a:gd name="T8" fmla="*/ 1247 w 1776"/>
                <a:gd name="T9" fmla="*/ 569 h 1095"/>
                <a:gd name="T10" fmla="*/ 1183 w 1776"/>
                <a:gd name="T11" fmla="*/ 624 h 1095"/>
                <a:gd name="T12" fmla="*/ 1108 w 1776"/>
                <a:gd name="T13" fmla="*/ 663 h 1095"/>
                <a:gd name="T14" fmla="*/ 1028 w 1776"/>
                <a:gd name="T15" fmla="*/ 686 h 1095"/>
                <a:gd name="T16" fmla="*/ 945 w 1776"/>
                <a:gd name="T17" fmla="*/ 692 h 1095"/>
                <a:gd name="T18" fmla="*/ 861 w 1776"/>
                <a:gd name="T19" fmla="*/ 682 h 1095"/>
                <a:gd name="T20" fmla="*/ 782 w 1776"/>
                <a:gd name="T21" fmla="*/ 655 h 1095"/>
                <a:gd name="T22" fmla="*/ 709 w 1776"/>
                <a:gd name="T23" fmla="*/ 613 h 1095"/>
                <a:gd name="T24" fmla="*/ 647 w 1776"/>
                <a:gd name="T25" fmla="*/ 556 h 1095"/>
                <a:gd name="T26" fmla="*/ 598 w 1776"/>
                <a:gd name="T27" fmla="*/ 488 h 1095"/>
                <a:gd name="T28" fmla="*/ 563 w 1776"/>
                <a:gd name="T29" fmla="*/ 412 h 1095"/>
                <a:gd name="T30" fmla="*/ 544 w 1776"/>
                <a:gd name="T31" fmla="*/ 330 h 1095"/>
                <a:gd name="T32" fmla="*/ 543 w 1776"/>
                <a:gd name="T33" fmla="*/ 246 h 1095"/>
                <a:gd name="T34" fmla="*/ 379 w 1776"/>
                <a:gd name="T35" fmla="*/ 0 h 1095"/>
                <a:gd name="T36" fmla="*/ 134 w 1776"/>
                <a:gd name="T37" fmla="*/ 238 h 1095"/>
                <a:gd name="T38" fmla="*/ 138 w 1776"/>
                <a:gd name="T39" fmla="*/ 357 h 1095"/>
                <a:gd name="T40" fmla="*/ 158 w 1776"/>
                <a:gd name="T41" fmla="*/ 473 h 1095"/>
                <a:gd name="T42" fmla="*/ 195 w 1776"/>
                <a:gd name="T43" fmla="*/ 585 h 1095"/>
                <a:gd name="T44" fmla="*/ 248 w 1776"/>
                <a:gd name="T45" fmla="*/ 691 h 1095"/>
                <a:gd name="T46" fmla="*/ 315 w 1776"/>
                <a:gd name="T47" fmla="*/ 788 h 1095"/>
                <a:gd name="T48" fmla="*/ 396 w 1776"/>
                <a:gd name="T49" fmla="*/ 875 h 1095"/>
                <a:gd name="T50" fmla="*/ 489 w 1776"/>
                <a:gd name="T51" fmla="*/ 949 h 1095"/>
                <a:gd name="T52" fmla="*/ 590 w 1776"/>
                <a:gd name="T53" fmla="*/ 1009 h 1095"/>
                <a:gd name="T54" fmla="*/ 699 w 1776"/>
                <a:gd name="T55" fmla="*/ 1053 h 1095"/>
                <a:gd name="T56" fmla="*/ 815 w 1776"/>
                <a:gd name="T57" fmla="*/ 1082 h 1095"/>
                <a:gd name="T58" fmla="*/ 932 w 1776"/>
                <a:gd name="T59" fmla="*/ 1094 h 1095"/>
                <a:gd name="T60" fmla="*/ 1051 w 1776"/>
                <a:gd name="T61" fmla="*/ 1088 h 1095"/>
                <a:gd name="T62" fmla="*/ 1166 w 1776"/>
                <a:gd name="T63" fmla="*/ 1067 h 1095"/>
                <a:gd name="T64" fmla="*/ 1279 w 1776"/>
                <a:gd name="T65" fmla="*/ 1027 h 1095"/>
                <a:gd name="T66" fmla="*/ 1383 w 1776"/>
                <a:gd name="T67" fmla="*/ 973 h 1095"/>
                <a:gd name="T68" fmla="*/ 1479 w 1776"/>
                <a:gd name="T69" fmla="*/ 904 h 1095"/>
                <a:gd name="T70" fmla="*/ 1564 w 1776"/>
                <a:gd name="T71" fmla="*/ 822 h 1095"/>
                <a:gd name="T72" fmla="*/ 1636 w 1776"/>
                <a:gd name="T73" fmla="*/ 728 h 1095"/>
                <a:gd name="T74" fmla="*/ 1695 w 1776"/>
                <a:gd name="T75" fmla="*/ 626 h 1095"/>
                <a:gd name="T76" fmla="*/ 1738 w 1776"/>
                <a:gd name="T77" fmla="*/ 516 h 1095"/>
                <a:gd name="T78" fmla="*/ 1765 w 1776"/>
                <a:gd name="T79" fmla="*/ 400 h 1095"/>
                <a:gd name="T80" fmla="*/ 1775 w 1776"/>
                <a:gd name="T81" fmla="*/ 282 h 1095"/>
                <a:gd name="T82" fmla="*/ 1767 w 1776"/>
                <a:gd name="T83" fmla="*/ 164 h 1095"/>
                <a:gd name="T84" fmla="*/ 1361 w 1776"/>
                <a:gd name="T85" fmla="*/ 222 h 109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776"/>
                <a:gd name="T130" fmla="*/ 0 h 1095"/>
                <a:gd name="T131" fmla="*/ 1776 w 1776"/>
                <a:gd name="T132" fmla="*/ 1095 h 109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776" h="1095">
                  <a:moveTo>
                    <a:pt x="1361" y="222"/>
                  </a:moveTo>
                  <a:lnTo>
                    <a:pt x="1365" y="265"/>
                  </a:lnTo>
                  <a:lnTo>
                    <a:pt x="1365" y="306"/>
                  </a:lnTo>
                  <a:lnTo>
                    <a:pt x="1360" y="349"/>
                  </a:lnTo>
                  <a:lnTo>
                    <a:pt x="1351" y="389"/>
                  </a:lnTo>
                  <a:lnTo>
                    <a:pt x="1337" y="429"/>
                  </a:lnTo>
                  <a:lnTo>
                    <a:pt x="1321" y="468"/>
                  </a:lnTo>
                  <a:lnTo>
                    <a:pt x="1299" y="504"/>
                  </a:lnTo>
                  <a:lnTo>
                    <a:pt x="1275" y="539"/>
                  </a:lnTo>
                  <a:lnTo>
                    <a:pt x="1247" y="569"/>
                  </a:lnTo>
                  <a:lnTo>
                    <a:pt x="1216" y="597"/>
                  </a:lnTo>
                  <a:lnTo>
                    <a:pt x="1183" y="624"/>
                  </a:lnTo>
                  <a:lnTo>
                    <a:pt x="1146" y="644"/>
                  </a:lnTo>
                  <a:lnTo>
                    <a:pt x="1108" y="663"/>
                  </a:lnTo>
                  <a:lnTo>
                    <a:pt x="1069" y="676"/>
                  </a:lnTo>
                  <a:lnTo>
                    <a:pt x="1028" y="686"/>
                  </a:lnTo>
                  <a:lnTo>
                    <a:pt x="986" y="691"/>
                  </a:lnTo>
                  <a:lnTo>
                    <a:pt x="945" y="692"/>
                  </a:lnTo>
                  <a:lnTo>
                    <a:pt x="902" y="689"/>
                  </a:lnTo>
                  <a:lnTo>
                    <a:pt x="861" y="682"/>
                  </a:lnTo>
                  <a:lnTo>
                    <a:pt x="820" y="670"/>
                  </a:lnTo>
                  <a:lnTo>
                    <a:pt x="782" y="655"/>
                  </a:lnTo>
                  <a:lnTo>
                    <a:pt x="744" y="636"/>
                  </a:lnTo>
                  <a:lnTo>
                    <a:pt x="709" y="613"/>
                  </a:lnTo>
                  <a:lnTo>
                    <a:pt x="676" y="585"/>
                  </a:lnTo>
                  <a:lnTo>
                    <a:pt x="647" y="556"/>
                  </a:lnTo>
                  <a:lnTo>
                    <a:pt x="621" y="523"/>
                  </a:lnTo>
                  <a:lnTo>
                    <a:pt x="598" y="488"/>
                  </a:lnTo>
                  <a:lnTo>
                    <a:pt x="578" y="451"/>
                  </a:lnTo>
                  <a:lnTo>
                    <a:pt x="563" y="412"/>
                  </a:lnTo>
                  <a:lnTo>
                    <a:pt x="552" y="372"/>
                  </a:lnTo>
                  <a:lnTo>
                    <a:pt x="544" y="330"/>
                  </a:lnTo>
                  <a:lnTo>
                    <a:pt x="542" y="288"/>
                  </a:lnTo>
                  <a:lnTo>
                    <a:pt x="543" y="246"/>
                  </a:lnTo>
                  <a:lnTo>
                    <a:pt x="680" y="246"/>
                  </a:lnTo>
                  <a:lnTo>
                    <a:pt x="379" y="0"/>
                  </a:lnTo>
                  <a:lnTo>
                    <a:pt x="0" y="237"/>
                  </a:lnTo>
                  <a:lnTo>
                    <a:pt x="134" y="238"/>
                  </a:lnTo>
                  <a:lnTo>
                    <a:pt x="134" y="297"/>
                  </a:lnTo>
                  <a:lnTo>
                    <a:pt x="138" y="357"/>
                  </a:lnTo>
                  <a:lnTo>
                    <a:pt x="146" y="415"/>
                  </a:lnTo>
                  <a:lnTo>
                    <a:pt x="158" y="473"/>
                  </a:lnTo>
                  <a:lnTo>
                    <a:pt x="175" y="530"/>
                  </a:lnTo>
                  <a:lnTo>
                    <a:pt x="195" y="585"/>
                  </a:lnTo>
                  <a:lnTo>
                    <a:pt x="219" y="640"/>
                  </a:lnTo>
                  <a:lnTo>
                    <a:pt x="248" y="691"/>
                  </a:lnTo>
                  <a:lnTo>
                    <a:pt x="280" y="741"/>
                  </a:lnTo>
                  <a:lnTo>
                    <a:pt x="315" y="788"/>
                  </a:lnTo>
                  <a:lnTo>
                    <a:pt x="355" y="833"/>
                  </a:lnTo>
                  <a:lnTo>
                    <a:pt x="396" y="875"/>
                  </a:lnTo>
                  <a:lnTo>
                    <a:pt x="441" y="914"/>
                  </a:lnTo>
                  <a:lnTo>
                    <a:pt x="489" y="949"/>
                  </a:lnTo>
                  <a:lnTo>
                    <a:pt x="538" y="980"/>
                  </a:lnTo>
                  <a:lnTo>
                    <a:pt x="590" y="1009"/>
                  </a:lnTo>
                  <a:lnTo>
                    <a:pt x="645" y="1033"/>
                  </a:lnTo>
                  <a:lnTo>
                    <a:pt x="699" y="1053"/>
                  </a:lnTo>
                  <a:lnTo>
                    <a:pt x="757" y="1070"/>
                  </a:lnTo>
                  <a:lnTo>
                    <a:pt x="815" y="1082"/>
                  </a:lnTo>
                  <a:lnTo>
                    <a:pt x="873" y="1089"/>
                  </a:lnTo>
                  <a:lnTo>
                    <a:pt x="932" y="1094"/>
                  </a:lnTo>
                  <a:lnTo>
                    <a:pt x="992" y="1093"/>
                  </a:lnTo>
                  <a:lnTo>
                    <a:pt x="1051" y="1088"/>
                  </a:lnTo>
                  <a:lnTo>
                    <a:pt x="1108" y="1080"/>
                  </a:lnTo>
                  <a:lnTo>
                    <a:pt x="1166" y="1067"/>
                  </a:lnTo>
                  <a:lnTo>
                    <a:pt x="1223" y="1049"/>
                  </a:lnTo>
                  <a:lnTo>
                    <a:pt x="1279" y="1027"/>
                  </a:lnTo>
                  <a:lnTo>
                    <a:pt x="1332" y="1002"/>
                  </a:lnTo>
                  <a:lnTo>
                    <a:pt x="1383" y="973"/>
                  </a:lnTo>
                  <a:lnTo>
                    <a:pt x="1432" y="940"/>
                  </a:lnTo>
                  <a:lnTo>
                    <a:pt x="1479" y="904"/>
                  </a:lnTo>
                  <a:lnTo>
                    <a:pt x="1523" y="865"/>
                  </a:lnTo>
                  <a:lnTo>
                    <a:pt x="1564" y="822"/>
                  </a:lnTo>
                  <a:lnTo>
                    <a:pt x="1602" y="776"/>
                  </a:lnTo>
                  <a:lnTo>
                    <a:pt x="1636" y="728"/>
                  </a:lnTo>
                  <a:lnTo>
                    <a:pt x="1668" y="678"/>
                  </a:lnTo>
                  <a:lnTo>
                    <a:pt x="1695" y="626"/>
                  </a:lnTo>
                  <a:lnTo>
                    <a:pt x="1719" y="571"/>
                  </a:lnTo>
                  <a:lnTo>
                    <a:pt x="1738" y="516"/>
                  </a:lnTo>
                  <a:lnTo>
                    <a:pt x="1754" y="459"/>
                  </a:lnTo>
                  <a:lnTo>
                    <a:pt x="1765" y="400"/>
                  </a:lnTo>
                  <a:lnTo>
                    <a:pt x="1772" y="342"/>
                  </a:lnTo>
                  <a:lnTo>
                    <a:pt x="1775" y="282"/>
                  </a:lnTo>
                  <a:lnTo>
                    <a:pt x="1774" y="223"/>
                  </a:lnTo>
                  <a:lnTo>
                    <a:pt x="1767" y="164"/>
                  </a:lnTo>
                  <a:lnTo>
                    <a:pt x="1529" y="342"/>
                  </a:lnTo>
                  <a:lnTo>
                    <a:pt x="1361" y="222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3546475" y="1530350"/>
            <a:ext cx="1909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3546475" y="4575175"/>
            <a:ext cx="1909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554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554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60BE48C-805E-4504-BEAF-BE1B3421AFC0}" type="slidenum">
              <a:rPr lang="zh-CN" altLang="en-US" smtClean="0"/>
              <a:pPr defTabSz="895350"/>
              <a:t>62</a:t>
            </a:fld>
            <a:endParaRPr lang="en-US" altLang="zh-CN"/>
          </a:p>
        </p:txBody>
      </p:sp>
      <p:sp>
        <p:nvSpPr>
          <p:cNvPr id="66563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CONTINUOUS</a:t>
            </a:r>
          </a:p>
        </p:txBody>
      </p:sp>
      <p:sp>
        <p:nvSpPr>
          <p:cNvPr id="66564" name="Freeform 3"/>
          <p:cNvSpPr>
            <a:spLocks/>
          </p:cNvSpPr>
          <p:nvPr/>
        </p:nvSpPr>
        <p:spPr bwMode="blackWhite">
          <a:xfrm>
            <a:off x="4498975" y="3879850"/>
            <a:ext cx="1674813" cy="923925"/>
          </a:xfrm>
          <a:custGeom>
            <a:avLst/>
            <a:gdLst>
              <a:gd name="T0" fmla="*/ 2147483647 w 836"/>
              <a:gd name="T1" fmla="*/ 2147483647 h 475"/>
              <a:gd name="T2" fmla="*/ 2147483647 w 836"/>
              <a:gd name="T3" fmla="*/ 0 h 475"/>
              <a:gd name="T4" fmla="*/ 2147483647 w 836"/>
              <a:gd name="T5" fmla="*/ 0 h 475"/>
              <a:gd name="T6" fmla="*/ 2147483647 w 836"/>
              <a:gd name="T7" fmla="*/ 2147483647 h 475"/>
              <a:gd name="T8" fmla="*/ 0 w 836"/>
              <a:gd name="T9" fmla="*/ 2147483647 h 475"/>
              <a:gd name="T10" fmla="*/ 2147483647 w 836"/>
              <a:gd name="T11" fmla="*/ 2147483647 h 475"/>
              <a:gd name="T12" fmla="*/ 2147483647 w 836"/>
              <a:gd name="T13" fmla="*/ 2147483647 h 4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36"/>
              <a:gd name="T22" fmla="*/ 0 h 475"/>
              <a:gd name="T23" fmla="*/ 836 w 836"/>
              <a:gd name="T24" fmla="*/ 475 h 4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36" h="475">
                <a:moveTo>
                  <a:pt x="835" y="232"/>
                </a:moveTo>
                <a:lnTo>
                  <a:pt x="748" y="0"/>
                </a:lnTo>
                <a:lnTo>
                  <a:pt x="2" y="0"/>
                </a:lnTo>
                <a:lnTo>
                  <a:pt x="79" y="233"/>
                </a:lnTo>
                <a:lnTo>
                  <a:pt x="0" y="473"/>
                </a:lnTo>
                <a:lnTo>
                  <a:pt x="741" y="474"/>
                </a:lnTo>
                <a:lnTo>
                  <a:pt x="835" y="23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65" name="Freeform 4"/>
          <p:cNvSpPr>
            <a:spLocks/>
          </p:cNvSpPr>
          <p:nvPr/>
        </p:nvSpPr>
        <p:spPr bwMode="blackWhite">
          <a:xfrm>
            <a:off x="3225800" y="3194050"/>
            <a:ext cx="1384300" cy="1609725"/>
          </a:xfrm>
          <a:custGeom>
            <a:avLst/>
            <a:gdLst>
              <a:gd name="T0" fmla="*/ 2147483647 w 691"/>
              <a:gd name="T1" fmla="*/ 2147483647 h 828"/>
              <a:gd name="T2" fmla="*/ 2147483647 w 691"/>
              <a:gd name="T3" fmla="*/ 2147483647 h 828"/>
              <a:gd name="T4" fmla="*/ 2147483647 w 691"/>
              <a:gd name="T5" fmla="*/ 2147483647 h 828"/>
              <a:gd name="T6" fmla="*/ 0 w 691"/>
              <a:gd name="T7" fmla="*/ 0 h 828"/>
              <a:gd name="T8" fmla="*/ 0 w 691"/>
              <a:gd name="T9" fmla="*/ 2147483647 h 828"/>
              <a:gd name="T10" fmla="*/ 0 w 691"/>
              <a:gd name="T11" fmla="*/ 2147483647 h 828"/>
              <a:gd name="T12" fmla="*/ 0 w 691"/>
              <a:gd name="T13" fmla="*/ 2147483647 h 828"/>
              <a:gd name="T14" fmla="*/ 2147483647 w 691"/>
              <a:gd name="T15" fmla="*/ 2147483647 h 828"/>
              <a:gd name="T16" fmla="*/ 2147483647 w 691"/>
              <a:gd name="T17" fmla="*/ 2147483647 h 828"/>
              <a:gd name="T18" fmla="*/ 2147483647 w 691"/>
              <a:gd name="T19" fmla="*/ 2147483647 h 828"/>
              <a:gd name="T20" fmla="*/ 2147483647 w 691"/>
              <a:gd name="T21" fmla="*/ 2147483647 h 828"/>
              <a:gd name="T22" fmla="*/ 2147483647 w 691"/>
              <a:gd name="T23" fmla="*/ 2147483647 h 828"/>
              <a:gd name="T24" fmla="*/ 2147483647 w 691"/>
              <a:gd name="T25" fmla="*/ 2147483647 h 828"/>
              <a:gd name="T26" fmla="*/ 2147483647 w 691"/>
              <a:gd name="T27" fmla="*/ 2147483647 h 828"/>
              <a:gd name="T28" fmla="*/ 2147483647 w 691"/>
              <a:gd name="T29" fmla="*/ 2147483647 h 828"/>
              <a:gd name="T30" fmla="*/ 2147483647 w 691"/>
              <a:gd name="T31" fmla="*/ 2147483647 h 828"/>
              <a:gd name="T32" fmla="*/ 2147483647 w 691"/>
              <a:gd name="T33" fmla="*/ 2147483647 h 828"/>
              <a:gd name="T34" fmla="*/ 2147483647 w 691"/>
              <a:gd name="T35" fmla="*/ 2147483647 h 828"/>
              <a:gd name="T36" fmla="*/ 2147483647 w 691"/>
              <a:gd name="T37" fmla="*/ 2147483647 h 828"/>
              <a:gd name="T38" fmla="*/ 2147483647 w 691"/>
              <a:gd name="T39" fmla="*/ 2147483647 h 828"/>
              <a:gd name="T40" fmla="*/ 2147483647 w 691"/>
              <a:gd name="T41" fmla="*/ 2147483647 h 828"/>
              <a:gd name="T42" fmla="*/ 2147483647 w 691"/>
              <a:gd name="T43" fmla="*/ 2147483647 h 828"/>
              <a:gd name="T44" fmla="*/ 2147483647 w 691"/>
              <a:gd name="T45" fmla="*/ 2147483647 h 828"/>
              <a:gd name="T46" fmla="*/ 2147483647 w 691"/>
              <a:gd name="T47" fmla="*/ 2147483647 h 828"/>
              <a:gd name="T48" fmla="*/ 2147483647 w 691"/>
              <a:gd name="T49" fmla="*/ 2147483647 h 828"/>
              <a:gd name="T50" fmla="*/ 2147483647 w 691"/>
              <a:gd name="T51" fmla="*/ 2147483647 h 828"/>
              <a:gd name="T52" fmla="*/ 2147483647 w 691"/>
              <a:gd name="T53" fmla="*/ 2147483647 h 828"/>
              <a:gd name="T54" fmla="*/ 2147483647 w 691"/>
              <a:gd name="T55" fmla="*/ 2147483647 h 828"/>
              <a:gd name="T56" fmla="*/ 2147483647 w 691"/>
              <a:gd name="T57" fmla="*/ 2147483647 h 828"/>
              <a:gd name="T58" fmla="*/ 2147483647 w 691"/>
              <a:gd name="T59" fmla="*/ 2147483647 h 828"/>
              <a:gd name="T60" fmla="*/ 2147483647 w 691"/>
              <a:gd name="T61" fmla="*/ 2147483647 h 82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691"/>
              <a:gd name="T94" fmla="*/ 0 h 828"/>
              <a:gd name="T95" fmla="*/ 691 w 691"/>
              <a:gd name="T96" fmla="*/ 828 h 828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691" h="828">
                <a:moveTo>
                  <a:pt x="472" y="310"/>
                </a:moveTo>
                <a:lnTo>
                  <a:pt x="474" y="6"/>
                </a:lnTo>
                <a:lnTo>
                  <a:pt x="243" y="98"/>
                </a:lnTo>
                <a:lnTo>
                  <a:pt x="0" y="0"/>
                </a:lnTo>
                <a:lnTo>
                  <a:pt x="0" y="309"/>
                </a:lnTo>
                <a:lnTo>
                  <a:pt x="0" y="618"/>
                </a:lnTo>
                <a:lnTo>
                  <a:pt x="0" y="640"/>
                </a:lnTo>
                <a:lnTo>
                  <a:pt x="4" y="661"/>
                </a:lnTo>
                <a:lnTo>
                  <a:pt x="9" y="681"/>
                </a:lnTo>
                <a:lnTo>
                  <a:pt x="17" y="701"/>
                </a:lnTo>
                <a:lnTo>
                  <a:pt x="28" y="720"/>
                </a:lnTo>
                <a:lnTo>
                  <a:pt x="41" y="738"/>
                </a:lnTo>
                <a:lnTo>
                  <a:pt x="58" y="754"/>
                </a:lnTo>
                <a:lnTo>
                  <a:pt x="75" y="768"/>
                </a:lnTo>
                <a:lnTo>
                  <a:pt x="95" y="782"/>
                </a:lnTo>
                <a:lnTo>
                  <a:pt x="118" y="794"/>
                </a:lnTo>
                <a:lnTo>
                  <a:pt x="142" y="804"/>
                </a:lnTo>
                <a:lnTo>
                  <a:pt x="167" y="812"/>
                </a:lnTo>
                <a:lnTo>
                  <a:pt x="194" y="819"/>
                </a:lnTo>
                <a:lnTo>
                  <a:pt x="223" y="824"/>
                </a:lnTo>
                <a:lnTo>
                  <a:pt x="252" y="827"/>
                </a:lnTo>
                <a:lnTo>
                  <a:pt x="614" y="827"/>
                </a:lnTo>
                <a:lnTo>
                  <a:pt x="690" y="586"/>
                </a:lnTo>
                <a:lnTo>
                  <a:pt x="609" y="355"/>
                </a:lnTo>
                <a:lnTo>
                  <a:pt x="512" y="355"/>
                </a:lnTo>
                <a:lnTo>
                  <a:pt x="501" y="352"/>
                </a:lnTo>
                <a:lnTo>
                  <a:pt x="492" y="346"/>
                </a:lnTo>
                <a:lnTo>
                  <a:pt x="484" y="339"/>
                </a:lnTo>
                <a:lnTo>
                  <a:pt x="478" y="330"/>
                </a:lnTo>
                <a:lnTo>
                  <a:pt x="474" y="321"/>
                </a:lnTo>
                <a:lnTo>
                  <a:pt x="472" y="31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66" name="Freeform 5"/>
          <p:cNvSpPr>
            <a:spLocks/>
          </p:cNvSpPr>
          <p:nvPr/>
        </p:nvSpPr>
        <p:spPr bwMode="blackWhite">
          <a:xfrm>
            <a:off x="6043613" y="3467100"/>
            <a:ext cx="1652587" cy="1335088"/>
          </a:xfrm>
          <a:custGeom>
            <a:avLst/>
            <a:gdLst>
              <a:gd name="T0" fmla="*/ 2147483647 w 824"/>
              <a:gd name="T1" fmla="*/ 2147483647 h 687"/>
              <a:gd name="T2" fmla="*/ 2147483647 w 824"/>
              <a:gd name="T3" fmla="*/ 2147483647 h 687"/>
              <a:gd name="T4" fmla="*/ 2147483647 w 824"/>
              <a:gd name="T5" fmla="*/ 2147483647 h 687"/>
              <a:gd name="T6" fmla="*/ 2147483647 w 824"/>
              <a:gd name="T7" fmla="*/ 2147483647 h 687"/>
              <a:gd name="T8" fmla="*/ 0 w 824"/>
              <a:gd name="T9" fmla="*/ 2147483647 h 687"/>
              <a:gd name="T10" fmla="*/ 2147483647 w 824"/>
              <a:gd name="T11" fmla="*/ 2147483647 h 687"/>
              <a:gd name="T12" fmla="*/ 2147483647 w 824"/>
              <a:gd name="T13" fmla="*/ 2147483647 h 687"/>
              <a:gd name="T14" fmla="*/ 2147483647 w 824"/>
              <a:gd name="T15" fmla="*/ 2147483647 h 687"/>
              <a:gd name="T16" fmla="*/ 2147483647 w 824"/>
              <a:gd name="T17" fmla="*/ 2147483647 h 687"/>
              <a:gd name="T18" fmla="*/ 2147483647 w 824"/>
              <a:gd name="T19" fmla="*/ 2147483647 h 687"/>
              <a:gd name="T20" fmla="*/ 2147483647 w 824"/>
              <a:gd name="T21" fmla="*/ 2147483647 h 687"/>
              <a:gd name="T22" fmla="*/ 2147483647 w 824"/>
              <a:gd name="T23" fmla="*/ 2147483647 h 687"/>
              <a:gd name="T24" fmla="*/ 2147483647 w 824"/>
              <a:gd name="T25" fmla="*/ 2147483647 h 687"/>
              <a:gd name="T26" fmla="*/ 2147483647 w 824"/>
              <a:gd name="T27" fmla="*/ 2147483647 h 687"/>
              <a:gd name="T28" fmla="*/ 2147483647 w 824"/>
              <a:gd name="T29" fmla="*/ 2147483647 h 687"/>
              <a:gd name="T30" fmla="*/ 2147483647 w 824"/>
              <a:gd name="T31" fmla="*/ 2147483647 h 687"/>
              <a:gd name="T32" fmla="*/ 2147483647 w 824"/>
              <a:gd name="T33" fmla="*/ 2147483647 h 687"/>
              <a:gd name="T34" fmla="*/ 2147483647 w 824"/>
              <a:gd name="T35" fmla="*/ 2147483647 h 687"/>
              <a:gd name="T36" fmla="*/ 2147483647 w 824"/>
              <a:gd name="T37" fmla="*/ 2147483647 h 687"/>
              <a:gd name="T38" fmla="*/ 2147483647 w 824"/>
              <a:gd name="T39" fmla="*/ 2147483647 h 687"/>
              <a:gd name="T40" fmla="*/ 2147483647 w 824"/>
              <a:gd name="T41" fmla="*/ 2147483647 h 687"/>
              <a:gd name="T42" fmla="*/ 2147483647 w 824"/>
              <a:gd name="T43" fmla="*/ 0 h 687"/>
              <a:gd name="T44" fmla="*/ 2147483647 w 824"/>
              <a:gd name="T45" fmla="*/ 2147483647 h 687"/>
              <a:gd name="T46" fmla="*/ 2147483647 w 824"/>
              <a:gd name="T47" fmla="*/ 2147483647 h 687"/>
              <a:gd name="T48" fmla="*/ 2147483647 w 824"/>
              <a:gd name="T49" fmla="*/ 2147483647 h 687"/>
              <a:gd name="T50" fmla="*/ 2147483647 w 824"/>
              <a:gd name="T51" fmla="*/ 2147483647 h 687"/>
              <a:gd name="T52" fmla="*/ 2147483647 w 824"/>
              <a:gd name="T53" fmla="*/ 2147483647 h 687"/>
              <a:gd name="T54" fmla="*/ 2147483647 w 824"/>
              <a:gd name="T55" fmla="*/ 2147483647 h 687"/>
              <a:gd name="T56" fmla="*/ 2147483647 w 824"/>
              <a:gd name="T57" fmla="*/ 2147483647 h 687"/>
              <a:gd name="T58" fmla="*/ 2147483647 w 824"/>
              <a:gd name="T59" fmla="*/ 2147483647 h 68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24"/>
              <a:gd name="T91" fmla="*/ 0 h 687"/>
              <a:gd name="T92" fmla="*/ 824 w 824"/>
              <a:gd name="T93" fmla="*/ 687 h 68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24" h="687">
                <a:moveTo>
                  <a:pt x="292" y="213"/>
                </a:moveTo>
                <a:lnTo>
                  <a:pt x="149" y="213"/>
                </a:lnTo>
                <a:lnTo>
                  <a:pt x="6" y="213"/>
                </a:lnTo>
                <a:lnTo>
                  <a:pt x="89" y="439"/>
                </a:lnTo>
                <a:lnTo>
                  <a:pt x="0" y="686"/>
                </a:lnTo>
                <a:lnTo>
                  <a:pt x="659" y="686"/>
                </a:lnTo>
                <a:lnTo>
                  <a:pt x="682" y="682"/>
                </a:lnTo>
                <a:lnTo>
                  <a:pt x="703" y="676"/>
                </a:lnTo>
                <a:lnTo>
                  <a:pt x="724" y="668"/>
                </a:lnTo>
                <a:lnTo>
                  <a:pt x="742" y="658"/>
                </a:lnTo>
                <a:lnTo>
                  <a:pt x="758" y="645"/>
                </a:lnTo>
                <a:lnTo>
                  <a:pt x="773" y="629"/>
                </a:lnTo>
                <a:lnTo>
                  <a:pt x="786" y="611"/>
                </a:lnTo>
                <a:lnTo>
                  <a:pt x="797" y="592"/>
                </a:lnTo>
                <a:lnTo>
                  <a:pt x="806" y="569"/>
                </a:lnTo>
                <a:lnTo>
                  <a:pt x="813" y="545"/>
                </a:lnTo>
                <a:lnTo>
                  <a:pt x="818" y="519"/>
                </a:lnTo>
                <a:lnTo>
                  <a:pt x="822" y="490"/>
                </a:lnTo>
                <a:lnTo>
                  <a:pt x="823" y="460"/>
                </a:lnTo>
                <a:lnTo>
                  <a:pt x="823" y="428"/>
                </a:lnTo>
                <a:lnTo>
                  <a:pt x="823" y="82"/>
                </a:lnTo>
                <a:lnTo>
                  <a:pt x="580" y="0"/>
                </a:lnTo>
                <a:lnTo>
                  <a:pt x="352" y="80"/>
                </a:lnTo>
                <a:lnTo>
                  <a:pt x="352" y="171"/>
                </a:lnTo>
                <a:lnTo>
                  <a:pt x="346" y="183"/>
                </a:lnTo>
                <a:lnTo>
                  <a:pt x="339" y="193"/>
                </a:lnTo>
                <a:lnTo>
                  <a:pt x="329" y="202"/>
                </a:lnTo>
                <a:lnTo>
                  <a:pt x="318" y="209"/>
                </a:lnTo>
                <a:lnTo>
                  <a:pt x="305" y="213"/>
                </a:lnTo>
                <a:lnTo>
                  <a:pt x="292" y="21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67" name="Freeform 6"/>
          <p:cNvSpPr>
            <a:spLocks/>
          </p:cNvSpPr>
          <p:nvPr/>
        </p:nvSpPr>
        <p:spPr bwMode="blackWhite">
          <a:xfrm>
            <a:off x="4814888" y="2317750"/>
            <a:ext cx="1652587" cy="1336675"/>
          </a:xfrm>
          <a:custGeom>
            <a:avLst/>
            <a:gdLst>
              <a:gd name="T0" fmla="*/ 2147483647 w 824"/>
              <a:gd name="T1" fmla="*/ 2147483647 h 688"/>
              <a:gd name="T2" fmla="*/ 2147483647 w 824"/>
              <a:gd name="T3" fmla="*/ 2147483647 h 688"/>
              <a:gd name="T4" fmla="*/ 2147483647 w 824"/>
              <a:gd name="T5" fmla="*/ 2147483647 h 688"/>
              <a:gd name="T6" fmla="*/ 2147483647 w 824"/>
              <a:gd name="T7" fmla="*/ 2147483647 h 688"/>
              <a:gd name="T8" fmla="*/ 2147483647 w 824"/>
              <a:gd name="T9" fmla="*/ 0 h 688"/>
              <a:gd name="T10" fmla="*/ 2147483647 w 824"/>
              <a:gd name="T11" fmla="*/ 0 h 688"/>
              <a:gd name="T12" fmla="*/ 2147483647 w 824"/>
              <a:gd name="T13" fmla="*/ 2147483647 h 688"/>
              <a:gd name="T14" fmla="*/ 2147483647 w 824"/>
              <a:gd name="T15" fmla="*/ 2147483647 h 688"/>
              <a:gd name="T16" fmla="*/ 2147483647 w 824"/>
              <a:gd name="T17" fmla="*/ 2147483647 h 688"/>
              <a:gd name="T18" fmla="*/ 2147483647 w 824"/>
              <a:gd name="T19" fmla="*/ 2147483647 h 688"/>
              <a:gd name="T20" fmla="*/ 2147483647 w 824"/>
              <a:gd name="T21" fmla="*/ 2147483647 h 688"/>
              <a:gd name="T22" fmla="*/ 2147483647 w 824"/>
              <a:gd name="T23" fmla="*/ 2147483647 h 688"/>
              <a:gd name="T24" fmla="*/ 2147483647 w 824"/>
              <a:gd name="T25" fmla="*/ 2147483647 h 688"/>
              <a:gd name="T26" fmla="*/ 2147483647 w 824"/>
              <a:gd name="T27" fmla="*/ 2147483647 h 688"/>
              <a:gd name="T28" fmla="*/ 2147483647 w 824"/>
              <a:gd name="T29" fmla="*/ 2147483647 h 688"/>
              <a:gd name="T30" fmla="*/ 2147483647 w 824"/>
              <a:gd name="T31" fmla="*/ 2147483647 h 688"/>
              <a:gd name="T32" fmla="*/ 2147483647 w 824"/>
              <a:gd name="T33" fmla="*/ 2147483647 h 688"/>
              <a:gd name="T34" fmla="*/ 2147483647 w 824"/>
              <a:gd name="T35" fmla="*/ 2147483647 h 688"/>
              <a:gd name="T36" fmla="*/ 0 w 824"/>
              <a:gd name="T37" fmla="*/ 2147483647 h 688"/>
              <a:gd name="T38" fmla="*/ 2147483647 w 824"/>
              <a:gd name="T39" fmla="*/ 2147483647 h 688"/>
              <a:gd name="T40" fmla="*/ 2147483647 w 824"/>
              <a:gd name="T41" fmla="*/ 2147483647 h 688"/>
              <a:gd name="T42" fmla="*/ 2147483647 w 824"/>
              <a:gd name="T43" fmla="*/ 2147483647 h 688"/>
              <a:gd name="T44" fmla="*/ 2147483647 w 824"/>
              <a:gd name="T45" fmla="*/ 2147483647 h 688"/>
              <a:gd name="T46" fmla="*/ 2147483647 w 824"/>
              <a:gd name="T47" fmla="*/ 2147483647 h 688"/>
              <a:gd name="T48" fmla="*/ 2147483647 w 824"/>
              <a:gd name="T49" fmla="*/ 2147483647 h 688"/>
              <a:gd name="T50" fmla="*/ 2147483647 w 824"/>
              <a:gd name="T51" fmla="*/ 2147483647 h 688"/>
              <a:gd name="T52" fmla="*/ 2147483647 w 824"/>
              <a:gd name="T53" fmla="*/ 2147483647 h 688"/>
              <a:gd name="T54" fmla="*/ 2147483647 w 824"/>
              <a:gd name="T55" fmla="*/ 2147483647 h 688"/>
              <a:gd name="T56" fmla="*/ 2147483647 w 824"/>
              <a:gd name="T57" fmla="*/ 2147483647 h 688"/>
              <a:gd name="T58" fmla="*/ 2147483647 w 824"/>
              <a:gd name="T59" fmla="*/ 2147483647 h 688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24"/>
              <a:gd name="T91" fmla="*/ 0 h 688"/>
              <a:gd name="T92" fmla="*/ 824 w 824"/>
              <a:gd name="T93" fmla="*/ 688 h 688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24" h="688">
                <a:moveTo>
                  <a:pt x="531" y="473"/>
                </a:moveTo>
                <a:lnTo>
                  <a:pt x="675" y="474"/>
                </a:lnTo>
                <a:lnTo>
                  <a:pt x="819" y="473"/>
                </a:lnTo>
                <a:lnTo>
                  <a:pt x="729" y="244"/>
                </a:lnTo>
                <a:lnTo>
                  <a:pt x="823" y="0"/>
                </a:lnTo>
                <a:lnTo>
                  <a:pt x="164" y="0"/>
                </a:lnTo>
                <a:lnTo>
                  <a:pt x="141" y="4"/>
                </a:lnTo>
                <a:lnTo>
                  <a:pt x="120" y="10"/>
                </a:lnTo>
                <a:lnTo>
                  <a:pt x="100" y="19"/>
                </a:lnTo>
                <a:lnTo>
                  <a:pt x="82" y="30"/>
                </a:lnTo>
                <a:lnTo>
                  <a:pt x="66" y="43"/>
                </a:lnTo>
                <a:lnTo>
                  <a:pt x="51" y="58"/>
                </a:lnTo>
                <a:lnTo>
                  <a:pt x="38" y="76"/>
                </a:lnTo>
                <a:lnTo>
                  <a:pt x="27" y="96"/>
                </a:lnTo>
                <a:lnTo>
                  <a:pt x="18" y="118"/>
                </a:lnTo>
                <a:lnTo>
                  <a:pt x="10" y="142"/>
                </a:lnTo>
                <a:lnTo>
                  <a:pt x="5" y="168"/>
                </a:lnTo>
                <a:lnTo>
                  <a:pt x="1" y="196"/>
                </a:lnTo>
                <a:lnTo>
                  <a:pt x="0" y="227"/>
                </a:lnTo>
                <a:lnTo>
                  <a:pt x="1" y="259"/>
                </a:lnTo>
                <a:lnTo>
                  <a:pt x="1" y="611"/>
                </a:lnTo>
                <a:lnTo>
                  <a:pt x="244" y="687"/>
                </a:lnTo>
                <a:lnTo>
                  <a:pt x="472" y="607"/>
                </a:lnTo>
                <a:lnTo>
                  <a:pt x="472" y="517"/>
                </a:lnTo>
                <a:lnTo>
                  <a:pt x="477" y="504"/>
                </a:lnTo>
                <a:lnTo>
                  <a:pt x="485" y="493"/>
                </a:lnTo>
                <a:lnTo>
                  <a:pt x="495" y="485"/>
                </a:lnTo>
                <a:lnTo>
                  <a:pt x="506" y="479"/>
                </a:lnTo>
                <a:lnTo>
                  <a:pt x="519" y="475"/>
                </a:lnTo>
                <a:lnTo>
                  <a:pt x="531" y="47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68" name="Freeform 7"/>
          <p:cNvSpPr>
            <a:spLocks/>
          </p:cNvSpPr>
          <p:nvPr/>
        </p:nvSpPr>
        <p:spPr bwMode="blackWhite">
          <a:xfrm>
            <a:off x="6335713" y="2316163"/>
            <a:ext cx="1358900" cy="1266825"/>
          </a:xfrm>
          <a:custGeom>
            <a:avLst/>
            <a:gdLst>
              <a:gd name="T0" fmla="*/ 2147483647 w 678"/>
              <a:gd name="T1" fmla="*/ 2147483647 h 652"/>
              <a:gd name="T2" fmla="*/ 2147483647 w 678"/>
              <a:gd name="T3" fmla="*/ 2147483647 h 652"/>
              <a:gd name="T4" fmla="*/ 2147483647 w 678"/>
              <a:gd name="T5" fmla="*/ 2147483647 h 652"/>
              <a:gd name="T6" fmla="*/ 2147483647 w 678"/>
              <a:gd name="T7" fmla="*/ 2147483647 h 652"/>
              <a:gd name="T8" fmla="*/ 2147483647 w 678"/>
              <a:gd name="T9" fmla="*/ 2147483647 h 652"/>
              <a:gd name="T10" fmla="*/ 2147483647 w 678"/>
              <a:gd name="T11" fmla="*/ 2147483647 h 652"/>
              <a:gd name="T12" fmla="*/ 2147483647 w 678"/>
              <a:gd name="T13" fmla="*/ 2147483647 h 652"/>
              <a:gd name="T14" fmla="*/ 2147483647 w 678"/>
              <a:gd name="T15" fmla="*/ 2147483647 h 652"/>
              <a:gd name="T16" fmla="*/ 2147483647 w 678"/>
              <a:gd name="T17" fmla="*/ 2147483647 h 652"/>
              <a:gd name="T18" fmla="*/ 2147483647 w 678"/>
              <a:gd name="T19" fmla="*/ 2147483647 h 652"/>
              <a:gd name="T20" fmla="*/ 2147483647 w 678"/>
              <a:gd name="T21" fmla="*/ 2147483647 h 652"/>
              <a:gd name="T22" fmla="*/ 2147483647 w 678"/>
              <a:gd name="T23" fmla="*/ 2147483647 h 652"/>
              <a:gd name="T24" fmla="*/ 2147483647 w 678"/>
              <a:gd name="T25" fmla="*/ 2147483647 h 652"/>
              <a:gd name="T26" fmla="*/ 2147483647 w 678"/>
              <a:gd name="T27" fmla="*/ 2147483647 h 652"/>
              <a:gd name="T28" fmla="*/ 2147483647 w 678"/>
              <a:gd name="T29" fmla="*/ 2147483647 h 652"/>
              <a:gd name="T30" fmla="*/ 2147483647 w 678"/>
              <a:gd name="T31" fmla="*/ 2147483647 h 652"/>
              <a:gd name="T32" fmla="*/ 2147483647 w 678"/>
              <a:gd name="T33" fmla="*/ 2147483647 h 652"/>
              <a:gd name="T34" fmla="*/ 2147483647 w 678"/>
              <a:gd name="T35" fmla="*/ 2147483647 h 652"/>
              <a:gd name="T36" fmla="*/ 2147483647 w 678"/>
              <a:gd name="T37" fmla="*/ 2147483647 h 652"/>
              <a:gd name="T38" fmla="*/ 2147483647 w 678"/>
              <a:gd name="T39" fmla="*/ 0 h 652"/>
              <a:gd name="T40" fmla="*/ 0 w 678"/>
              <a:gd name="T41" fmla="*/ 2147483647 h 652"/>
              <a:gd name="T42" fmla="*/ 2147483647 w 678"/>
              <a:gd name="T43" fmla="*/ 2147483647 h 652"/>
              <a:gd name="T44" fmla="*/ 2147483647 w 678"/>
              <a:gd name="T45" fmla="*/ 2147483647 h 652"/>
              <a:gd name="T46" fmla="*/ 2147483647 w 678"/>
              <a:gd name="T47" fmla="*/ 2147483647 h 652"/>
              <a:gd name="T48" fmla="*/ 2147483647 w 678"/>
              <a:gd name="T49" fmla="*/ 2147483647 h 652"/>
              <a:gd name="T50" fmla="*/ 2147483647 w 678"/>
              <a:gd name="T51" fmla="*/ 2147483647 h 652"/>
              <a:gd name="T52" fmla="*/ 2147483647 w 678"/>
              <a:gd name="T53" fmla="*/ 2147483647 h 652"/>
              <a:gd name="T54" fmla="*/ 2147483647 w 678"/>
              <a:gd name="T55" fmla="*/ 2147483647 h 652"/>
              <a:gd name="T56" fmla="*/ 2147483647 w 678"/>
              <a:gd name="T57" fmla="*/ 2147483647 h 652"/>
              <a:gd name="T58" fmla="*/ 2147483647 w 678"/>
              <a:gd name="T59" fmla="*/ 2147483647 h 652"/>
              <a:gd name="T60" fmla="*/ 2147483647 w 678"/>
              <a:gd name="T61" fmla="*/ 2147483647 h 652"/>
              <a:gd name="T62" fmla="*/ 2147483647 w 678"/>
              <a:gd name="T63" fmla="*/ 2147483647 h 65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678"/>
              <a:gd name="T97" fmla="*/ 0 h 652"/>
              <a:gd name="T98" fmla="*/ 678 w 678"/>
              <a:gd name="T99" fmla="*/ 652 h 65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678" h="652">
                <a:moveTo>
                  <a:pt x="205" y="545"/>
                </a:moveTo>
                <a:lnTo>
                  <a:pt x="205" y="651"/>
                </a:lnTo>
                <a:lnTo>
                  <a:pt x="435" y="569"/>
                </a:lnTo>
                <a:lnTo>
                  <a:pt x="677" y="649"/>
                </a:lnTo>
                <a:lnTo>
                  <a:pt x="677" y="180"/>
                </a:lnTo>
                <a:lnTo>
                  <a:pt x="674" y="156"/>
                </a:lnTo>
                <a:lnTo>
                  <a:pt x="669" y="133"/>
                </a:lnTo>
                <a:lnTo>
                  <a:pt x="661" y="113"/>
                </a:lnTo>
                <a:lnTo>
                  <a:pt x="650" y="93"/>
                </a:lnTo>
                <a:lnTo>
                  <a:pt x="637" y="75"/>
                </a:lnTo>
                <a:lnTo>
                  <a:pt x="622" y="60"/>
                </a:lnTo>
                <a:lnTo>
                  <a:pt x="604" y="46"/>
                </a:lnTo>
                <a:lnTo>
                  <a:pt x="583" y="34"/>
                </a:lnTo>
                <a:lnTo>
                  <a:pt x="561" y="24"/>
                </a:lnTo>
                <a:lnTo>
                  <a:pt x="536" y="15"/>
                </a:lnTo>
                <a:lnTo>
                  <a:pt x="508" y="8"/>
                </a:lnTo>
                <a:lnTo>
                  <a:pt x="479" y="4"/>
                </a:lnTo>
                <a:lnTo>
                  <a:pt x="448" y="1"/>
                </a:lnTo>
                <a:lnTo>
                  <a:pt x="414" y="1"/>
                </a:lnTo>
                <a:lnTo>
                  <a:pt x="89" y="0"/>
                </a:lnTo>
                <a:lnTo>
                  <a:pt x="0" y="245"/>
                </a:lnTo>
                <a:lnTo>
                  <a:pt x="86" y="475"/>
                </a:lnTo>
                <a:lnTo>
                  <a:pt x="136" y="475"/>
                </a:lnTo>
                <a:lnTo>
                  <a:pt x="149" y="475"/>
                </a:lnTo>
                <a:lnTo>
                  <a:pt x="161" y="477"/>
                </a:lnTo>
                <a:lnTo>
                  <a:pt x="173" y="482"/>
                </a:lnTo>
                <a:lnTo>
                  <a:pt x="183" y="489"/>
                </a:lnTo>
                <a:lnTo>
                  <a:pt x="192" y="498"/>
                </a:lnTo>
                <a:lnTo>
                  <a:pt x="199" y="508"/>
                </a:lnTo>
                <a:lnTo>
                  <a:pt x="203" y="520"/>
                </a:lnTo>
                <a:lnTo>
                  <a:pt x="206" y="532"/>
                </a:lnTo>
                <a:lnTo>
                  <a:pt x="205" y="54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69" name="Freeform 8"/>
          <p:cNvSpPr>
            <a:spLocks/>
          </p:cNvSpPr>
          <p:nvPr/>
        </p:nvSpPr>
        <p:spPr bwMode="blackWhite">
          <a:xfrm>
            <a:off x="2497138" y="1979613"/>
            <a:ext cx="1676400" cy="1352550"/>
          </a:xfrm>
          <a:custGeom>
            <a:avLst/>
            <a:gdLst>
              <a:gd name="T0" fmla="*/ 2147483647 w 836"/>
              <a:gd name="T1" fmla="*/ 2147483647 h 696"/>
              <a:gd name="T2" fmla="*/ 2147483647 w 836"/>
              <a:gd name="T3" fmla="*/ 2147483647 h 696"/>
              <a:gd name="T4" fmla="*/ 2147483647 w 836"/>
              <a:gd name="T5" fmla="*/ 2147483647 h 696"/>
              <a:gd name="T6" fmla="*/ 2147483647 w 836"/>
              <a:gd name="T7" fmla="*/ 2147483647 h 696"/>
              <a:gd name="T8" fmla="*/ 2147483647 w 836"/>
              <a:gd name="T9" fmla="*/ 2147483647 h 696"/>
              <a:gd name="T10" fmla="*/ 2147483647 w 836"/>
              <a:gd name="T11" fmla="*/ 2147483647 h 696"/>
              <a:gd name="T12" fmla="*/ 2147483647 w 836"/>
              <a:gd name="T13" fmla="*/ 2147483647 h 696"/>
              <a:gd name="T14" fmla="*/ 2147483647 w 836"/>
              <a:gd name="T15" fmla="*/ 2147483647 h 696"/>
              <a:gd name="T16" fmla="*/ 2147483647 w 836"/>
              <a:gd name="T17" fmla="*/ 2147483647 h 696"/>
              <a:gd name="T18" fmla="*/ 2147483647 w 836"/>
              <a:gd name="T19" fmla="*/ 2147483647 h 696"/>
              <a:gd name="T20" fmla="*/ 2147483647 w 836"/>
              <a:gd name="T21" fmla="*/ 2147483647 h 696"/>
              <a:gd name="T22" fmla="*/ 2147483647 w 836"/>
              <a:gd name="T23" fmla="*/ 2147483647 h 696"/>
              <a:gd name="T24" fmla="*/ 2147483647 w 836"/>
              <a:gd name="T25" fmla="*/ 2147483647 h 696"/>
              <a:gd name="T26" fmla="*/ 2147483647 w 836"/>
              <a:gd name="T27" fmla="*/ 2147483647 h 696"/>
              <a:gd name="T28" fmla="*/ 2147483647 w 836"/>
              <a:gd name="T29" fmla="*/ 2147483647 h 696"/>
              <a:gd name="T30" fmla="*/ 2147483647 w 836"/>
              <a:gd name="T31" fmla="*/ 2147483647 h 696"/>
              <a:gd name="T32" fmla="*/ 2147483647 w 836"/>
              <a:gd name="T33" fmla="*/ 2147483647 h 696"/>
              <a:gd name="T34" fmla="*/ 2147483647 w 836"/>
              <a:gd name="T35" fmla="*/ 2147483647 h 696"/>
              <a:gd name="T36" fmla="*/ 2147483647 w 836"/>
              <a:gd name="T37" fmla="*/ 2147483647 h 696"/>
              <a:gd name="T38" fmla="*/ 2147483647 w 836"/>
              <a:gd name="T39" fmla="*/ 2147483647 h 696"/>
              <a:gd name="T40" fmla="*/ 2147483647 w 836"/>
              <a:gd name="T41" fmla="*/ 2147483647 h 696"/>
              <a:gd name="T42" fmla="*/ 2147483647 w 836"/>
              <a:gd name="T43" fmla="*/ 2147483647 h 696"/>
              <a:gd name="T44" fmla="*/ 2147483647 w 836"/>
              <a:gd name="T45" fmla="*/ 2147483647 h 696"/>
              <a:gd name="T46" fmla="*/ 2147483647 w 836"/>
              <a:gd name="T47" fmla="*/ 2147483647 h 696"/>
              <a:gd name="T48" fmla="*/ 2147483647 w 836"/>
              <a:gd name="T49" fmla="*/ 2147483647 h 696"/>
              <a:gd name="T50" fmla="*/ 2147483647 w 836"/>
              <a:gd name="T51" fmla="*/ 2147483647 h 696"/>
              <a:gd name="T52" fmla="*/ 2147483647 w 836"/>
              <a:gd name="T53" fmla="*/ 0 h 696"/>
              <a:gd name="T54" fmla="*/ 2147483647 w 836"/>
              <a:gd name="T55" fmla="*/ 0 h 696"/>
              <a:gd name="T56" fmla="*/ 2147483647 w 836"/>
              <a:gd name="T57" fmla="*/ 2147483647 h 696"/>
              <a:gd name="T58" fmla="*/ 0 w 836"/>
              <a:gd name="T59" fmla="*/ 2147483647 h 696"/>
              <a:gd name="T60" fmla="*/ 2147483647 w 836"/>
              <a:gd name="T61" fmla="*/ 2147483647 h 696"/>
              <a:gd name="T62" fmla="*/ 2147483647 w 836"/>
              <a:gd name="T63" fmla="*/ 2147483647 h 69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836"/>
              <a:gd name="T97" fmla="*/ 0 h 696"/>
              <a:gd name="T98" fmla="*/ 836 w 836"/>
              <a:gd name="T99" fmla="*/ 696 h 69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836" h="696">
                <a:moveTo>
                  <a:pt x="304" y="473"/>
                </a:moveTo>
                <a:lnTo>
                  <a:pt x="316" y="475"/>
                </a:lnTo>
                <a:lnTo>
                  <a:pt x="327" y="478"/>
                </a:lnTo>
                <a:lnTo>
                  <a:pt x="338" y="484"/>
                </a:lnTo>
                <a:lnTo>
                  <a:pt x="347" y="491"/>
                </a:lnTo>
                <a:lnTo>
                  <a:pt x="355" y="501"/>
                </a:lnTo>
                <a:lnTo>
                  <a:pt x="361" y="512"/>
                </a:lnTo>
                <a:lnTo>
                  <a:pt x="363" y="523"/>
                </a:lnTo>
                <a:lnTo>
                  <a:pt x="365" y="535"/>
                </a:lnTo>
                <a:lnTo>
                  <a:pt x="365" y="602"/>
                </a:lnTo>
                <a:lnTo>
                  <a:pt x="604" y="695"/>
                </a:lnTo>
                <a:lnTo>
                  <a:pt x="834" y="610"/>
                </a:lnTo>
                <a:lnTo>
                  <a:pt x="834" y="259"/>
                </a:lnTo>
                <a:lnTo>
                  <a:pt x="835" y="227"/>
                </a:lnTo>
                <a:lnTo>
                  <a:pt x="833" y="197"/>
                </a:lnTo>
                <a:lnTo>
                  <a:pt x="830" y="168"/>
                </a:lnTo>
                <a:lnTo>
                  <a:pt x="825" y="142"/>
                </a:lnTo>
                <a:lnTo>
                  <a:pt x="817" y="117"/>
                </a:lnTo>
                <a:lnTo>
                  <a:pt x="808" y="96"/>
                </a:lnTo>
                <a:lnTo>
                  <a:pt x="797" y="76"/>
                </a:lnTo>
                <a:lnTo>
                  <a:pt x="784" y="58"/>
                </a:lnTo>
                <a:lnTo>
                  <a:pt x="769" y="43"/>
                </a:lnTo>
                <a:lnTo>
                  <a:pt x="753" y="29"/>
                </a:lnTo>
                <a:lnTo>
                  <a:pt x="735" y="19"/>
                </a:lnTo>
                <a:lnTo>
                  <a:pt x="715" y="10"/>
                </a:lnTo>
                <a:lnTo>
                  <a:pt x="694" y="4"/>
                </a:lnTo>
                <a:lnTo>
                  <a:pt x="671" y="0"/>
                </a:lnTo>
                <a:lnTo>
                  <a:pt x="12" y="0"/>
                </a:lnTo>
                <a:lnTo>
                  <a:pt x="97" y="231"/>
                </a:lnTo>
                <a:lnTo>
                  <a:pt x="0" y="473"/>
                </a:lnTo>
                <a:lnTo>
                  <a:pt x="152" y="474"/>
                </a:lnTo>
                <a:lnTo>
                  <a:pt x="304" y="47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70" name="Freeform 9"/>
          <p:cNvSpPr>
            <a:spLocks/>
          </p:cNvSpPr>
          <p:nvPr/>
        </p:nvSpPr>
        <p:spPr bwMode="blackWhite">
          <a:xfrm>
            <a:off x="1258888" y="3146425"/>
            <a:ext cx="1876425" cy="1352550"/>
          </a:xfrm>
          <a:custGeom>
            <a:avLst/>
            <a:gdLst>
              <a:gd name="T0" fmla="*/ 2147483647 w 936"/>
              <a:gd name="T1" fmla="*/ 2147483647 h 696"/>
              <a:gd name="T2" fmla="*/ 2147483647 w 936"/>
              <a:gd name="T3" fmla="*/ 2147483647 h 696"/>
              <a:gd name="T4" fmla="*/ 2147483647 w 936"/>
              <a:gd name="T5" fmla="*/ 2147483647 h 696"/>
              <a:gd name="T6" fmla="*/ 2147483647 w 936"/>
              <a:gd name="T7" fmla="*/ 2147483647 h 696"/>
              <a:gd name="T8" fmla="*/ 2147483647 w 936"/>
              <a:gd name="T9" fmla="*/ 2147483647 h 696"/>
              <a:gd name="T10" fmla="*/ 2147483647 w 936"/>
              <a:gd name="T11" fmla="*/ 2147483647 h 696"/>
              <a:gd name="T12" fmla="*/ 2147483647 w 936"/>
              <a:gd name="T13" fmla="*/ 2147483647 h 696"/>
              <a:gd name="T14" fmla="*/ 2147483647 w 936"/>
              <a:gd name="T15" fmla="*/ 2147483647 h 696"/>
              <a:gd name="T16" fmla="*/ 2147483647 w 936"/>
              <a:gd name="T17" fmla="*/ 2147483647 h 696"/>
              <a:gd name="T18" fmla="*/ 2147483647 w 936"/>
              <a:gd name="T19" fmla="*/ 0 h 696"/>
              <a:gd name="T20" fmla="*/ 0 w 936"/>
              <a:gd name="T21" fmla="*/ 2147483647 h 696"/>
              <a:gd name="T22" fmla="*/ 2147483647 w 936"/>
              <a:gd name="T23" fmla="*/ 2147483647 h 696"/>
              <a:gd name="T24" fmla="*/ 2147483647 w 936"/>
              <a:gd name="T25" fmla="*/ 2147483647 h 696"/>
              <a:gd name="T26" fmla="*/ 2147483647 w 936"/>
              <a:gd name="T27" fmla="*/ 2147483647 h 696"/>
              <a:gd name="T28" fmla="*/ 2147483647 w 936"/>
              <a:gd name="T29" fmla="*/ 2147483647 h 696"/>
              <a:gd name="T30" fmla="*/ 2147483647 w 936"/>
              <a:gd name="T31" fmla="*/ 2147483647 h 696"/>
              <a:gd name="T32" fmla="*/ 2147483647 w 936"/>
              <a:gd name="T33" fmla="*/ 2147483647 h 696"/>
              <a:gd name="T34" fmla="*/ 2147483647 w 936"/>
              <a:gd name="T35" fmla="*/ 2147483647 h 696"/>
              <a:gd name="T36" fmla="*/ 2147483647 w 936"/>
              <a:gd name="T37" fmla="*/ 2147483647 h 696"/>
              <a:gd name="T38" fmla="*/ 2147483647 w 936"/>
              <a:gd name="T39" fmla="*/ 2147483647 h 696"/>
              <a:gd name="T40" fmla="*/ 2147483647 w 936"/>
              <a:gd name="T41" fmla="*/ 2147483647 h 696"/>
              <a:gd name="T42" fmla="*/ 2147483647 w 936"/>
              <a:gd name="T43" fmla="*/ 2147483647 h 696"/>
              <a:gd name="T44" fmla="*/ 2147483647 w 936"/>
              <a:gd name="T45" fmla="*/ 2147483647 h 696"/>
              <a:gd name="T46" fmla="*/ 2147483647 w 936"/>
              <a:gd name="T47" fmla="*/ 2147483647 h 696"/>
              <a:gd name="T48" fmla="*/ 2147483647 w 936"/>
              <a:gd name="T49" fmla="*/ 2147483647 h 696"/>
              <a:gd name="T50" fmla="*/ 2147483647 w 936"/>
              <a:gd name="T51" fmla="*/ 2147483647 h 696"/>
              <a:gd name="T52" fmla="*/ 2147483647 w 936"/>
              <a:gd name="T53" fmla="*/ 2147483647 h 696"/>
              <a:gd name="T54" fmla="*/ 2147483647 w 936"/>
              <a:gd name="T55" fmla="*/ 2147483647 h 696"/>
              <a:gd name="T56" fmla="*/ 2147483647 w 936"/>
              <a:gd name="T57" fmla="*/ 2147483647 h 696"/>
              <a:gd name="T58" fmla="*/ 2147483647 w 936"/>
              <a:gd name="T59" fmla="*/ 2147483647 h 69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936"/>
              <a:gd name="T91" fmla="*/ 0 h 696"/>
              <a:gd name="T92" fmla="*/ 936 w 936"/>
              <a:gd name="T93" fmla="*/ 696 h 69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936" h="696">
                <a:moveTo>
                  <a:pt x="532" y="222"/>
                </a:moveTo>
                <a:lnTo>
                  <a:pt x="519" y="220"/>
                </a:lnTo>
                <a:lnTo>
                  <a:pt x="507" y="216"/>
                </a:lnTo>
                <a:lnTo>
                  <a:pt x="496" y="210"/>
                </a:lnTo>
                <a:lnTo>
                  <a:pt x="487" y="201"/>
                </a:lnTo>
                <a:lnTo>
                  <a:pt x="479" y="190"/>
                </a:lnTo>
                <a:lnTo>
                  <a:pt x="474" y="179"/>
                </a:lnTo>
                <a:lnTo>
                  <a:pt x="472" y="165"/>
                </a:lnTo>
                <a:lnTo>
                  <a:pt x="472" y="94"/>
                </a:lnTo>
                <a:lnTo>
                  <a:pt x="231" y="0"/>
                </a:lnTo>
                <a:lnTo>
                  <a:pt x="0" y="91"/>
                </a:lnTo>
                <a:lnTo>
                  <a:pt x="1" y="435"/>
                </a:lnTo>
                <a:lnTo>
                  <a:pt x="1" y="468"/>
                </a:lnTo>
                <a:lnTo>
                  <a:pt x="2" y="498"/>
                </a:lnTo>
                <a:lnTo>
                  <a:pt x="5" y="527"/>
                </a:lnTo>
                <a:lnTo>
                  <a:pt x="11" y="553"/>
                </a:lnTo>
                <a:lnTo>
                  <a:pt x="18" y="577"/>
                </a:lnTo>
                <a:lnTo>
                  <a:pt x="28" y="599"/>
                </a:lnTo>
                <a:lnTo>
                  <a:pt x="39" y="619"/>
                </a:lnTo>
                <a:lnTo>
                  <a:pt x="52" y="637"/>
                </a:lnTo>
                <a:lnTo>
                  <a:pt x="66" y="652"/>
                </a:lnTo>
                <a:lnTo>
                  <a:pt x="82" y="665"/>
                </a:lnTo>
                <a:lnTo>
                  <a:pt x="100" y="676"/>
                </a:lnTo>
                <a:lnTo>
                  <a:pt x="120" y="685"/>
                </a:lnTo>
                <a:lnTo>
                  <a:pt x="142" y="691"/>
                </a:lnTo>
                <a:lnTo>
                  <a:pt x="165" y="694"/>
                </a:lnTo>
                <a:lnTo>
                  <a:pt x="935" y="695"/>
                </a:lnTo>
                <a:lnTo>
                  <a:pt x="935" y="221"/>
                </a:lnTo>
                <a:lnTo>
                  <a:pt x="734" y="220"/>
                </a:lnTo>
                <a:lnTo>
                  <a:pt x="532" y="22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71" name="Freeform 10"/>
          <p:cNvSpPr>
            <a:spLocks/>
          </p:cNvSpPr>
          <p:nvPr/>
        </p:nvSpPr>
        <p:spPr bwMode="blackWhite">
          <a:xfrm>
            <a:off x="1260475" y="1981200"/>
            <a:ext cx="1376363" cy="1308100"/>
          </a:xfrm>
          <a:custGeom>
            <a:avLst/>
            <a:gdLst>
              <a:gd name="T0" fmla="*/ 2147483647 w 686"/>
              <a:gd name="T1" fmla="*/ 2147483647 h 673"/>
              <a:gd name="T2" fmla="*/ 2147483647 w 686"/>
              <a:gd name="T3" fmla="*/ 2147483647 h 673"/>
              <a:gd name="T4" fmla="*/ 2147483647 w 686"/>
              <a:gd name="T5" fmla="*/ 2147483647 h 673"/>
              <a:gd name="T6" fmla="*/ 2147483647 w 686"/>
              <a:gd name="T7" fmla="*/ 2147483647 h 673"/>
              <a:gd name="T8" fmla="*/ 2147483647 w 686"/>
              <a:gd name="T9" fmla="*/ 2147483647 h 673"/>
              <a:gd name="T10" fmla="*/ 2147483647 w 686"/>
              <a:gd name="T11" fmla="*/ 2147483647 h 673"/>
              <a:gd name="T12" fmla="*/ 2147483647 w 686"/>
              <a:gd name="T13" fmla="*/ 2147483647 h 673"/>
              <a:gd name="T14" fmla="*/ 2147483647 w 686"/>
              <a:gd name="T15" fmla="*/ 2147483647 h 673"/>
              <a:gd name="T16" fmla="*/ 2147483647 w 686"/>
              <a:gd name="T17" fmla="*/ 2147483647 h 673"/>
              <a:gd name="T18" fmla="*/ 2147483647 w 686"/>
              <a:gd name="T19" fmla="*/ 2147483647 h 673"/>
              <a:gd name="T20" fmla="*/ 2147483647 w 686"/>
              <a:gd name="T21" fmla="*/ 2147483647 h 673"/>
              <a:gd name="T22" fmla="*/ 2147483647 w 686"/>
              <a:gd name="T23" fmla="*/ 2147483647 h 673"/>
              <a:gd name="T24" fmla="*/ 2147483647 w 686"/>
              <a:gd name="T25" fmla="*/ 0 h 673"/>
              <a:gd name="T26" fmla="*/ 2147483647 w 686"/>
              <a:gd name="T27" fmla="*/ 2147483647 h 673"/>
              <a:gd name="T28" fmla="*/ 2147483647 w 686"/>
              <a:gd name="T29" fmla="*/ 2147483647 h 673"/>
              <a:gd name="T30" fmla="*/ 2147483647 w 686"/>
              <a:gd name="T31" fmla="*/ 2147483647 h 673"/>
              <a:gd name="T32" fmla="*/ 2147483647 w 686"/>
              <a:gd name="T33" fmla="*/ 2147483647 h 673"/>
              <a:gd name="T34" fmla="*/ 2147483647 w 686"/>
              <a:gd name="T35" fmla="*/ 2147483647 h 673"/>
              <a:gd name="T36" fmla="*/ 2147483647 w 686"/>
              <a:gd name="T37" fmla="*/ 2147483647 h 673"/>
              <a:gd name="T38" fmla="*/ 2147483647 w 686"/>
              <a:gd name="T39" fmla="*/ 2147483647 h 673"/>
              <a:gd name="T40" fmla="*/ 2147483647 w 686"/>
              <a:gd name="T41" fmla="*/ 2147483647 h 673"/>
              <a:gd name="T42" fmla="*/ 2147483647 w 686"/>
              <a:gd name="T43" fmla="*/ 2147483647 h 673"/>
              <a:gd name="T44" fmla="*/ 2147483647 w 686"/>
              <a:gd name="T45" fmla="*/ 2147483647 h 673"/>
              <a:gd name="T46" fmla="*/ 2147483647 w 686"/>
              <a:gd name="T47" fmla="*/ 2147483647 h 673"/>
              <a:gd name="T48" fmla="*/ 2147483647 w 686"/>
              <a:gd name="T49" fmla="*/ 2147483647 h 673"/>
              <a:gd name="T50" fmla="*/ 0 w 686"/>
              <a:gd name="T51" fmla="*/ 2147483647 h 673"/>
              <a:gd name="T52" fmla="*/ 0 w 686"/>
              <a:gd name="T53" fmla="*/ 2147483647 h 673"/>
              <a:gd name="T54" fmla="*/ 2147483647 w 686"/>
              <a:gd name="T55" fmla="*/ 2147483647 h 673"/>
              <a:gd name="T56" fmla="*/ 2147483647 w 686"/>
              <a:gd name="T57" fmla="*/ 2147483647 h 673"/>
              <a:gd name="T58" fmla="*/ 2147483647 w 686"/>
              <a:gd name="T59" fmla="*/ 2147483647 h 673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686"/>
              <a:gd name="T91" fmla="*/ 0 h 673"/>
              <a:gd name="T92" fmla="*/ 686 w 686"/>
              <a:gd name="T93" fmla="*/ 673 h 673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686" h="673">
                <a:moveTo>
                  <a:pt x="466" y="525"/>
                </a:moveTo>
                <a:lnTo>
                  <a:pt x="468" y="514"/>
                </a:lnTo>
                <a:lnTo>
                  <a:pt x="473" y="502"/>
                </a:lnTo>
                <a:lnTo>
                  <a:pt x="479" y="492"/>
                </a:lnTo>
                <a:lnTo>
                  <a:pt x="489" y="484"/>
                </a:lnTo>
                <a:lnTo>
                  <a:pt x="499" y="477"/>
                </a:lnTo>
                <a:lnTo>
                  <a:pt x="511" y="474"/>
                </a:lnTo>
                <a:lnTo>
                  <a:pt x="523" y="472"/>
                </a:lnTo>
                <a:lnTo>
                  <a:pt x="592" y="471"/>
                </a:lnTo>
                <a:lnTo>
                  <a:pt x="685" y="231"/>
                </a:lnTo>
                <a:lnTo>
                  <a:pt x="601" y="1"/>
                </a:lnTo>
                <a:lnTo>
                  <a:pt x="255" y="1"/>
                </a:lnTo>
                <a:lnTo>
                  <a:pt x="223" y="0"/>
                </a:lnTo>
                <a:lnTo>
                  <a:pt x="194" y="1"/>
                </a:lnTo>
                <a:lnTo>
                  <a:pt x="166" y="4"/>
                </a:lnTo>
                <a:lnTo>
                  <a:pt x="140" y="10"/>
                </a:lnTo>
                <a:lnTo>
                  <a:pt x="116" y="18"/>
                </a:lnTo>
                <a:lnTo>
                  <a:pt x="93" y="27"/>
                </a:lnTo>
                <a:lnTo>
                  <a:pt x="75" y="38"/>
                </a:lnTo>
                <a:lnTo>
                  <a:pt x="57" y="50"/>
                </a:lnTo>
                <a:lnTo>
                  <a:pt x="42" y="64"/>
                </a:lnTo>
                <a:lnTo>
                  <a:pt x="30" y="81"/>
                </a:lnTo>
                <a:lnTo>
                  <a:pt x="19" y="99"/>
                </a:lnTo>
                <a:lnTo>
                  <a:pt x="10" y="119"/>
                </a:lnTo>
                <a:lnTo>
                  <a:pt x="4" y="141"/>
                </a:lnTo>
                <a:lnTo>
                  <a:pt x="0" y="164"/>
                </a:lnTo>
                <a:lnTo>
                  <a:pt x="0" y="666"/>
                </a:lnTo>
                <a:lnTo>
                  <a:pt x="224" y="575"/>
                </a:lnTo>
                <a:lnTo>
                  <a:pt x="466" y="672"/>
                </a:lnTo>
                <a:lnTo>
                  <a:pt x="466" y="52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1355725" y="3862388"/>
            <a:ext cx="1446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1355725" y="2320925"/>
            <a:ext cx="9128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4" name="Rectangle 13"/>
          <p:cNvSpPr>
            <a:spLocks noChangeArrowheads="1"/>
          </p:cNvSpPr>
          <p:nvPr/>
        </p:nvSpPr>
        <p:spPr bwMode="auto">
          <a:xfrm>
            <a:off x="2789238" y="2312988"/>
            <a:ext cx="1165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5" name="Rectangle 14"/>
          <p:cNvSpPr>
            <a:spLocks noChangeArrowheads="1"/>
          </p:cNvSpPr>
          <p:nvPr/>
        </p:nvSpPr>
        <p:spPr bwMode="auto">
          <a:xfrm>
            <a:off x="3319463" y="4219575"/>
            <a:ext cx="1168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6" name="Rectangle 15"/>
          <p:cNvSpPr>
            <a:spLocks noChangeArrowheads="1"/>
          </p:cNvSpPr>
          <p:nvPr/>
        </p:nvSpPr>
        <p:spPr bwMode="auto">
          <a:xfrm>
            <a:off x="4756150" y="4219575"/>
            <a:ext cx="11668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7" name="Rectangle 16"/>
          <p:cNvSpPr>
            <a:spLocks noChangeArrowheads="1"/>
          </p:cNvSpPr>
          <p:nvPr/>
        </p:nvSpPr>
        <p:spPr bwMode="auto">
          <a:xfrm>
            <a:off x="6321425" y="4219575"/>
            <a:ext cx="1168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8" name="Rectangle 17"/>
          <p:cNvSpPr>
            <a:spLocks noChangeArrowheads="1"/>
          </p:cNvSpPr>
          <p:nvPr/>
        </p:nvSpPr>
        <p:spPr bwMode="auto">
          <a:xfrm>
            <a:off x="6586538" y="2686050"/>
            <a:ext cx="965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79" name="Rectangle 18"/>
          <p:cNvSpPr>
            <a:spLocks noChangeArrowheads="1"/>
          </p:cNvSpPr>
          <p:nvPr/>
        </p:nvSpPr>
        <p:spPr bwMode="auto">
          <a:xfrm>
            <a:off x="4910138" y="2686050"/>
            <a:ext cx="11668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658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658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A367D02-34F3-4697-91AA-CBD64BE89166}" type="slidenum">
              <a:rPr lang="zh-CN" altLang="en-US" smtClean="0"/>
              <a:pPr defTabSz="895350"/>
              <a:t>63</a:t>
            </a:fld>
            <a:endParaRPr lang="en-US" altLang="zh-CN"/>
          </a:p>
        </p:txBody>
      </p:sp>
      <p:sp>
        <p:nvSpPr>
          <p:cNvPr id="67587" name="Freeform 2"/>
          <p:cNvSpPr>
            <a:spLocks/>
          </p:cNvSpPr>
          <p:nvPr/>
        </p:nvSpPr>
        <p:spPr bwMode="blackWhite">
          <a:xfrm>
            <a:off x="2198688" y="1739900"/>
            <a:ext cx="4856162" cy="3098800"/>
          </a:xfrm>
          <a:custGeom>
            <a:avLst/>
            <a:gdLst>
              <a:gd name="T0" fmla="*/ 0 w 3059"/>
              <a:gd name="T1" fmla="*/ 0 h 1952"/>
              <a:gd name="T2" fmla="*/ 2147483647 w 3059"/>
              <a:gd name="T3" fmla="*/ 0 h 1952"/>
              <a:gd name="T4" fmla="*/ 2147483647 w 3059"/>
              <a:gd name="T5" fmla="*/ 2147483647 h 1952"/>
              <a:gd name="T6" fmla="*/ 2147483647 w 3059"/>
              <a:gd name="T7" fmla="*/ 2147483647 h 1952"/>
              <a:gd name="T8" fmla="*/ 2147483647 w 3059"/>
              <a:gd name="T9" fmla="*/ 2147483647 h 1952"/>
              <a:gd name="T10" fmla="*/ 2147483647 w 3059"/>
              <a:gd name="T11" fmla="*/ 2147483647 h 1952"/>
              <a:gd name="T12" fmla="*/ 2147483647 w 3059"/>
              <a:gd name="T13" fmla="*/ 2147483647 h 1952"/>
              <a:gd name="T14" fmla="*/ 2147483647 w 3059"/>
              <a:gd name="T15" fmla="*/ 2147483647 h 1952"/>
              <a:gd name="T16" fmla="*/ 2147483647 w 3059"/>
              <a:gd name="T17" fmla="*/ 2147483647 h 1952"/>
              <a:gd name="T18" fmla="*/ 2147483647 w 3059"/>
              <a:gd name="T19" fmla="*/ 2147483647 h 1952"/>
              <a:gd name="T20" fmla="*/ 2147483647 w 3059"/>
              <a:gd name="T21" fmla="*/ 2147483647 h 1952"/>
              <a:gd name="T22" fmla="*/ 0 w 3059"/>
              <a:gd name="T23" fmla="*/ 2147483647 h 1952"/>
              <a:gd name="T24" fmla="*/ 0 w 3059"/>
              <a:gd name="T25" fmla="*/ 2147483647 h 1952"/>
              <a:gd name="T26" fmla="*/ 2147483647 w 3059"/>
              <a:gd name="T27" fmla="*/ 2147483647 h 1952"/>
              <a:gd name="T28" fmla="*/ 2147483647 w 3059"/>
              <a:gd name="T29" fmla="*/ 2147483647 h 1952"/>
              <a:gd name="T30" fmla="*/ 2147483647 w 3059"/>
              <a:gd name="T31" fmla="*/ 2147483647 h 1952"/>
              <a:gd name="T32" fmla="*/ 2147483647 w 3059"/>
              <a:gd name="T33" fmla="*/ 2147483647 h 1952"/>
              <a:gd name="T34" fmla="*/ 2147483647 w 3059"/>
              <a:gd name="T35" fmla="*/ 2147483647 h 1952"/>
              <a:gd name="T36" fmla="*/ 0 w 3059"/>
              <a:gd name="T37" fmla="*/ 2147483647 h 1952"/>
              <a:gd name="T38" fmla="*/ 0 w 3059"/>
              <a:gd name="T39" fmla="*/ 0 h 195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3059"/>
              <a:gd name="T61" fmla="*/ 0 h 1952"/>
              <a:gd name="T62" fmla="*/ 3059 w 3059"/>
              <a:gd name="T63" fmla="*/ 1952 h 1952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3059" h="1952">
                <a:moveTo>
                  <a:pt x="0" y="0"/>
                </a:moveTo>
                <a:lnTo>
                  <a:pt x="2250" y="0"/>
                </a:lnTo>
                <a:lnTo>
                  <a:pt x="2250" y="478"/>
                </a:lnTo>
                <a:lnTo>
                  <a:pt x="2855" y="478"/>
                </a:lnTo>
                <a:lnTo>
                  <a:pt x="2855" y="243"/>
                </a:lnTo>
                <a:lnTo>
                  <a:pt x="3058" y="971"/>
                </a:lnTo>
                <a:lnTo>
                  <a:pt x="2848" y="1684"/>
                </a:lnTo>
                <a:lnTo>
                  <a:pt x="2841" y="1684"/>
                </a:lnTo>
                <a:lnTo>
                  <a:pt x="2841" y="1450"/>
                </a:lnTo>
                <a:lnTo>
                  <a:pt x="2250" y="1450"/>
                </a:lnTo>
                <a:lnTo>
                  <a:pt x="2250" y="1951"/>
                </a:lnTo>
                <a:lnTo>
                  <a:pt x="0" y="1951"/>
                </a:lnTo>
                <a:lnTo>
                  <a:pt x="0" y="1450"/>
                </a:lnTo>
                <a:lnTo>
                  <a:pt x="606" y="1450"/>
                </a:lnTo>
                <a:lnTo>
                  <a:pt x="606" y="1676"/>
                </a:lnTo>
                <a:lnTo>
                  <a:pt x="807" y="971"/>
                </a:lnTo>
                <a:lnTo>
                  <a:pt x="606" y="250"/>
                </a:lnTo>
                <a:lnTo>
                  <a:pt x="606" y="478"/>
                </a:lnTo>
                <a:lnTo>
                  <a:pt x="0" y="47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758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CUTOUT</a:t>
            </a: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2346325" y="1798638"/>
            <a:ext cx="3417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7590" name="Rectangle 5"/>
          <p:cNvSpPr>
            <a:spLocks noChangeArrowheads="1"/>
          </p:cNvSpPr>
          <p:nvPr/>
        </p:nvSpPr>
        <p:spPr bwMode="auto">
          <a:xfrm>
            <a:off x="2346325" y="3175000"/>
            <a:ext cx="903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7591" name="Rectangle 6"/>
          <p:cNvSpPr>
            <a:spLocks noChangeArrowheads="1"/>
          </p:cNvSpPr>
          <p:nvPr/>
        </p:nvSpPr>
        <p:spPr bwMode="auto">
          <a:xfrm>
            <a:off x="3632200" y="3175000"/>
            <a:ext cx="3417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7592" name="Rectangle 7"/>
          <p:cNvSpPr>
            <a:spLocks noChangeArrowheads="1"/>
          </p:cNvSpPr>
          <p:nvPr/>
        </p:nvSpPr>
        <p:spPr bwMode="auto">
          <a:xfrm>
            <a:off x="2346325" y="4518025"/>
            <a:ext cx="3417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759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759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209285B-45D4-40BF-8680-A7066985F9CE}" type="slidenum">
              <a:rPr lang="zh-CN" altLang="en-US" smtClean="0"/>
              <a:pPr defTabSz="895350"/>
              <a:t>64</a:t>
            </a:fld>
            <a:endParaRPr lang="en-US" altLang="zh-CN"/>
          </a:p>
        </p:txBody>
      </p:sp>
      <p:sp>
        <p:nvSpPr>
          <p:cNvPr id="68611" name="Freeform 2"/>
          <p:cNvSpPr>
            <a:spLocks/>
          </p:cNvSpPr>
          <p:nvPr/>
        </p:nvSpPr>
        <p:spPr bwMode="blackWhite">
          <a:xfrm>
            <a:off x="4090988" y="1146175"/>
            <a:ext cx="3140075" cy="4279900"/>
          </a:xfrm>
          <a:custGeom>
            <a:avLst/>
            <a:gdLst>
              <a:gd name="T0" fmla="*/ 0 w 1978"/>
              <a:gd name="T1" fmla="*/ 2147483647 h 2696"/>
              <a:gd name="T2" fmla="*/ 2147483647 w 1978"/>
              <a:gd name="T3" fmla="*/ 2147483647 h 2696"/>
              <a:gd name="T4" fmla="*/ 2147483647 w 1978"/>
              <a:gd name="T5" fmla="*/ 0 h 2696"/>
              <a:gd name="T6" fmla="*/ 2147483647 w 1978"/>
              <a:gd name="T7" fmla="*/ 2147483647 h 2696"/>
              <a:gd name="T8" fmla="*/ 2147483647 w 1978"/>
              <a:gd name="T9" fmla="*/ 2147483647 h 2696"/>
              <a:gd name="T10" fmla="*/ 2147483647 w 1978"/>
              <a:gd name="T11" fmla="*/ 2147483647 h 2696"/>
              <a:gd name="T12" fmla="*/ 0 w 1978"/>
              <a:gd name="T13" fmla="*/ 2147483647 h 26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78"/>
              <a:gd name="T22" fmla="*/ 0 h 2696"/>
              <a:gd name="T23" fmla="*/ 1978 w 1978"/>
              <a:gd name="T24" fmla="*/ 2696 h 26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78" h="2696">
                <a:moveTo>
                  <a:pt x="0" y="340"/>
                </a:moveTo>
                <a:lnTo>
                  <a:pt x="1564" y="340"/>
                </a:lnTo>
                <a:lnTo>
                  <a:pt x="1564" y="0"/>
                </a:lnTo>
                <a:lnTo>
                  <a:pt x="1977" y="1361"/>
                </a:lnTo>
                <a:lnTo>
                  <a:pt x="1564" y="2695"/>
                </a:lnTo>
                <a:lnTo>
                  <a:pt x="1564" y="2392"/>
                </a:lnTo>
                <a:lnTo>
                  <a:pt x="0" y="239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68612" name="Freeform 3"/>
          <p:cNvSpPr>
            <a:spLocks/>
          </p:cNvSpPr>
          <p:nvPr/>
        </p:nvSpPr>
        <p:spPr bwMode="blackWhite">
          <a:xfrm>
            <a:off x="1489075" y="1685925"/>
            <a:ext cx="3213100" cy="1577975"/>
          </a:xfrm>
          <a:custGeom>
            <a:avLst/>
            <a:gdLst>
              <a:gd name="T0" fmla="*/ 2147483647 w 2024"/>
              <a:gd name="T1" fmla="*/ 2147483647 h 994"/>
              <a:gd name="T2" fmla="*/ 2147483647 w 2024"/>
              <a:gd name="T3" fmla="*/ 0 h 994"/>
              <a:gd name="T4" fmla="*/ 2147483647 w 2024"/>
              <a:gd name="T5" fmla="*/ 2147483647 h 994"/>
              <a:gd name="T6" fmla="*/ 0 w 2024"/>
              <a:gd name="T7" fmla="*/ 2147483647 h 994"/>
              <a:gd name="T8" fmla="*/ 0 w 2024"/>
              <a:gd name="T9" fmla="*/ 2147483647 h 994"/>
              <a:gd name="T10" fmla="*/ 2147483647 w 2024"/>
              <a:gd name="T11" fmla="*/ 2147483647 h 99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24"/>
              <a:gd name="T19" fmla="*/ 0 h 994"/>
              <a:gd name="T20" fmla="*/ 2024 w 2024"/>
              <a:gd name="T21" fmla="*/ 994 h 99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24" h="994">
                <a:moveTo>
                  <a:pt x="1638" y="434"/>
                </a:moveTo>
                <a:lnTo>
                  <a:pt x="1638" y="0"/>
                </a:lnTo>
                <a:lnTo>
                  <a:pt x="2023" y="993"/>
                </a:lnTo>
                <a:lnTo>
                  <a:pt x="0" y="993"/>
                </a:lnTo>
                <a:lnTo>
                  <a:pt x="0" y="434"/>
                </a:lnTo>
                <a:lnTo>
                  <a:pt x="1638" y="434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8613" name="Freeform 4"/>
          <p:cNvSpPr>
            <a:spLocks/>
          </p:cNvSpPr>
          <p:nvPr/>
        </p:nvSpPr>
        <p:spPr bwMode="blackWhite">
          <a:xfrm>
            <a:off x="1489075" y="3370263"/>
            <a:ext cx="3213100" cy="1576387"/>
          </a:xfrm>
          <a:custGeom>
            <a:avLst/>
            <a:gdLst>
              <a:gd name="T0" fmla="*/ 2147483647 w 2024"/>
              <a:gd name="T1" fmla="*/ 2147483647 h 993"/>
              <a:gd name="T2" fmla="*/ 2147483647 w 2024"/>
              <a:gd name="T3" fmla="*/ 2147483647 h 993"/>
              <a:gd name="T4" fmla="*/ 2147483647 w 2024"/>
              <a:gd name="T5" fmla="*/ 0 h 993"/>
              <a:gd name="T6" fmla="*/ 0 w 2024"/>
              <a:gd name="T7" fmla="*/ 0 h 993"/>
              <a:gd name="T8" fmla="*/ 0 w 2024"/>
              <a:gd name="T9" fmla="*/ 2147483647 h 993"/>
              <a:gd name="T10" fmla="*/ 2147483647 w 2024"/>
              <a:gd name="T11" fmla="*/ 2147483647 h 99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24"/>
              <a:gd name="T19" fmla="*/ 0 h 993"/>
              <a:gd name="T20" fmla="*/ 2024 w 2024"/>
              <a:gd name="T21" fmla="*/ 993 h 99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24" h="993">
                <a:moveTo>
                  <a:pt x="1638" y="558"/>
                </a:moveTo>
                <a:lnTo>
                  <a:pt x="1638" y="992"/>
                </a:lnTo>
                <a:lnTo>
                  <a:pt x="2023" y="0"/>
                </a:lnTo>
                <a:lnTo>
                  <a:pt x="0" y="0"/>
                </a:lnTo>
                <a:lnTo>
                  <a:pt x="0" y="558"/>
                </a:lnTo>
                <a:lnTo>
                  <a:pt x="1638" y="558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861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A</a:t>
            </a: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1611313" y="2457450"/>
            <a:ext cx="1952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>
                <a:solidFill>
                  <a:srgbClr val="000000"/>
                </a:solidFill>
              </a:rPr>
              <a:t>Text</a:t>
            </a:r>
          </a:p>
        </p:txBody>
      </p:sp>
      <p:sp>
        <p:nvSpPr>
          <p:cNvPr id="68616" name="Rectangle 7"/>
          <p:cNvSpPr>
            <a:spLocks noChangeArrowheads="1"/>
          </p:cNvSpPr>
          <p:nvPr/>
        </p:nvSpPr>
        <p:spPr bwMode="auto">
          <a:xfrm>
            <a:off x="1611313" y="3460750"/>
            <a:ext cx="1952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>
                <a:solidFill>
                  <a:srgbClr val="000000"/>
                </a:solidFill>
              </a:rPr>
              <a:t>Text</a:t>
            </a:r>
          </a:p>
        </p:txBody>
      </p:sp>
      <p:sp>
        <p:nvSpPr>
          <p:cNvPr id="68617" name="Rectangle 8"/>
          <p:cNvSpPr>
            <a:spLocks noChangeArrowheads="1"/>
          </p:cNvSpPr>
          <p:nvPr/>
        </p:nvSpPr>
        <p:spPr bwMode="auto">
          <a:xfrm>
            <a:off x="4814888" y="1773238"/>
            <a:ext cx="17795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861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861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683F5CF-ACBE-4561-B2DD-0BF7AEFAEC50}" type="slidenum">
              <a:rPr lang="zh-CN" altLang="en-US" smtClean="0"/>
              <a:pPr defTabSz="895350"/>
              <a:t>65</a:t>
            </a:fld>
            <a:endParaRPr lang="en-US" altLang="zh-CN"/>
          </a:p>
        </p:txBody>
      </p:sp>
      <p:sp>
        <p:nvSpPr>
          <p:cNvPr id="69635" name="Freeform 2"/>
          <p:cNvSpPr>
            <a:spLocks/>
          </p:cNvSpPr>
          <p:nvPr/>
        </p:nvSpPr>
        <p:spPr bwMode="blackWhite">
          <a:xfrm>
            <a:off x="5446713" y="1146175"/>
            <a:ext cx="2112962" cy="4113213"/>
          </a:xfrm>
          <a:custGeom>
            <a:avLst/>
            <a:gdLst>
              <a:gd name="T0" fmla="*/ 0 w 1331"/>
              <a:gd name="T1" fmla="*/ 2147483647 h 2591"/>
              <a:gd name="T2" fmla="*/ 2147483647 w 1331"/>
              <a:gd name="T3" fmla="*/ 2147483647 h 2591"/>
              <a:gd name="T4" fmla="*/ 2147483647 w 1331"/>
              <a:gd name="T5" fmla="*/ 2147483647 h 2591"/>
              <a:gd name="T6" fmla="*/ 2147483647 w 1331"/>
              <a:gd name="T7" fmla="*/ 2147483647 h 2591"/>
              <a:gd name="T8" fmla="*/ 2147483647 w 1331"/>
              <a:gd name="T9" fmla="*/ 0 h 2591"/>
              <a:gd name="T10" fmla="*/ 2147483647 w 1331"/>
              <a:gd name="T11" fmla="*/ 2147483647 h 2591"/>
              <a:gd name="T12" fmla="*/ 0 w 1331"/>
              <a:gd name="T13" fmla="*/ 2147483647 h 2591"/>
              <a:gd name="T14" fmla="*/ 2147483647 w 1331"/>
              <a:gd name="T15" fmla="*/ 2147483647 h 2591"/>
              <a:gd name="T16" fmla="*/ 0 w 1331"/>
              <a:gd name="T17" fmla="*/ 2147483647 h 25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31"/>
              <a:gd name="T28" fmla="*/ 0 h 2591"/>
              <a:gd name="T29" fmla="*/ 1331 w 1331"/>
              <a:gd name="T30" fmla="*/ 2591 h 259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31" h="2591">
                <a:moveTo>
                  <a:pt x="0" y="2187"/>
                </a:moveTo>
                <a:lnTo>
                  <a:pt x="784" y="2187"/>
                </a:lnTo>
                <a:lnTo>
                  <a:pt x="784" y="2590"/>
                </a:lnTo>
                <a:lnTo>
                  <a:pt x="1330" y="1295"/>
                </a:lnTo>
                <a:lnTo>
                  <a:pt x="784" y="0"/>
                </a:lnTo>
                <a:lnTo>
                  <a:pt x="784" y="393"/>
                </a:lnTo>
                <a:lnTo>
                  <a:pt x="0" y="393"/>
                </a:lnTo>
                <a:lnTo>
                  <a:pt x="352" y="1295"/>
                </a:lnTo>
                <a:lnTo>
                  <a:pt x="0" y="2187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9636" name="Freeform 3"/>
          <p:cNvSpPr>
            <a:spLocks/>
          </p:cNvSpPr>
          <p:nvPr/>
        </p:nvSpPr>
        <p:spPr bwMode="blackWhite">
          <a:xfrm>
            <a:off x="3246438" y="1770063"/>
            <a:ext cx="2597150" cy="1376362"/>
          </a:xfrm>
          <a:custGeom>
            <a:avLst/>
            <a:gdLst>
              <a:gd name="T0" fmla="*/ 2147483647 w 1636"/>
              <a:gd name="T1" fmla="*/ 0 h 867"/>
              <a:gd name="T2" fmla="*/ 2147483647 w 1636"/>
              <a:gd name="T3" fmla="*/ 2147483647 h 867"/>
              <a:gd name="T4" fmla="*/ 2147483647 w 1636"/>
              <a:gd name="T5" fmla="*/ 2147483647 h 867"/>
              <a:gd name="T6" fmla="*/ 0 w 1636"/>
              <a:gd name="T7" fmla="*/ 0 h 867"/>
              <a:gd name="T8" fmla="*/ 2147483647 w 1636"/>
              <a:gd name="T9" fmla="*/ 0 h 8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36"/>
              <a:gd name="T16" fmla="*/ 0 h 867"/>
              <a:gd name="T17" fmla="*/ 1636 w 1636"/>
              <a:gd name="T18" fmla="*/ 867 h 8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36" h="867">
                <a:moveTo>
                  <a:pt x="1298" y="0"/>
                </a:moveTo>
                <a:lnTo>
                  <a:pt x="1635" y="866"/>
                </a:lnTo>
                <a:lnTo>
                  <a:pt x="368" y="866"/>
                </a:lnTo>
                <a:lnTo>
                  <a:pt x="0" y="0"/>
                </a:lnTo>
                <a:lnTo>
                  <a:pt x="1298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9637" name="Freeform 4"/>
          <p:cNvSpPr>
            <a:spLocks/>
          </p:cNvSpPr>
          <p:nvPr/>
        </p:nvSpPr>
        <p:spPr bwMode="blackWhite">
          <a:xfrm>
            <a:off x="3246438" y="3244850"/>
            <a:ext cx="2597150" cy="1376363"/>
          </a:xfrm>
          <a:custGeom>
            <a:avLst/>
            <a:gdLst>
              <a:gd name="T0" fmla="*/ 2147483647 w 1636"/>
              <a:gd name="T1" fmla="*/ 2147483647 h 867"/>
              <a:gd name="T2" fmla="*/ 2147483647 w 1636"/>
              <a:gd name="T3" fmla="*/ 0 h 867"/>
              <a:gd name="T4" fmla="*/ 2147483647 w 1636"/>
              <a:gd name="T5" fmla="*/ 0 h 867"/>
              <a:gd name="T6" fmla="*/ 0 w 1636"/>
              <a:gd name="T7" fmla="*/ 2147483647 h 867"/>
              <a:gd name="T8" fmla="*/ 2147483647 w 1636"/>
              <a:gd name="T9" fmla="*/ 2147483647 h 8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36"/>
              <a:gd name="T16" fmla="*/ 0 h 867"/>
              <a:gd name="T17" fmla="*/ 1636 w 1636"/>
              <a:gd name="T18" fmla="*/ 867 h 8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36" h="867">
                <a:moveTo>
                  <a:pt x="1298" y="866"/>
                </a:moveTo>
                <a:lnTo>
                  <a:pt x="1635" y="0"/>
                </a:lnTo>
                <a:lnTo>
                  <a:pt x="352" y="0"/>
                </a:lnTo>
                <a:lnTo>
                  <a:pt x="0" y="866"/>
                </a:lnTo>
                <a:lnTo>
                  <a:pt x="1298" y="866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9638" name="Freeform 5"/>
          <p:cNvSpPr>
            <a:spLocks/>
          </p:cNvSpPr>
          <p:nvPr/>
        </p:nvSpPr>
        <p:spPr bwMode="blackWhite">
          <a:xfrm>
            <a:off x="1468438" y="1770063"/>
            <a:ext cx="2225675" cy="2836862"/>
          </a:xfrm>
          <a:custGeom>
            <a:avLst/>
            <a:gdLst>
              <a:gd name="T0" fmla="*/ 2147483647 w 1402"/>
              <a:gd name="T1" fmla="*/ 2147483647 h 1787"/>
              <a:gd name="T2" fmla="*/ 2147483647 w 1402"/>
              <a:gd name="T3" fmla="*/ 0 h 1787"/>
              <a:gd name="T4" fmla="*/ 0 w 1402"/>
              <a:gd name="T5" fmla="*/ 0 h 1787"/>
              <a:gd name="T6" fmla="*/ 0 w 1402"/>
              <a:gd name="T7" fmla="*/ 2147483647 h 1787"/>
              <a:gd name="T8" fmla="*/ 2147483647 w 1402"/>
              <a:gd name="T9" fmla="*/ 2147483647 h 1787"/>
              <a:gd name="T10" fmla="*/ 2147483647 w 1402"/>
              <a:gd name="T11" fmla="*/ 2147483647 h 17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2"/>
              <a:gd name="T19" fmla="*/ 0 h 1787"/>
              <a:gd name="T20" fmla="*/ 1402 w 1402"/>
              <a:gd name="T21" fmla="*/ 1787 h 17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2" h="1787">
                <a:moveTo>
                  <a:pt x="1401" y="884"/>
                </a:moveTo>
                <a:lnTo>
                  <a:pt x="1032" y="0"/>
                </a:lnTo>
                <a:lnTo>
                  <a:pt x="0" y="0"/>
                </a:lnTo>
                <a:lnTo>
                  <a:pt x="0" y="1786"/>
                </a:lnTo>
                <a:lnTo>
                  <a:pt x="1032" y="1786"/>
                </a:lnTo>
                <a:lnTo>
                  <a:pt x="1401" y="88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6963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B</a:t>
            </a:r>
          </a:p>
        </p:txBody>
      </p:sp>
      <p:sp>
        <p:nvSpPr>
          <p:cNvPr id="69640" name="Rectangle 7"/>
          <p:cNvSpPr>
            <a:spLocks noChangeArrowheads="1"/>
          </p:cNvSpPr>
          <p:nvPr/>
        </p:nvSpPr>
        <p:spPr bwMode="auto">
          <a:xfrm>
            <a:off x="1624013" y="3097213"/>
            <a:ext cx="1681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9641" name="Rectangle 8"/>
          <p:cNvSpPr>
            <a:spLocks noChangeArrowheads="1"/>
          </p:cNvSpPr>
          <p:nvPr/>
        </p:nvSpPr>
        <p:spPr bwMode="auto">
          <a:xfrm>
            <a:off x="3779838" y="1954213"/>
            <a:ext cx="1682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9642" name="Rectangle 9"/>
          <p:cNvSpPr>
            <a:spLocks noChangeArrowheads="1"/>
          </p:cNvSpPr>
          <p:nvPr/>
        </p:nvSpPr>
        <p:spPr bwMode="auto">
          <a:xfrm>
            <a:off x="3779838" y="3433763"/>
            <a:ext cx="1682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9643" name="Rectangle 10"/>
          <p:cNvSpPr>
            <a:spLocks noChangeArrowheads="1"/>
          </p:cNvSpPr>
          <p:nvPr/>
        </p:nvSpPr>
        <p:spPr bwMode="auto">
          <a:xfrm>
            <a:off x="6135688" y="3097213"/>
            <a:ext cx="1103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6964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6964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A704FC1-3432-4FED-B508-7261842A6008}" type="slidenum">
              <a:rPr lang="zh-CN" altLang="en-US" smtClean="0"/>
              <a:pPr defTabSz="895350"/>
              <a:t>66</a:t>
            </a:fld>
            <a:endParaRPr lang="en-US" altLang="zh-CN"/>
          </a:p>
        </p:txBody>
      </p:sp>
      <p:grpSp>
        <p:nvGrpSpPr>
          <p:cNvPr id="70659" name="Group 2"/>
          <p:cNvGrpSpPr>
            <a:grpSpLocks/>
          </p:cNvGrpSpPr>
          <p:nvPr/>
        </p:nvGrpSpPr>
        <p:grpSpPr bwMode="auto">
          <a:xfrm>
            <a:off x="1568450" y="1146175"/>
            <a:ext cx="5805488" cy="4181475"/>
            <a:chOff x="898" y="920"/>
            <a:chExt cx="3657" cy="2634"/>
          </a:xfrm>
        </p:grpSpPr>
        <p:sp>
          <p:nvSpPr>
            <p:cNvPr id="70666" name="Freeform 3"/>
            <p:cNvSpPr>
              <a:spLocks/>
            </p:cNvSpPr>
            <p:nvPr/>
          </p:nvSpPr>
          <p:spPr bwMode="blackWhite">
            <a:xfrm>
              <a:off x="898" y="2282"/>
              <a:ext cx="3656" cy="1272"/>
            </a:xfrm>
            <a:custGeom>
              <a:avLst/>
              <a:gdLst>
                <a:gd name="T0" fmla="*/ 0 w 3656"/>
                <a:gd name="T1" fmla="*/ 283 h 1272"/>
                <a:gd name="T2" fmla="*/ 0 w 3656"/>
                <a:gd name="T3" fmla="*/ 941 h 1272"/>
                <a:gd name="T4" fmla="*/ 3303 w 3656"/>
                <a:gd name="T5" fmla="*/ 938 h 1272"/>
                <a:gd name="T6" fmla="*/ 3303 w 3656"/>
                <a:gd name="T7" fmla="*/ 1271 h 1272"/>
                <a:gd name="T8" fmla="*/ 3655 w 3656"/>
                <a:gd name="T9" fmla="*/ 0 h 1272"/>
                <a:gd name="T10" fmla="*/ 3303 w 3656"/>
                <a:gd name="T11" fmla="*/ 0 h 1272"/>
                <a:gd name="T12" fmla="*/ 3102 w 3656"/>
                <a:gd name="T13" fmla="*/ 616 h 1272"/>
                <a:gd name="T14" fmla="*/ 3102 w 3656"/>
                <a:gd name="T15" fmla="*/ 286 h 1272"/>
                <a:gd name="T16" fmla="*/ 0 w 3656"/>
                <a:gd name="T17" fmla="*/ 283 h 12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6"/>
                <a:gd name="T28" fmla="*/ 0 h 1272"/>
                <a:gd name="T29" fmla="*/ 3656 w 3656"/>
                <a:gd name="T30" fmla="*/ 1272 h 12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6" h="1272">
                  <a:moveTo>
                    <a:pt x="0" y="283"/>
                  </a:moveTo>
                  <a:lnTo>
                    <a:pt x="0" y="941"/>
                  </a:lnTo>
                  <a:lnTo>
                    <a:pt x="3303" y="938"/>
                  </a:lnTo>
                  <a:lnTo>
                    <a:pt x="3303" y="1271"/>
                  </a:lnTo>
                  <a:lnTo>
                    <a:pt x="3655" y="0"/>
                  </a:lnTo>
                  <a:lnTo>
                    <a:pt x="3303" y="0"/>
                  </a:lnTo>
                  <a:lnTo>
                    <a:pt x="3102" y="616"/>
                  </a:lnTo>
                  <a:lnTo>
                    <a:pt x="3102" y="286"/>
                  </a:lnTo>
                  <a:lnTo>
                    <a:pt x="0" y="283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0667" name="Freeform 4"/>
            <p:cNvSpPr>
              <a:spLocks/>
            </p:cNvSpPr>
            <p:nvPr/>
          </p:nvSpPr>
          <p:spPr bwMode="blackWhite">
            <a:xfrm>
              <a:off x="899" y="920"/>
              <a:ext cx="3656" cy="1272"/>
            </a:xfrm>
            <a:custGeom>
              <a:avLst/>
              <a:gdLst>
                <a:gd name="T0" fmla="*/ 0 w 3656"/>
                <a:gd name="T1" fmla="*/ 987 h 1272"/>
                <a:gd name="T2" fmla="*/ 0 w 3656"/>
                <a:gd name="T3" fmla="*/ 329 h 1272"/>
                <a:gd name="T4" fmla="*/ 3303 w 3656"/>
                <a:gd name="T5" fmla="*/ 331 h 1272"/>
                <a:gd name="T6" fmla="*/ 3303 w 3656"/>
                <a:gd name="T7" fmla="*/ 0 h 1272"/>
                <a:gd name="T8" fmla="*/ 3655 w 3656"/>
                <a:gd name="T9" fmla="*/ 1271 h 1272"/>
                <a:gd name="T10" fmla="*/ 3303 w 3656"/>
                <a:gd name="T11" fmla="*/ 1271 h 1272"/>
                <a:gd name="T12" fmla="*/ 3102 w 3656"/>
                <a:gd name="T13" fmla="*/ 654 h 1272"/>
                <a:gd name="T14" fmla="*/ 3102 w 3656"/>
                <a:gd name="T15" fmla="*/ 985 h 1272"/>
                <a:gd name="T16" fmla="*/ 0 w 3656"/>
                <a:gd name="T17" fmla="*/ 987 h 12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6"/>
                <a:gd name="T28" fmla="*/ 0 h 1272"/>
                <a:gd name="T29" fmla="*/ 3656 w 3656"/>
                <a:gd name="T30" fmla="*/ 1272 h 12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6" h="1272">
                  <a:moveTo>
                    <a:pt x="0" y="987"/>
                  </a:moveTo>
                  <a:lnTo>
                    <a:pt x="0" y="329"/>
                  </a:lnTo>
                  <a:lnTo>
                    <a:pt x="3303" y="331"/>
                  </a:lnTo>
                  <a:lnTo>
                    <a:pt x="3303" y="0"/>
                  </a:lnTo>
                  <a:lnTo>
                    <a:pt x="3655" y="1271"/>
                  </a:lnTo>
                  <a:lnTo>
                    <a:pt x="3303" y="1271"/>
                  </a:lnTo>
                  <a:lnTo>
                    <a:pt x="3102" y="654"/>
                  </a:lnTo>
                  <a:lnTo>
                    <a:pt x="3102" y="985"/>
                  </a:lnTo>
                  <a:lnTo>
                    <a:pt x="0" y="987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7066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C</a:t>
            </a:r>
          </a:p>
        </p:txBody>
      </p:sp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1757363" y="1779588"/>
            <a:ext cx="3970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0662" name="Rectangle 7"/>
          <p:cNvSpPr>
            <a:spLocks noChangeArrowheads="1"/>
          </p:cNvSpPr>
          <p:nvPr/>
        </p:nvSpPr>
        <p:spPr bwMode="auto">
          <a:xfrm>
            <a:off x="1757363" y="3113088"/>
            <a:ext cx="3970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0663" name="Rectangle 8"/>
          <p:cNvSpPr>
            <a:spLocks noChangeArrowheads="1"/>
          </p:cNvSpPr>
          <p:nvPr/>
        </p:nvSpPr>
        <p:spPr bwMode="auto">
          <a:xfrm>
            <a:off x="1757363" y="3860800"/>
            <a:ext cx="3970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066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066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840835F-38C3-4922-941E-45898707063A}" type="slidenum">
              <a:rPr lang="zh-CN" altLang="en-US" smtClean="0"/>
              <a:pPr defTabSz="895350"/>
              <a:t>67</a:t>
            </a:fld>
            <a:endParaRPr lang="en-US" altLang="zh-CN"/>
          </a:p>
        </p:txBody>
      </p:sp>
      <p:sp>
        <p:nvSpPr>
          <p:cNvPr id="7168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D</a:t>
            </a:r>
          </a:p>
        </p:txBody>
      </p:sp>
      <p:sp>
        <p:nvSpPr>
          <p:cNvPr id="71684" name="Freeform 3"/>
          <p:cNvSpPr>
            <a:spLocks/>
          </p:cNvSpPr>
          <p:nvPr/>
        </p:nvSpPr>
        <p:spPr bwMode="blackWhite">
          <a:xfrm>
            <a:off x="4968875" y="1146175"/>
            <a:ext cx="2457450" cy="3092450"/>
          </a:xfrm>
          <a:custGeom>
            <a:avLst/>
            <a:gdLst>
              <a:gd name="T0" fmla="*/ 0 w 1448"/>
              <a:gd name="T1" fmla="*/ 2147483647 h 1879"/>
              <a:gd name="T2" fmla="*/ 0 w 1448"/>
              <a:gd name="T3" fmla="*/ 2147483647 h 1879"/>
              <a:gd name="T4" fmla="*/ 2147483647 w 1448"/>
              <a:gd name="T5" fmla="*/ 2147483647 h 1879"/>
              <a:gd name="T6" fmla="*/ 2147483647 w 1448"/>
              <a:gd name="T7" fmla="*/ 0 h 1879"/>
              <a:gd name="T8" fmla="*/ 2147483647 w 1448"/>
              <a:gd name="T9" fmla="*/ 2147483647 h 1879"/>
              <a:gd name="T10" fmla="*/ 2147483647 w 1448"/>
              <a:gd name="T11" fmla="*/ 2147483647 h 1879"/>
              <a:gd name="T12" fmla="*/ 2147483647 w 1448"/>
              <a:gd name="T13" fmla="*/ 2147483647 h 1879"/>
              <a:gd name="T14" fmla="*/ 0 w 1448"/>
              <a:gd name="T15" fmla="*/ 2147483647 h 187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48"/>
              <a:gd name="T25" fmla="*/ 0 h 1879"/>
              <a:gd name="T26" fmla="*/ 1448 w 1448"/>
              <a:gd name="T27" fmla="*/ 1879 h 187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48" h="1879">
                <a:moveTo>
                  <a:pt x="0" y="1518"/>
                </a:moveTo>
                <a:lnTo>
                  <a:pt x="0" y="655"/>
                </a:lnTo>
                <a:lnTo>
                  <a:pt x="1087" y="392"/>
                </a:lnTo>
                <a:lnTo>
                  <a:pt x="1087" y="0"/>
                </a:lnTo>
                <a:lnTo>
                  <a:pt x="1447" y="895"/>
                </a:lnTo>
                <a:lnTo>
                  <a:pt x="1087" y="1878"/>
                </a:lnTo>
                <a:lnTo>
                  <a:pt x="1087" y="1518"/>
                </a:lnTo>
                <a:lnTo>
                  <a:pt x="0" y="151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1685" name="Freeform 4"/>
          <p:cNvSpPr>
            <a:spLocks/>
          </p:cNvSpPr>
          <p:nvPr/>
        </p:nvSpPr>
        <p:spPr bwMode="blackWhite">
          <a:xfrm>
            <a:off x="3243263" y="1790700"/>
            <a:ext cx="2297112" cy="2343150"/>
          </a:xfrm>
          <a:custGeom>
            <a:avLst/>
            <a:gdLst>
              <a:gd name="T0" fmla="*/ 0 w 1353"/>
              <a:gd name="T1" fmla="*/ 2147483647 h 1423"/>
              <a:gd name="T2" fmla="*/ 2147483647 w 1353"/>
              <a:gd name="T3" fmla="*/ 2147483647 h 1423"/>
              <a:gd name="T4" fmla="*/ 2147483647 w 1353"/>
              <a:gd name="T5" fmla="*/ 2147483647 h 1423"/>
              <a:gd name="T6" fmla="*/ 2147483647 w 1353"/>
              <a:gd name="T7" fmla="*/ 0 h 1423"/>
              <a:gd name="T8" fmla="*/ 2147483647 w 1353"/>
              <a:gd name="T9" fmla="*/ 2147483647 h 1423"/>
              <a:gd name="T10" fmla="*/ 2147483647 w 1353"/>
              <a:gd name="T11" fmla="*/ 2147483647 h 1423"/>
              <a:gd name="T12" fmla="*/ 2147483647 w 1353"/>
              <a:gd name="T13" fmla="*/ 2147483647 h 1423"/>
              <a:gd name="T14" fmla="*/ 0 w 1353"/>
              <a:gd name="T15" fmla="*/ 2147483647 h 142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53"/>
              <a:gd name="T25" fmla="*/ 0 h 1423"/>
              <a:gd name="T26" fmla="*/ 1353 w 1353"/>
              <a:gd name="T27" fmla="*/ 1423 h 142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53" h="1423">
                <a:moveTo>
                  <a:pt x="0" y="1118"/>
                </a:moveTo>
                <a:lnTo>
                  <a:pt x="16" y="511"/>
                </a:lnTo>
                <a:lnTo>
                  <a:pt x="1016" y="263"/>
                </a:lnTo>
                <a:lnTo>
                  <a:pt x="1016" y="0"/>
                </a:lnTo>
                <a:lnTo>
                  <a:pt x="1352" y="679"/>
                </a:lnTo>
                <a:lnTo>
                  <a:pt x="1016" y="1422"/>
                </a:lnTo>
                <a:lnTo>
                  <a:pt x="1016" y="1118"/>
                </a:lnTo>
                <a:lnTo>
                  <a:pt x="0" y="111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1686" name="Freeform 5"/>
          <p:cNvSpPr>
            <a:spLocks/>
          </p:cNvSpPr>
          <p:nvPr/>
        </p:nvSpPr>
        <p:spPr bwMode="blackWhite">
          <a:xfrm>
            <a:off x="1520825" y="2328863"/>
            <a:ext cx="2295525" cy="1646237"/>
          </a:xfrm>
          <a:custGeom>
            <a:avLst/>
            <a:gdLst>
              <a:gd name="T0" fmla="*/ 0 w 1352"/>
              <a:gd name="T1" fmla="*/ 2147483647 h 1000"/>
              <a:gd name="T2" fmla="*/ 0 w 1352"/>
              <a:gd name="T3" fmla="*/ 2147483647 h 1000"/>
              <a:gd name="T4" fmla="*/ 2147483647 w 1352"/>
              <a:gd name="T5" fmla="*/ 2147483647 h 1000"/>
              <a:gd name="T6" fmla="*/ 2147483647 w 1352"/>
              <a:gd name="T7" fmla="*/ 0 h 1000"/>
              <a:gd name="T8" fmla="*/ 2147483647 w 1352"/>
              <a:gd name="T9" fmla="*/ 2147483647 h 1000"/>
              <a:gd name="T10" fmla="*/ 2147483647 w 1352"/>
              <a:gd name="T11" fmla="*/ 2147483647 h 1000"/>
              <a:gd name="T12" fmla="*/ 2147483647 w 1352"/>
              <a:gd name="T13" fmla="*/ 2147483647 h 1000"/>
              <a:gd name="T14" fmla="*/ 0 w 1352"/>
              <a:gd name="T15" fmla="*/ 2147483647 h 10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52"/>
              <a:gd name="T25" fmla="*/ 0 h 1000"/>
              <a:gd name="T26" fmla="*/ 1352 w 1352"/>
              <a:gd name="T27" fmla="*/ 1000 h 10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52" h="1000">
                <a:moveTo>
                  <a:pt x="0" y="791"/>
                </a:moveTo>
                <a:lnTo>
                  <a:pt x="0" y="440"/>
                </a:lnTo>
                <a:lnTo>
                  <a:pt x="1023" y="184"/>
                </a:lnTo>
                <a:lnTo>
                  <a:pt x="1023" y="0"/>
                </a:lnTo>
                <a:lnTo>
                  <a:pt x="1351" y="480"/>
                </a:lnTo>
                <a:lnTo>
                  <a:pt x="1023" y="999"/>
                </a:lnTo>
                <a:lnTo>
                  <a:pt x="1023" y="791"/>
                </a:lnTo>
                <a:lnTo>
                  <a:pt x="0" y="791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1687" name="Rectangle 6"/>
          <p:cNvSpPr>
            <a:spLocks noChangeArrowheads="1"/>
          </p:cNvSpPr>
          <p:nvPr/>
        </p:nvSpPr>
        <p:spPr bwMode="auto">
          <a:xfrm>
            <a:off x="1617663" y="3125788"/>
            <a:ext cx="1711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1688" name="Rectangle 7"/>
          <p:cNvSpPr>
            <a:spLocks noChangeArrowheads="1"/>
          </p:cNvSpPr>
          <p:nvPr/>
        </p:nvSpPr>
        <p:spPr bwMode="auto">
          <a:xfrm>
            <a:off x="3916363" y="2935288"/>
            <a:ext cx="1323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1689" name="Rectangle 8"/>
          <p:cNvSpPr>
            <a:spLocks noChangeArrowheads="1"/>
          </p:cNvSpPr>
          <p:nvPr/>
        </p:nvSpPr>
        <p:spPr bwMode="auto">
          <a:xfrm>
            <a:off x="5635625" y="2665413"/>
            <a:ext cx="1447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169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169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84E9C2C-4CFE-4EF6-8A91-46748C221347}" type="slidenum">
              <a:rPr lang="zh-CN" altLang="en-US" smtClean="0"/>
              <a:pPr defTabSz="895350"/>
              <a:t>68</a:t>
            </a:fld>
            <a:endParaRPr lang="en-US" altLang="zh-CN"/>
          </a:p>
        </p:txBody>
      </p:sp>
      <p:grpSp>
        <p:nvGrpSpPr>
          <p:cNvPr id="72707" name="Group 2"/>
          <p:cNvGrpSpPr>
            <a:grpSpLocks/>
          </p:cNvGrpSpPr>
          <p:nvPr/>
        </p:nvGrpSpPr>
        <p:grpSpPr bwMode="auto">
          <a:xfrm>
            <a:off x="1144588" y="1146175"/>
            <a:ext cx="6650037" cy="4075113"/>
            <a:chOff x="681" y="926"/>
            <a:chExt cx="4189" cy="2567"/>
          </a:xfrm>
        </p:grpSpPr>
        <p:sp>
          <p:nvSpPr>
            <p:cNvPr id="72715" name="Freeform 3"/>
            <p:cNvSpPr>
              <a:spLocks/>
            </p:cNvSpPr>
            <p:nvPr/>
          </p:nvSpPr>
          <p:spPr bwMode="blackWhite">
            <a:xfrm>
              <a:off x="3210" y="926"/>
              <a:ext cx="1660" cy="2567"/>
            </a:xfrm>
            <a:custGeom>
              <a:avLst/>
              <a:gdLst>
                <a:gd name="T0" fmla="*/ 0 w 1660"/>
                <a:gd name="T1" fmla="*/ 256 h 2567"/>
                <a:gd name="T2" fmla="*/ 1080 w 1660"/>
                <a:gd name="T3" fmla="*/ 256 h 2567"/>
                <a:gd name="T4" fmla="*/ 1080 w 1660"/>
                <a:gd name="T5" fmla="*/ 0 h 2567"/>
                <a:gd name="T6" fmla="*/ 1659 w 1660"/>
                <a:gd name="T7" fmla="*/ 1283 h 2567"/>
                <a:gd name="T8" fmla="*/ 1080 w 1660"/>
                <a:gd name="T9" fmla="*/ 2566 h 2567"/>
                <a:gd name="T10" fmla="*/ 1080 w 1660"/>
                <a:gd name="T11" fmla="*/ 2309 h 2567"/>
                <a:gd name="T12" fmla="*/ 0 w 1660"/>
                <a:gd name="T13" fmla="*/ 2309 h 2567"/>
                <a:gd name="T14" fmla="*/ 0 w 1660"/>
                <a:gd name="T15" fmla="*/ 1283 h 2567"/>
                <a:gd name="T16" fmla="*/ 0 w 1660"/>
                <a:gd name="T17" fmla="*/ 256 h 256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660"/>
                <a:gd name="T28" fmla="*/ 0 h 2567"/>
                <a:gd name="T29" fmla="*/ 1660 w 1660"/>
                <a:gd name="T30" fmla="*/ 2567 h 256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660" h="2567">
                  <a:moveTo>
                    <a:pt x="0" y="256"/>
                  </a:moveTo>
                  <a:lnTo>
                    <a:pt x="1080" y="256"/>
                  </a:lnTo>
                  <a:lnTo>
                    <a:pt x="1080" y="0"/>
                  </a:lnTo>
                  <a:lnTo>
                    <a:pt x="1659" y="1283"/>
                  </a:lnTo>
                  <a:lnTo>
                    <a:pt x="1080" y="2566"/>
                  </a:lnTo>
                  <a:lnTo>
                    <a:pt x="1080" y="2309"/>
                  </a:lnTo>
                  <a:lnTo>
                    <a:pt x="0" y="2309"/>
                  </a:lnTo>
                  <a:lnTo>
                    <a:pt x="0" y="1283"/>
                  </a:lnTo>
                  <a:lnTo>
                    <a:pt x="0" y="25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2716" name="Freeform 4"/>
            <p:cNvSpPr>
              <a:spLocks/>
            </p:cNvSpPr>
            <p:nvPr/>
          </p:nvSpPr>
          <p:spPr bwMode="blackWhite">
            <a:xfrm>
              <a:off x="2162" y="1182"/>
              <a:ext cx="1511" cy="2054"/>
            </a:xfrm>
            <a:custGeom>
              <a:avLst/>
              <a:gdLst>
                <a:gd name="T0" fmla="*/ 0 w 1511"/>
                <a:gd name="T1" fmla="*/ 203 h 2054"/>
                <a:gd name="T2" fmla="*/ 1048 w 1511"/>
                <a:gd name="T3" fmla="*/ 203 h 2054"/>
                <a:gd name="T4" fmla="*/ 1048 w 1511"/>
                <a:gd name="T5" fmla="*/ 0 h 2054"/>
                <a:gd name="T6" fmla="*/ 1510 w 1511"/>
                <a:gd name="T7" fmla="*/ 1026 h 2054"/>
                <a:gd name="T8" fmla="*/ 1048 w 1511"/>
                <a:gd name="T9" fmla="*/ 2053 h 2054"/>
                <a:gd name="T10" fmla="*/ 1048 w 1511"/>
                <a:gd name="T11" fmla="*/ 1849 h 2054"/>
                <a:gd name="T12" fmla="*/ 0 w 1511"/>
                <a:gd name="T13" fmla="*/ 1849 h 2054"/>
                <a:gd name="T14" fmla="*/ 0 w 1511"/>
                <a:gd name="T15" fmla="*/ 1026 h 2054"/>
                <a:gd name="T16" fmla="*/ 0 w 1511"/>
                <a:gd name="T17" fmla="*/ 203 h 20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11"/>
                <a:gd name="T28" fmla="*/ 0 h 2054"/>
                <a:gd name="T29" fmla="*/ 1511 w 1511"/>
                <a:gd name="T30" fmla="*/ 2054 h 205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11" h="2054">
                  <a:moveTo>
                    <a:pt x="0" y="203"/>
                  </a:moveTo>
                  <a:lnTo>
                    <a:pt x="1048" y="203"/>
                  </a:lnTo>
                  <a:lnTo>
                    <a:pt x="1048" y="0"/>
                  </a:lnTo>
                  <a:lnTo>
                    <a:pt x="1510" y="1026"/>
                  </a:lnTo>
                  <a:lnTo>
                    <a:pt x="1048" y="2053"/>
                  </a:lnTo>
                  <a:lnTo>
                    <a:pt x="1048" y="1849"/>
                  </a:lnTo>
                  <a:lnTo>
                    <a:pt x="0" y="1849"/>
                  </a:lnTo>
                  <a:lnTo>
                    <a:pt x="0" y="1026"/>
                  </a:lnTo>
                  <a:lnTo>
                    <a:pt x="0" y="203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2717" name="Freeform 5"/>
            <p:cNvSpPr>
              <a:spLocks/>
            </p:cNvSpPr>
            <p:nvPr/>
          </p:nvSpPr>
          <p:spPr bwMode="blackWhite">
            <a:xfrm>
              <a:off x="1326" y="1397"/>
              <a:ext cx="1207" cy="1636"/>
            </a:xfrm>
            <a:custGeom>
              <a:avLst/>
              <a:gdLst>
                <a:gd name="T0" fmla="*/ 0 w 1207"/>
                <a:gd name="T1" fmla="*/ 244 h 1636"/>
                <a:gd name="T2" fmla="*/ 837 w 1207"/>
                <a:gd name="T3" fmla="*/ 244 h 1636"/>
                <a:gd name="T4" fmla="*/ 837 w 1207"/>
                <a:gd name="T5" fmla="*/ 0 h 1636"/>
                <a:gd name="T6" fmla="*/ 1206 w 1207"/>
                <a:gd name="T7" fmla="*/ 812 h 1636"/>
                <a:gd name="T8" fmla="*/ 837 w 1207"/>
                <a:gd name="T9" fmla="*/ 1635 h 1636"/>
                <a:gd name="T10" fmla="*/ 837 w 1207"/>
                <a:gd name="T11" fmla="*/ 1390 h 1636"/>
                <a:gd name="T12" fmla="*/ 0 w 1207"/>
                <a:gd name="T13" fmla="*/ 1390 h 1636"/>
                <a:gd name="T14" fmla="*/ 0 w 1207"/>
                <a:gd name="T15" fmla="*/ 812 h 1636"/>
                <a:gd name="T16" fmla="*/ 0 w 1207"/>
                <a:gd name="T17" fmla="*/ 244 h 16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07"/>
                <a:gd name="T28" fmla="*/ 0 h 1636"/>
                <a:gd name="T29" fmla="*/ 1207 w 1207"/>
                <a:gd name="T30" fmla="*/ 1636 h 16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07" h="1636">
                  <a:moveTo>
                    <a:pt x="0" y="244"/>
                  </a:moveTo>
                  <a:lnTo>
                    <a:pt x="837" y="244"/>
                  </a:lnTo>
                  <a:lnTo>
                    <a:pt x="837" y="0"/>
                  </a:lnTo>
                  <a:lnTo>
                    <a:pt x="1206" y="812"/>
                  </a:lnTo>
                  <a:lnTo>
                    <a:pt x="837" y="1635"/>
                  </a:lnTo>
                  <a:lnTo>
                    <a:pt x="837" y="1390"/>
                  </a:lnTo>
                  <a:lnTo>
                    <a:pt x="0" y="1390"/>
                  </a:lnTo>
                  <a:lnTo>
                    <a:pt x="0" y="812"/>
                  </a:lnTo>
                  <a:lnTo>
                    <a:pt x="0" y="24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2718" name="Freeform 6"/>
            <p:cNvSpPr>
              <a:spLocks/>
            </p:cNvSpPr>
            <p:nvPr/>
          </p:nvSpPr>
          <p:spPr bwMode="blackWhite">
            <a:xfrm>
              <a:off x="681" y="1642"/>
              <a:ext cx="906" cy="1146"/>
            </a:xfrm>
            <a:custGeom>
              <a:avLst/>
              <a:gdLst>
                <a:gd name="T0" fmla="*/ 0 w 906"/>
                <a:gd name="T1" fmla="*/ 224 h 1146"/>
                <a:gd name="T2" fmla="*/ 645 w 906"/>
                <a:gd name="T3" fmla="*/ 224 h 1146"/>
                <a:gd name="T4" fmla="*/ 645 w 906"/>
                <a:gd name="T5" fmla="*/ 0 h 1146"/>
                <a:gd name="T6" fmla="*/ 905 w 906"/>
                <a:gd name="T7" fmla="*/ 567 h 1146"/>
                <a:gd name="T8" fmla="*/ 645 w 906"/>
                <a:gd name="T9" fmla="*/ 1145 h 1146"/>
                <a:gd name="T10" fmla="*/ 645 w 906"/>
                <a:gd name="T11" fmla="*/ 920 h 1146"/>
                <a:gd name="T12" fmla="*/ 0 w 906"/>
                <a:gd name="T13" fmla="*/ 920 h 1146"/>
                <a:gd name="T14" fmla="*/ 0 w 906"/>
                <a:gd name="T15" fmla="*/ 567 h 1146"/>
                <a:gd name="T16" fmla="*/ 0 w 906"/>
                <a:gd name="T17" fmla="*/ 224 h 1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06"/>
                <a:gd name="T28" fmla="*/ 0 h 1146"/>
                <a:gd name="T29" fmla="*/ 906 w 906"/>
                <a:gd name="T30" fmla="*/ 1146 h 114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06" h="1146">
                  <a:moveTo>
                    <a:pt x="0" y="224"/>
                  </a:moveTo>
                  <a:lnTo>
                    <a:pt x="645" y="224"/>
                  </a:lnTo>
                  <a:lnTo>
                    <a:pt x="645" y="0"/>
                  </a:lnTo>
                  <a:lnTo>
                    <a:pt x="905" y="567"/>
                  </a:lnTo>
                  <a:lnTo>
                    <a:pt x="645" y="1145"/>
                  </a:lnTo>
                  <a:lnTo>
                    <a:pt x="645" y="920"/>
                  </a:lnTo>
                  <a:lnTo>
                    <a:pt x="0" y="920"/>
                  </a:lnTo>
                  <a:lnTo>
                    <a:pt x="0" y="567"/>
                  </a:lnTo>
                  <a:lnTo>
                    <a:pt x="0" y="22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72708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E</a:t>
            </a:r>
          </a:p>
        </p:txBody>
      </p:sp>
      <p:sp>
        <p:nvSpPr>
          <p:cNvPr id="72709" name="Rectangle 8"/>
          <p:cNvSpPr>
            <a:spLocks noChangeArrowheads="1"/>
          </p:cNvSpPr>
          <p:nvPr/>
        </p:nvSpPr>
        <p:spPr bwMode="auto">
          <a:xfrm>
            <a:off x="1241425" y="3062288"/>
            <a:ext cx="7953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2710" name="Rectangle 9"/>
          <p:cNvSpPr>
            <a:spLocks noChangeArrowheads="1"/>
          </p:cNvSpPr>
          <p:nvPr/>
        </p:nvSpPr>
        <p:spPr bwMode="auto">
          <a:xfrm>
            <a:off x="2684463" y="3062288"/>
            <a:ext cx="102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2711" name="Rectangle 10"/>
          <p:cNvSpPr>
            <a:spLocks noChangeArrowheads="1"/>
          </p:cNvSpPr>
          <p:nvPr/>
        </p:nvSpPr>
        <p:spPr bwMode="auto">
          <a:xfrm>
            <a:off x="4183063" y="3062288"/>
            <a:ext cx="1243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2712" name="Rectangle 11"/>
          <p:cNvSpPr>
            <a:spLocks noChangeArrowheads="1"/>
          </p:cNvSpPr>
          <p:nvPr/>
        </p:nvSpPr>
        <p:spPr bwMode="auto">
          <a:xfrm>
            <a:off x="5992813" y="3062288"/>
            <a:ext cx="1243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271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271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42E186F-3BB8-490E-8031-3E350CF26DB4}" type="slidenum">
              <a:rPr lang="zh-CN" altLang="en-US" smtClean="0"/>
              <a:pPr defTabSz="895350"/>
              <a:t>69</a:t>
            </a:fld>
            <a:endParaRPr lang="en-US" altLang="zh-CN"/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F</a:t>
            </a:r>
          </a:p>
        </p:txBody>
      </p:sp>
      <p:sp>
        <p:nvSpPr>
          <p:cNvPr id="73732" name="Freeform 3"/>
          <p:cNvSpPr>
            <a:spLocks/>
          </p:cNvSpPr>
          <p:nvPr/>
        </p:nvSpPr>
        <p:spPr bwMode="blackWhite">
          <a:xfrm>
            <a:off x="971550" y="1146175"/>
            <a:ext cx="7146925" cy="3108325"/>
          </a:xfrm>
          <a:custGeom>
            <a:avLst/>
            <a:gdLst>
              <a:gd name="T0" fmla="*/ 0 w 3447"/>
              <a:gd name="T1" fmla="*/ 2147483647 h 1499"/>
              <a:gd name="T2" fmla="*/ 0 w 3447"/>
              <a:gd name="T3" fmla="*/ 2147483647 h 1499"/>
              <a:gd name="T4" fmla="*/ 2147483647 w 3447"/>
              <a:gd name="T5" fmla="*/ 2147483647 h 1499"/>
              <a:gd name="T6" fmla="*/ 2147483647 w 3447"/>
              <a:gd name="T7" fmla="*/ 2147483647 h 1499"/>
              <a:gd name="T8" fmla="*/ 2147483647 w 3447"/>
              <a:gd name="T9" fmla="*/ 2147483647 h 1499"/>
              <a:gd name="T10" fmla="*/ 2147483647 w 3447"/>
              <a:gd name="T11" fmla="*/ 2147483647 h 1499"/>
              <a:gd name="T12" fmla="*/ 2147483647 w 3447"/>
              <a:gd name="T13" fmla="*/ 2147483647 h 1499"/>
              <a:gd name="T14" fmla="*/ 2147483647 w 3447"/>
              <a:gd name="T15" fmla="*/ 2147483647 h 1499"/>
              <a:gd name="T16" fmla="*/ 2147483647 w 3447"/>
              <a:gd name="T17" fmla="*/ 2147483647 h 1499"/>
              <a:gd name="T18" fmla="*/ 2147483647 w 3447"/>
              <a:gd name="T19" fmla="*/ 2147483647 h 1499"/>
              <a:gd name="T20" fmla="*/ 2147483647 w 3447"/>
              <a:gd name="T21" fmla="*/ 2147483647 h 1499"/>
              <a:gd name="T22" fmla="*/ 2147483647 w 3447"/>
              <a:gd name="T23" fmla="*/ 2147483647 h 1499"/>
              <a:gd name="T24" fmla="*/ 2147483647 w 3447"/>
              <a:gd name="T25" fmla="*/ 2147483647 h 1499"/>
              <a:gd name="T26" fmla="*/ 2147483647 w 3447"/>
              <a:gd name="T27" fmla="*/ 2147483647 h 1499"/>
              <a:gd name="T28" fmla="*/ 2147483647 w 3447"/>
              <a:gd name="T29" fmla="*/ 2147483647 h 1499"/>
              <a:gd name="T30" fmla="*/ 2147483647 w 3447"/>
              <a:gd name="T31" fmla="*/ 2147483647 h 1499"/>
              <a:gd name="T32" fmla="*/ 2147483647 w 3447"/>
              <a:gd name="T33" fmla="*/ 2147483647 h 1499"/>
              <a:gd name="T34" fmla="*/ 2147483647 w 3447"/>
              <a:gd name="T35" fmla="*/ 2147483647 h 1499"/>
              <a:gd name="T36" fmla="*/ 2147483647 w 3447"/>
              <a:gd name="T37" fmla="*/ 2147483647 h 1499"/>
              <a:gd name="T38" fmla="*/ 2147483647 w 3447"/>
              <a:gd name="T39" fmla="*/ 2147483647 h 1499"/>
              <a:gd name="T40" fmla="*/ 2147483647 w 3447"/>
              <a:gd name="T41" fmla="*/ 2147483647 h 1499"/>
              <a:gd name="T42" fmla="*/ 2147483647 w 3447"/>
              <a:gd name="T43" fmla="*/ 2147483647 h 1499"/>
              <a:gd name="T44" fmla="*/ 2147483647 w 3447"/>
              <a:gd name="T45" fmla="*/ 2147483647 h 1499"/>
              <a:gd name="T46" fmla="*/ 2147483647 w 3447"/>
              <a:gd name="T47" fmla="*/ 2147483647 h 1499"/>
              <a:gd name="T48" fmla="*/ 2147483647 w 3447"/>
              <a:gd name="T49" fmla="*/ 2147483647 h 1499"/>
              <a:gd name="T50" fmla="*/ 2147483647 w 3447"/>
              <a:gd name="T51" fmla="*/ 2147483647 h 1499"/>
              <a:gd name="T52" fmla="*/ 2147483647 w 3447"/>
              <a:gd name="T53" fmla="*/ 2147483647 h 1499"/>
              <a:gd name="T54" fmla="*/ 2147483647 w 3447"/>
              <a:gd name="T55" fmla="*/ 2147483647 h 1499"/>
              <a:gd name="T56" fmla="*/ 2147483647 w 3447"/>
              <a:gd name="T57" fmla="*/ 2147483647 h 1499"/>
              <a:gd name="T58" fmla="*/ 2147483647 w 3447"/>
              <a:gd name="T59" fmla="*/ 2147483647 h 1499"/>
              <a:gd name="T60" fmla="*/ 2147483647 w 3447"/>
              <a:gd name="T61" fmla="*/ 2147483647 h 1499"/>
              <a:gd name="T62" fmla="*/ 2147483647 w 3447"/>
              <a:gd name="T63" fmla="*/ 2147483647 h 1499"/>
              <a:gd name="T64" fmla="*/ 2147483647 w 3447"/>
              <a:gd name="T65" fmla="*/ 2147483647 h 1499"/>
              <a:gd name="T66" fmla="*/ 2147483647 w 3447"/>
              <a:gd name="T67" fmla="*/ 2147483647 h 1499"/>
              <a:gd name="T68" fmla="*/ 2147483647 w 3447"/>
              <a:gd name="T69" fmla="*/ 2147483647 h 1499"/>
              <a:gd name="T70" fmla="*/ 2147483647 w 3447"/>
              <a:gd name="T71" fmla="*/ 2147483647 h 1499"/>
              <a:gd name="T72" fmla="*/ 2147483647 w 3447"/>
              <a:gd name="T73" fmla="*/ 2147483647 h 1499"/>
              <a:gd name="T74" fmla="*/ 2147483647 w 3447"/>
              <a:gd name="T75" fmla="*/ 2147483647 h 1499"/>
              <a:gd name="T76" fmla="*/ 2147483647 w 3447"/>
              <a:gd name="T77" fmla="*/ 2147483647 h 1499"/>
              <a:gd name="T78" fmla="*/ 2147483647 w 3447"/>
              <a:gd name="T79" fmla="*/ 2147483647 h 1499"/>
              <a:gd name="T80" fmla="*/ 2147483647 w 3447"/>
              <a:gd name="T81" fmla="*/ 0 h 1499"/>
              <a:gd name="T82" fmla="*/ 2147483647 w 3447"/>
              <a:gd name="T83" fmla="*/ 2147483647 h 1499"/>
              <a:gd name="T84" fmla="*/ 2147483647 w 3447"/>
              <a:gd name="T85" fmla="*/ 2147483647 h 1499"/>
              <a:gd name="T86" fmla="*/ 2147483647 w 3447"/>
              <a:gd name="T87" fmla="*/ 2147483647 h 1499"/>
              <a:gd name="T88" fmla="*/ 2147483647 w 3447"/>
              <a:gd name="T89" fmla="*/ 2147483647 h 1499"/>
              <a:gd name="T90" fmla="*/ 2147483647 w 3447"/>
              <a:gd name="T91" fmla="*/ 2147483647 h 1499"/>
              <a:gd name="T92" fmla="*/ 2147483647 w 3447"/>
              <a:gd name="T93" fmla="*/ 2147483647 h 1499"/>
              <a:gd name="T94" fmla="*/ 2147483647 w 3447"/>
              <a:gd name="T95" fmla="*/ 2147483647 h 1499"/>
              <a:gd name="T96" fmla="*/ 2147483647 w 3447"/>
              <a:gd name="T97" fmla="*/ 2147483647 h 1499"/>
              <a:gd name="T98" fmla="*/ 2147483647 w 3447"/>
              <a:gd name="T99" fmla="*/ 2147483647 h 1499"/>
              <a:gd name="T100" fmla="*/ 2147483647 w 3447"/>
              <a:gd name="T101" fmla="*/ 2147483647 h 1499"/>
              <a:gd name="T102" fmla="*/ 2147483647 w 3447"/>
              <a:gd name="T103" fmla="*/ 2147483647 h 1499"/>
              <a:gd name="T104" fmla="*/ 2147483647 w 3447"/>
              <a:gd name="T105" fmla="*/ 2147483647 h 1499"/>
              <a:gd name="T106" fmla="*/ 2147483647 w 3447"/>
              <a:gd name="T107" fmla="*/ 2147483647 h 1499"/>
              <a:gd name="T108" fmla="*/ 2147483647 w 3447"/>
              <a:gd name="T109" fmla="*/ 2147483647 h 1499"/>
              <a:gd name="T110" fmla="*/ 2147483647 w 3447"/>
              <a:gd name="T111" fmla="*/ 2147483647 h 1499"/>
              <a:gd name="T112" fmla="*/ 2147483647 w 3447"/>
              <a:gd name="T113" fmla="*/ 2147483647 h 1499"/>
              <a:gd name="T114" fmla="*/ 2147483647 w 3447"/>
              <a:gd name="T115" fmla="*/ 2147483647 h 1499"/>
              <a:gd name="T116" fmla="*/ 2147483647 w 3447"/>
              <a:gd name="T117" fmla="*/ 2147483647 h 1499"/>
              <a:gd name="T118" fmla="*/ 2147483647 w 3447"/>
              <a:gd name="T119" fmla="*/ 2147483647 h 1499"/>
              <a:gd name="T120" fmla="*/ 0 w 3447"/>
              <a:gd name="T121" fmla="*/ 2147483647 h 1499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447"/>
              <a:gd name="T184" fmla="*/ 0 h 1499"/>
              <a:gd name="T185" fmla="*/ 3447 w 3447"/>
              <a:gd name="T186" fmla="*/ 1499 h 1499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447" h="1499">
                <a:moveTo>
                  <a:pt x="0" y="411"/>
                </a:moveTo>
                <a:lnTo>
                  <a:pt x="0" y="1360"/>
                </a:lnTo>
                <a:lnTo>
                  <a:pt x="3127" y="1359"/>
                </a:lnTo>
                <a:lnTo>
                  <a:pt x="3125" y="1498"/>
                </a:lnTo>
                <a:lnTo>
                  <a:pt x="3446" y="1121"/>
                </a:lnTo>
                <a:lnTo>
                  <a:pt x="3124" y="726"/>
                </a:lnTo>
                <a:lnTo>
                  <a:pt x="3124" y="871"/>
                </a:lnTo>
                <a:lnTo>
                  <a:pt x="2663" y="872"/>
                </a:lnTo>
                <a:lnTo>
                  <a:pt x="2202" y="872"/>
                </a:lnTo>
                <a:lnTo>
                  <a:pt x="1741" y="871"/>
                </a:lnTo>
                <a:lnTo>
                  <a:pt x="1880" y="861"/>
                </a:lnTo>
                <a:lnTo>
                  <a:pt x="2019" y="849"/>
                </a:lnTo>
                <a:lnTo>
                  <a:pt x="2157" y="834"/>
                </a:lnTo>
                <a:lnTo>
                  <a:pt x="2295" y="816"/>
                </a:lnTo>
                <a:lnTo>
                  <a:pt x="2432" y="796"/>
                </a:lnTo>
                <a:lnTo>
                  <a:pt x="2570" y="772"/>
                </a:lnTo>
                <a:lnTo>
                  <a:pt x="2706" y="747"/>
                </a:lnTo>
                <a:lnTo>
                  <a:pt x="2843" y="718"/>
                </a:lnTo>
                <a:lnTo>
                  <a:pt x="2858" y="781"/>
                </a:lnTo>
                <a:lnTo>
                  <a:pt x="2874" y="843"/>
                </a:lnTo>
                <a:lnTo>
                  <a:pt x="3037" y="496"/>
                </a:lnTo>
                <a:lnTo>
                  <a:pt x="2728" y="260"/>
                </a:lnTo>
                <a:lnTo>
                  <a:pt x="2766" y="399"/>
                </a:lnTo>
                <a:lnTo>
                  <a:pt x="2598" y="437"/>
                </a:lnTo>
                <a:lnTo>
                  <a:pt x="2431" y="473"/>
                </a:lnTo>
                <a:lnTo>
                  <a:pt x="2262" y="505"/>
                </a:lnTo>
                <a:lnTo>
                  <a:pt x="2093" y="537"/>
                </a:lnTo>
                <a:lnTo>
                  <a:pt x="1923" y="565"/>
                </a:lnTo>
                <a:lnTo>
                  <a:pt x="1754" y="591"/>
                </a:lnTo>
                <a:lnTo>
                  <a:pt x="1806" y="566"/>
                </a:lnTo>
                <a:lnTo>
                  <a:pt x="1855" y="538"/>
                </a:lnTo>
                <a:lnTo>
                  <a:pt x="1904" y="509"/>
                </a:lnTo>
                <a:lnTo>
                  <a:pt x="1951" y="476"/>
                </a:lnTo>
                <a:lnTo>
                  <a:pt x="1996" y="441"/>
                </a:lnTo>
                <a:lnTo>
                  <a:pt x="2036" y="404"/>
                </a:lnTo>
                <a:lnTo>
                  <a:pt x="2072" y="366"/>
                </a:lnTo>
                <a:lnTo>
                  <a:pt x="2107" y="324"/>
                </a:lnTo>
                <a:lnTo>
                  <a:pt x="2138" y="281"/>
                </a:lnTo>
                <a:lnTo>
                  <a:pt x="2168" y="235"/>
                </a:lnTo>
                <a:lnTo>
                  <a:pt x="2251" y="307"/>
                </a:lnTo>
                <a:lnTo>
                  <a:pt x="2181" y="0"/>
                </a:lnTo>
                <a:lnTo>
                  <a:pt x="1872" y="6"/>
                </a:lnTo>
                <a:lnTo>
                  <a:pt x="1965" y="85"/>
                </a:lnTo>
                <a:lnTo>
                  <a:pt x="1939" y="125"/>
                </a:lnTo>
                <a:lnTo>
                  <a:pt x="1911" y="163"/>
                </a:lnTo>
                <a:lnTo>
                  <a:pt x="1880" y="198"/>
                </a:lnTo>
                <a:lnTo>
                  <a:pt x="1847" y="231"/>
                </a:lnTo>
                <a:lnTo>
                  <a:pt x="1811" y="262"/>
                </a:lnTo>
                <a:lnTo>
                  <a:pt x="1773" y="290"/>
                </a:lnTo>
                <a:lnTo>
                  <a:pt x="1732" y="315"/>
                </a:lnTo>
                <a:lnTo>
                  <a:pt x="1691" y="338"/>
                </a:lnTo>
                <a:lnTo>
                  <a:pt x="1648" y="358"/>
                </a:lnTo>
                <a:lnTo>
                  <a:pt x="1605" y="375"/>
                </a:lnTo>
                <a:lnTo>
                  <a:pt x="1559" y="388"/>
                </a:lnTo>
                <a:lnTo>
                  <a:pt x="1514" y="399"/>
                </a:lnTo>
                <a:lnTo>
                  <a:pt x="1468" y="406"/>
                </a:lnTo>
                <a:lnTo>
                  <a:pt x="1420" y="410"/>
                </a:lnTo>
                <a:lnTo>
                  <a:pt x="1373" y="411"/>
                </a:lnTo>
                <a:lnTo>
                  <a:pt x="808" y="412"/>
                </a:lnTo>
                <a:lnTo>
                  <a:pt x="808" y="411"/>
                </a:lnTo>
                <a:lnTo>
                  <a:pt x="0" y="411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3733" name="Rectangle 4"/>
          <p:cNvSpPr>
            <a:spLocks noChangeArrowheads="1"/>
          </p:cNvSpPr>
          <p:nvPr/>
        </p:nvSpPr>
        <p:spPr bwMode="auto">
          <a:xfrm>
            <a:off x="1200150" y="2216150"/>
            <a:ext cx="24653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3734" name="Rectangle 5"/>
          <p:cNvSpPr>
            <a:spLocks noChangeArrowheads="1"/>
          </p:cNvSpPr>
          <p:nvPr/>
        </p:nvSpPr>
        <p:spPr bwMode="auto">
          <a:xfrm>
            <a:off x="1200150" y="2820988"/>
            <a:ext cx="24653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3735" name="Rectangle 6"/>
          <p:cNvSpPr>
            <a:spLocks noChangeArrowheads="1"/>
          </p:cNvSpPr>
          <p:nvPr/>
        </p:nvSpPr>
        <p:spPr bwMode="auto">
          <a:xfrm>
            <a:off x="1200150" y="3429000"/>
            <a:ext cx="24653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373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373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BAE6D3B-CC04-48DD-BBFC-FAA01CA3D699}" type="slidenum">
              <a:rPr lang="zh-CN" altLang="en-US" smtClean="0"/>
              <a:pPr defTabSz="895350"/>
              <a:t>70</a:t>
            </a:fld>
            <a:endParaRPr lang="en-US" altLang="zh-CN"/>
          </a:p>
        </p:txBody>
      </p:sp>
      <p:sp>
        <p:nvSpPr>
          <p:cNvPr id="7475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G</a:t>
            </a:r>
          </a:p>
        </p:txBody>
      </p:sp>
      <p:sp>
        <p:nvSpPr>
          <p:cNvPr id="74756" name="Freeform 3"/>
          <p:cNvSpPr>
            <a:spLocks/>
          </p:cNvSpPr>
          <p:nvPr/>
        </p:nvSpPr>
        <p:spPr bwMode="blackWhite">
          <a:xfrm>
            <a:off x="4519613" y="1146175"/>
            <a:ext cx="3292475" cy="2312988"/>
          </a:xfrm>
          <a:custGeom>
            <a:avLst/>
            <a:gdLst>
              <a:gd name="T0" fmla="*/ 0 w 1800"/>
              <a:gd name="T1" fmla="*/ 2147483647 h 1303"/>
              <a:gd name="T2" fmla="*/ 2147483647 w 1800"/>
              <a:gd name="T3" fmla="*/ 2147483647 h 1303"/>
              <a:gd name="T4" fmla="*/ 2147483647 w 1800"/>
              <a:gd name="T5" fmla="*/ 0 h 1303"/>
              <a:gd name="T6" fmla="*/ 2147483647 w 1800"/>
              <a:gd name="T7" fmla="*/ 2147483647 h 1303"/>
              <a:gd name="T8" fmla="*/ 2147483647 w 1800"/>
              <a:gd name="T9" fmla="*/ 2147483647 h 1303"/>
              <a:gd name="T10" fmla="*/ 2147483647 w 1800"/>
              <a:gd name="T11" fmla="*/ 2147483647 h 1303"/>
              <a:gd name="T12" fmla="*/ 0 w 1800"/>
              <a:gd name="T13" fmla="*/ 2147483647 h 1303"/>
              <a:gd name="T14" fmla="*/ 0 w 1800"/>
              <a:gd name="T15" fmla="*/ 2147483647 h 1303"/>
              <a:gd name="T16" fmla="*/ 0 w 1800"/>
              <a:gd name="T17" fmla="*/ 2147483647 h 130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00"/>
              <a:gd name="T28" fmla="*/ 0 h 1303"/>
              <a:gd name="T29" fmla="*/ 1800 w 1800"/>
              <a:gd name="T30" fmla="*/ 1303 h 130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00" h="1303">
                <a:moveTo>
                  <a:pt x="0" y="128"/>
                </a:moveTo>
                <a:lnTo>
                  <a:pt x="1423" y="128"/>
                </a:lnTo>
                <a:lnTo>
                  <a:pt x="1423" y="0"/>
                </a:lnTo>
                <a:lnTo>
                  <a:pt x="1799" y="655"/>
                </a:lnTo>
                <a:lnTo>
                  <a:pt x="1423" y="1302"/>
                </a:lnTo>
                <a:lnTo>
                  <a:pt x="1423" y="1174"/>
                </a:lnTo>
                <a:lnTo>
                  <a:pt x="0" y="1174"/>
                </a:lnTo>
                <a:lnTo>
                  <a:pt x="0" y="655"/>
                </a:lnTo>
                <a:lnTo>
                  <a:pt x="0" y="12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4757" name="Freeform 4"/>
          <p:cNvSpPr>
            <a:spLocks/>
          </p:cNvSpPr>
          <p:nvPr/>
        </p:nvSpPr>
        <p:spPr bwMode="blackWhite">
          <a:xfrm>
            <a:off x="2530475" y="1370013"/>
            <a:ext cx="2633663" cy="2184400"/>
          </a:xfrm>
          <a:custGeom>
            <a:avLst/>
            <a:gdLst>
              <a:gd name="T0" fmla="*/ 0 w 1440"/>
              <a:gd name="T1" fmla="*/ 2147483647 h 1239"/>
              <a:gd name="T2" fmla="*/ 2147483647 w 1440"/>
              <a:gd name="T3" fmla="*/ 2147483647 h 1239"/>
              <a:gd name="T4" fmla="*/ 2147483647 w 1440"/>
              <a:gd name="T5" fmla="*/ 0 h 1239"/>
              <a:gd name="T6" fmla="*/ 2147483647 w 1440"/>
              <a:gd name="T7" fmla="*/ 2147483647 h 1239"/>
              <a:gd name="T8" fmla="*/ 2147483647 w 1440"/>
              <a:gd name="T9" fmla="*/ 2147483647 h 1239"/>
              <a:gd name="T10" fmla="*/ 2147483647 w 1440"/>
              <a:gd name="T11" fmla="*/ 2147483647 h 1239"/>
              <a:gd name="T12" fmla="*/ 0 w 1440"/>
              <a:gd name="T13" fmla="*/ 2147483647 h 1239"/>
              <a:gd name="T14" fmla="*/ 0 w 1440"/>
              <a:gd name="T15" fmla="*/ 2147483647 h 1239"/>
              <a:gd name="T16" fmla="*/ 0 w 1440"/>
              <a:gd name="T17" fmla="*/ 2147483647 h 123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40"/>
              <a:gd name="T28" fmla="*/ 0 h 1239"/>
              <a:gd name="T29" fmla="*/ 1440 w 1440"/>
              <a:gd name="T30" fmla="*/ 1239 h 123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40" h="1239">
                <a:moveTo>
                  <a:pt x="0" y="184"/>
                </a:moveTo>
                <a:lnTo>
                  <a:pt x="1079" y="184"/>
                </a:lnTo>
                <a:lnTo>
                  <a:pt x="1079" y="0"/>
                </a:lnTo>
                <a:lnTo>
                  <a:pt x="1439" y="615"/>
                </a:lnTo>
                <a:lnTo>
                  <a:pt x="1079" y="1238"/>
                </a:lnTo>
                <a:lnTo>
                  <a:pt x="1079" y="1054"/>
                </a:lnTo>
                <a:lnTo>
                  <a:pt x="0" y="1054"/>
                </a:lnTo>
                <a:lnTo>
                  <a:pt x="0" y="615"/>
                </a:lnTo>
                <a:lnTo>
                  <a:pt x="0" y="18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4758" name="Freeform 5"/>
          <p:cNvSpPr>
            <a:spLocks/>
          </p:cNvSpPr>
          <p:nvPr/>
        </p:nvSpPr>
        <p:spPr bwMode="blackWhite">
          <a:xfrm>
            <a:off x="1125538" y="1698625"/>
            <a:ext cx="1976437" cy="1914525"/>
          </a:xfrm>
          <a:custGeom>
            <a:avLst/>
            <a:gdLst>
              <a:gd name="T0" fmla="*/ 0 w 1080"/>
              <a:gd name="T1" fmla="*/ 2147483647 h 1079"/>
              <a:gd name="T2" fmla="*/ 2147483647 w 1080"/>
              <a:gd name="T3" fmla="*/ 2147483647 h 1079"/>
              <a:gd name="T4" fmla="*/ 2147483647 w 1080"/>
              <a:gd name="T5" fmla="*/ 0 h 1079"/>
              <a:gd name="T6" fmla="*/ 2147483647 w 1080"/>
              <a:gd name="T7" fmla="*/ 2147483647 h 1079"/>
              <a:gd name="T8" fmla="*/ 2147483647 w 1080"/>
              <a:gd name="T9" fmla="*/ 2147483647 h 1079"/>
              <a:gd name="T10" fmla="*/ 2147483647 w 1080"/>
              <a:gd name="T11" fmla="*/ 2147483647 h 1079"/>
              <a:gd name="T12" fmla="*/ 0 w 1080"/>
              <a:gd name="T13" fmla="*/ 2147483647 h 1079"/>
              <a:gd name="T14" fmla="*/ 0 w 1080"/>
              <a:gd name="T15" fmla="*/ 2147483647 h 1079"/>
              <a:gd name="T16" fmla="*/ 0 w 1080"/>
              <a:gd name="T17" fmla="*/ 2147483647 h 10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80"/>
              <a:gd name="T28" fmla="*/ 0 h 1079"/>
              <a:gd name="T29" fmla="*/ 1080 w 1080"/>
              <a:gd name="T30" fmla="*/ 1079 h 107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80" h="1079">
                <a:moveTo>
                  <a:pt x="0" y="215"/>
                </a:moveTo>
                <a:lnTo>
                  <a:pt x="768" y="215"/>
                </a:lnTo>
                <a:lnTo>
                  <a:pt x="768" y="0"/>
                </a:lnTo>
                <a:lnTo>
                  <a:pt x="1079" y="543"/>
                </a:lnTo>
                <a:lnTo>
                  <a:pt x="768" y="1078"/>
                </a:lnTo>
                <a:lnTo>
                  <a:pt x="768" y="862"/>
                </a:lnTo>
                <a:lnTo>
                  <a:pt x="0" y="862"/>
                </a:lnTo>
                <a:lnTo>
                  <a:pt x="0" y="543"/>
                </a:lnTo>
                <a:lnTo>
                  <a:pt x="0" y="21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4759" name="Rectangle 6"/>
          <p:cNvSpPr>
            <a:spLocks noChangeArrowheads="1"/>
          </p:cNvSpPr>
          <p:nvPr/>
        </p:nvSpPr>
        <p:spPr bwMode="auto">
          <a:xfrm>
            <a:off x="1246188" y="2533650"/>
            <a:ext cx="1512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4760" name="Rectangle 7"/>
          <p:cNvSpPr>
            <a:spLocks noChangeArrowheads="1"/>
          </p:cNvSpPr>
          <p:nvPr/>
        </p:nvSpPr>
        <p:spPr bwMode="auto">
          <a:xfrm>
            <a:off x="3241675" y="2332038"/>
            <a:ext cx="15097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4761" name="Rectangle 8"/>
          <p:cNvSpPr>
            <a:spLocks noChangeArrowheads="1"/>
          </p:cNvSpPr>
          <p:nvPr/>
        </p:nvSpPr>
        <p:spPr bwMode="auto">
          <a:xfrm>
            <a:off x="5276850" y="2181225"/>
            <a:ext cx="2106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476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476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6BD5FA7-AB12-4201-804E-7F5C9701EE8C}" type="slidenum">
              <a:rPr lang="zh-CN" altLang="en-US" smtClean="0"/>
              <a:pPr defTabSz="895350"/>
              <a:t>71</a:t>
            </a:fld>
            <a:endParaRPr lang="en-US" altLang="zh-CN"/>
          </a:p>
        </p:txBody>
      </p:sp>
      <p:sp>
        <p:nvSpPr>
          <p:cNvPr id="7577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H</a:t>
            </a:r>
          </a:p>
        </p:txBody>
      </p:sp>
      <p:sp>
        <p:nvSpPr>
          <p:cNvPr id="75780" name="Freeform 3"/>
          <p:cNvSpPr>
            <a:spLocks/>
          </p:cNvSpPr>
          <p:nvPr/>
        </p:nvSpPr>
        <p:spPr bwMode="blackWhite">
          <a:xfrm>
            <a:off x="2476500" y="1717675"/>
            <a:ext cx="5038725" cy="1911350"/>
          </a:xfrm>
          <a:custGeom>
            <a:avLst/>
            <a:gdLst>
              <a:gd name="T0" fmla="*/ 0 w 2951"/>
              <a:gd name="T1" fmla="*/ 2147483647 h 1151"/>
              <a:gd name="T2" fmla="*/ 2147483647 w 2951"/>
              <a:gd name="T3" fmla="*/ 2147483647 h 1151"/>
              <a:gd name="T4" fmla="*/ 2147483647 w 2951"/>
              <a:gd name="T5" fmla="*/ 0 h 1151"/>
              <a:gd name="T6" fmla="*/ 2147483647 w 2951"/>
              <a:gd name="T7" fmla="*/ 2147483647 h 1151"/>
              <a:gd name="T8" fmla="*/ 2147483647 w 2951"/>
              <a:gd name="T9" fmla="*/ 2147483647 h 1151"/>
              <a:gd name="T10" fmla="*/ 2147483647 w 2951"/>
              <a:gd name="T11" fmla="*/ 2147483647 h 1151"/>
              <a:gd name="T12" fmla="*/ 0 w 2951"/>
              <a:gd name="T13" fmla="*/ 2147483647 h 1151"/>
              <a:gd name="T14" fmla="*/ 0 w 2951"/>
              <a:gd name="T15" fmla="*/ 2147483647 h 1151"/>
              <a:gd name="T16" fmla="*/ 0 w 2951"/>
              <a:gd name="T17" fmla="*/ 2147483647 h 11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51"/>
              <a:gd name="T28" fmla="*/ 0 h 1151"/>
              <a:gd name="T29" fmla="*/ 2951 w 2951"/>
              <a:gd name="T30" fmla="*/ 1151 h 11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51" h="1151">
                <a:moveTo>
                  <a:pt x="0" y="175"/>
                </a:moveTo>
                <a:lnTo>
                  <a:pt x="2742" y="175"/>
                </a:lnTo>
                <a:lnTo>
                  <a:pt x="2742" y="0"/>
                </a:lnTo>
                <a:lnTo>
                  <a:pt x="2950" y="575"/>
                </a:lnTo>
                <a:lnTo>
                  <a:pt x="2742" y="1150"/>
                </a:lnTo>
                <a:lnTo>
                  <a:pt x="2742" y="983"/>
                </a:lnTo>
                <a:lnTo>
                  <a:pt x="0" y="983"/>
                </a:lnTo>
                <a:lnTo>
                  <a:pt x="0" y="575"/>
                </a:lnTo>
                <a:lnTo>
                  <a:pt x="0" y="17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5781" name="Freeform 4"/>
          <p:cNvSpPr>
            <a:spLocks/>
          </p:cNvSpPr>
          <p:nvPr/>
        </p:nvSpPr>
        <p:spPr bwMode="blackWhite">
          <a:xfrm>
            <a:off x="1724025" y="1127125"/>
            <a:ext cx="2378075" cy="1155700"/>
          </a:xfrm>
          <a:custGeom>
            <a:avLst/>
            <a:gdLst>
              <a:gd name="T0" fmla="*/ 2147483647 w 1392"/>
              <a:gd name="T1" fmla="*/ 0 h 696"/>
              <a:gd name="T2" fmla="*/ 2147483647 w 1392"/>
              <a:gd name="T3" fmla="*/ 0 h 696"/>
              <a:gd name="T4" fmla="*/ 2147483647 w 1392"/>
              <a:gd name="T5" fmla="*/ 2147483647 h 696"/>
              <a:gd name="T6" fmla="*/ 0 w 1392"/>
              <a:gd name="T7" fmla="*/ 0 h 696"/>
              <a:gd name="T8" fmla="*/ 2147483647 w 1392"/>
              <a:gd name="T9" fmla="*/ 0 h 6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92"/>
              <a:gd name="T16" fmla="*/ 0 h 696"/>
              <a:gd name="T17" fmla="*/ 1392 w 1392"/>
              <a:gd name="T18" fmla="*/ 696 h 6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92" h="696">
                <a:moveTo>
                  <a:pt x="16" y="0"/>
                </a:moveTo>
                <a:lnTo>
                  <a:pt x="1391" y="0"/>
                </a:lnTo>
                <a:lnTo>
                  <a:pt x="688" y="695"/>
                </a:lnTo>
                <a:lnTo>
                  <a:pt x="0" y="0"/>
                </a:lnTo>
                <a:lnTo>
                  <a:pt x="16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5782" name="Freeform 5"/>
          <p:cNvSpPr>
            <a:spLocks/>
          </p:cNvSpPr>
          <p:nvPr/>
        </p:nvSpPr>
        <p:spPr bwMode="blackWhite">
          <a:xfrm>
            <a:off x="1730375" y="3084513"/>
            <a:ext cx="2363788" cy="1143000"/>
          </a:xfrm>
          <a:custGeom>
            <a:avLst/>
            <a:gdLst>
              <a:gd name="T0" fmla="*/ 2147483647 w 1384"/>
              <a:gd name="T1" fmla="*/ 2147483647 h 688"/>
              <a:gd name="T2" fmla="*/ 2147483647 w 1384"/>
              <a:gd name="T3" fmla="*/ 2147483647 h 688"/>
              <a:gd name="T4" fmla="*/ 2147483647 w 1384"/>
              <a:gd name="T5" fmla="*/ 0 h 688"/>
              <a:gd name="T6" fmla="*/ 0 w 1384"/>
              <a:gd name="T7" fmla="*/ 2147483647 h 688"/>
              <a:gd name="T8" fmla="*/ 2147483647 w 1384"/>
              <a:gd name="T9" fmla="*/ 2147483647 h 6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84"/>
              <a:gd name="T16" fmla="*/ 0 h 688"/>
              <a:gd name="T17" fmla="*/ 1384 w 1384"/>
              <a:gd name="T18" fmla="*/ 688 h 6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84" h="688">
                <a:moveTo>
                  <a:pt x="16" y="687"/>
                </a:moveTo>
                <a:lnTo>
                  <a:pt x="1383" y="687"/>
                </a:lnTo>
                <a:lnTo>
                  <a:pt x="688" y="0"/>
                </a:lnTo>
                <a:lnTo>
                  <a:pt x="0" y="687"/>
                </a:lnTo>
                <a:lnTo>
                  <a:pt x="16" y="687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5783" name="Freeform 6"/>
          <p:cNvSpPr>
            <a:spLocks/>
          </p:cNvSpPr>
          <p:nvPr/>
        </p:nvSpPr>
        <p:spPr bwMode="blackWhite">
          <a:xfrm>
            <a:off x="1423988" y="1331913"/>
            <a:ext cx="1381125" cy="2695575"/>
          </a:xfrm>
          <a:custGeom>
            <a:avLst/>
            <a:gdLst>
              <a:gd name="T0" fmla="*/ 0 w 809"/>
              <a:gd name="T1" fmla="*/ 2147483647 h 1623"/>
              <a:gd name="T2" fmla="*/ 0 w 809"/>
              <a:gd name="T3" fmla="*/ 0 h 1623"/>
              <a:gd name="T4" fmla="*/ 2147483647 w 809"/>
              <a:gd name="T5" fmla="*/ 2147483647 h 1623"/>
              <a:gd name="T6" fmla="*/ 0 w 809"/>
              <a:gd name="T7" fmla="*/ 2147483647 h 1623"/>
              <a:gd name="T8" fmla="*/ 0 w 809"/>
              <a:gd name="T9" fmla="*/ 2147483647 h 16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9"/>
              <a:gd name="T16" fmla="*/ 0 h 1623"/>
              <a:gd name="T17" fmla="*/ 809 w 809"/>
              <a:gd name="T18" fmla="*/ 1623 h 16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9" h="1623">
                <a:moveTo>
                  <a:pt x="0" y="1598"/>
                </a:moveTo>
                <a:lnTo>
                  <a:pt x="0" y="0"/>
                </a:lnTo>
                <a:lnTo>
                  <a:pt x="808" y="815"/>
                </a:lnTo>
                <a:lnTo>
                  <a:pt x="0" y="1622"/>
                </a:lnTo>
                <a:lnTo>
                  <a:pt x="0" y="159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blackWhite">
          <a:xfrm>
            <a:off x="2435225" y="1184275"/>
            <a:ext cx="955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5785" name="Rectangle 8"/>
          <p:cNvSpPr>
            <a:spLocks noChangeArrowheads="1"/>
          </p:cNvSpPr>
          <p:nvPr/>
        </p:nvSpPr>
        <p:spPr bwMode="blackWhite">
          <a:xfrm>
            <a:off x="1527175" y="2557463"/>
            <a:ext cx="955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5786" name="Rectangle 9"/>
          <p:cNvSpPr>
            <a:spLocks noChangeArrowheads="1"/>
          </p:cNvSpPr>
          <p:nvPr/>
        </p:nvSpPr>
        <p:spPr bwMode="blackWhite">
          <a:xfrm>
            <a:off x="2435225" y="3925888"/>
            <a:ext cx="955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 anchorCtr="1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5787" name="Rectangle 10"/>
          <p:cNvSpPr>
            <a:spLocks noChangeArrowheads="1"/>
          </p:cNvSpPr>
          <p:nvPr/>
        </p:nvSpPr>
        <p:spPr bwMode="blackWhite">
          <a:xfrm>
            <a:off x="2828925" y="2551113"/>
            <a:ext cx="4418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57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57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EE46D2D-13A1-45CB-9879-4C2F05267687}" type="slidenum">
              <a:rPr lang="zh-CN" altLang="en-US" smtClean="0"/>
              <a:pPr defTabSz="895350"/>
              <a:t>72</a:t>
            </a:fld>
            <a:endParaRPr lang="en-US" altLang="zh-CN"/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I</a:t>
            </a:r>
          </a:p>
        </p:txBody>
      </p:sp>
      <p:sp>
        <p:nvSpPr>
          <p:cNvPr id="76804" name="Freeform 3"/>
          <p:cNvSpPr>
            <a:spLocks/>
          </p:cNvSpPr>
          <p:nvPr/>
        </p:nvSpPr>
        <p:spPr bwMode="blackWhite">
          <a:xfrm>
            <a:off x="1651000" y="1146175"/>
            <a:ext cx="5630863" cy="3881438"/>
          </a:xfrm>
          <a:custGeom>
            <a:avLst/>
            <a:gdLst>
              <a:gd name="T0" fmla="*/ 2147483647 w 2629"/>
              <a:gd name="T1" fmla="*/ 0 h 2129"/>
              <a:gd name="T2" fmla="*/ 0 w 2629"/>
              <a:gd name="T3" fmla="*/ 0 h 2129"/>
              <a:gd name="T4" fmla="*/ 0 w 2629"/>
              <a:gd name="T5" fmla="*/ 2147483647 h 2129"/>
              <a:gd name="T6" fmla="*/ 2147483647 w 2629"/>
              <a:gd name="T7" fmla="*/ 2147483647 h 2129"/>
              <a:gd name="T8" fmla="*/ 2147483647 w 2629"/>
              <a:gd name="T9" fmla="*/ 2147483647 h 2129"/>
              <a:gd name="T10" fmla="*/ 2147483647 w 2629"/>
              <a:gd name="T11" fmla="*/ 2147483647 h 2129"/>
              <a:gd name="T12" fmla="*/ 2147483647 w 2629"/>
              <a:gd name="T13" fmla="*/ 2147483647 h 2129"/>
              <a:gd name="T14" fmla="*/ 2147483647 w 2629"/>
              <a:gd name="T15" fmla="*/ 2147483647 h 2129"/>
              <a:gd name="T16" fmla="*/ 0 w 2629"/>
              <a:gd name="T17" fmla="*/ 2147483647 h 2129"/>
              <a:gd name="T18" fmla="*/ 0 w 2629"/>
              <a:gd name="T19" fmla="*/ 2147483647 h 2129"/>
              <a:gd name="T20" fmla="*/ 2147483647 w 2629"/>
              <a:gd name="T21" fmla="*/ 2147483647 h 2129"/>
              <a:gd name="T22" fmla="*/ 2147483647 w 2629"/>
              <a:gd name="T23" fmla="*/ 0 h 212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629"/>
              <a:gd name="T37" fmla="*/ 0 h 2129"/>
              <a:gd name="T38" fmla="*/ 2629 w 2629"/>
              <a:gd name="T39" fmla="*/ 2129 h 212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629" h="2129">
                <a:moveTo>
                  <a:pt x="2629" y="0"/>
                </a:moveTo>
                <a:lnTo>
                  <a:pt x="0" y="0"/>
                </a:lnTo>
                <a:lnTo>
                  <a:pt x="0" y="520"/>
                </a:lnTo>
                <a:lnTo>
                  <a:pt x="1196" y="520"/>
                </a:lnTo>
                <a:lnTo>
                  <a:pt x="1196" y="265"/>
                </a:lnTo>
                <a:lnTo>
                  <a:pt x="1433" y="1060"/>
                </a:lnTo>
                <a:lnTo>
                  <a:pt x="1196" y="1854"/>
                </a:lnTo>
                <a:lnTo>
                  <a:pt x="1196" y="1590"/>
                </a:lnTo>
                <a:lnTo>
                  <a:pt x="0" y="1590"/>
                </a:lnTo>
                <a:lnTo>
                  <a:pt x="0" y="2129"/>
                </a:lnTo>
                <a:lnTo>
                  <a:pt x="2629" y="2129"/>
                </a:lnTo>
                <a:lnTo>
                  <a:pt x="2629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76805" name="Rectangle 4"/>
          <p:cNvSpPr>
            <a:spLocks noChangeArrowheads="1"/>
          </p:cNvSpPr>
          <p:nvPr/>
        </p:nvSpPr>
        <p:spPr bwMode="auto">
          <a:xfrm>
            <a:off x="1700213" y="2963863"/>
            <a:ext cx="2547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6806" name="Rectangle 5"/>
          <p:cNvSpPr>
            <a:spLocks noChangeArrowheads="1"/>
          </p:cNvSpPr>
          <p:nvPr/>
        </p:nvSpPr>
        <p:spPr bwMode="auto">
          <a:xfrm>
            <a:off x="4846638" y="2963863"/>
            <a:ext cx="22907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680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680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F21E012-18FF-435D-B54E-7A2F3E94F726}" type="slidenum">
              <a:rPr lang="zh-CN" altLang="en-US" smtClean="0"/>
              <a:pPr defTabSz="895350"/>
              <a:t>73</a:t>
            </a:fld>
            <a:endParaRPr lang="en-US" altLang="zh-CN"/>
          </a:p>
        </p:txBody>
      </p:sp>
      <p:sp>
        <p:nvSpPr>
          <p:cNvPr id="77827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J</a:t>
            </a:r>
          </a:p>
        </p:txBody>
      </p:sp>
      <p:grpSp>
        <p:nvGrpSpPr>
          <p:cNvPr id="77828" name="Group 3"/>
          <p:cNvGrpSpPr>
            <a:grpSpLocks/>
          </p:cNvGrpSpPr>
          <p:nvPr/>
        </p:nvGrpSpPr>
        <p:grpSpPr bwMode="auto">
          <a:xfrm>
            <a:off x="1693863" y="1146175"/>
            <a:ext cx="5594350" cy="3995738"/>
            <a:chOff x="1464" y="1528"/>
            <a:chExt cx="3391" cy="2495"/>
          </a:xfrm>
        </p:grpSpPr>
        <p:sp>
          <p:nvSpPr>
            <p:cNvPr id="77835" name="Freeform 4"/>
            <p:cNvSpPr>
              <a:spLocks/>
            </p:cNvSpPr>
            <p:nvPr/>
          </p:nvSpPr>
          <p:spPr bwMode="blackWhite">
            <a:xfrm>
              <a:off x="1464" y="3023"/>
              <a:ext cx="1856" cy="720"/>
            </a:xfrm>
            <a:custGeom>
              <a:avLst/>
              <a:gdLst>
                <a:gd name="T0" fmla="*/ 1527 w 1856"/>
                <a:gd name="T1" fmla="*/ 312 h 720"/>
                <a:gd name="T2" fmla="*/ 1527 w 1856"/>
                <a:gd name="T3" fmla="*/ 719 h 720"/>
                <a:gd name="T4" fmla="*/ 1855 w 1856"/>
                <a:gd name="T5" fmla="*/ 0 h 720"/>
                <a:gd name="T6" fmla="*/ 0 w 1856"/>
                <a:gd name="T7" fmla="*/ 0 h 720"/>
                <a:gd name="T8" fmla="*/ 0 w 1856"/>
                <a:gd name="T9" fmla="*/ 312 h 720"/>
                <a:gd name="T10" fmla="*/ 1527 w 1856"/>
                <a:gd name="T11" fmla="*/ 312 h 7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56"/>
                <a:gd name="T19" fmla="*/ 0 h 720"/>
                <a:gd name="T20" fmla="*/ 1856 w 1856"/>
                <a:gd name="T21" fmla="*/ 720 h 7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56" h="720">
                  <a:moveTo>
                    <a:pt x="1527" y="312"/>
                  </a:moveTo>
                  <a:lnTo>
                    <a:pt x="1527" y="719"/>
                  </a:lnTo>
                  <a:lnTo>
                    <a:pt x="1855" y="0"/>
                  </a:lnTo>
                  <a:lnTo>
                    <a:pt x="0" y="0"/>
                  </a:lnTo>
                  <a:lnTo>
                    <a:pt x="0" y="312"/>
                  </a:lnTo>
                  <a:lnTo>
                    <a:pt x="1527" y="312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7836" name="Freeform 5"/>
            <p:cNvSpPr>
              <a:spLocks/>
            </p:cNvSpPr>
            <p:nvPr/>
          </p:nvSpPr>
          <p:spPr bwMode="blackWhite">
            <a:xfrm>
              <a:off x="1464" y="1840"/>
              <a:ext cx="1856" cy="720"/>
            </a:xfrm>
            <a:custGeom>
              <a:avLst/>
              <a:gdLst>
                <a:gd name="T0" fmla="*/ 1527 w 1856"/>
                <a:gd name="T1" fmla="*/ 407 h 720"/>
                <a:gd name="T2" fmla="*/ 1527 w 1856"/>
                <a:gd name="T3" fmla="*/ 0 h 720"/>
                <a:gd name="T4" fmla="*/ 1855 w 1856"/>
                <a:gd name="T5" fmla="*/ 719 h 720"/>
                <a:gd name="T6" fmla="*/ 0 w 1856"/>
                <a:gd name="T7" fmla="*/ 719 h 720"/>
                <a:gd name="T8" fmla="*/ 0 w 1856"/>
                <a:gd name="T9" fmla="*/ 407 h 720"/>
                <a:gd name="T10" fmla="*/ 1527 w 1856"/>
                <a:gd name="T11" fmla="*/ 407 h 7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56"/>
                <a:gd name="T19" fmla="*/ 0 h 720"/>
                <a:gd name="T20" fmla="*/ 1856 w 1856"/>
                <a:gd name="T21" fmla="*/ 720 h 7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56" h="720">
                  <a:moveTo>
                    <a:pt x="1527" y="407"/>
                  </a:moveTo>
                  <a:lnTo>
                    <a:pt x="1527" y="0"/>
                  </a:lnTo>
                  <a:lnTo>
                    <a:pt x="1855" y="719"/>
                  </a:lnTo>
                  <a:lnTo>
                    <a:pt x="0" y="719"/>
                  </a:lnTo>
                  <a:lnTo>
                    <a:pt x="0" y="407"/>
                  </a:lnTo>
                  <a:lnTo>
                    <a:pt x="1527" y="407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7837" name="Freeform 6"/>
            <p:cNvSpPr>
              <a:spLocks/>
            </p:cNvSpPr>
            <p:nvPr/>
          </p:nvSpPr>
          <p:spPr bwMode="blackWhite">
            <a:xfrm>
              <a:off x="1465" y="2615"/>
              <a:ext cx="1959" cy="362"/>
            </a:xfrm>
            <a:custGeom>
              <a:avLst/>
              <a:gdLst>
                <a:gd name="T0" fmla="*/ 0 w 1959"/>
                <a:gd name="T1" fmla="*/ 0 h 362"/>
                <a:gd name="T2" fmla="*/ 1885 w 1959"/>
                <a:gd name="T3" fmla="*/ 0 h 362"/>
                <a:gd name="T4" fmla="*/ 1958 w 1959"/>
                <a:gd name="T5" fmla="*/ 184 h 362"/>
                <a:gd name="T6" fmla="*/ 1882 w 1959"/>
                <a:gd name="T7" fmla="*/ 361 h 362"/>
                <a:gd name="T8" fmla="*/ 0 w 1959"/>
                <a:gd name="T9" fmla="*/ 360 h 362"/>
                <a:gd name="T10" fmla="*/ 0 w 1959"/>
                <a:gd name="T11" fmla="*/ 0 h 3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59"/>
                <a:gd name="T19" fmla="*/ 0 h 362"/>
                <a:gd name="T20" fmla="*/ 1959 w 1959"/>
                <a:gd name="T21" fmla="*/ 362 h 3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59" h="362">
                  <a:moveTo>
                    <a:pt x="0" y="0"/>
                  </a:moveTo>
                  <a:lnTo>
                    <a:pt x="1885" y="0"/>
                  </a:lnTo>
                  <a:lnTo>
                    <a:pt x="1958" y="184"/>
                  </a:lnTo>
                  <a:lnTo>
                    <a:pt x="1882" y="361"/>
                  </a:lnTo>
                  <a:lnTo>
                    <a:pt x="0" y="36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7838" name="Freeform 7"/>
            <p:cNvSpPr>
              <a:spLocks/>
            </p:cNvSpPr>
            <p:nvPr/>
          </p:nvSpPr>
          <p:spPr bwMode="blackWhite">
            <a:xfrm>
              <a:off x="2991" y="1528"/>
              <a:ext cx="1864" cy="2495"/>
            </a:xfrm>
            <a:custGeom>
              <a:avLst/>
              <a:gdLst>
                <a:gd name="T0" fmla="*/ 0 w 1864"/>
                <a:gd name="T1" fmla="*/ 312 h 2495"/>
                <a:gd name="T2" fmla="*/ 1471 w 1864"/>
                <a:gd name="T3" fmla="*/ 312 h 2495"/>
                <a:gd name="T4" fmla="*/ 1471 w 1864"/>
                <a:gd name="T5" fmla="*/ 0 h 2495"/>
                <a:gd name="T6" fmla="*/ 1863 w 1864"/>
                <a:gd name="T7" fmla="*/ 1247 h 2495"/>
                <a:gd name="T8" fmla="*/ 1471 w 1864"/>
                <a:gd name="T9" fmla="*/ 2494 h 2495"/>
                <a:gd name="T10" fmla="*/ 1471 w 1864"/>
                <a:gd name="T11" fmla="*/ 2214 h 2495"/>
                <a:gd name="T12" fmla="*/ 0 w 1864"/>
                <a:gd name="T13" fmla="*/ 2214 h 2495"/>
                <a:gd name="T14" fmla="*/ 432 w 1864"/>
                <a:gd name="T15" fmla="*/ 1263 h 2495"/>
                <a:gd name="T16" fmla="*/ 0 w 1864"/>
                <a:gd name="T17" fmla="*/ 312 h 24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64"/>
                <a:gd name="T28" fmla="*/ 0 h 2495"/>
                <a:gd name="T29" fmla="*/ 1864 w 1864"/>
                <a:gd name="T30" fmla="*/ 2495 h 24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64" h="2495">
                  <a:moveTo>
                    <a:pt x="0" y="312"/>
                  </a:moveTo>
                  <a:lnTo>
                    <a:pt x="1471" y="312"/>
                  </a:lnTo>
                  <a:lnTo>
                    <a:pt x="1471" y="0"/>
                  </a:lnTo>
                  <a:lnTo>
                    <a:pt x="1863" y="1247"/>
                  </a:lnTo>
                  <a:lnTo>
                    <a:pt x="1471" y="2494"/>
                  </a:lnTo>
                  <a:lnTo>
                    <a:pt x="1471" y="2214"/>
                  </a:lnTo>
                  <a:lnTo>
                    <a:pt x="0" y="2214"/>
                  </a:lnTo>
                  <a:lnTo>
                    <a:pt x="432" y="1263"/>
                  </a:lnTo>
                  <a:lnTo>
                    <a:pt x="0" y="312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1808163" y="242411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7830" name="Rectangle 9"/>
          <p:cNvSpPr>
            <a:spLocks noChangeArrowheads="1"/>
          </p:cNvSpPr>
          <p:nvPr/>
        </p:nvSpPr>
        <p:spPr bwMode="auto">
          <a:xfrm>
            <a:off x="1808163" y="3055938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7831" name="Rectangle 10"/>
          <p:cNvSpPr>
            <a:spLocks noChangeArrowheads="1"/>
          </p:cNvSpPr>
          <p:nvPr/>
        </p:nvSpPr>
        <p:spPr bwMode="auto">
          <a:xfrm>
            <a:off x="1779588" y="366871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7832" name="Rectangle 11"/>
          <p:cNvSpPr>
            <a:spLocks noChangeArrowheads="1"/>
          </p:cNvSpPr>
          <p:nvPr/>
        </p:nvSpPr>
        <p:spPr bwMode="auto">
          <a:xfrm>
            <a:off x="5045075" y="3036888"/>
            <a:ext cx="2068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783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783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4D7CC66-7969-4FE3-91DE-D217B66A2B3D}" type="slidenum">
              <a:rPr lang="zh-CN" altLang="en-US" smtClean="0"/>
              <a:pPr defTabSz="895350"/>
              <a:t>74</a:t>
            </a:fld>
            <a:endParaRPr lang="en-US" altLang="zh-CN"/>
          </a:p>
        </p:txBody>
      </p:sp>
      <p:sp>
        <p:nvSpPr>
          <p:cNvPr id="78851" name="AutoShape 2"/>
          <p:cNvSpPr>
            <a:spLocks noChangeArrowheads="1"/>
          </p:cNvSpPr>
          <p:nvPr/>
        </p:nvSpPr>
        <p:spPr bwMode="white">
          <a:xfrm>
            <a:off x="1676400" y="2841625"/>
            <a:ext cx="6000750" cy="244475"/>
          </a:xfrm>
          <a:prstGeom prst="homePlate">
            <a:avLst>
              <a:gd name="adj" fmla="val 465909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78852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K</a:t>
            </a:r>
          </a:p>
        </p:txBody>
      </p:sp>
      <p:grpSp>
        <p:nvGrpSpPr>
          <p:cNvPr id="78853" name="Group 4"/>
          <p:cNvGrpSpPr>
            <a:grpSpLocks/>
          </p:cNvGrpSpPr>
          <p:nvPr/>
        </p:nvGrpSpPr>
        <p:grpSpPr bwMode="auto">
          <a:xfrm>
            <a:off x="1654175" y="1146175"/>
            <a:ext cx="6018213" cy="3630613"/>
            <a:chOff x="1460" y="1728"/>
            <a:chExt cx="3791" cy="2287"/>
          </a:xfrm>
        </p:grpSpPr>
        <p:sp>
          <p:nvSpPr>
            <p:cNvPr id="78862" name="Freeform 5"/>
            <p:cNvSpPr>
              <a:spLocks/>
            </p:cNvSpPr>
            <p:nvPr/>
          </p:nvSpPr>
          <p:spPr bwMode="auto">
            <a:xfrm>
              <a:off x="1468" y="2871"/>
              <a:ext cx="3783" cy="1144"/>
            </a:xfrm>
            <a:custGeom>
              <a:avLst/>
              <a:gdLst>
                <a:gd name="T0" fmla="*/ 0 w 3783"/>
                <a:gd name="T1" fmla="*/ 1143 h 1144"/>
                <a:gd name="T2" fmla="*/ 3070 w 3783"/>
                <a:gd name="T3" fmla="*/ 1143 h 1144"/>
                <a:gd name="T4" fmla="*/ 3782 w 3783"/>
                <a:gd name="T5" fmla="*/ 0 h 1144"/>
                <a:gd name="T6" fmla="*/ 18 w 3783"/>
                <a:gd name="T7" fmla="*/ 0 h 1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83"/>
                <a:gd name="T13" fmla="*/ 0 h 1144"/>
                <a:gd name="T14" fmla="*/ 3783 w 3783"/>
                <a:gd name="T15" fmla="*/ 1144 h 1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83" h="1144">
                  <a:moveTo>
                    <a:pt x="0" y="1143"/>
                  </a:moveTo>
                  <a:lnTo>
                    <a:pt x="3070" y="1143"/>
                  </a:lnTo>
                  <a:lnTo>
                    <a:pt x="3782" y="0"/>
                  </a:lnTo>
                  <a:lnTo>
                    <a:pt x="18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8863" name="Freeform 6"/>
            <p:cNvSpPr>
              <a:spLocks/>
            </p:cNvSpPr>
            <p:nvPr/>
          </p:nvSpPr>
          <p:spPr bwMode="auto">
            <a:xfrm>
              <a:off x="1476" y="2871"/>
              <a:ext cx="3455" cy="728"/>
            </a:xfrm>
            <a:custGeom>
              <a:avLst/>
              <a:gdLst>
                <a:gd name="T0" fmla="*/ 0 w 3455"/>
                <a:gd name="T1" fmla="*/ 727 h 728"/>
                <a:gd name="T2" fmla="*/ 2982 w 3455"/>
                <a:gd name="T3" fmla="*/ 727 h 728"/>
                <a:gd name="T4" fmla="*/ 3454 w 3455"/>
                <a:gd name="T5" fmla="*/ 0 h 728"/>
                <a:gd name="T6" fmla="*/ 10 w 3455"/>
                <a:gd name="T7" fmla="*/ 0 h 7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55"/>
                <a:gd name="T13" fmla="*/ 0 h 728"/>
                <a:gd name="T14" fmla="*/ 3455 w 3455"/>
                <a:gd name="T15" fmla="*/ 728 h 7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55" h="728">
                  <a:moveTo>
                    <a:pt x="0" y="727"/>
                  </a:moveTo>
                  <a:lnTo>
                    <a:pt x="2982" y="727"/>
                  </a:lnTo>
                  <a:lnTo>
                    <a:pt x="3454" y="0"/>
                  </a:lnTo>
                  <a:lnTo>
                    <a:pt x="1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8864" name="Freeform 7"/>
            <p:cNvSpPr>
              <a:spLocks/>
            </p:cNvSpPr>
            <p:nvPr/>
          </p:nvSpPr>
          <p:spPr bwMode="auto">
            <a:xfrm>
              <a:off x="1476" y="2871"/>
              <a:ext cx="3103" cy="361"/>
            </a:xfrm>
            <a:custGeom>
              <a:avLst/>
              <a:gdLst>
                <a:gd name="T0" fmla="*/ 0 w 3103"/>
                <a:gd name="T1" fmla="*/ 360 h 361"/>
                <a:gd name="T2" fmla="*/ 2902 w 3103"/>
                <a:gd name="T3" fmla="*/ 360 h 361"/>
                <a:gd name="T4" fmla="*/ 3102 w 3103"/>
                <a:gd name="T5" fmla="*/ 0 h 361"/>
                <a:gd name="T6" fmla="*/ 4 w 3103"/>
                <a:gd name="T7" fmla="*/ 0 h 3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3"/>
                <a:gd name="T13" fmla="*/ 0 h 361"/>
                <a:gd name="T14" fmla="*/ 3103 w 3103"/>
                <a:gd name="T15" fmla="*/ 361 h 3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3" h="361">
                  <a:moveTo>
                    <a:pt x="0" y="360"/>
                  </a:moveTo>
                  <a:lnTo>
                    <a:pt x="2902" y="360"/>
                  </a:lnTo>
                  <a:lnTo>
                    <a:pt x="3102" y="0"/>
                  </a:lnTo>
                  <a:lnTo>
                    <a:pt x="4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8865" name="Freeform 8"/>
            <p:cNvSpPr>
              <a:spLocks/>
            </p:cNvSpPr>
            <p:nvPr/>
          </p:nvSpPr>
          <p:spPr bwMode="auto">
            <a:xfrm>
              <a:off x="1460" y="1728"/>
              <a:ext cx="3789" cy="1144"/>
            </a:xfrm>
            <a:custGeom>
              <a:avLst/>
              <a:gdLst>
                <a:gd name="T0" fmla="*/ 0 w 3789"/>
                <a:gd name="T1" fmla="*/ 0 h 1144"/>
                <a:gd name="T2" fmla="*/ 3075 w 3789"/>
                <a:gd name="T3" fmla="*/ 0 h 1144"/>
                <a:gd name="T4" fmla="*/ 3788 w 3789"/>
                <a:gd name="T5" fmla="*/ 1143 h 1144"/>
                <a:gd name="T6" fmla="*/ 16 w 3789"/>
                <a:gd name="T7" fmla="*/ 1143 h 1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89"/>
                <a:gd name="T13" fmla="*/ 0 h 1144"/>
                <a:gd name="T14" fmla="*/ 3789 w 3789"/>
                <a:gd name="T15" fmla="*/ 1144 h 1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89" h="1144">
                  <a:moveTo>
                    <a:pt x="0" y="0"/>
                  </a:moveTo>
                  <a:lnTo>
                    <a:pt x="3075" y="0"/>
                  </a:lnTo>
                  <a:lnTo>
                    <a:pt x="3788" y="1143"/>
                  </a:lnTo>
                  <a:lnTo>
                    <a:pt x="16" y="114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8866" name="Freeform 9"/>
            <p:cNvSpPr>
              <a:spLocks/>
            </p:cNvSpPr>
            <p:nvPr/>
          </p:nvSpPr>
          <p:spPr bwMode="auto">
            <a:xfrm>
              <a:off x="1476" y="2144"/>
              <a:ext cx="3447" cy="728"/>
            </a:xfrm>
            <a:custGeom>
              <a:avLst/>
              <a:gdLst>
                <a:gd name="T0" fmla="*/ 0 w 3447"/>
                <a:gd name="T1" fmla="*/ 0 h 728"/>
                <a:gd name="T2" fmla="*/ 2974 w 3447"/>
                <a:gd name="T3" fmla="*/ 0 h 728"/>
                <a:gd name="T4" fmla="*/ 3446 w 3447"/>
                <a:gd name="T5" fmla="*/ 727 h 728"/>
                <a:gd name="T6" fmla="*/ 0 w 3447"/>
                <a:gd name="T7" fmla="*/ 727 h 7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47"/>
                <a:gd name="T13" fmla="*/ 0 h 728"/>
                <a:gd name="T14" fmla="*/ 3447 w 3447"/>
                <a:gd name="T15" fmla="*/ 728 h 7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47" h="728">
                  <a:moveTo>
                    <a:pt x="0" y="0"/>
                  </a:moveTo>
                  <a:lnTo>
                    <a:pt x="2974" y="0"/>
                  </a:lnTo>
                  <a:lnTo>
                    <a:pt x="3446" y="727"/>
                  </a:lnTo>
                  <a:lnTo>
                    <a:pt x="0" y="727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8867" name="Freeform 10"/>
            <p:cNvSpPr>
              <a:spLocks/>
            </p:cNvSpPr>
            <p:nvPr/>
          </p:nvSpPr>
          <p:spPr bwMode="auto">
            <a:xfrm>
              <a:off x="1468" y="2511"/>
              <a:ext cx="3111" cy="361"/>
            </a:xfrm>
            <a:custGeom>
              <a:avLst/>
              <a:gdLst>
                <a:gd name="T0" fmla="*/ 0 w 3111"/>
                <a:gd name="T1" fmla="*/ 0 h 361"/>
                <a:gd name="T2" fmla="*/ 2902 w 3111"/>
                <a:gd name="T3" fmla="*/ 0 h 361"/>
                <a:gd name="T4" fmla="*/ 3110 w 3111"/>
                <a:gd name="T5" fmla="*/ 360 h 361"/>
                <a:gd name="T6" fmla="*/ 9 w 3111"/>
                <a:gd name="T7" fmla="*/ 360 h 3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11"/>
                <a:gd name="T13" fmla="*/ 0 h 361"/>
                <a:gd name="T14" fmla="*/ 3111 w 3111"/>
                <a:gd name="T15" fmla="*/ 361 h 3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11" h="361">
                  <a:moveTo>
                    <a:pt x="0" y="0"/>
                  </a:moveTo>
                  <a:lnTo>
                    <a:pt x="2902" y="0"/>
                  </a:lnTo>
                  <a:lnTo>
                    <a:pt x="3110" y="360"/>
                  </a:lnTo>
                  <a:lnTo>
                    <a:pt x="9" y="36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78854" name="Rectangle 11"/>
          <p:cNvSpPr>
            <a:spLocks noChangeArrowheads="1"/>
          </p:cNvSpPr>
          <p:nvPr/>
        </p:nvSpPr>
        <p:spPr bwMode="auto">
          <a:xfrm>
            <a:off x="1733550" y="1355725"/>
            <a:ext cx="4614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8855" name="Rectangle 12"/>
          <p:cNvSpPr>
            <a:spLocks noChangeArrowheads="1"/>
          </p:cNvSpPr>
          <p:nvPr/>
        </p:nvSpPr>
        <p:spPr bwMode="auto">
          <a:xfrm>
            <a:off x="1733550" y="1976438"/>
            <a:ext cx="4614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8856" name="Rectangle 13"/>
          <p:cNvSpPr>
            <a:spLocks noChangeArrowheads="1"/>
          </p:cNvSpPr>
          <p:nvPr/>
        </p:nvSpPr>
        <p:spPr bwMode="auto">
          <a:xfrm>
            <a:off x="1733550" y="2559050"/>
            <a:ext cx="4614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8857" name="Rectangle 14"/>
          <p:cNvSpPr>
            <a:spLocks noChangeArrowheads="1"/>
          </p:cNvSpPr>
          <p:nvPr/>
        </p:nvSpPr>
        <p:spPr bwMode="auto">
          <a:xfrm>
            <a:off x="1733550" y="3121025"/>
            <a:ext cx="4614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8858" name="Rectangle 15"/>
          <p:cNvSpPr>
            <a:spLocks noChangeArrowheads="1"/>
          </p:cNvSpPr>
          <p:nvPr/>
        </p:nvSpPr>
        <p:spPr bwMode="auto">
          <a:xfrm>
            <a:off x="1733550" y="3703638"/>
            <a:ext cx="4614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8859" name="Rectangle 16"/>
          <p:cNvSpPr>
            <a:spLocks noChangeArrowheads="1"/>
          </p:cNvSpPr>
          <p:nvPr/>
        </p:nvSpPr>
        <p:spPr bwMode="auto">
          <a:xfrm>
            <a:off x="1733550" y="4325938"/>
            <a:ext cx="4614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88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886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AAA0439-C23A-4511-BBE9-472589F0047A}" type="slidenum">
              <a:rPr lang="zh-CN" altLang="en-US" smtClean="0"/>
              <a:pPr defTabSz="895350"/>
              <a:t>75</a:t>
            </a:fld>
            <a:endParaRPr lang="en-US" altLang="zh-CN"/>
          </a:p>
        </p:txBody>
      </p:sp>
      <p:sp>
        <p:nvSpPr>
          <p:cNvPr id="79875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N</a:t>
            </a:r>
          </a:p>
        </p:txBody>
      </p:sp>
      <p:grpSp>
        <p:nvGrpSpPr>
          <p:cNvPr id="79876" name="Group 3"/>
          <p:cNvGrpSpPr>
            <a:grpSpLocks/>
          </p:cNvGrpSpPr>
          <p:nvPr/>
        </p:nvGrpSpPr>
        <p:grpSpPr bwMode="auto">
          <a:xfrm>
            <a:off x="1455738" y="1146175"/>
            <a:ext cx="6042025" cy="3314700"/>
            <a:chOff x="917" y="915"/>
            <a:chExt cx="3806" cy="2088"/>
          </a:xfrm>
        </p:grpSpPr>
        <p:sp>
          <p:nvSpPr>
            <p:cNvPr id="79883" name="Freeform 4"/>
            <p:cNvSpPr>
              <a:spLocks/>
            </p:cNvSpPr>
            <p:nvPr/>
          </p:nvSpPr>
          <p:spPr bwMode="blackWhite">
            <a:xfrm>
              <a:off x="3319" y="915"/>
              <a:ext cx="1404" cy="2088"/>
            </a:xfrm>
            <a:custGeom>
              <a:avLst/>
              <a:gdLst>
                <a:gd name="T0" fmla="*/ 0 w 1576"/>
                <a:gd name="T1" fmla="*/ 145 h 2415"/>
                <a:gd name="T2" fmla="*/ 695 w 1576"/>
                <a:gd name="T3" fmla="*/ 145 h 2415"/>
                <a:gd name="T4" fmla="*/ 695 w 1576"/>
                <a:gd name="T5" fmla="*/ 0 h 2415"/>
                <a:gd name="T6" fmla="*/ 1114 w 1576"/>
                <a:gd name="T7" fmla="*/ 770 h 2415"/>
                <a:gd name="T8" fmla="*/ 695 w 1576"/>
                <a:gd name="T9" fmla="*/ 1560 h 2415"/>
                <a:gd name="T10" fmla="*/ 695 w 1576"/>
                <a:gd name="T11" fmla="*/ 1436 h 2415"/>
                <a:gd name="T12" fmla="*/ 0 w 1576"/>
                <a:gd name="T13" fmla="*/ 1436 h 24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76"/>
                <a:gd name="T22" fmla="*/ 0 h 2415"/>
                <a:gd name="T23" fmla="*/ 1576 w 1576"/>
                <a:gd name="T24" fmla="*/ 2415 h 24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76" h="2415">
                  <a:moveTo>
                    <a:pt x="0" y="224"/>
                  </a:moveTo>
                  <a:lnTo>
                    <a:pt x="983" y="224"/>
                  </a:lnTo>
                  <a:lnTo>
                    <a:pt x="983" y="0"/>
                  </a:lnTo>
                  <a:lnTo>
                    <a:pt x="1575" y="1191"/>
                  </a:lnTo>
                  <a:lnTo>
                    <a:pt x="983" y="2414"/>
                  </a:lnTo>
                  <a:lnTo>
                    <a:pt x="983" y="2222"/>
                  </a:lnTo>
                  <a:lnTo>
                    <a:pt x="0" y="2222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9884" name="Freeform 5"/>
            <p:cNvSpPr>
              <a:spLocks/>
            </p:cNvSpPr>
            <p:nvPr/>
          </p:nvSpPr>
          <p:spPr bwMode="blackWhite">
            <a:xfrm>
              <a:off x="2613" y="1109"/>
              <a:ext cx="1127" cy="1728"/>
            </a:xfrm>
            <a:custGeom>
              <a:avLst/>
              <a:gdLst>
                <a:gd name="T0" fmla="*/ 0 w 1265"/>
                <a:gd name="T1" fmla="*/ 170 h 1999"/>
                <a:gd name="T2" fmla="*/ 560 w 1265"/>
                <a:gd name="T3" fmla="*/ 170 h 1999"/>
                <a:gd name="T4" fmla="*/ 560 w 1265"/>
                <a:gd name="T5" fmla="*/ 0 h 1999"/>
                <a:gd name="T6" fmla="*/ 894 w 1265"/>
                <a:gd name="T7" fmla="*/ 635 h 1999"/>
                <a:gd name="T8" fmla="*/ 560 w 1265"/>
                <a:gd name="T9" fmla="*/ 1291 h 1999"/>
                <a:gd name="T10" fmla="*/ 560 w 1265"/>
                <a:gd name="T11" fmla="*/ 1141 h 1999"/>
                <a:gd name="T12" fmla="*/ 5 w 1265"/>
                <a:gd name="T13" fmla="*/ 1141 h 19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5"/>
                <a:gd name="T22" fmla="*/ 0 h 1999"/>
                <a:gd name="T23" fmla="*/ 1265 w 1265"/>
                <a:gd name="T24" fmla="*/ 1999 h 19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5" h="1999">
                  <a:moveTo>
                    <a:pt x="0" y="264"/>
                  </a:moveTo>
                  <a:lnTo>
                    <a:pt x="792" y="264"/>
                  </a:lnTo>
                  <a:lnTo>
                    <a:pt x="792" y="0"/>
                  </a:lnTo>
                  <a:lnTo>
                    <a:pt x="1264" y="983"/>
                  </a:lnTo>
                  <a:lnTo>
                    <a:pt x="792" y="1998"/>
                  </a:lnTo>
                  <a:lnTo>
                    <a:pt x="792" y="1766"/>
                  </a:lnTo>
                  <a:lnTo>
                    <a:pt x="8" y="1766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9885" name="Freeform 6"/>
            <p:cNvSpPr>
              <a:spLocks/>
            </p:cNvSpPr>
            <p:nvPr/>
          </p:nvSpPr>
          <p:spPr bwMode="blackWhite">
            <a:xfrm>
              <a:off x="2071" y="1337"/>
              <a:ext cx="871" cy="1299"/>
            </a:xfrm>
            <a:custGeom>
              <a:avLst/>
              <a:gdLst>
                <a:gd name="T0" fmla="*/ 0 w 977"/>
                <a:gd name="T1" fmla="*/ 169 h 1503"/>
                <a:gd name="T2" fmla="*/ 431 w 977"/>
                <a:gd name="T3" fmla="*/ 169 h 1503"/>
                <a:gd name="T4" fmla="*/ 431 w 977"/>
                <a:gd name="T5" fmla="*/ 0 h 1503"/>
                <a:gd name="T6" fmla="*/ 692 w 977"/>
                <a:gd name="T7" fmla="*/ 485 h 1503"/>
                <a:gd name="T8" fmla="*/ 431 w 977"/>
                <a:gd name="T9" fmla="*/ 970 h 1503"/>
                <a:gd name="T10" fmla="*/ 431 w 977"/>
                <a:gd name="T11" fmla="*/ 806 h 1503"/>
                <a:gd name="T12" fmla="*/ 0 w 977"/>
                <a:gd name="T13" fmla="*/ 806 h 15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77"/>
                <a:gd name="T22" fmla="*/ 0 h 1503"/>
                <a:gd name="T23" fmla="*/ 977 w 977"/>
                <a:gd name="T24" fmla="*/ 1503 h 150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77" h="1503">
                  <a:moveTo>
                    <a:pt x="0" y="263"/>
                  </a:moveTo>
                  <a:lnTo>
                    <a:pt x="608" y="263"/>
                  </a:lnTo>
                  <a:lnTo>
                    <a:pt x="608" y="0"/>
                  </a:lnTo>
                  <a:lnTo>
                    <a:pt x="976" y="751"/>
                  </a:lnTo>
                  <a:lnTo>
                    <a:pt x="608" y="1502"/>
                  </a:lnTo>
                  <a:lnTo>
                    <a:pt x="608" y="1247"/>
                  </a:lnTo>
                  <a:lnTo>
                    <a:pt x="0" y="1247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9886" name="Freeform 7"/>
            <p:cNvSpPr>
              <a:spLocks/>
            </p:cNvSpPr>
            <p:nvPr/>
          </p:nvSpPr>
          <p:spPr bwMode="blackWhite">
            <a:xfrm>
              <a:off x="924" y="1564"/>
              <a:ext cx="1362" cy="852"/>
            </a:xfrm>
            <a:custGeom>
              <a:avLst/>
              <a:gdLst>
                <a:gd name="T0" fmla="*/ 0 w 1528"/>
                <a:gd name="T1" fmla="*/ 135 h 985"/>
                <a:gd name="T2" fmla="*/ 910 w 1528"/>
                <a:gd name="T3" fmla="*/ 135 h 985"/>
                <a:gd name="T4" fmla="*/ 910 w 1528"/>
                <a:gd name="T5" fmla="*/ 0 h 985"/>
                <a:gd name="T6" fmla="*/ 1081 w 1528"/>
                <a:gd name="T7" fmla="*/ 305 h 985"/>
                <a:gd name="T8" fmla="*/ 910 w 1528"/>
                <a:gd name="T9" fmla="*/ 637 h 985"/>
                <a:gd name="T10" fmla="*/ 910 w 1528"/>
                <a:gd name="T11" fmla="*/ 486 h 985"/>
                <a:gd name="T12" fmla="*/ 0 w 1528"/>
                <a:gd name="T13" fmla="*/ 486 h 9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28"/>
                <a:gd name="T22" fmla="*/ 0 h 985"/>
                <a:gd name="T23" fmla="*/ 1528 w 1528"/>
                <a:gd name="T24" fmla="*/ 985 h 9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28" h="985">
                  <a:moveTo>
                    <a:pt x="0" y="208"/>
                  </a:moveTo>
                  <a:lnTo>
                    <a:pt x="1284" y="208"/>
                  </a:lnTo>
                  <a:lnTo>
                    <a:pt x="1284" y="0"/>
                  </a:lnTo>
                  <a:lnTo>
                    <a:pt x="1527" y="472"/>
                  </a:lnTo>
                  <a:lnTo>
                    <a:pt x="1284" y="984"/>
                  </a:lnTo>
                  <a:lnTo>
                    <a:pt x="1284" y="752"/>
                  </a:lnTo>
                  <a:lnTo>
                    <a:pt x="0" y="752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9887" name="Line 8"/>
            <p:cNvSpPr>
              <a:spLocks noChangeShapeType="1"/>
            </p:cNvSpPr>
            <p:nvPr/>
          </p:nvSpPr>
          <p:spPr bwMode="blackWhite">
            <a:xfrm flipH="1">
              <a:off x="917" y="1102"/>
              <a:ext cx="23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9888" name="Line 9"/>
            <p:cNvSpPr>
              <a:spLocks noChangeShapeType="1"/>
            </p:cNvSpPr>
            <p:nvPr/>
          </p:nvSpPr>
          <p:spPr bwMode="blackWhite">
            <a:xfrm flipH="1">
              <a:off x="917" y="1337"/>
              <a:ext cx="16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9889" name="Line 10"/>
            <p:cNvSpPr>
              <a:spLocks noChangeShapeType="1"/>
            </p:cNvSpPr>
            <p:nvPr/>
          </p:nvSpPr>
          <p:spPr bwMode="blackWhite">
            <a:xfrm flipH="1">
              <a:off x="917" y="1564"/>
              <a:ext cx="10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9890" name="Line 11"/>
            <p:cNvSpPr>
              <a:spLocks noChangeShapeType="1"/>
            </p:cNvSpPr>
            <p:nvPr/>
          </p:nvSpPr>
          <p:spPr bwMode="blackWhite">
            <a:xfrm flipH="1">
              <a:off x="917" y="2422"/>
              <a:ext cx="10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9891" name="Line 12"/>
            <p:cNvSpPr>
              <a:spLocks noChangeShapeType="1"/>
            </p:cNvSpPr>
            <p:nvPr/>
          </p:nvSpPr>
          <p:spPr bwMode="blackWhite">
            <a:xfrm flipH="1">
              <a:off x="917" y="2629"/>
              <a:ext cx="16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9892" name="Line 13"/>
            <p:cNvSpPr>
              <a:spLocks noChangeShapeType="1"/>
            </p:cNvSpPr>
            <p:nvPr/>
          </p:nvSpPr>
          <p:spPr bwMode="blackWhite">
            <a:xfrm flipH="1">
              <a:off x="917" y="2829"/>
              <a:ext cx="23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79877" name="Rectangle 14"/>
          <p:cNvSpPr>
            <a:spLocks noChangeArrowheads="1"/>
          </p:cNvSpPr>
          <p:nvPr/>
        </p:nvSpPr>
        <p:spPr bwMode="auto">
          <a:xfrm>
            <a:off x="1570038" y="2698750"/>
            <a:ext cx="1682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9878" name="Rectangle 15"/>
          <p:cNvSpPr>
            <a:spLocks noChangeArrowheads="1"/>
          </p:cNvSpPr>
          <p:nvPr/>
        </p:nvSpPr>
        <p:spPr bwMode="auto">
          <a:xfrm>
            <a:off x="3706813" y="2711450"/>
            <a:ext cx="820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9879" name="Rectangle 16"/>
          <p:cNvSpPr>
            <a:spLocks noChangeArrowheads="1"/>
          </p:cNvSpPr>
          <p:nvPr/>
        </p:nvSpPr>
        <p:spPr bwMode="auto">
          <a:xfrm>
            <a:off x="4737100" y="2711450"/>
            <a:ext cx="10112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9880" name="Rectangle 17"/>
          <p:cNvSpPr>
            <a:spLocks noChangeArrowheads="1"/>
          </p:cNvSpPr>
          <p:nvPr/>
        </p:nvSpPr>
        <p:spPr bwMode="auto">
          <a:xfrm>
            <a:off x="6034088" y="2711450"/>
            <a:ext cx="1296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7988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7988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21BB1B5-4196-4C11-809D-77B024C15DAE}" type="slidenum">
              <a:rPr lang="zh-CN" altLang="en-US" smtClean="0"/>
              <a:pPr defTabSz="895350"/>
              <a:t>76</a:t>
            </a:fld>
            <a:endParaRPr lang="en-US" altLang="zh-CN"/>
          </a:p>
        </p:txBody>
      </p:sp>
      <p:sp>
        <p:nvSpPr>
          <p:cNvPr id="80899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P</a:t>
            </a:r>
          </a:p>
        </p:txBody>
      </p:sp>
      <p:grpSp>
        <p:nvGrpSpPr>
          <p:cNvPr id="80900" name="Group 3"/>
          <p:cNvGrpSpPr>
            <a:grpSpLocks/>
          </p:cNvGrpSpPr>
          <p:nvPr/>
        </p:nvGrpSpPr>
        <p:grpSpPr bwMode="auto">
          <a:xfrm>
            <a:off x="1514475" y="1146175"/>
            <a:ext cx="6029325" cy="3271838"/>
            <a:chOff x="1152" y="1680"/>
            <a:chExt cx="4263" cy="2383"/>
          </a:xfrm>
        </p:grpSpPr>
        <p:sp>
          <p:nvSpPr>
            <p:cNvPr id="80906" name="Freeform 4"/>
            <p:cNvSpPr>
              <a:spLocks/>
            </p:cNvSpPr>
            <p:nvPr/>
          </p:nvSpPr>
          <p:spPr bwMode="blackWhite">
            <a:xfrm>
              <a:off x="1152" y="1680"/>
              <a:ext cx="3559" cy="896"/>
            </a:xfrm>
            <a:custGeom>
              <a:avLst/>
              <a:gdLst>
                <a:gd name="T0" fmla="*/ 0 w 3559"/>
                <a:gd name="T1" fmla="*/ 496 h 896"/>
                <a:gd name="T2" fmla="*/ 2943 w 3559"/>
                <a:gd name="T3" fmla="*/ 496 h 896"/>
                <a:gd name="T4" fmla="*/ 2663 w 3559"/>
                <a:gd name="T5" fmla="*/ 0 h 896"/>
                <a:gd name="T6" fmla="*/ 3063 w 3559"/>
                <a:gd name="T7" fmla="*/ 0 h 896"/>
                <a:gd name="T8" fmla="*/ 3558 w 3559"/>
                <a:gd name="T9" fmla="*/ 895 h 896"/>
                <a:gd name="T10" fmla="*/ 0 w 3559"/>
                <a:gd name="T11" fmla="*/ 895 h 8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59"/>
                <a:gd name="T19" fmla="*/ 0 h 896"/>
                <a:gd name="T20" fmla="*/ 3559 w 3559"/>
                <a:gd name="T21" fmla="*/ 896 h 89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59" h="896">
                  <a:moveTo>
                    <a:pt x="0" y="496"/>
                  </a:moveTo>
                  <a:lnTo>
                    <a:pt x="2943" y="496"/>
                  </a:lnTo>
                  <a:lnTo>
                    <a:pt x="2663" y="0"/>
                  </a:lnTo>
                  <a:lnTo>
                    <a:pt x="3063" y="0"/>
                  </a:lnTo>
                  <a:lnTo>
                    <a:pt x="3558" y="895"/>
                  </a:lnTo>
                  <a:lnTo>
                    <a:pt x="0" y="89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0907" name="Freeform 5"/>
            <p:cNvSpPr>
              <a:spLocks/>
            </p:cNvSpPr>
            <p:nvPr/>
          </p:nvSpPr>
          <p:spPr bwMode="blackWhite">
            <a:xfrm>
              <a:off x="1152" y="3167"/>
              <a:ext cx="3559" cy="896"/>
            </a:xfrm>
            <a:custGeom>
              <a:avLst/>
              <a:gdLst>
                <a:gd name="T0" fmla="*/ 0 w 3559"/>
                <a:gd name="T1" fmla="*/ 399 h 896"/>
                <a:gd name="T2" fmla="*/ 2943 w 3559"/>
                <a:gd name="T3" fmla="*/ 399 h 896"/>
                <a:gd name="T4" fmla="*/ 2687 w 3559"/>
                <a:gd name="T5" fmla="*/ 895 h 896"/>
                <a:gd name="T6" fmla="*/ 3087 w 3559"/>
                <a:gd name="T7" fmla="*/ 895 h 896"/>
                <a:gd name="T8" fmla="*/ 3558 w 3559"/>
                <a:gd name="T9" fmla="*/ 0 h 896"/>
                <a:gd name="T10" fmla="*/ 0 w 3559"/>
                <a:gd name="T11" fmla="*/ 0 h 8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59"/>
                <a:gd name="T19" fmla="*/ 0 h 896"/>
                <a:gd name="T20" fmla="*/ 3559 w 3559"/>
                <a:gd name="T21" fmla="*/ 896 h 89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59" h="896">
                  <a:moveTo>
                    <a:pt x="0" y="399"/>
                  </a:moveTo>
                  <a:lnTo>
                    <a:pt x="2943" y="399"/>
                  </a:lnTo>
                  <a:lnTo>
                    <a:pt x="2687" y="895"/>
                  </a:lnTo>
                  <a:lnTo>
                    <a:pt x="3087" y="895"/>
                  </a:lnTo>
                  <a:lnTo>
                    <a:pt x="355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0908" name="Freeform 6"/>
            <p:cNvSpPr>
              <a:spLocks/>
            </p:cNvSpPr>
            <p:nvPr/>
          </p:nvSpPr>
          <p:spPr bwMode="blackWhite">
            <a:xfrm>
              <a:off x="1152" y="1680"/>
              <a:ext cx="4263" cy="2383"/>
            </a:xfrm>
            <a:custGeom>
              <a:avLst/>
              <a:gdLst>
                <a:gd name="T0" fmla="*/ 0 w 4263"/>
                <a:gd name="T1" fmla="*/ 991 h 2383"/>
                <a:gd name="T2" fmla="*/ 3750 w 4263"/>
                <a:gd name="T3" fmla="*/ 991 h 2383"/>
                <a:gd name="T4" fmla="*/ 3207 w 4263"/>
                <a:gd name="T5" fmla="*/ 0 h 2383"/>
                <a:gd name="T6" fmla="*/ 3630 w 4263"/>
                <a:gd name="T7" fmla="*/ 0 h 2383"/>
                <a:gd name="T8" fmla="*/ 4262 w 4263"/>
                <a:gd name="T9" fmla="*/ 1207 h 2383"/>
                <a:gd name="T10" fmla="*/ 3630 w 4263"/>
                <a:gd name="T11" fmla="*/ 2382 h 2383"/>
                <a:gd name="T12" fmla="*/ 3254 w 4263"/>
                <a:gd name="T13" fmla="*/ 2382 h 2383"/>
                <a:gd name="T14" fmla="*/ 3774 w 4263"/>
                <a:gd name="T15" fmla="*/ 1391 h 2383"/>
                <a:gd name="T16" fmla="*/ 0 w 4263"/>
                <a:gd name="T17" fmla="*/ 1391 h 23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263"/>
                <a:gd name="T28" fmla="*/ 0 h 2383"/>
                <a:gd name="T29" fmla="*/ 4263 w 4263"/>
                <a:gd name="T30" fmla="*/ 2383 h 23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263" h="2383">
                  <a:moveTo>
                    <a:pt x="0" y="991"/>
                  </a:moveTo>
                  <a:lnTo>
                    <a:pt x="3750" y="991"/>
                  </a:lnTo>
                  <a:lnTo>
                    <a:pt x="3207" y="0"/>
                  </a:lnTo>
                  <a:lnTo>
                    <a:pt x="3630" y="0"/>
                  </a:lnTo>
                  <a:lnTo>
                    <a:pt x="4262" y="1207"/>
                  </a:lnTo>
                  <a:lnTo>
                    <a:pt x="3630" y="2382"/>
                  </a:lnTo>
                  <a:lnTo>
                    <a:pt x="3254" y="2382"/>
                  </a:lnTo>
                  <a:lnTo>
                    <a:pt x="3774" y="1391"/>
                  </a:lnTo>
                  <a:lnTo>
                    <a:pt x="0" y="1391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80901" name="Rectangle 7"/>
          <p:cNvSpPr>
            <a:spLocks noChangeArrowheads="1"/>
          </p:cNvSpPr>
          <p:nvPr/>
        </p:nvSpPr>
        <p:spPr bwMode="auto">
          <a:xfrm>
            <a:off x="1552575" y="2008188"/>
            <a:ext cx="42529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0902" name="Rectangle 8"/>
          <p:cNvSpPr>
            <a:spLocks noChangeArrowheads="1"/>
          </p:cNvSpPr>
          <p:nvPr/>
        </p:nvSpPr>
        <p:spPr bwMode="auto">
          <a:xfrm>
            <a:off x="1552575" y="2644775"/>
            <a:ext cx="5307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0903" name="Rectangle 9"/>
          <p:cNvSpPr>
            <a:spLocks noChangeArrowheads="1"/>
          </p:cNvSpPr>
          <p:nvPr/>
        </p:nvSpPr>
        <p:spPr bwMode="auto">
          <a:xfrm>
            <a:off x="1552575" y="3330575"/>
            <a:ext cx="42529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09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09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476A6E5-83C5-4F80-B92C-CA09AB0D49C0}" type="slidenum">
              <a:rPr lang="zh-CN" altLang="en-US" smtClean="0"/>
              <a:pPr defTabSz="895350"/>
              <a:t>77</a:t>
            </a:fld>
            <a:endParaRPr lang="en-US" altLang="zh-CN"/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LINEAR Q</a:t>
            </a:r>
          </a:p>
        </p:txBody>
      </p:sp>
      <p:sp>
        <p:nvSpPr>
          <p:cNvPr id="81924" name="Freeform 3"/>
          <p:cNvSpPr>
            <a:spLocks/>
          </p:cNvSpPr>
          <p:nvPr/>
        </p:nvSpPr>
        <p:spPr bwMode="blackWhite">
          <a:xfrm>
            <a:off x="2047875" y="1146175"/>
            <a:ext cx="4870450" cy="4464050"/>
          </a:xfrm>
          <a:custGeom>
            <a:avLst/>
            <a:gdLst>
              <a:gd name="T0" fmla="*/ 2147483647 w 3068"/>
              <a:gd name="T1" fmla="*/ 2147483647 h 2812"/>
              <a:gd name="T2" fmla="*/ 0 w 3068"/>
              <a:gd name="T3" fmla="*/ 2147483647 h 2812"/>
              <a:gd name="T4" fmla="*/ 0 w 3068"/>
              <a:gd name="T5" fmla="*/ 2147483647 h 2812"/>
              <a:gd name="T6" fmla="*/ 2147483647 w 3068"/>
              <a:gd name="T7" fmla="*/ 2147483647 h 2812"/>
              <a:gd name="T8" fmla="*/ 2147483647 w 3068"/>
              <a:gd name="T9" fmla="*/ 2147483647 h 2812"/>
              <a:gd name="T10" fmla="*/ 2147483647 w 3068"/>
              <a:gd name="T11" fmla="*/ 2147483647 h 2812"/>
              <a:gd name="T12" fmla="*/ 2147483647 w 3068"/>
              <a:gd name="T13" fmla="*/ 2147483647 h 2812"/>
              <a:gd name="T14" fmla="*/ 2147483647 w 3068"/>
              <a:gd name="T15" fmla="*/ 2147483647 h 2812"/>
              <a:gd name="T16" fmla="*/ 0 w 3068"/>
              <a:gd name="T17" fmla="*/ 2147483647 h 2812"/>
              <a:gd name="T18" fmla="*/ 0 w 3068"/>
              <a:gd name="T19" fmla="*/ 2147483647 h 2812"/>
              <a:gd name="T20" fmla="*/ 2147483647 w 3068"/>
              <a:gd name="T21" fmla="*/ 2147483647 h 2812"/>
              <a:gd name="T22" fmla="*/ 2147483647 w 3068"/>
              <a:gd name="T23" fmla="*/ 2147483647 h 2812"/>
              <a:gd name="T24" fmla="*/ 2147483647 w 3068"/>
              <a:gd name="T25" fmla="*/ 2147483647 h 2812"/>
              <a:gd name="T26" fmla="*/ 2147483647 w 3068"/>
              <a:gd name="T27" fmla="*/ 0 h 2812"/>
              <a:gd name="T28" fmla="*/ 2147483647 w 3068"/>
              <a:gd name="T29" fmla="*/ 2147483647 h 281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068"/>
              <a:gd name="T46" fmla="*/ 0 h 2812"/>
              <a:gd name="T47" fmla="*/ 3068 w 3068"/>
              <a:gd name="T48" fmla="*/ 2812 h 281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068" h="2812">
                <a:moveTo>
                  <a:pt x="2629" y="350"/>
                </a:moveTo>
                <a:lnTo>
                  <a:pt x="0" y="350"/>
                </a:lnTo>
                <a:lnTo>
                  <a:pt x="0" y="870"/>
                </a:lnTo>
                <a:lnTo>
                  <a:pt x="1196" y="870"/>
                </a:lnTo>
                <a:lnTo>
                  <a:pt x="1196" y="615"/>
                </a:lnTo>
                <a:lnTo>
                  <a:pt x="1433" y="1410"/>
                </a:lnTo>
                <a:lnTo>
                  <a:pt x="1196" y="2204"/>
                </a:lnTo>
                <a:lnTo>
                  <a:pt x="1196" y="1940"/>
                </a:lnTo>
                <a:lnTo>
                  <a:pt x="0" y="1940"/>
                </a:lnTo>
                <a:lnTo>
                  <a:pt x="0" y="2479"/>
                </a:lnTo>
                <a:lnTo>
                  <a:pt x="2629" y="2479"/>
                </a:lnTo>
                <a:lnTo>
                  <a:pt x="2629" y="2811"/>
                </a:lnTo>
                <a:lnTo>
                  <a:pt x="3067" y="1410"/>
                </a:lnTo>
                <a:lnTo>
                  <a:pt x="2629" y="0"/>
                </a:lnTo>
                <a:lnTo>
                  <a:pt x="2629" y="35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2090738" y="3255963"/>
            <a:ext cx="2219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1926" name="Rectangle 5"/>
          <p:cNvSpPr>
            <a:spLocks noChangeArrowheads="1"/>
          </p:cNvSpPr>
          <p:nvPr/>
        </p:nvSpPr>
        <p:spPr bwMode="auto">
          <a:xfrm>
            <a:off x="4392613" y="3255963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192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192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9F7697C-D148-439C-987D-13220FD0C48D}" type="slidenum">
              <a:rPr lang="zh-CN" altLang="en-US" smtClean="0"/>
              <a:pPr defTabSz="895350"/>
              <a:t>78</a:t>
            </a:fld>
            <a:endParaRPr lang="en-US" altLang="zh-CN"/>
          </a:p>
        </p:txBody>
      </p:sp>
      <p:sp>
        <p:nvSpPr>
          <p:cNvPr id="829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PROPELLER</a:t>
            </a:r>
          </a:p>
        </p:txBody>
      </p:sp>
      <p:grpSp>
        <p:nvGrpSpPr>
          <p:cNvPr id="82948" name="Group 3"/>
          <p:cNvGrpSpPr>
            <a:grpSpLocks/>
          </p:cNvGrpSpPr>
          <p:nvPr/>
        </p:nvGrpSpPr>
        <p:grpSpPr bwMode="auto">
          <a:xfrm>
            <a:off x="1868488" y="1146175"/>
            <a:ext cx="5022850" cy="4614863"/>
            <a:chOff x="2149" y="1744"/>
            <a:chExt cx="2052" cy="1937"/>
          </a:xfrm>
        </p:grpSpPr>
        <p:sp>
          <p:nvSpPr>
            <p:cNvPr id="82954" name="Freeform 4"/>
            <p:cNvSpPr>
              <a:spLocks/>
            </p:cNvSpPr>
            <p:nvPr/>
          </p:nvSpPr>
          <p:spPr bwMode="blackWhite">
            <a:xfrm>
              <a:off x="3010" y="2535"/>
              <a:ext cx="898" cy="1146"/>
            </a:xfrm>
            <a:custGeom>
              <a:avLst/>
              <a:gdLst>
                <a:gd name="T0" fmla="*/ 286 w 898"/>
                <a:gd name="T1" fmla="*/ 0 h 1146"/>
                <a:gd name="T2" fmla="*/ 297 w 898"/>
                <a:gd name="T3" fmla="*/ 6 h 1146"/>
                <a:gd name="T4" fmla="*/ 308 w 898"/>
                <a:gd name="T5" fmla="*/ 14 h 1146"/>
                <a:gd name="T6" fmla="*/ 319 w 898"/>
                <a:gd name="T7" fmla="*/ 25 h 1146"/>
                <a:gd name="T8" fmla="*/ 330 w 898"/>
                <a:gd name="T9" fmla="*/ 38 h 1146"/>
                <a:gd name="T10" fmla="*/ 339 w 898"/>
                <a:gd name="T11" fmla="*/ 53 h 1146"/>
                <a:gd name="T12" fmla="*/ 348 w 898"/>
                <a:gd name="T13" fmla="*/ 67 h 1146"/>
                <a:gd name="T14" fmla="*/ 356 w 898"/>
                <a:gd name="T15" fmla="*/ 85 h 1146"/>
                <a:gd name="T16" fmla="*/ 362 w 898"/>
                <a:gd name="T17" fmla="*/ 101 h 1146"/>
                <a:gd name="T18" fmla="*/ 367 w 898"/>
                <a:gd name="T19" fmla="*/ 118 h 1146"/>
                <a:gd name="T20" fmla="*/ 370 w 898"/>
                <a:gd name="T21" fmla="*/ 135 h 1146"/>
                <a:gd name="T22" fmla="*/ 371 w 898"/>
                <a:gd name="T23" fmla="*/ 151 h 1146"/>
                <a:gd name="T24" fmla="*/ 371 w 898"/>
                <a:gd name="T25" fmla="*/ 166 h 1146"/>
                <a:gd name="T26" fmla="*/ 197 w 898"/>
                <a:gd name="T27" fmla="*/ 842 h 1146"/>
                <a:gd name="T28" fmla="*/ 196 w 898"/>
                <a:gd name="T29" fmla="*/ 853 h 1146"/>
                <a:gd name="T30" fmla="*/ 195 w 898"/>
                <a:gd name="T31" fmla="*/ 862 h 1146"/>
                <a:gd name="T32" fmla="*/ 0 w 898"/>
                <a:gd name="T33" fmla="*/ 810 h 1146"/>
                <a:gd name="T34" fmla="*/ 379 w 898"/>
                <a:gd name="T35" fmla="*/ 1145 h 1146"/>
                <a:gd name="T36" fmla="*/ 874 w 898"/>
                <a:gd name="T37" fmla="*/ 1044 h 1146"/>
                <a:gd name="T38" fmla="*/ 674 w 898"/>
                <a:gd name="T39" fmla="*/ 990 h 1146"/>
                <a:gd name="T40" fmla="*/ 679 w 898"/>
                <a:gd name="T41" fmla="*/ 982 h 1146"/>
                <a:gd name="T42" fmla="*/ 682 w 898"/>
                <a:gd name="T43" fmla="*/ 972 h 1146"/>
                <a:gd name="T44" fmla="*/ 895 w 898"/>
                <a:gd name="T45" fmla="*/ 180 h 1146"/>
                <a:gd name="T46" fmla="*/ 897 w 898"/>
                <a:gd name="T47" fmla="*/ 168 h 1146"/>
                <a:gd name="T48" fmla="*/ 897 w 898"/>
                <a:gd name="T49" fmla="*/ 156 h 1146"/>
                <a:gd name="T50" fmla="*/ 894 w 898"/>
                <a:gd name="T51" fmla="*/ 143 h 1146"/>
                <a:gd name="T52" fmla="*/ 889 w 898"/>
                <a:gd name="T53" fmla="*/ 132 h 1146"/>
                <a:gd name="T54" fmla="*/ 881 w 898"/>
                <a:gd name="T55" fmla="*/ 122 h 1146"/>
                <a:gd name="T56" fmla="*/ 873 w 898"/>
                <a:gd name="T57" fmla="*/ 114 h 1146"/>
                <a:gd name="T58" fmla="*/ 862 w 898"/>
                <a:gd name="T59" fmla="*/ 107 h 1146"/>
                <a:gd name="T60" fmla="*/ 851 w 898"/>
                <a:gd name="T61" fmla="*/ 103 h 1146"/>
                <a:gd name="T62" fmla="*/ 800 w 898"/>
                <a:gd name="T63" fmla="*/ 86 h 1146"/>
                <a:gd name="T64" fmla="*/ 750 w 898"/>
                <a:gd name="T65" fmla="*/ 72 h 1146"/>
                <a:gd name="T66" fmla="*/ 698 w 898"/>
                <a:gd name="T67" fmla="*/ 60 h 1146"/>
                <a:gd name="T68" fmla="*/ 646 w 898"/>
                <a:gd name="T69" fmla="*/ 50 h 1146"/>
                <a:gd name="T70" fmla="*/ 594 w 898"/>
                <a:gd name="T71" fmla="*/ 43 h 1146"/>
                <a:gd name="T72" fmla="*/ 286 w 898"/>
                <a:gd name="T73" fmla="*/ 0 h 114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98"/>
                <a:gd name="T112" fmla="*/ 0 h 1146"/>
                <a:gd name="T113" fmla="*/ 898 w 898"/>
                <a:gd name="T114" fmla="*/ 1146 h 114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98" h="1146">
                  <a:moveTo>
                    <a:pt x="286" y="0"/>
                  </a:moveTo>
                  <a:lnTo>
                    <a:pt x="297" y="6"/>
                  </a:lnTo>
                  <a:lnTo>
                    <a:pt x="308" y="14"/>
                  </a:lnTo>
                  <a:lnTo>
                    <a:pt x="319" y="25"/>
                  </a:lnTo>
                  <a:lnTo>
                    <a:pt x="330" y="38"/>
                  </a:lnTo>
                  <a:lnTo>
                    <a:pt x="339" y="53"/>
                  </a:lnTo>
                  <a:lnTo>
                    <a:pt x="348" y="67"/>
                  </a:lnTo>
                  <a:lnTo>
                    <a:pt x="356" y="85"/>
                  </a:lnTo>
                  <a:lnTo>
                    <a:pt x="362" y="101"/>
                  </a:lnTo>
                  <a:lnTo>
                    <a:pt x="367" y="118"/>
                  </a:lnTo>
                  <a:lnTo>
                    <a:pt x="370" y="135"/>
                  </a:lnTo>
                  <a:lnTo>
                    <a:pt x="371" y="151"/>
                  </a:lnTo>
                  <a:lnTo>
                    <a:pt x="371" y="166"/>
                  </a:lnTo>
                  <a:lnTo>
                    <a:pt x="197" y="842"/>
                  </a:lnTo>
                  <a:lnTo>
                    <a:pt x="196" y="853"/>
                  </a:lnTo>
                  <a:lnTo>
                    <a:pt x="195" y="862"/>
                  </a:lnTo>
                  <a:lnTo>
                    <a:pt x="0" y="810"/>
                  </a:lnTo>
                  <a:lnTo>
                    <a:pt x="379" y="1145"/>
                  </a:lnTo>
                  <a:lnTo>
                    <a:pt x="874" y="1044"/>
                  </a:lnTo>
                  <a:lnTo>
                    <a:pt x="674" y="990"/>
                  </a:lnTo>
                  <a:lnTo>
                    <a:pt x="679" y="982"/>
                  </a:lnTo>
                  <a:lnTo>
                    <a:pt x="682" y="972"/>
                  </a:lnTo>
                  <a:lnTo>
                    <a:pt x="895" y="180"/>
                  </a:lnTo>
                  <a:lnTo>
                    <a:pt x="897" y="168"/>
                  </a:lnTo>
                  <a:lnTo>
                    <a:pt x="897" y="156"/>
                  </a:lnTo>
                  <a:lnTo>
                    <a:pt x="894" y="143"/>
                  </a:lnTo>
                  <a:lnTo>
                    <a:pt x="889" y="132"/>
                  </a:lnTo>
                  <a:lnTo>
                    <a:pt x="881" y="122"/>
                  </a:lnTo>
                  <a:lnTo>
                    <a:pt x="873" y="114"/>
                  </a:lnTo>
                  <a:lnTo>
                    <a:pt x="862" y="107"/>
                  </a:lnTo>
                  <a:lnTo>
                    <a:pt x="851" y="103"/>
                  </a:lnTo>
                  <a:lnTo>
                    <a:pt x="800" y="86"/>
                  </a:lnTo>
                  <a:lnTo>
                    <a:pt x="750" y="72"/>
                  </a:lnTo>
                  <a:lnTo>
                    <a:pt x="698" y="60"/>
                  </a:lnTo>
                  <a:lnTo>
                    <a:pt x="646" y="50"/>
                  </a:lnTo>
                  <a:lnTo>
                    <a:pt x="594" y="43"/>
                  </a:lnTo>
                  <a:lnTo>
                    <a:pt x="286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2955" name="Freeform 5"/>
            <p:cNvSpPr>
              <a:spLocks/>
            </p:cNvSpPr>
            <p:nvPr/>
          </p:nvSpPr>
          <p:spPr bwMode="blackWhite">
            <a:xfrm>
              <a:off x="3059" y="1744"/>
              <a:ext cx="1142" cy="903"/>
            </a:xfrm>
            <a:custGeom>
              <a:avLst/>
              <a:gdLst>
                <a:gd name="T0" fmla="*/ 95 w 1142"/>
                <a:gd name="T1" fmla="*/ 902 h 903"/>
                <a:gd name="T2" fmla="*/ 100 w 1142"/>
                <a:gd name="T3" fmla="*/ 885 h 903"/>
                <a:gd name="T4" fmla="*/ 109 w 1142"/>
                <a:gd name="T5" fmla="*/ 869 h 903"/>
                <a:gd name="T6" fmla="*/ 120 w 1142"/>
                <a:gd name="T7" fmla="*/ 852 h 903"/>
                <a:gd name="T8" fmla="*/ 134 w 1142"/>
                <a:gd name="T9" fmla="*/ 837 h 903"/>
                <a:gd name="T10" fmla="*/ 151 w 1142"/>
                <a:gd name="T11" fmla="*/ 822 h 903"/>
                <a:gd name="T12" fmla="*/ 170 w 1142"/>
                <a:gd name="T13" fmla="*/ 807 h 903"/>
                <a:gd name="T14" fmla="*/ 192 w 1142"/>
                <a:gd name="T15" fmla="*/ 793 h 903"/>
                <a:gd name="T16" fmla="*/ 215 w 1142"/>
                <a:gd name="T17" fmla="*/ 782 h 903"/>
                <a:gd name="T18" fmla="*/ 240 w 1142"/>
                <a:gd name="T19" fmla="*/ 771 h 903"/>
                <a:gd name="T20" fmla="*/ 267 w 1142"/>
                <a:gd name="T21" fmla="*/ 761 h 903"/>
                <a:gd name="T22" fmla="*/ 919 w 1142"/>
                <a:gd name="T23" fmla="*/ 704 h 903"/>
                <a:gd name="T24" fmla="*/ 929 w 1142"/>
                <a:gd name="T25" fmla="*/ 702 h 903"/>
                <a:gd name="T26" fmla="*/ 939 w 1142"/>
                <a:gd name="T27" fmla="*/ 699 h 903"/>
                <a:gd name="T28" fmla="*/ 956 w 1142"/>
                <a:gd name="T29" fmla="*/ 900 h 903"/>
                <a:gd name="T30" fmla="*/ 1141 w 1142"/>
                <a:gd name="T31" fmla="*/ 430 h 903"/>
                <a:gd name="T32" fmla="*/ 877 w 1142"/>
                <a:gd name="T33" fmla="*/ 0 h 903"/>
                <a:gd name="T34" fmla="*/ 895 w 1142"/>
                <a:gd name="T35" fmla="*/ 205 h 903"/>
                <a:gd name="T36" fmla="*/ 885 w 1142"/>
                <a:gd name="T37" fmla="*/ 204 h 903"/>
                <a:gd name="T38" fmla="*/ 875 w 1142"/>
                <a:gd name="T39" fmla="*/ 204 h 903"/>
                <a:gd name="T40" fmla="*/ 57 w 1142"/>
                <a:gd name="T41" fmla="*/ 275 h 903"/>
                <a:gd name="T42" fmla="*/ 45 w 1142"/>
                <a:gd name="T43" fmla="*/ 277 h 903"/>
                <a:gd name="T44" fmla="*/ 34 w 1142"/>
                <a:gd name="T45" fmla="*/ 282 h 903"/>
                <a:gd name="T46" fmla="*/ 24 w 1142"/>
                <a:gd name="T47" fmla="*/ 289 h 903"/>
                <a:gd name="T48" fmla="*/ 14 w 1142"/>
                <a:gd name="T49" fmla="*/ 298 h 903"/>
                <a:gd name="T50" fmla="*/ 7 w 1142"/>
                <a:gd name="T51" fmla="*/ 308 h 903"/>
                <a:gd name="T52" fmla="*/ 2 w 1142"/>
                <a:gd name="T53" fmla="*/ 319 h 903"/>
                <a:gd name="T54" fmla="*/ 0 w 1142"/>
                <a:gd name="T55" fmla="*/ 331 h 903"/>
                <a:gd name="T56" fmla="*/ 0 w 1142"/>
                <a:gd name="T57" fmla="*/ 343 h 903"/>
                <a:gd name="T58" fmla="*/ 6 w 1142"/>
                <a:gd name="T59" fmla="*/ 419 h 903"/>
                <a:gd name="T60" fmla="*/ 14 w 1142"/>
                <a:gd name="T61" fmla="*/ 494 h 903"/>
                <a:gd name="T62" fmla="*/ 25 w 1142"/>
                <a:gd name="T63" fmla="*/ 569 h 903"/>
                <a:gd name="T64" fmla="*/ 39 w 1142"/>
                <a:gd name="T65" fmla="*/ 643 h 903"/>
                <a:gd name="T66" fmla="*/ 57 w 1142"/>
                <a:gd name="T67" fmla="*/ 729 h 903"/>
                <a:gd name="T68" fmla="*/ 75 w 1142"/>
                <a:gd name="T69" fmla="*/ 816 h 903"/>
                <a:gd name="T70" fmla="*/ 95 w 1142"/>
                <a:gd name="T71" fmla="*/ 902 h 90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2"/>
                <a:gd name="T109" fmla="*/ 0 h 903"/>
                <a:gd name="T110" fmla="*/ 1142 w 1142"/>
                <a:gd name="T111" fmla="*/ 903 h 90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2" h="903">
                  <a:moveTo>
                    <a:pt x="95" y="902"/>
                  </a:moveTo>
                  <a:lnTo>
                    <a:pt x="100" y="885"/>
                  </a:lnTo>
                  <a:lnTo>
                    <a:pt x="109" y="869"/>
                  </a:lnTo>
                  <a:lnTo>
                    <a:pt x="120" y="852"/>
                  </a:lnTo>
                  <a:lnTo>
                    <a:pt x="134" y="837"/>
                  </a:lnTo>
                  <a:lnTo>
                    <a:pt x="151" y="822"/>
                  </a:lnTo>
                  <a:lnTo>
                    <a:pt x="170" y="807"/>
                  </a:lnTo>
                  <a:lnTo>
                    <a:pt x="192" y="793"/>
                  </a:lnTo>
                  <a:lnTo>
                    <a:pt x="215" y="782"/>
                  </a:lnTo>
                  <a:lnTo>
                    <a:pt x="240" y="771"/>
                  </a:lnTo>
                  <a:lnTo>
                    <a:pt x="267" y="761"/>
                  </a:lnTo>
                  <a:lnTo>
                    <a:pt x="919" y="704"/>
                  </a:lnTo>
                  <a:lnTo>
                    <a:pt x="929" y="702"/>
                  </a:lnTo>
                  <a:lnTo>
                    <a:pt x="939" y="699"/>
                  </a:lnTo>
                  <a:lnTo>
                    <a:pt x="956" y="900"/>
                  </a:lnTo>
                  <a:lnTo>
                    <a:pt x="1141" y="430"/>
                  </a:lnTo>
                  <a:lnTo>
                    <a:pt x="877" y="0"/>
                  </a:lnTo>
                  <a:lnTo>
                    <a:pt x="895" y="205"/>
                  </a:lnTo>
                  <a:lnTo>
                    <a:pt x="885" y="204"/>
                  </a:lnTo>
                  <a:lnTo>
                    <a:pt x="875" y="204"/>
                  </a:lnTo>
                  <a:lnTo>
                    <a:pt x="57" y="275"/>
                  </a:lnTo>
                  <a:lnTo>
                    <a:pt x="45" y="277"/>
                  </a:lnTo>
                  <a:lnTo>
                    <a:pt x="34" y="282"/>
                  </a:lnTo>
                  <a:lnTo>
                    <a:pt x="24" y="289"/>
                  </a:lnTo>
                  <a:lnTo>
                    <a:pt x="14" y="298"/>
                  </a:lnTo>
                  <a:lnTo>
                    <a:pt x="7" y="308"/>
                  </a:lnTo>
                  <a:lnTo>
                    <a:pt x="2" y="319"/>
                  </a:lnTo>
                  <a:lnTo>
                    <a:pt x="0" y="331"/>
                  </a:lnTo>
                  <a:lnTo>
                    <a:pt x="0" y="343"/>
                  </a:lnTo>
                  <a:lnTo>
                    <a:pt x="6" y="419"/>
                  </a:lnTo>
                  <a:lnTo>
                    <a:pt x="14" y="494"/>
                  </a:lnTo>
                  <a:lnTo>
                    <a:pt x="25" y="569"/>
                  </a:lnTo>
                  <a:lnTo>
                    <a:pt x="39" y="643"/>
                  </a:lnTo>
                  <a:lnTo>
                    <a:pt x="57" y="729"/>
                  </a:lnTo>
                  <a:lnTo>
                    <a:pt x="75" y="816"/>
                  </a:lnTo>
                  <a:lnTo>
                    <a:pt x="95" y="902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2956" name="Freeform 6"/>
            <p:cNvSpPr>
              <a:spLocks/>
            </p:cNvSpPr>
            <p:nvPr/>
          </p:nvSpPr>
          <p:spPr bwMode="blackWhite">
            <a:xfrm>
              <a:off x="2149" y="2090"/>
              <a:ext cx="1214" cy="1092"/>
            </a:xfrm>
            <a:custGeom>
              <a:avLst/>
              <a:gdLst>
                <a:gd name="T0" fmla="*/ 1213 w 1214"/>
                <a:gd name="T1" fmla="*/ 609 h 1092"/>
                <a:gd name="T2" fmla="*/ 1196 w 1214"/>
                <a:gd name="T3" fmla="*/ 626 h 1092"/>
                <a:gd name="T4" fmla="*/ 1178 w 1214"/>
                <a:gd name="T5" fmla="*/ 640 h 1092"/>
                <a:gd name="T6" fmla="*/ 1159 w 1214"/>
                <a:gd name="T7" fmla="*/ 652 h 1092"/>
                <a:gd name="T8" fmla="*/ 1138 w 1214"/>
                <a:gd name="T9" fmla="*/ 661 h 1092"/>
                <a:gd name="T10" fmla="*/ 1116 w 1214"/>
                <a:gd name="T11" fmla="*/ 667 h 1092"/>
                <a:gd name="T12" fmla="*/ 1099 w 1214"/>
                <a:gd name="T13" fmla="*/ 666 h 1092"/>
                <a:gd name="T14" fmla="*/ 1082 w 1214"/>
                <a:gd name="T15" fmla="*/ 662 h 1092"/>
                <a:gd name="T16" fmla="*/ 1065 w 1214"/>
                <a:gd name="T17" fmla="*/ 656 h 1092"/>
                <a:gd name="T18" fmla="*/ 1047 w 1214"/>
                <a:gd name="T19" fmla="*/ 647 h 1092"/>
                <a:gd name="T20" fmla="*/ 1029 w 1214"/>
                <a:gd name="T21" fmla="*/ 636 h 1092"/>
                <a:gd name="T22" fmla="*/ 1011 w 1214"/>
                <a:gd name="T23" fmla="*/ 623 h 1092"/>
                <a:gd name="T24" fmla="*/ 993 w 1214"/>
                <a:gd name="T25" fmla="*/ 608 h 1092"/>
                <a:gd name="T26" fmla="*/ 977 w 1214"/>
                <a:gd name="T27" fmla="*/ 591 h 1092"/>
                <a:gd name="T28" fmla="*/ 469 w 1214"/>
                <a:gd name="T29" fmla="*/ 165 h 1092"/>
                <a:gd name="T30" fmla="*/ 461 w 1214"/>
                <a:gd name="T31" fmla="*/ 159 h 1092"/>
                <a:gd name="T32" fmla="*/ 451 w 1214"/>
                <a:gd name="T33" fmla="*/ 155 h 1092"/>
                <a:gd name="T34" fmla="*/ 581 w 1214"/>
                <a:gd name="T35" fmla="*/ 0 h 1092"/>
                <a:gd name="T36" fmla="*/ 117 w 1214"/>
                <a:gd name="T37" fmla="*/ 201 h 1092"/>
                <a:gd name="T38" fmla="*/ 0 w 1214"/>
                <a:gd name="T39" fmla="*/ 693 h 1092"/>
                <a:gd name="T40" fmla="*/ 133 w 1214"/>
                <a:gd name="T41" fmla="*/ 534 h 1092"/>
                <a:gd name="T42" fmla="*/ 138 w 1214"/>
                <a:gd name="T43" fmla="*/ 543 h 1092"/>
                <a:gd name="T44" fmla="*/ 145 w 1214"/>
                <a:gd name="T45" fmla="*/ 549 h 1092"/>
                <a:gd name="T46" fmla="*/ 775 w 1214"/>
                <a:gd name="T47" fmla="*/ 1077 h 1092"/>
                <a:gd name="T48" fmla="*/ 785 w 1214"/>
                <a:gd name="T49" fmla="*/ 1084 h 1092"/>
                <a:gd name="T50" fmla="*/ 797 w 1214"/>
                <a:gd name="T51" fmla="*/ 1089 h 1092"/>
                <a:gd name="T52" fmla="*/ 808 w 1214"/>
                <a:gd name="T53" fmla="*/ 1091 h 1092"/>
                <a:gd name="T54" fmla="*/ 821 w 1214"/>
                <a:gd name="T55" fmla="*/ 1091 h 1092"/>
                <a:gd name="T56" fmla="*/ 833 w 1214"/>
                <a:gd name="T57" fmla="*/ 1089 h 1092"/>
                <a:gd name="T58" fmla="*/ 844 w 1214"/>
                <a:gd name="T59" fmla="*/ 1085 h 1092"/>
                <a:gd name="T60" fmla="*/ 855 w 1214"/>
                <a:gd name="T61" fmla="*/ 1078 h 1092"/>
                <a:gd name="T62" fmla="*/ 863 w 1214"/>
                <a:gd name="T63" fmla="*/ 1069 h 1092"/>
                <a:gd name="T64" fmla="*/ 1089 w 1214"/>
                <a:gd name="T65" fmla="*/ 803 h 1092"/>
                <a:gd name="T66" fmla="*/ 1108 w 1214"/>
                <a:gd name="T67" fmla="*/ 778 h 1092"/>
                <a:gd name="T68" fmla="*/ 1128 w 1214"/>
                <a:gd name="T69" fmla="*/ 752 h 1092"/>
                <a:gd name="T70" fmla="*/ 1146 w 1214"/>
                <a:gd name="T71" fmla="*/ 724 h 1092"/>
                <a:gd name="T72" fmla="*/ 1164 w 1214"/>
                <a:gd name="T73" fmla="*/ 696 h 1092"/>
                <a:gd name="T74" fmla="*/ 1182 w 1214"/>
                <a:gd name="T75" fmla="*/ 667 h 1092"/>
                <a:gd name="T76" fmla="*/ 1198 w 1214"/>
                <a:gd name="T77" fmla="*/ 638 h 1092"/>
                <a:gd name="T78" fmla="*/ 1213 w 1214"/>
                <a:gd name="T79" fmla="*/ 609 h 10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214"/>
                <a:gd name="T121" fmla="*/ 0 h 1092"/>
                <a:gd name="T122" fmla="*/ 1214 w 1214"/>
                <a:gd name="T123" fmla="*/ 1092 h 109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214" h="1092">
                  <a:moveTo>
                    <a:pt x="1213" y="609"/>
                  </a:moveTo>
                  <a:lnTo>
                    <a:pt x="1196" y="626"/>
                  </a:lnTo>
                  <a:lnTo>
                    <a:pt x="1178" y="640"/>
                  </a:lnTo>
                  <a:lnTo>
                    <a:pt x="1159" y="652"/>
                  </a:lnTo>
                  <a:lnTo>
                    <a:pt x="1138" y="661"/>
                  </a:lnTo>
                  <a:lnTo>
                    <a:pt x="1116" y="667"/>
                  </a:lnTo>
                  <a:lnTo>
                    <a:pt x="1099" y="666"/>
                  </a:lnTo>
                  <a:lnTo>
                    <a:pt x="1082" y="662"/>
                  </a:lnTo>
                  <a:lnTo>
                    <a:pt x="1065" y="656"/>
                  </a:lnTo>
                  <a:lnTo>
                    <a:pt x="1047" y="647"/>
                  </a:lnTo>
                  <a:lnTo>
                    <a:pt x="1029" y="636"/>
                  </a:lnTo>
                  <a:lnTo>
                    <a:pt x="1011" y="623"/>
                  </a:lnTo>
                  <a:lnTo>
                    <a:pt x="993" y="608"/>
                  </a:lnTo>
                  <a:lnTo>
                    <a:pt x="977" y="591"/>
                  </a:lnTo>
                  <a:lnTo>
                    <a:pt x="469" y="165"/>
                  </a:lnTo>
                  <a:lnTo>
                    <a:pt x="461" y="159"/>
                  </a:lnTo>
                  <a:lnTo>
                    <a:pt x="451" y="155"/>
                  </a:lnTo>
                  <a:lnTo>
                    <a:pt x="581" y="0"/>
                  </a:lnTo>
                  <a:lnTo>
                    <a:pt x="117" y="201"/>
                  </a:lnTo>
                  <a:lnTo>
                    <a:pt x="0" y="693"/>
                  </a:lnTo>
                  <a:lnTo>
                    <a:pt x="133" y="534"/>
                  </a:lnTo>
                  <a:lnTo>
                    <a:pt x="138" y="543"/>
                  </a:lnTo>
                  <a:lnTo>
                    <a:pt x="145" y="549"/>
                  </a:lnTo>
                  <a:lnTo>
                    <a:pt x="775" y="1077"/>
                  </a:lnTo>
                  <a:lnTo>
                    <a:pt x="785" y="1084"/>
                  </a:lnTo>
                  <a:lnTo>
                    <a:pt x="797" y="1089"/>
                  </a:lnTo>
                  <a:lnTo>
                    <a:pt x="808" y="1091"/>
                  </a:lnTo>
                  <a:lnTo>
                    <a:pt x="821" y="1091"/>
                  </a:lnTo>
                  <a:lnTo>
                    <a:pt x="833" y="1089"/>
                  </a:lnTo>
                  <a:lnTo>
                    <a:pt x="844" y="1085"/>
                  </a:lnTo>
                  <a:lnTo>
                    <a:pt x="855" y="1078"/>
                  </a:lnTo>
                  <a:lnTo>
                    <a:pt x="863" y="1069"/>
                  </a:lnTo>
                  <a:lnTo>
                    <a:pt x="1089" y="803"/>
                  </a:lnTo>
                  <a:lnTo>
                    <a:pt x="1108" y="778"/>
                  </a:lnTo>
                  <a:lnTo>
                    <a:pt x="1128" y="752"/>
                  </a:lnTo>
                  <a:lnTo>
                    <a:pt x="1146" y="724"/>
                  </a:lnTo>
                  <a:lnTo>
                    <a:pt x="1164" y="696"/>
                  </a:lnTo>
                  <a:lnTo>
                    <a:pt x="1182" y="667"/>
                  </a:lnTo>
                  <a:lnTo>
                    <a:pt x="1198" y="638"/>
                  </a:lnTo>
                  <a:lnTo>
                    <a:pt x="1213" y="609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2957" name="Oval 7"/>
            <p:cNvSpPr>
              <a:spLocks noChangeArrowheads="1"/>
            </p:cNvSpPr>
            <p:nvPr/>
          </p:nvSpPr>
          <p:spPr bwMode="blackWhite">
            <a:xfrm>
              <a:off x="3148" y="2512"/>
              <a:ext cx="250" cy="25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82949" name="Rectangle 8"/>
          <p:cNvSpPr>
            <a:spLocks noChangeArrowheads="1"/>
          </p:cNvSpPr>
          <p:nvPr/>
        </p:nvSpPr>
        <p:spPr bwMode="auto">
          <a:xfrm rot="2297149">
            <a:off x="2697163" y="3328988"/>
            <a:ext cx="1444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2950" name="Rectangle 9"/>
          <p:cNvSpPr>
            <a:spLocks noChangeArrowheads="1"/>
          </p:cNvSpPr>
          <p:nvPr/>
        </p:nvSpPr>
        <p:spPr bwMode="auto">
          <a:xfrm rot="-296552">
            <a:off x="4741863" y="2271713"/>
            <a:ext cx="1447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2951" name="Rectangle 10"/>
          <p:cNvSpPr>
            <a:spLocks noChangeArrowheads="1"/>
          </p:cNvSpPr>
          <p:nvPr/>
        </p:nvSpPr>
        <p:spPr bwMode="auto">
          <a:xfrm rot="-4375175">
            <a:off x="4628357" y="4293394"/>
            <a:ext cx="14049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295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295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B6A3725-F48C-4E79-8428-8507E8FC8E43}" type="slidenum">
              <a:rPr lang="zh-CN" altLang="en-US" smtClean="0"/>
              <a:pPr defTabSz="895350"/>
              <a:t>79</a:t>
            </a:fld>
            <a:endParaRPr lang="en-US" altLang="zh-CN"/>
          </a:p>
        </p:txBody>
      </p:sp>
      <p:sp>
        <p:nvSpPr>
          <p:cNvPr id="8397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STEP 5</a:t>
            </a:r>
          </a:p>
        </p:txBody>
      </p:sp>
      <p:sp>
        <p:nvSpPr>
          <p:cNvPr id="83972" name="Freeform 3"/>
          <p:cNvSpPr>
            <a:spLocks/>
          </p:cNvSpPr>
          <p:nvPr/>
        </p:nvSpPr>
        <p:spPr bwMode="blackWhite">
          <a:xfrm>
            <a:off x="2595563" y="2551113"/>
            <a:ext cx="2614612" cy="825500"/>
          </a:xfrm>
          <a:custGeom>
            <a:avLst/>
            <a:gdLst>
              <a:gd name="T0" fmla="*/ 0 w 1352"/>
              <a:gd name="T1" fmla="*/ 0 h 497"/>
              <a:gd name="T2" fmla="*/ 2147483647 w 1352"/>
              <a:gd name="T3" fmla="*/ 0 h 497"/>
              <a:gd name="T4" fmla="*/ 2147483647 w 1352"/>
              <a:gd name="T5" fmla="*/ 2147483647 h 497"/>
              <a:gd name="T6" fmla="*/ 2147483647 w 1352"/>
              <a:gd name="T7" fmla="*/ 2147483647 h 497"/>
              <a:gd name="T8" fmla="*/ 0 w 1352"/>
              <a:gd name="T9" fmla="*/ 2147483647 h 497"/>
              <a:gd name="T10" fmla="*/ 0 w 1352"/>
              <a:gd name="T11" fmla="*/ 2147483647 h 497"/>
              <a:gd name="T12" fmla="*/ 0 w 1352"/>
              <a:gd name="T13" fmla="*/ 0 h 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2"/>
              <a:gd name="T22" fmla="*/ 0 h 497"/>
              <a:gd name="T23" fmla="*/ 1352 w 1352"/>
              <a:gd name="T24" fmla="*/ 497 h 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2" h="497">
                <a:moveTo>
                  <a:pt x="0" y="0"/>
                </a:moveTo>
                <a:lnTo>
                  <a:pt x="1287" y="0"/>
                </a:lnTo>
                <a:lnTo>
                  <a:pt x="1351" y="248"/>
                </a:lnTo>
                <a:lnTo>
                  <a:pt x="1287" y="496"/>
                </a:lnTo>
                <a:lnTo>
                  <a:pt x="0" y="496"/>
                </a:lnTo>
                <a:lnTo>
                  <a:pt x="0" y="24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3973" name="Freeform 4"/>
          <p:cNvSpPr>
            <a:spLocks/>
          </p:cNvSpPr>
          <p:nvPr/>
        </p:nvSpPr>
        <p:spPr bwMode="blackWhite">
          <a:xfrm>
            <a:off x="2595563" y="3267075"/>
            <a:ext cx="976312" cy="1992313"/>
          </a:xfrm>
          <a:custGeom>
            <a:avLst/>
            <a:gdLst>
              <a:gd name="T0" fmla="*/ 2147483647 w 505"/>
              <a:gd name="T1" fmla="*/ 2147483647 h 1201"/>
              <a:gd name="T2" fmla="*/ 2147483647 w 505"/>
              <a:gd name="T3" fmla="*/ 2147483647 h 1201"/>
              <a:gd name="T4" fmla="*/ 2147483647 w 505"/>
              <a:gd name="T5" fmla="*/ 0 h 1201"/>
              <a:gd name="T6" fmla="*/ 0 w 505"/>
              <a:gd name="T7" fmla="*/ 2147483647 h 1201"/>
              <a:gd name="T8" fmla="*/ 0 w 505"/>
              <a:gd name="T9" fmla="*/ 2147483647 h 1201"/>
              <a:gd name="T10" fmla="*/ 2147483647 w 505"/>
              <a:gd name="T11" fmla="*/ 2147483647 h 1201"/>
              <a:gd name="T12" fmla="*/ 2147483647 w 505"/>
              <a:gd name="T13" fmla="*/ 2147483647 h 120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5"/>
              <a:gd name="T22" fmla="*/ 0 h 1201"/>
              <a:gd name="T23" fmla="*/ 505 w 505"/>
              <a:gd name="T24" fmla="*/ 1201 h 120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5" h="1201">
                <a:moveTo>
                  <a:pt x="504" y="1200"/>
                </a:moveTo>
                <a:lnTo>
                  <a:pt x="504" y="64"/>
                </a:lnTo>
                <a:lnTo>
                  <a:pt x="251" y="0"/>
                </a:lnTo>
                <a:lnTo>
                  <a:pt x="0" y="63"/>
                </a:lnTo>
                <a:lnTo>
                  <a:pt x="0" y="1200"/>
                </a:lnTo>
                <a:lnTo>
                  <a:pt x="251" y="1200"/>
                </a:lnTo>
                <a:lnTo>
                  <a:pt x="504" y="120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3974" name="Freeform 5"/>
          <p:cNvSpPr>
            <a:spLocks/>
          </p:cNvSpPr>
          <p:nvPr/>
        </p:nvSpPr>
        <p:spPr bwMode="blackWhite">
          <a:xfrm>
            <a:off x="3430588" y="4435475"/>
            <a:ext cx="3278187" cy="823913"/>
          </a:xfrm>
          <a:custGeom>
            <a:avLst/>
            <a:gdLst>
              <a:gd name="T0" fmla="*/ 2147483647 w 1695"/>
              <a:gd name="T1" fmla="*/ 0 h 497"/>
              <a:gd name="T2" fmla="*/ 2147483647 w 1695"/>
              <a:gd name="T3" fmla="*/ 0 h 497"/>
              <a:gd name="T4" fmla="*/ 0 w 1695"/>
              <a:gd name="T5" fmla="*/ 2147483647 h 497"/>
              <a:gd name="T6" fmla="*/ 2147483647 w 1695"/>
              <a:gd name="T7" fmla="*/ 2147483647 h 497"/>
              <a:gd name="T8" fmla="*/ 2147483647 w 1695"/>
              <a:gd name="T9" fmla="*/ 2147483647 h 497"/>
              <a:gd name="T10" fmla="*/ 2147483647 w 1695"/>
              <a:gd name="T11" fmla="*/ 2147483647 h 497"/>
              <a:gd name="T12" fmla="*/ 2147483647 w 1695"/>
              <a:gd name="T13" fmla="*/ 0 h 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95"/>
              <a:gd name="T22" fmla="*/ 0 h 497"/>
              <a:gd name="T23" fmla="*/ 1695 w 1695"/>
              <a:gd name="T24" fmla="*/ 497 h 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95" h="497">
                <a:moveTo>
                  <a:pt x="1694" y="0"/>
                </a:moveTo>
                <a:lnTo>
                  <a:pt x="72" y="0"/>
                </a:lnTo>
                <a:lnTo>
                  <a:pt x="0" y="248"/>
                </a:lnTo>
                <a:lnTo>
                  <a:pt x="72" y="496"/>
                </a:lnTo>
                <a:lnTo>
                  <a:pt x="1694" y="496"/>
                </a:lnTo>
                <a:lnTo>
                  <a:pt x="1694" y="248"/>
                </a:lnTo>
                <a:lnTo>
                  <a:pt x="1694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3975" name="Freeform 6"/>
          <p:cNvSpPr>
            <a:spLocks/>
          </p:cNvSpPr>
          <p:nvPr/>
        </p:nvSpPr>
        <p:spPr bwMode="blackWhite">
          <a:xfrm>
            <a:off x="5734050" y="1146175"/>
            <a:ext cx="974725" cy="3395663"/>
          </a:xfrm>
          <a:custGeom>
            <a:avLst/>
            <a:gdLst>
              <a:gd name="T0" fmla="*/ 2147483647 w 504"/>
              <a:gd name="T1" fmla="*/ 0 h 2047"/>
              <a:gd name="T2" fmla="*/ 2147483647 w 504"/>
              <a:gd name="T3" fmla="*/ 2147483647 h 2047"/>
              <a:gd name="T4" fmla="*/ 2147483647 w 504"/>
              <a:gd name="T5" fmla="*/ 2147483647 h 2047"/>
              <a:gd name="T6" fmla="*/ 0 w 504"/>
              <a:gd name="T7" fmla="*/ 2147483647 h 2047"/>
              <a:gd name="T8" fmla="*/ 0 w 504"/>
              <a:gd name="T9" fmla="*/ 0 h 2047"/>
              <a:gd name="T10" fmla="*/ 2147483647 w 504"/>
              <a:gd name="T11" fmla="*/ 0 h 2047"/>
              <a:gd name="T12" fmla="*/ 2147483647 w 504"/>
              <a:gd name="T13" fmla="*/ 0 h 20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04"/>
              <a:gd name="T22" fmla="*/ 0 h 2047"/>
              <a:gd name="T23" fmla="*/ 504 w 504"/>
              <a:gd name="T24" fmla="*/ 2047 h 20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04" h="2047">
                <a:moveTo>
                  <a:pt x="503" y="0"/>
                </a:moveTo>
                <a:lnTo>
                  <a:pt x="503" y="1982"/>
                </a:lnTo>
                <a:lnTo>
                  <a:pt x="255" y="2046"/>
                </a:lnTo>
                <a:lnTo>
                  <a:pt x="0" y="1982"/>
                </a:lnTo>
                <a:lnTo>
                  <a:pt x="0" y="0"/>
                </a:lnTo>
                <a:lnTo>
                  <a:pt x="255" y="0"/>
                </a:lnTo>
                <a:lnTo>
                  <a:pt x="503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3976" name="Freeform 7"/>
          <p:cNvSpPr>
            <a:spLocks/>
          </p:cNvSpPr>
          <p:nvPr/>
        </p:nvSpPr>
        <p:spPr bwMode="blackWhite">
          <a:xfrm>
            <a:off x="2595563" y="1146175"/>
            <a:ext cx="3279775" cy="839788"/>
          </a:xfrm>
          <a:custGeom>
            <a:avLst/>
            <a:gdLst>
              <a:gd name="T0" fmla="*/ 0 w 1696"/>
              <a:gd name="T1" fmla="*/ 0 h 506"/>
              <a:gd name="T2" fmla="*/ 2147483647 w 1696"/>
              <a:gd name="T3" fmla="*/ 0 h 506"/>
              <a:gd name="T4" fmla="*/ 2147483647 w 1696"/>
              <a:gd name="T5" fmla="*/ 2147483647 h 506"/>
              <a:gd name="T6" fmla="*/ 2147483647 w 1696"/>
              <a:gd name="T7" fmla="*/ 2147483647 h 506"/>
              <a:gd name="T8" fmla="*/ 0 w 1696"/>
              <a:gd name="T9" fmla="*/ 2147483647 h 506"/>
              <a:gd name="T10" fmla="*/ 0 w 1696"/>
              <a:gd name="T11" fmla="*/ 2147483647 h 506"/>
              <a:gd name="T12" fmla="*/ 0 w 1696"/>
              <a:gd name="T13" fmla="*/ 0 h 5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96"/>
              <a:gd name="T22" fmla="*/ 0 h 506"/>
              <a:gd name="T23" fmla="*/ 1696 w 1696"/>
              <a:gd name="T24" fmla="*/ 506 h 5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96" h="506">
                <a:moveTo>
                  <a:pt x="0" y="0"/>
                </a:moveTo>
                <a:lnTo>
                  <a:pt x="1631" y="0"/>
                </a:lnTo>
                <a:lnTo>
                  <a:pt x="1695" y="256"/>
                </a:lnTo>
                <a:lnTo>
                  <a:pt x="1624" y="505"/>
                </a:lnTo>
                <a:lnTo>
                  <a:pt x="0" y="504"/>
                </a:lnTo>
                <a:lnTo>
                  <a:pt x="0" y="25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3977" name="Rectangle 8"/>
          <p:cNvSpPr>
            <a:spLocks noChangeArrowheads="1"/>
          </p:cNvSpPr>
          <p:nvPr/>
        </p:nvSpPr>
        <p:spPr bwMode="auto">
          <a:xfrm>
            <a:off x="2682875" y="1444625"/>
            <a:ext cx="3016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3978" name="Rectangle 9"/>
          <p:cNvSpPr>
            <a:spLocks noChangeArrowheads="1"/>
          </p:cNvSpPr>
          <p:nvPr/>
        </p:nvSpPr>
        <p:spPr bwMode="auto">
          <a:xfrm rot="5400000">
            <a:off x="4645819" y="2712244"/>
            <a:ext cx="31511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3979" name="Rectangle 10"/>
          <p:cNvSpPr>
            <a:spLocks noChangeArrowheads="1"/>
          </p:cNvSpPr>
          <p:nvPr/>
        </p:nvSpPr>
        <p:spPr bwMode="auto">
          <a:xfrm>
            <a:off x="3559175" y="4725988"/>
            <a:ext cx="3038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3980" name="Rectangle 11"/>
          <p:cNvSpPr>
            <a:spLocks noChangeArrowheads="1"/>
          </p:cNvSpPr>
          <p:nvPr/>
        </p:nvSpPr>
        <p:spPr bwMode="auto">
          <a:xfrm rot="-5400000">
            <a:off x="2215357" y="4158456"/>
            <a:ext cx="1735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3981" name="Rectangle 12"/>
          <p:cNvSpPr>
            <a:spLocks noChangeArrowheads="1"/>
          </p:cNvSpPr>
          <p:nvPr/>
        </p:nvSpPr>
        <p:spPr bwMode="auto">
          <a:xfrm>
            <a:off x="2682875" y="2841625"/>
            <a:ext cx="2349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8398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398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743DEDE-8DAA-44E6-8876-5196994445C9}" type="slidenum">
              <a:rPr lang="zh-CN" altLang="en-US" smtClean="0"/>
              <a:pPr defTabSz="895350"/>
              <a:t>80</a:t>
            </a:fld>
            <a:endParaRPr lang="en-US" altLang="zh-CN"/>
          </a:p>
        </p:txBody>
      </p:sp>
      <p:sp>
        <p:nvSpPr>
          <p:cNvPr id="84995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H="1">
            <a:off x="1547813" y="2068513"/>
            <a:ext cx="4843462" cy="3114675"/>
          </a:xfrm>
          <a:prstGeom prst="rightArrow">
            <a:avLst>
              <a:gd name="adj1" fmla="val 54000"/>
              <a:gd name="adj2" fmla="val 3799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 anchorCtr="1"/>
          <a:lstStyle/>
          <a:p>
            <a:pPr defTabSz="993775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84996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668588" y="4037013"/>
            <a:ext cx="4414837" cy="1752600"/>
          </a:xfrm>
          <a:prstGeom prst="rightArrow">
            <a:avLst>
              <a:gd name="adj1" fmla="val 54000"/>
              <a:gd name="adj2" fmla="val 396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76200" tIns="0" rIns="0" bIns="0" anchor="ctr"/>
          <a:lstStyle/>
          <a:p>
            <a:pPr defTabSz="993775" eaLnBrk="0" hangingPunct="0"/>
            <a:r>
              <a:rPr lang="en-US" altLang="zh-CN">
                <a:ea typeface="宋体" pitchFamily="2" charset="-122"/>
              </a:rPr>
              <a:t>Text</a:t>
            </a:r>
            <a:endParaRPr lang="en-US" altLang="zh-CN" sz="1200">
              <a:ea typeface="宋体" pitchFamily="2" charset="-122"/>
            </a:endParaRPr>
          </a:p>
        </p:txBody>
      </p:sp>
      <p:sp>
        <p:nvSpPr>
          <p:cNvPr id="84997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47975" y="2408238"/>
            <a:ext cx="34480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0" hangingPunct="0"/>
            <a:r>
              <a:rPr lang="en-US" altLang="zh-CN" sz="2400">
                <a:latin typeface="Times New Roman" pitchFamily="18" charset="0"/>
                <a:ea typeface="宋体" pitchFamily="2" charset="-122"/>
              </a:rPr>
              <a:t>Text</a:t>
            </a:r>
          </a:p>
        </p:txBody>
      </p:sp>
      <p:sp>
        <p:nvSpPr>
          <p:cNvPr id="84998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09875" y="3503613"/>
            <a:ext cx="3352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4999" name="AutoShape 6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2668588" y="1446213"/>
            <a:ext cx="4414837" cy="1752600"/>
          </a:xfrm>
          <a:prstGeom prst="rightArrow">
            <a:avLst>
              <a:gd name="adj1" fmla="val 54000"/>
              <a:gd name="adj2" fmla="val 396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76200" tIns="0" rIns="0" bIns="0" anchor="ctr"/>
          <a:lstStyle/>
          <a:p>
            <a:pPr defTabSz="993775" eaLnBrk="0" hangingPunct="0"/>
            <a:r>
              <a:rPr lang="en-US" altLang="zh-CN">
                <a:ea typeface="宋体" pitchFamily="2" charset="-122"/>
              </a:rPr>
              <a:t>Text</a:t>
            </a:r>
            <a:endParaRPr lang="en-US" altLang="zh-CN" sz="1200">
              <a:ea typeface="宋体" pitchFamily="2" charset="-122"/>
            </a:endParaRPr>
          </a:p>
        </p:txBody>
      </p:sp>
      <p:sp>
        <p:nvSpPr>
          <p:cNvPr id="8500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2 </a:t>
            </a:r>
            <a:r>
              <a:rPr lang="en-US" altLang="zh-CN"/>
              <a:t>ON 1</a:t>
            </a:r>
          </a:p>
        </p:txBody>
      </p:sp>
      <p:sp>
        <p:nvSpPr>
          <p:cNvPr id="8500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500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994C79C-EA12-4281-A1CC-F5F71F97E963}" type="slidenum">
              <a:rPr lang="zh-CN" altLang="en-US" smtClean="0"/>
              <a:pPr defTabSz="895350"/>
              <a:t>81</a:t>
            </a:fld>
            <a:endParaRPr lang="en-US" altLang="zh-CN"/>
          </a:p>
        </p:txBody>
      </p:sp>
      <p:sp>
        <p:nvSpPr>
          <p:cNvPr id="86019" name="Freeform 2"/>
          <p:cNvSpPr>
            <a:spLocks/>
          </p:cNvSpPr>
          <p:nvPr/>
        </p:nvSpPr>
        <p:spPr bwMode="blackWhite">
          <a:xfrm>
            <a:off x="2381250" y="3040063"/>
            <a:ext cx="1881188" cy="938212"/>
          </a:xfrm>
          <a:custGeom>
            <a:avLst/>
            <a:gdLst>
              <a:gd name="T0" fmla="*/ 0 w 1330"/>
              <a:gd name="T1" fmla="*/ 2147483647 h 683"/>
              <a:gd name="T2" fmla="*/ 2147483647 w 1330"/>
              <a:gd name="T3" fmla="*/ 2147483647 h 683"/>
              <a:gd name="T4" fmla="*/ 2147483647 w 1330"/>
              <a:gd name="T5" fmla="*/ 2147483647 h 683"/>
              <a:gd name="T6" fmla="*/ 2147483647 w 1330"/>
              <a:gd name="T7" fmla="*/ 0 h 683"/>
              <a:gd name="T8" fmla="*/ 2147483647 w 1330"/>
              <a:gd name="T9" fmla="*/ 0 h 683"/>
              <a:gd name="T10" fmla="*/ 2147483647 w 1330"/>
              <a:gd name="T11" fmla="*/ 2147483647 h 683"/>
              <a:gd name="T12" fmla="*/ 2147483647 w 1330"/>
              <a:gd name="T13" fmla="*/ 2147483647 h 683"/>
              <a:gd name="T14" fmla="*/ 2147483647 w 1330"/>
              <a:gd name="T15" fmla="*/ 2147483647 h 683"/>
              <a:gd name="T16" fmla="*/ 0 w 1330"/>
              <a:gd name="T17" fmla="*/ 2147483647 h 683"/>
              <a:gd name="T18" fmla="*/ 0 w 1330"/>
              <a:gd name="T19" fmla="*/ 2147483647 h 68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30"/>
              <a:gd name="T31" fmla="*/ 0 h 683"/>
              <a:gd name="T32" fmla="*/ 1330 w 1330"/>
              <a:gd name="T33" fmla="*/ 683 h 68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30" h="683">
                <a:moveTo>
                  <a:pt x="0" y="531"/>
                </a:moveTo>
                <a:lnTo>
                  <a:pt x="685" y="531"/>
                </a:lnTo>
                <a:lnTo>
                  <a:pt x="1162" y="56"/>
                </a:lnTo>
                <a:lnTo>
                  <a:pt x="1098" y="0"/>
                </a:lnTo>
                <a:lnTo>
                  <a:pt x="1329" y="0"/>
                </a:lnTo>
                <a:lnTo>
                  <a:pt x="1329" y="222"/>
                </a:lnTo>
                <a:lnTo>
                  <a:pt x="1257" y="143"/>
                </a:lnTo>
                <a:lnTo>
                  <a:pt x="717" y="682"/>
                </a:lnTo>
                <a:lnTo>
                  <a:pt x="0" y="682"/>
                </a:lnTo>
                <a:lnTo>
                  <a:pt x="0" y="531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6020" name="Freeform 3"/>
          <p:cNvSpPr>
            <a:spLocks/>
          </p:cNvSpPr>
          <p:nvPr/>
        </p:nvSpPr>
        <p:spPr bwMode="blackWhite">
          <a:xfrm>
            <a:off x="2381250" y="3348038"/>
            <a:ext cx="2195513" cy="1063625"/>
          </a:xfrm>
          <a:custGeom>
            <a:avLst/>
            <a:gdLst>
              <a:gd name="T0" fmla="*/ 0 w 1383"/>
              <a:gd name="T1" fmla="*/ 2147483647 h 670"/>
              <a:gd name="T2" fmla="*/ 2147483647 w 1383"/>
              <a:gd name="T3" fmla="*/ 2147483647 h 670"/>
              <a:gd name="T4" fmla="*/ 2147483647 w 1383"/>
              <a:gd name="T5" fmla="*/ 2147483647 h 670"/>
              <a:gd name="T6" fmla="*/ 2147483647 w 1383"/>
              <a:gd name="T7" fmla="*/ 0 h 670"/>
              <a:gd name="T8" fmla="*/ 2147483647 w 1383"/>
              <a:gd name="T9" fmla="*/ 0 h 670"/>
              <a:gd name="T10" fmla="*/ 2147483647 w 1383"/>
              <a:gd name="T11" fmla="*/ 2147483647 h 670"/>
              <a:gd name="T12" fmla="*/ 2147483647 w 1383"/>
              <a:gd name="T13" fmla="*/ 2147483647 h 670"/>
              <a:gd name="T14" fmla="*/ 2147483647 w 1383"/>
              <a:gd name="T15" fmla="*/ 2147483647 h 670"/>
              <a:gd name="T16" fmla="*/ 0 w 1383"/>
              <a:gd name="T17" fmla="*/ 2147483647 h 670"/>
              <a:gd name="T18" fmla="*/ 0 w 1383"/>
              <a:gd name="T19" fmla="*/ 2147483647 h 6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83"/>
              <a:gd name="T31" fmla="*/ 0 h 670"/>
              <a:gd name="T32" fmla="*/ 1383 w 1383"/>
              <a:gd name="T33" fmla="*/ 670 h 6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83" h="670">
                <a:moveTo>
                  <a:pt x="0" y="534"/>
                </a:moveTo>
                <a:lnTo>
                  <a:pt x="730" y="534"/>
                </a:lnTo>
                <a:lnTo>
                  <a:pt x="1234" y="48"/>
                </a:lnTo>
                <a:lnTo>
                  <a:pt x="1185" y="0"/>
                </a:lnTo>
                <a:lnTo>
                  <a:pt x="1383" y="0"/>
                </a:lnTo>
                <a:lnTo>
                  <a:pt x="1383" y="192"/>
                </a:lnTo>
                <a:lnTo>
                  <a:pt x="1319" y="131"/>
                </a:lnTo>
                <a:lnTo>
                  <a:pt x="772" y="670"/>
                </a:lnTo>
                <a:lnTo>
                  <a:pt x="0" y="670"/>
                </a:lnTo>
                <a:lnTo>
                  <a:pt x="0" y="53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6021" name="Freeform 4"/>
          <p:cNvSpPr>
            <a:spLocks/>
          </p:cNvSpPr>
          <p:nvPr/>
        </p:nvSpPr>
        <p:spPr bwMode="blackWhite">
          <a:xfrm>
            <a:off x="2381250" y="3656013"/>
            <a:ext cx="2513013" cy="1209675"/>
          </a:xfrm>
          <a:custGeom>
            <a:avLst/>
            <a:gdLst>
              <a:gd name="T0" fmla="*/ 0 w 1583"/>
              <a:gd name="T1" fmla="*/ 2147483647 h 762"/>
              <a:gd name="T2" fmla="*/ 2147483647 w 1583"/>
              <a:gd name="T3" fmla="*/ 2147483647 h 762"/>
              <a:gd name="T4" fmla="*/ 2147483647 w 1583"/>
              <a:gd name="T5" fmla="*/ 2147483647 h 762"/>
              <a:gd name="T6" fmla="*/ 2147483647 w 1583"/>
              <a:gd name="T7" fmla="*/ 0 h 762"/>
              <a:gd name="T8" fmla="*/ 2147483647 w 1583"/>
              <a:gd name="T9" fmla="*/ 0 h 762"/>
              <a:gd name="T10" fmla="*/ 2147483647 w 1583"/>
              <a:gd name="T11" fmla="*/ 2147483647 h 762"/>
              <a:gd name="T12" fmla="*/ 2147483647 w 1583"/>
              <a:gd name="T13" fmla="*/ 2147483647 h 762"/>
              <a:gd name="T14" fmla="*/ 2147483647 w 1583"/>
              <a:gd name="T15" fmla="*/ 2147483647 h 762"/>
              <a:gd name="T16" fmla="*/ 0 w 1583"/>
              <a:gd name="T17" fmla="*/ 2147483647 h 762"/>
              <a:gd name="T18" fmla="*/ 0 w 1583"/>
              <a:gd name="T19" fmla="*/ 2147483647 h 76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83"/>
              <a:gd name="T31" fmla="*/ 0 h 762"/>
              <a:gd name="T32" fmla="*/ 1583 w 1583"/>
              <a:gd name="T33" fmla="*/ 762 h 76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83" h="762">
                <a:moveTo>
                  <a:pt x="0" y="631"/>
                </a:moveTo>
                <a:lnTo>
                  <a:pt x="845" y="631"/>
                </a:lnTo>
                <a:lnTo>
                  <a:pt x="1434" y="48"/>
                </a:lnTo>
                <a:lnTo>
                  <a:pt x="1384" y="0"/>
                </a:lnTo>
                <a:lnTo>
                  <a:pt x="1583" y="0"/>
                </a:lnTo>
                <a:lnTo>
                  <a:pt x="1583" y="192"/>
                </a:lnTo>
                <a:lnTo>
                  <a:pt x="1519" y="131"/>
                </a:lnTo>
                <a:lnTo>
                  <a:pt x="873" y="762"/>
                </a:lnTo>
                <a:lnTo>
                  <a:pt x="0" y="762"/>
                </a:lnTo>
                <a:lnTo>
                  <a:pt x="0" y="631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6022" name="Freeform 5"/>
          <p:cNvSpPr>
            <a:spLocks/>
          </p:cNvSpPr>
          <p:nvPr/>
        </p:nvSpPr>
        <p:spPr bwMode="blackWhite">
          <a:xfrm>
            <a:off x="4710113" y="2570163"/>
            <a:ext cx="1881187" cy="955675"/>
          </a:xfrm>
          <a:custGeom>
            <a:avLst/>
            <a:gdLst>
              <a:gd name="T0" fmla="*/ 2147483647 w 1185"/>
              <a:gd name="T1" fmla="*/ 2147483647 h 602"/>
              <a:gd name="T2" fmla="*/ 2147483647 w 1185"/>
              <a:gd name="T3" fmla="*/ 2147483647 h 602"/>
              <a:gd name="T4" fmla="*/ 2147483647 w 1185"/>
              <a:gd name="T5" fmla="*/ 2147483647 h 602"/>
              <a:gd name="T6" fmla="*/ 2147483647 w 1185"/>
              <a:gd name="T7" fmla="*/ 2147483647 h 602"/>
              <a:gd name="T8" fmla="*/ 0 w 1185"/>
              <a:gd name="T9" fmla="*/ 2147483647 h 602"/>
              <a:gd name="T10" fmla="*/ 0 w 1185"/>
              <a:gd name="T11" fmla="*/ 2147483647 h 602"/>
              <a:gd name="T12" fmla="*/ 2147483647 w 1185"/>
              <a:gd name="T13" fmla="*/ 2147483647 h 602"/>
              <a:gd name="T14" fmla="*/ 2147483647 w 1185"/>
              <a:gd name="T15" fmla="*/ 0 h 602"/>
              <a:gd name="T16" fmla="*/ 2147483647 w 1185"/>
              <a:gd name="T17" fmla="*/ 2147483647 h 602"/>
              <a:gd name="T18" fmla="*/ 2147483647 w 1185"/>
              <a:gd name="T19" fmla="*/ 2147483647 h 60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85"/>
              <a:gd name="T31" fmla="*/ 0 h 602"/>
              <a:gd name="T32" fmla="*/ 1185 w 1185"/>
              <a:gd name="T33" fmla="*/ 602 h 60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85" h="602">
                <a:moveTo>
                  <a:pt x="1184" y="143"/>
                </a:moveTo>
                <a:lnTo>
                  <a:pt x="574" y="143"/>
                </a:lnTo>
                <a:lnTo>
                  <a:pt x="149" y="554"/>
                </a:lnTo>
                <a:lnTo>
                  <a:pt x="206" y="602"/>
                </a:lnTo>
                <a:lnTo>
                  <a:pt x="0" y="602"/>
                </a:lnTo>
                <a:lnTo>
                  <a:pt x="0" y="410"/>
                </a:lnTo>
                <a:lnTo>
                  <a:pt x="64" y="478"/>
                </a:lnTo>
                <a:lnTo>
                  <a:pt x="549" y="0"/>
                </a:lnTo>
                <a:lnTo>
                  <a:pt x="1185" y="1"/>
                </a:lnTo>
                <a:lnTo>
                  <a:pt x="1184" y="14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6023" name="Freeform 6"/>
          <p:cNvSpPr>
            <a:spLocks/>
          </p:cNvSpPr>
          <p:nvPr/>
        </p:nvSpPr>
        <p:spPr bwMode="blackWhite">
          <a:xfrm>
            <a:off x="4394200" y="2149475"/>
            <a:ext cx="2200275" cy="1068388"/>
          </a:xfrm>
          <a:custGeom>
            <a:avLst/>
            <a:gdLst>
              <a:gd name="T0" fmla="*/ 2147483647 w 1386"/>
              <a:gd name="T1" fmla="*/ 2147483647 h 673"/>
              <a:gd name="T2" fmla="*/ 2147483647 w 1386"/>
              <a:gd name="T3" fmla="*/ 2147483647 h 673"/>
              <a:gd name="T4" fmla="*/ 2147483647 w 1386"/>
              <a:gd name="T5" fmla="*/ 2147483647 h 673"/>
              <a:gd name="T6" fmla="*/ 2147483647 w 1386"/>
              <a:gd name="T7" fmla="*/ 2147483647 h 673"/>
              <a:gd name="T8" fmla="*/ 0 w 1386"/>
              <a:gd name="T9" fmla="*/ 2147483647 h 673"/>
              <a:gd name="T10" fmla="*/ 0 w 1386"/>
              <a:gd name="T11" fmla="*/ 2147483647 h 673"/>
              <a:gd name="T12" fmla="*/ 2147483647 w 1386"/>
              <a:gd name="T13" fmla="*/ 2147483647 h 673"/>
              <a:gd name="T14" fmla="*/ 2147483647 w 1386"/>
              <a:gd name="T15" fmla="*/ 2147483647 h 673"/>
              <a:gd name="T16" fmla="*/ 2147483647 w 1386"/>
              <a:gd name="T17" fmla="*/ 0 h 673"/>
              <a:gd name="T18" fmla="*/ 2147483647 w 1386"/>
              <a:gd name="T19" fmla="*/ 2147483647 h 67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86"/>
              <a:gd name="T31" fmla="*/ 0 h 673"/>
              <a:gd name="T32" fmla="*/ 1386 w 1386"/>
              <a:gd name="T33" fmla="*/ 673 h 67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86" h="673">
                <a:moveTo>
                  <a:pt x="1383" y="139"/>
                </a:moveTo>
                <a:lnTo>
                  <a:pt x="653" y="139"/>
                </a:lnTo>
                <a:lnTo>
                  <a:pt x="149" y="625"/>
                </a:lnTo>
                <a:lnTo>
                  <a:pt x="199" y="673"/>
                </a:lnTo>
                <a:lnTo>
                  <a:pt x="0" y="673"/>
                </a:lnTo>
                <a:lnTo>
                  <a:pt x="0" y="481"/>
                </a:lnTo>
                <a:lnTo>
                  <a:pt x="64" y="543"/>
                </a:lnTo>
                <a:lnTo>
                  <a:pt x="616" y="1"/>
                </a:lnTo>
                <a:lnTo>
                  <a:pt x="1386" y="0"/>
                </a:lnTo>
                <a:lnTo>
                  <a:pt x="1383" y="13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6024" name="Freeform 7"/>
          <p:cNvSpPr>
            <a:spLocks/>
          </p:cNvSpPr>
          <p:nvPr/>
        </p:nvSpPr>
        <p:spPr bwMode="blackWhite">
          <a:xfrm>
            <a:off x="4076700" y="1687513"/>
            <a:ext cx="2514600" cy="1222375"/>
          </a:xfrm>
          <a:custGeom>
            <a:avLst/>
            <a:gdLst>
              <a:gd name="T0" fmla="*/ 2147483647 w 1584"/>
              <a:gd name="T1" fmla="*/ 2147483647 h 770"/>
              <a:gd name="T2" fmla="*/ 2147483647 w 1584"/>
              <a:gd name="T3" fmla="*/ 2147483647 h 770"/>
              <a:gd name="T4" fmla="*/ 2147483647 w 1584"/>
              <a:gd name="T5" fmla="*/ 2147483647 h 770"/>
              <a:gd name="T6" fmla="*/ 2147483647 w 1584"/>
              <a:gd name="T7" fmla="*/ 2147483647 h 770"/>
              <a:gd name="T8" fmla="*/ 0 w 1584"/>
              <a:gd name="T9" fmla="*/ 2147483647 h 770"/>
              <a:gd name="T10" fmla="*/ 0 w 1584"/>
              <a:gd name="T11" fmla="*/ 2147483647 h 770"/>
              <a:gd name="T12" fmla="*/ 2147483647 w 1584"/>
              <a:gd name="T13" fmla="*/ 2147483647 h 770"/>
              <a:gd name="T14" fmla="*/ 2147483647 w 1584"/>
              <a:gd name="T15" fmla="*/ 0 h 770"/>
              <a:gd name="T16" fmla="*/ 2147483647 w 1584"/>
              <a:gd name="T17" fmla="*/ 2147483647 h 770"/>
              <a:gd name="T18" fmla="*/ 2147483647 w 1584"/>
              <a:gd name="T19" fmla="*/ 2147483647 h 7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84"/>
              <a:gd name="T31" fmla="*/ 0 h 770"/>
              <a:gd name="T32" fmla="*/ 1584 w 1584"/>
              <a:gd name="T33" fmla="*/ 770 h 7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84" h="770">
                <a:moveTo>
                  <a:pt x="1583" y="139"/>
                </a:moveTo>
                <a:lnTo>
                  <a:pt x="739" y="139"/>
                </a:lnTo>
                <a:lnTo>
                  <a:pt x="149" y="722"/>
                </a:lnTo>
                <a:lnTo>
                  <a:pt x="199" y="770"/>
                </a:lnTo>
                <a:lnTo>
                  <a:pt x="0" y="770"/>
                </a:lnTo>
                <a:lnTo>
                  <a:pt x="0" y="578"/>
                </a:lnTo>
                <a:lnTo>
                  <a:pt x="64" y="640"/>
                </a:lnTo>
                <a:lnTo>
                  <a:pt x="720" y="0"/>
                </a:lnTo>
                <a:lnTo>
                  <a:pt x="1584" y="4"/>
                </a:lnTo>
                <a:lnTo>
                  <a:pt x="1583" y="13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6025" name="Rectangle 8"/>
          <p:cNvSpPr>
            <a:spLocks noChangeArrowheads="1"/>
          </p:cNvSpPr>
          <p:nvPr/>
        </p:nvSpPr>
        <p:spPr bwMode="auto">
          <a:xfrm>
            <a:off x="6680200" y="1679575"/>
            <a:ext cx="1019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6026" name="Rectangle 9"/>
          <p:cNvSpPr>
            <a:spLocks noChangeArrowheads="1"/>
          </p:cNvSpPr>
          <p:nvPr/>
        </p:nvSpPr>
        <p:spPr bwMode="auto">
          <a:xfrm>
            <a:off x="6680200" y="2144713"/>
            <a:ext cx="1019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6027" name="Rectangle 10"/>
          <p:cNvSpPr>
            <a:spLocks noChangeArrowheads="1"/>
          </p:cNvSpPr>
          <p:nvPr/>
        </p:nvSpPr>
        <p:spPr bwMode="auto">
          <a:xfrm>
            <a:off x="6680200" y="2579688"/>
            <a:ext cx="1019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6028" name="Rectangle 11"/>
          <p:cNvSpPr>
            <a:spLocks noChangeArrowheads="1"/>
          </p:cNvSpPr>
          <p:nvPr/>
        </p:nvSpPr>
        <p:spPr bwMode="auto">
          <a:xfrm>
            <a:off x="1341438" y="3759200"/>
            <a:ext cx="915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6029" name="Rectangle 12"/>
          <p:cNvSpPr>
            <a:spLocks noChangeArrowheads="1"/>
          </p:cNvSpPr>
          <p:nvPr/>
        </p:nvSpPr>
        <p:spPr bwMode="auto">
          <a:xfrm>
            <a:off x="1341438" y="4194175"/>
            <a:ext cx="915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6030" name="Rectangle 13"/>
          <p:cNvSpPr>
            <a:spLocks noChangeArrowheads="1"/>
          </p:cNvSpPr>
          <p:nvPr/>
        </p:nvSpPr>
        <p:spPr bwMode="auto">
          <a:xfrm>
            <a:off x="1341438" y="4660900"/>
            <a:ext cx="915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6031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AGAINST</a:t>
            </a:r>
          </a:p>
        </p:txBody>
      </p:sp>
      <p:sp>
        <p:nvSpPr>
          <p:cNvPr id="8603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603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ECC40EC-E837-4848-B3D1-891EF9EC027E}" type="slidenum">
              <a:rPr lang="zh-CN" altLang="en-US" smtClean="0"/>
              <a:pPr defTabSz="895350"/>
              <a:t>82</a:t>
            </a:fld>
            <a:endParaRPr lang="en-US" altLang="zh-CN"/>
          </a:p>
        </p:txBody>
      </p:sp>
      <p:sp>
        <p:nvSpPr>
          <p:cNvPr id="87043" name="Freeform 2"/>
          <p:cNvSpPr>
            <a:spLocks/>
          </p:cNvSpPr>
          <p:nvPr/>
        </p:nvSpPr>
        <p:spPr bwMode="blackWhite">
          <a:xfrm>
            <a:off x="3100388" y="2346325"/>
            <a:ext cx="2776537" cy="2714625"/>
          </a:xfrm>
          <a:custGeom>
            <a:avLst/>
            <a:gdLst>
              <a:gd name="T0" fmla="*/ 0 w 1749"/>
              <a:gd name="T1" fmla="*/ 0 h 1710"/>
              <a:gd name="T2" fmla="*/ 0 w 1749"/>
              <a:gd name="T3" fmla="*/ 2147483647 h 1710"/>
              <a:gd name="T4" fmla="*/ 2147483647 w 1749"/>
              <a:gd name="T5" fmla="*/ 2147483647 h 1710"/>
              <a:gd name="T6" fmla="*/ 0 w 1749"/>
              <a:gd name="T7" fmla="*/ 2147483647 h 1710"/>
              <a:gd name="T8" fmla="*/ 0 w 1749"/>
              <a:gd name="T9" fmla="*/ 2147483647 h 1710"/>
              <a:gd name="T10" fmla="*/ 2147483647 w 1749"/>
              <a:gd name="T11" fmla="*/ 2147483647 h 1710"/>
              <a:gd name="T12" fmla="*/ 2147483647 w 1749"/>
              <a:gd name="T13" fmla="*/ 0 h 1710"/>
              <a:gd name="T14" fmla="*/ 0 w 1749"/>
              <a:gd name="T15" fmla="*/ 0 h 17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49"/>
              <a:gd name="T25" fmla="*/ 0 h 1710"/>
              <a:gd name="T26" fmla="*/ 1749 w 1749"/>
              <a:gd name="T27" fmla="*/ 1710 h 171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49" h="1710">
                <a:moveTo>
                  <a:pt x="0" y="0"/>
                </a:moveTo>
                <a:lnTo>
                  <a:pt x="0" y="352"/>
                </a:lnTo>
                <a:lnTo>
                  <a:pt x="299" y="853"/>
                </a:lnTo>
                <a:lnTo>
                  <a:pt x="0" y="1368"/>
                </a:lnTo>
                <a:lnTo>
                  <a:pt x="0" y="1708"/>
                </a:lnTo>
                <a:lnTo>
                  <a:pt x="1748" y="1710"/>
                </a:lnTo>
                <a:lnTo>
                  <a:pt x="1749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7044" name="AutoShape 3"/>
          <p:cNvSpPr>
            <a:spLocks noChangeArrowheads="1"/>
          </p:cNvSpPr>
          <p:nvPr/>
        </p:nvSpPr>
        <p:spPr bwMode="blackWhite">
          <a:xfrm>
            <a:off x="2584450" y="2906713"/>
            <a:ext cx="1019175" cy="1639887"/>
          </a:xfrm>
          <a:prstGeom prst="rightArrow">
            <a:avLst>
              <a:gd name="adj1" fmla="val 48481"/>
              <a:gd name="adj2" fmla="val 4938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87045" name="AutoShape 4"/>
          <p:cNvSpPr>
            <a:spLocks noChangeArrowheads="1"/>
          </p:cNvSpPr>
          <p:nvPr/>
        </p:nvSpPr>
        <p:spPr bwMode="blackWhite">
          <a:xfrm flipH="1">
            <a:off x="5372100" y="2906713"/>
            <a:ext cx="1019175" cy="1639887"/>
          </a:xfrm>
          <a:prstGeom prst="rightArrow">
            <a:avLst>
              <a:gd name="adj1" fmla="val 48481"/>
              <a:gd name="adj2" fmla="val 4938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87046" name="AutoShape 5"/>
          <p:cNvSpPr>
            <a:spLocks noChangeArrowheads="1"/>
          </p:cNvSpPr>
          <p:nvPr/>
        </p:nvSpPr>
        <p:spPr bwMode="blackWhite">
          <a:xfrm rot="16200000" flipH="1">
            <a:off x="3972720" y="1500981"/>
            <a:ext cx="995362" cy="1679575"/>
          </a:xfrm>
          <a:prstGeom prst="rightArrow">
            <a:avLst>
              <a:gd name="adj1" fmla="val 48481"/>
              <a:gd name="adj2" fmla="val 4938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87047" name="AutoShape 6"/>
          <p:cNvSpPr>
            <a:spLocks noChangeArrowheads="1"/>
          </p:cNvSpPr>
          <p:nvPr/>
        </p:nvSpPr>
        <p:spPr bwMode="blackWhite">
          <a:xfrm rot="5400000" flipH="1" flipV="1">
            <a:off x="3972719" y="4226719"/>
            <a:ext cx="995363" cy="1679575"/>
          </a:xfrm>
          <a:prstGeom prst="rightArrow">
            <a:avLst>
              <a:gd name="adj1" fmla="val 48481"/>
              <a:gd name="adj2" fmla="val 4938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87048" name="Rectangle 7"/>
          <p:cNvSpPr>
            <a:spLocks noChangeArrowheads="1"/>
          </p:cNvSpPr>
          <p:nvPr/>
        </p:nvSpPr>
        <p:spPr bwMode="auto">
          <a:xfrm>
            <a:off x="4094163" y="1482725"/>
            <a:ext cx="752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7049" name="Rectangle 8"/>
          <p:cNvSpPr>
            <a:spLocks noChangeArrowheads="1"/>
          </p:cNvSpPr>
          <p:nvPr/>
        </p:nvSpPr>
        <p:spPr bwMode="auto">
          <a:xfrm>
            <a:off x="1725613" y="3578225"/>
            <a:ext cx="752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7050" name="Rectangle 9"/>
          <p:cNvSpPr>
            <a:spLocks noChangeArrowheads="1"/>
          </p:cNvSpPr>
          <p:nvPr/>
        </p:nvSpPr>
        <p:spPr bwMode="auto">
          <a:xfrm>
            <a:off x="3740150" y="3578225"/>
            <a:ext cx="153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7051" name="Rectangle 10"/>
          <p:cNvSpPr>
            <a:spLocks noChangeArrowheads="1"/>
          </p:cNvSpPr>
          <p:nvPr/>
        </p:nvSpPr>
        <p:spPr bwMode="auto">
          <a:xfrm>
            <a:off x="6546850" y="3578225"/>
            <a:ext cx="752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7052" name="Rectangle 11"/>
          <p:cNvSpPr>
            <a:spLocks noChangeArrowheads="1"/>
          </p:cNvSpPr>
          <p:nvPr/>
        </p:nvSpPr>
        <p:spPr bwMode="auto">
          <a:xfrm>
            <a:off x="4094163" y="5676900"/>
            <a:ext cx="752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705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AT WORK</a:t>
            </a:r>
          </a:p>
        </p:txBody>
      </p:sp>
      <p:sp>
        <p:nvSpPr>
          <p:cNvPr id="8705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705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4F5DE26-96C5-475A-B2FF-3C9AB865E75C}" type="slidenum">
              <a:rPr lang="zh-CN" altLang="en-US" smtClean="0"/>
              <a:pPr defTabSz="895350"/>
              <a:t>83</a:t>
            </a:fld>
            <a:endParaRPr lang="en-US" altLang="zh-CN"/>
          </a:p>
        </p:txBody>
      </p:sp>
      <p:sp>
        <p:nvSpPr>
          <p:cNvPr id="88067" name="Freeform 2"/>
          <p:cNvSpPr>
            <a:spLocks/>
          </p:cNvSpPr>
          <p:nvPr/>
        </p:nvSpPr>
        <p:spPr bwMode="blackWhite">
          <a:xfrm>
            <a:off x="1863725" y="2058988"/>
            <a:ext cx="3070225" cy="3127375"/>
          </a:xfrm>
          <a:custGeom>
            <a:avLst/>
            <a:gdLst>
              <a:gd name="T0" fmla="*/ 2147483647 w 1934"/>
              <a:gd name="T1" fmla="*/ 2147483647 h 1970"/>
              <a:gd name="T2" fmla="*/ 0 w 1934"/>
              <a:gd name="T3" fmla="*/ 2147483647 h 1970"/>
              <a:gd name="T4" fmla="*/ 0 w 1934"/>
              <a:gd name="T5" fmla="*/ 0 h 1970"/>
              <a:gd name="T6" fmla="*/ 2147483647 w 1934"/>
              <a:gd name="T7" fmla="*/ 0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2147483647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2147483647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1518" y="1969"/>
                </a:moveTo>
                <a:lnTo>
                  <a:pt x="0" y="1969"/>
                </a:lnTo>
                <a:lnTo>
                  <a:pt x="0" y="0"/>
                </a:lnTo>
                <a:lnTo>
                  <a:pt x="1699" y="0"/>
                </a:lnTo>
                <a:lnTo>
                  <a:pt x="1648" y="525"/>
                </a:lnTo>
                <a:lnTo>
                  <a:pt x="1734" y="525"/>
                </a:lnTo>
                <a:lnTo>
                  <a:pt x="1734" y="276"/>
                </a:lnTo>
                <a:lnTo>
                  <a:pt x="1933" y="703"/>
                </a:lnTo>
                <a:lnTo>
                  <a:pt x="1734" y="1104"/>
                </a:lnTo>
                <a:lnTo>
                  <a:pt x="1734" y="855"/>
                </a:lnTo>
                <a:lnTo>
                  <a:pt x="1622" y="855"/>
                </a:lnTo>
                <a:lnTo>
                  <a:pt x="1596" y="1104"/>
                </a:lnTo>
                <a:lnTo>
                  <a:pt x="1596" y="864"/>
                </a:lnTo>
                <a:lnTo>
                  <a:pt x="1397" y="1256"/>
                </a:lnTo>
                <a:lnTo>
                  <a:pt x="1556" y="1597"/>
                </a:lnTo>
                <a:lnTo>
                  <a:pt x="1518" y="196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8068" name="Freeform 3"/>
          <p:cNvSpPr>
            <a:spLocks/>
          </p:cNvSpPr>
          <p:nvPr/>
        </p:nvSpPr>
        <p:spPr bwMode="blackWhite">
          <a:xfrm>
            <a:off x="4081463" y="2058988"/>
            <a:ext cx="3070225" cy="3127375"/>
          </a:xfrm>
          <a:custGeom>
            <a:avLst/>
            <a:gdLst>
              <a:gd name="T0" fmla="*/ 2147483647 w 1934"/>
              <a:gd name="T1" fmla="*/ 0 h 1970"/>
              <a:gd name="T2" fmla="*/ 2147483647 w 1934"/>
              <a:gd name="T3" fmla="*/ 0 h 1970"/>
              <a:gd name="T4" fmla="*/ 2147483647 w 1934"/>
              <a:gd name="T5" fmla="*/ 2147483647 h 1970"/>
              <a:gd name="T6" fmla="*/ 2147483647 w 1934"/>
              <a:gd name="T7" fmla="*/ 2147483647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0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0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414" y="0"/>
                </a:moveTo>
                <a:lnTo>
                  <a:pt x="1933" y="0"/>
                </a:lnTo>
                <a:lnTo>
                  <a:pt x="1933" y="1969"/>
                </a:lnTo>
                <a:lnTo>
                  <a:pt x="241" y="1969"/>
                </a:lnTo>
                <a:lnTo>
                  <a:pt x="284" y="1434"/>
                </a:lnTo>
                <a:lnTo>
                  <a:pt x="198" y="1434"/>
                </a:lnTo>
                <a:lnTo>
                  <a:pt x="198" y="1683"/>
                </a:lnTo>
                <a:lnTo>
                  <a:pt x="0" y="1265"/>
                </a:lnTo>
                <a:lnTo>
                  <a:pt x="198" y="864"/>
                </a:lnTo>
                <a:lnTo>
                  <a:pt x="198" y="1113"/>
                </a:lnTo>
                <a:lnTo>
                  <a:pt x="310" y="1113"/>
                </a:lnTo>
                <a:lnTo>
                  <a:pt x="345" y="864"/>
                </a:lnTo>
                <a:lnTo>
                  <a:pt x="336" y="1095"/>
                </a:lnTo>
                <a:lnTo>
                  <a:pt x="535" y="694"/>
                </a:lnTo>
                <a:lnTo>
                  <a:pt x="379" y="374"/>
                </a:lnTo>
                <a:lnTo>
                  <a:pt x="414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8069" name="Rectangle 4"/>
          <p:cNvSpPr>
            <a:spLocks noChangeArrowheads="1"/>
          </p:cNvSpPr>
          <p:nvPr/>
        </p:nvSpPr>
        <p:spPr bwMode="auto">
          <a:xfrm>
            <a:off x="2016125" y="2193925"/>
            <a:ext cx="199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8070" name="Rectangle 5"/>
          <p:cNvSpPr>
            <a:spLocks noChangeArrowheads="1"/>
          </p:cNvSpPr>
          <p:nvPr/>
        </p:nvSpPr>
        <p:spPr bwMode="auto">
          <a:xfrm>
            <a:off x="5040313" y="2193925"/>
            <a:ext cx="18557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COUPLED HORIZ</a:t>
            </a:r>
          </a:p>
        </p:txBody>
      </p:sp>
      <p:sp>
        <p:nvSpPr>
          <p:cNvPr id="8807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807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0180694-1785-4AEA-9EC9-6E2EBDACF71E}" type="slidenum">
              <a:rPr lang="zh-CN" altLang="en-US" smtClean="0"/>
              <a:pPr defTabSz="895350"/>
              <a:t>84</a:t>
            </a:fld>
            <a:endParaRPr lang="en-US" altLang="zh-CN"/>
          </a:p>
        </p:txBody>
      </p:sp>
      <p:sp>
        <p:nvSpPr>
          <p:cNvPr id="89091" name="Freeform 2"/>
          <p:cNvSpPr>
            <a:spLocks/>
          </p:cNvSpPr>
          <p:nvPr/>
        </p:nvSpPr>
        <p:spPr bwMode="blackWhite">
          <a:xfrm>
            <a:off x="2146300" y="1684338"/>
            <a:ext cx="4759325" cy="3268662"/>
          </a:xfrm>
          <a:custGeom>
            <a:avLst/>
            <a:gdLst>
              <a:gd name="T0" fmla="*/ 2147483647 w 2543"/>
              <a:gd name="T1" fmla="*/ 2147483647 h 1799"/>
              <a:gd name="T2" fmla="*/ 2147483647 w 2543"/>
              <a:gd name="T3" fmla="*/ 2147483647 h 1799"/>
              <a:gd name="T4" fmla="*/ 2147483647 w 2543"/>
              <a:gd name="T5" fmla="*/ 2147483647 h 1799"/>
              <a:gd name="T6" fmla="*/ 2147483647 w 2543"/>
              <a:gd name="T7" fmla="*/ 2147483647 h 1799"/>
              <a:gd name="T8" fmla="*/ 2147483647 w 2543"/>
              <a:gd name="T9" fmla="*/ 2147483647 h 1799"/>
              <a:gd name="T10" fmla="*/ 2147483647 w 2543"/>
              <a:gd name="T11" fmla="*/ 2147483647 h 1799"/>
              <a:gd name="T12" fmla="*/ 2147483647 w 2543"/>
              <a:gd name="T13" fmla="*/ 2147483647 h 1799"/>
              <a:gd name="T14" fmla="*/ 0 w 2543"/>
              <a:gd name="T15" fmla="*/ 2147483647 h 1799"/>
              <a:gd name="T16" fmla="*/ 0 w 2543"/>
              <a:gd name="T17" fmla="*/ 0 h 1799"/>
              <a:gd name="T18" fmla="*/ 2147483647 w 2543"/>
              <a:gd name="T19" fmla="*/ 0 h 1799"/>
              <a:gd name="T20" fmla="*/ 2147483647 w 2543"/>
              <a:gd name="T21" fmla="*/ 2147483647 h 1799"/>
              <a:gd name="T22" fmla="*/ 2147483647 w 2543"/>
              <a:gd name="T23" fmla="*/ 2147483647 h 1799"/>
              <a:gd name="T24" fmla="*/ 2147483647 w 2543"/>
              <a:gd name="T25" fmla="*/ 2147483647 h 1799"/>
              <a:gd name="T26" fmla="*/ 2147483647 w 2543"/>
              <a:gd name="T27" fmla="*/ 2147483647 h 1799"/>
              <a:gd name="T28" fmla="*/ 2147483647 w 2543"/>
              <a:gd name="T29" fmla="*/ 2147483647 h 1799"/>
              <a:gd name="T30" fmla="*/ 2147483647 w 2543"/>
              <a:gd name="T31" fmla="*/ 2147483647 h 1799"/>
              <a:gd name="T32" fmla="*/ 2147483647 w 2543"/>
              <a:gd name="T33" fmla="*/ 2147483647 h 1799"/>
              <a:gd name="T34" fmla="*/ 2147483647 w 2543"/>
              <a:gd name="T35" fmla="*/ 2147483647 h 1799"/>
              <a:gd name="T36" fmla="*/ 2147483647 w 2543"/>
              <a:gd name="T37" fmla="*/ 2147483647 h 179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543"/>
              <a:gd name="T58" fmla="*/ 0 h 1799"/>
              <a:gd name="T59" fmla="*/ 2543 w 2543"/>
              <a:gd name="T60" fmla="*/ 1799 h 179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543" h="1799">
                <a:moveTo>
                  <a:pt x="839" y="1015"/>
                </a:moveTo>
                <a:lnTo>
                  <a:pt x="839" y="1678"/>
                </a:lnTo>
                <a:lnTo>
                  <a:pt x="943" y="1678"/>
                </a:lnTo>
                <a:lnTo>
                  <a:pt x="719" y="1798"/>
                </a:lnTo>
                <a:lnTo>
                  <a:pt x="496" y="1678"/>
                </a:lnTo>
                <a:lnTo>
                  <a:pt x="608" y="1678"/>
                </a:lnTo>
                <a:lnTo>
                  <a:pt x="608" y="999"/>
                </a:lnTo>
                <a:lnTo>
                  <a:pt x="0" y="959"/>
                </a:lnTo>
                <a:lnTo>
                  <a:pt x="0" y="0"/>
                </a:lnTo>
                <a:lnTo>
                  <a:pt x="2542" y="0"/>
                </a:lnTo>
                <a:lnTo>
                  <a:pt x="2542" y="1127"/>
                </a:lnTo>
                <a:lnTo>
                  <a:pt x="2086" y="1103"/>
                </a:lnTo>
                <a:lnTo>
                  <a:pt x="2086" y="504"/>
                </a:lnTo>
                <a:lnTo>
                  <a:pt x="2190" y="504"/>
                </a:lnTo>
                <a:lnTo>
                  <a:pt x="1974" y="392"/>
                </a:lnTo>
                <a:lnTo>
                  <a:pt x="1751" y="504"/>
                </a:lnTo>
                <a:lnTo>
                  <a:pt x="1855" y="504"/>
                </a:lnTo>
                <a:lnTo>
                  <a:pt x="1855" y="1087"/>
                </a:lnTo>
                <a:lnTo>
                  <a:pt x="839" y="101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9092" name="Freeform 3"/>
          <p:cNvSpPr>
            <a:spLocks/>
          </p:cNvSpPr>
          <p:nvPr/>
        </p:nvSpPr>
        <p:spPr bwMode="blackWhite">
          <a:xfrm>
            <a:off x="2146300" y="2381250"/>
            <a:ext cx="4759325" cy="3254375"/>
          </a:xfrm>
          <a:custGeom>
            <a:avLst/>
            <a:gdLst>
              <a:gd name="T0" fmla="*/ 2147483647 w 2543"/>
              <a:gd name="T1" fmla="*/ 2147483647 h 1791"/>
              <a:gd name="T2" fmla="*/ 2147483647 w 2543"/>
              <a:gd name="T3" fmla="*/ 2147483647 h 1791"/>
              <a:gd name="T4" fmla="*/ 2147483647 w 2543"/>
              <a:gd name="T5" fmla="*/ 2147483647 h 1791"/>
              <a:gd name="T6" fmla="*/ 2147483647 w 2543"/>
              <a:gd name="T7" fmla="*/ 0 h 1791"/>
              <a:gd name="T8" fmla="*/ 2147483647 w 2543"/>
              <a:gd name="T9" fmla="*/ 2147483647 h 1791"/>
              <a:gd name="T10" fmla="*/ 2147483647 w 2543"/>
              <a:gd name="T11" fmla="*/ 2147483647 h 1791"/>
              <a:gd name="T12" fmla="*/ 2147483647 w 2543"/>
              <a:gd name="T13" fmla="*/ 2147483647 h 1791"/>
              <a:gd name="T14" fmla="*/ 2147483647 w 2543"/>
              <a:gd name="T15" fmla="*/ 2147483647 h 1791"/>
              <a:gd name="T16" fmla="*/ 2147483647 w 2543"/>
              <a:gd name="T17" fmla="*/ 2147483647 h 1791"/>
              <a:gd name="T18" fmla="*/ 0 w 2543"/>
              <a:gd name="T19" fmla="*/ 2147483647 h 1791"/>
              <a:gd name="T20" fmla="*/ 0 w 2543"/>
              <a:gd name="T21" fmla="*/ 2147483647 h 1791"/>
              <a:gd name="T22" fmla="*/ 2147483647 w 2543"/>
              <a:gd name="T23" fmla="*/ 2147483647 h 1791"/>
              <a:gd name="T24" fmla="*/ 2147483647 w 2543"/>
              <a:gd name="T25" fmla="*/ 2147483647 h 1791"/>
              <a:gd name="T26" fmla="*/ 2147483647 w 2543"/>
              <a:gd name="T27" fmla="*/ 2147483647 h 1791"/>
              <a:gd name="T28" fmla="*/ 2147483647 w 2543"/>
              <a:gd name="T29" fmla="*/ 2147483647 h 1791"/>
              <a:gd name="T30" fmla="*/ 2147483647 w 2543"/>
              <a:gd name="T31" fmla="*/ 2147483647 h 1791"/>
              <a:gd name="T32" fmla="*/ 2147483647 w 2543"/>
              <a:gd name="T33" fmla="*/ 2147483647 h 1791"/>
              <a:gd name="T34" fmla="*/ 2147483647 w 2543"/>
              <a:gd name="T35" fmla="*/ 2147483647 h 1791"/>
              <a:gd name="T36" fmla="*/ 2147483647 w 2543"/>
              <a:gd name="T37" fmla="*/ 2147483647 h 179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543"/>
              <a:gd name="T58" fmla="*/ 0 h 1791"/>
              <a:gd name="T59" fmla="*/ 2543 w 2543"/>
              <a:gd name="T60" fmla="*/ 1791 h 179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543" h="1791">
                <a:moveTo>
                  <a:pt x="1855" y="783"/>
                </a:moveTo>
                <a:lnTo>
                  <a:pt x="1855" y="120"/>
                </a:lnTo>
                <a:lnTo>
                  <a:pt x="1751" y="120"/>
                </a:lnTo>
                <a:lnTo>
                  <a:pt x="1974" y="0"/>
                </a:lnTo>
                <a:lnTo>
                  <a:pt x="2190" y="120"/>
                </a:lnTo>
                <a:lnTo>
                  <a:pt x="2086" y="120"/>
                </a:lnTo>
                <a:lnTo>
                  <a:pt x="2086" y="799"/>
                </a:lnTo>
                <a:lnTo>
                  <a:pt x="2542" y="831"/>
                </a:lnTo>
                <a:lnTo>
                  <a:pt x="2542" y="1790"/>
                </a:lnTo>
                <a:lnTo>
                  <a:pt x="0" y="1790"/>
                </a:lnTo>
                <a:lnTo>
                  <a:pt x="0" y="663"/>
                </a:lnTo>
                <a:lnTo>
                  <a:pt x="608" y="703"/>
                </a:lnTo>
                <a:lnTo>
                  <a:pt x="608" y="1294"/>
                </a:lnTo>
                <a:lnTo>
                  <a:pt x="496" y="1294"/>
                </a:lnTo>
                <a:lnTo>
                  <a:pt x="719" y="1406"/>
                </a:lnTo>
                <a:lnTo>
                  <a:pt x="943" y="1294"/>
                </a:lnTo>
                <a:lnTo>
                  <a:pt x="839" y="1294"/>
                </a:lnTo>
                <a:lnTo>
                  <a:pt x="839" y="711"/>
                </a:lnTo>
                <a:lnTo>
                  <a:pt x="1855" y="78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89093" name="Rectangle 4"/>
          <p:cNvSpPr>
            <a:spLocks noChangeArrowheads="1"/>
          </p:cNvSpPr>
          <p:nvPr/>
        </p:nvSpPr>
        <p:spPr bwMode="auto">
          <a:xfrm>
            <a:off x="2249488" y="1800225"/>
            <a:ext cx="45450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9094" name="Rectangle 5"/>
          <p:cNvSpPr>
            <a:spLocks noChangeArrowheads="1"/>
          </p:cNvSpPr>
          <p:nvPr/>
        </p:nvSpPr>
        <p:spPr bwMode="auto">
          <a:xfrm>
            <a:off x="2263775" y="5281613"/>
            <a:ext cx="4545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COUPLED VERT</a:t>
            </a:r>
          </a:p>
        </p:txBody>
      </p:sp>
      <p:sp>
        <p:nvSpPr>
          <p:cNvPr id="8909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8909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61375B2-413F-41A3-894C-F585FF597D72}" type="slidenum">
              <a:rPr lang="zh-CN" altLang="en-US" smtClean="0"/>
              <a:pPr defTabSz="895350"/>
              <a:t>85</a:t>
            </a:fld>
            <a:endParaRPr lang="en-US" altLang="zh-CN"/>
          </a:p>
        </p:txBody>
      </p:sp>
      <p:sp>
        <p:nvSpPr>
          <p:cNvPr id="90115" name="Freeform 2"/>
          <p:cNvSpPr>
            <a:spLocks/>
          </p:cNvSpPr>
          <p:nvPr/>
        </p:nvSpPr>
        <p:spPr bwMode="blackWhite">
          <a:xfrm>
            <a:off x="4837113" y="1941513"/>
            <a:ext cx="1417637" cy="1346200"/>
          </a:xfrm>
          <a:custGeom>
            <a:avLst/>
            <a:gdLst>
              <a:gd name="T0" fmla="*/ 2147483647 w 671"/>
              <a:gd name="T1" fmla="*/ 2147483647 h 658"/>
              <a:gd name="T2" fmla="*/ 2147483647 w 671"/>
              <a:gd name="T3" fmla="*/ 2147483647 h 658"/>
              <a:gd name="T4" fmla="*/ 0 w 671"/>
              <a:gd name="T5" fmla="*/ 2147483647 h 658"/>
              <a:gd name="T6" fmla="*/ 0 w 671"/>
              <a:gd name="T7" fmla="*/ 2147483647 h 658"/>
              <a:gd name="T8" fmla="*/ 2147483647 w 671"/>
              <a:gd name="T9" fmla="*/ 2147483647 h 658"/>
              <a:gd name="T10" fmla="*/ 2147483647 w 671"/>
              <a:gd name="T11" fmla="*/ 2147483647 h 658"/>
              <a:gd name="T12" fmla="*/ 2147483647 w 671"/>
              <a:gd name="T13" fmla="*/ 0 h 658"/>
              <a:gd name="T14" fmla="*/ 2147483647 w 671"/>
              <a:gd name="T15" fmla="*/ 2147483647 h 658"/>
              <a:gd name="T16" fmla="*/ 2147483647 w 671"/>
              <a:gd name="T17" fmla="*/ 2147483647 h 658"/>
              <a:gd name="T18" fmla="*/ 2147483647 w 671"/>
              <a:gd name="T19" fmla="*/ 2147483647 h 658"/>
              <a:gd name="T20" fmla="*/ 2147483647 w 671"/>
              <a:gd name="T21" fmla="*/ 2147483647 h 658"/>
              <a:gd name="T22" fmla="*/ 2147483647 w 671"/>
              <a:gd name="T23" fmla="*/ 2147483647 h 65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71"/>
              <a:gd name="T37" fmla="*/ 0 h 658"/>
              <a:gd name="T38" fmla="*/ 671 w 671"/>
              <a:gd name="T39" fmla="*/ 658 h 65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71" h="658">
                <a:moveTo>
                  <a:pt x="491" y="578"/>
                </a:moveTo>
                <a:lnTo>
                  <a:pt x="491" y="657"/>
                </a:lnTo>
                <a:lnTo>
                  <a:pt x="0" y="657"/>
                </a:lnTo>
                <a:lnTo>
                  <a:pt x="0" y="166"/>
                </a:lnTo>
                <a:lnTo>
                  <a:pt x="95" y="166"/>
                </a:lnTo>
                <a:lnTo>
                  <a:pt x="95" y="506"/>
                </a:lnTo>
                <a:lnTo>
                  <a:pt x="602" y="0"/>
                </a:lnTo>
                <a:lnTo>
                  <a:pt x="670" y="63"/>
                </a:lnTo>
                <a:lnTo>
                  <a:pt x="166" y="570"/>
                </a:lnTo>
                <a:lnTo>
                  <a:pt x="491" y="570"/>
                </a:lnTo>
                <a:lnTo>
                  <a:pt x="491" y="657"/>
                </a:lnTo>
                <a:lnTo>
                  <a:pt x="491" y="57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0116" name="Freeform 3"/>
          <p:cNvSpPr>
            <a:spLocks/>
          </p:cNvSpPr>
          <p:nvPr/>
        </p:nvSpPr>
        <p:spPr bwMode="blackWhite">
          <a:xfrm>
            <a:off x="4837113" y="3917950"/>
            <a:ext cx="1423987" cy="1362075"/>
          </a:xfrm>
          <a:custGeom>
            <a:avLst/>
            <a:gdLst>
              <a:gd name="T0" fmla="*/ 2147483647 w 674"/>
              <a:gd name="T1" fmla="*/ 2147483647 h 666"/>
              <a:gd name="T2" fmla="*/ 2147483647 w 674"/>
              <a:gd name="T3" fmla="*/ 0 h 666"/>
              <a:gd name="T4" fmla="*/ 0 w 674"/>
              <a:gd name="T5" fmla="*/ 0 h 666"/>
              <a:gd name="T6" fmla="*/ 0 w 674"/>
              <a:gd name="T7" fmla="*/ 2147483647 h 666"/>
              <a:gd name="T8" fmla="*/ 2147483647 w 674"/>
              <a:gd name="T9" fmla="*/ 2147483647 h 666"/>
              <a:gd name="T10" fmla="*/ 2147483647 w 674"/>
              <a:gd name="T11" fmla="*/ 2147483647 h 666"/>
              <a:gd name="T12" fmla="*/ 2147483647 w 674"/>
              <a:gd name="T13" fmla="*/ 2147483647 h 666"/>
              <a:gd name="T14" fmla="*/ 2147483647 w 674"/>
              <a:gd name="T15" fmla="*/ 2147483647 h 666"/>
              <a:gd name="T16" fmla="*/ 2147483647 w 674"/>
              <a:gd name="T17" fmla="*/ 2147483647 h 666"/>
              <a:gd name="T18" fmla="*/ 2147483647 w 674"/>
              <a:gd name="T19" fmla="*/ 2147483647 h 666"/>
              <a:gd name="T20" fmla="*/ 2147483647 w 674"/>
              <a:gd name="T21" fmla="*/ 0 h 666"/>
              <a:gd name="T22" fmla="*/ 2147483647 w 674"/>
              <a:gd name="T23" fmla="*/ 2147483647 h 66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74"/>
              <a:gd name="T37" fmla="*/ 0 h 666"/>
              <a:gd name="T38" fmla="*/ 674 w 674"/>
              <a:gd name="T39" fmla="*/ 666 h 66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74" h="666">
                <a:moveTo>
                  <a:pt x="491" y="79"/>
                </a:moveTo>
                <a:lnTo>
                  <a:pt x="491" y="0"/>
                </a:lnTo>
                <a:lnTo>
                  <a:pt x="0" y="0"/>
                </a:lnTo>
                <a:lnTo>
                  <a:pt x="0" y="491"/>
                </a:lnTo>
                <a:lnTo>
                  <a:pt x="95" y="491"/>
                </a:lnTo>
                <a:lnTo>
                  <a:pt x="95" y="159"/>
                </a:lnTo>
                <a:lnTo>
                  <a:pt x="602" y="665"/>
                </a:lnTo>
                <a:lnTo>
                  <a:pt x="673" y="594"/>
                </a:lnTo>
                <a:lnTo>
                  <a:pt x="174" y="95"/>
                </a:lnTo>
                <a:lnTo>
                  <a:pt x="491" y="95"/>
                </a:lnTo>
                <a:lnTo>
                  <a:pt x="491" y="0"/>
                </a:lnTo>
                <a:lnTo>
                  <a:pt x="491" y="7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0117" name="Freeform 4"/>
          <p:cNvSpPr>
            <a:spLocks/>
          </p:cNvSpPr>
          <p:nvPr/>
        </p:nvSpPr>
        <p:spPr bwMode="blackWhite">
          <a:xfrm>
            <a:off x="2760663" y="3917950"/>
            <a:ext cx="1436687" cy="1374775"/>
          </a:xfrm>
          <a:custGeom>
            <a:avLst/>
            <a:gdLst>
              <a:gd name="T0" fmla="*/ 2147483647 w 680"/>
              <a:gd name="T1" fmla="*/ 2147483647 h 672"/>
              <a:gd name="T2" fmla="*/ 2147483647 w 680"/>
              <a:gd name="T3" fmla="*/ 0 h 672"/>
              <a:gd name="T4" fmla="*/ 2147483647 w 680"/>
              <a:gd name="T5" fmla="*/ 0 h 672"/>
              <a:gd name="T6" fmla="*/ 2147483647 w 680"/>
              <a:gd name="T7" fmla="*/ 2147483647 h 672"/>
              <a:gd name="T8" fmla="*/ 2147483647 w 680"/>
              <a:gd name="T9" fmla="*/ 2147483647 h 672"/>
              <a:gd name="T10" fmla="*/ 2147483647 w 680"/>
              <a:gd name="T11" fmla="*/ 2147483647 h 672"/>
              <a:gd name="T12" fmla="*/ 2147483647 w 680"/>
              <a:gd name="T13" fmla="*/ 2147483647 h 672"/>
              <a:gd name="T14" fmla="*/ 0 w 680"/>
              <a:gd name="T15" fmla="*/ 2147483647 h 672"/>
              <a:gd name="T16" fmla="*/ 2147483647 w 680"/>
              <a:gd name="T17" fmla="*/ 2147483647 h 672"/>
              <a:gd name="T18" fmla="*/ 2147483647 w 680"/>
              <a:gd name="T19" fmla="*/ 2147483647 h 672"/>
              <a:gd name="T20" fmla="*/ 2147483647 w 680"/>
              <a:gd name="T21" fmla="*/ 0 h 67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80"/>
              <a:gd name="T34" fmla="*/ 0 h 672"/>
              <a:gd name="T35" fmla="*/ 680 w 680"/>
              <a:gd name="T36" fmla="*/ 672 h 67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80" h="672">
                <a:moveTo>
                  <a:pt x="184" y="80"/>
                </a:moveTo>
                <a:lnTo>
                  <a:pt x="184" y="0"/>
                </a:lnTo>
                <a:lnTo>
                  <a:pt x="679" y="0"/>
                </a:lnTo>
                <a:lnTo>
                  <a:pt x="679" y="495"/>
                </a:lnTo>
                <a:lnTo>
                  <a:pt x="583" y="495"/>
                </a:lnTo>
                <a:lnTo>
                  <a:pt x="583" y="160"/>
                </a:lnTo>
                <a:lnTo>
                  <a:pt x="72" y="671"/>
                </a:lnTo>
                <a:lnTo>
                  <a:pt x="0" y="599"/>
                </a:lnTo>
                <a:lnTo>
                  <a:pt x="503" y="96"/>
                </a:lnTo>
                <a:lnTo>
                  <a:pt x="184" y="96"/>
                </a:lnTo>
                <a:lnTo>
                  <a:pt x="184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0118" name="Freeform 5"/>
          <p:cNvSpPr>
            <a:spLocks/>
          </p:cNvSpPr>
          <p:nvPr/>
        </p:nvSpPr>
        <p:spPr bwMode="blackWhite">
          <a:xfrm>
            <a:off x="2760663" y="1928813"/>
            <a:ext cx="1436687" cy="1358900"/>
          </a:xfrm>
          <a:custGeom>
            <a:avLst/>
            <a:gdLst>
              <a:gd name="T0" fmla="*/ 2147483647 w 680"/>
              <a:gd name="T1" fmla="*/ 2147483647 h 664"/>
              <a:gd name="T2" fmla="*/ 2147483647 w 680"/>
              <a:gd name="T3" fmla="*/ 2147483647 h 664"/>
              <a:gd name="T4" fmla="*/ 2147483647 w 680"/>
              <a:gd name="T5" fmla="*/ 2147483647 h 664"/>
              <a:gd name="T6" fmla="*/ 2147483647 w 680"/>
              <a:gd name="T7" fmla="*/ 2147483647 h 664"/>
              <a:gd name="T8" fmla="*/ 2147483647 w 680"/>
              <a:gd name="T9" fmla="*/ 2147483647 h 664"/>
              <a:gd name="T10" fmla="*/ 2147483647 w 680"/>
              <a:gd name="T11" fmla="*/ 2147483647 h 664"/>
              <a:gd name="T12" fmla="*/ 2147483647 w 680"/>
              <a:gd name="T13" fmla="*/ 0 h 664"/>
              <a:gd name="T14" fmla="*/ 0 w 680"/>
              <a:gd name="T15" fmla="*/ 2147483647 h 664"/>
              <a:gd name="T16" fmla="*/ 2147483647 w 680"/>
              <a:gd name="T17" fmla="*/ 2147483647 h 664"/>
              <a:gd name="T18" fmla="*/ 2147483647 w 680"/>
              <a:gd name="T19" fmla="*/ 2147483647 h 664"/>
              <a:gd name="T20" fmla="*/ 2147483647 w 680"/>
              <a:gd name="T21" fmla="*/ 2147483647 h 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80"/>
              <a:gd name="T34" fmla="*/ 0 h 664"/>
              <a:gd name="T35" fmla="*/ 680 w 680"/>
              <a:gd name="T36" fmla="*/ 664 h 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80" h="664">
                <a:moveTo>
                  <a:pt x="184" y="583"/>
                </a:moveTo>
                <a:lnTo>
                  <a:pt x="184" y="663"/>
                </a:lnTo>
                <a:lnTo>
                  <a:pt x="679" y="663"/>
                </a:lnTo>
                <a:lnTo>
                  <a:pt x="679" y="168"/>
                </a:lnTo>
                <a:lnTo>
                  <a:pt x="583" y="168"/>
                </a:lnTo>
                <a:lnTo>
                  <a:pt x="583" y="511"/>
                </a:lnTo>
                <a:lnTo>
                  <a:pt x="72" y="0"/>
                </a:lnTo>
                <a:lnTo>
                  <a:pt x="0" y="72"/>
                </a:lnTo>
                <a:lnTo>
                  <a:pt x="511" y="575"/>
                </a:lnTo>
                <a:lnTo>
                  <a:pt x="184" y="575"/>
                </a:lnTo>
                <a:lnTo>
                  <a:pt x="184" y="66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0119" name="Rectangle 6"/>
          <p:cNvSpPr>
            <a:spLocks noChangeArrowheads="1"/>
          </p:cNvSpPr>
          <p:nvPr/>
        </p:nvSpPr>
        <p:spPr bwMode="auto">
          <a:xfrm>
            <a:off x="1393825" y="1874838"/>
            <a:ext cx="1622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0120" name="Rectangle 7"/>
          <p:cNvSpPr>
            <a:spLocks noChangeArrowheads="1"/>
          </p:cNvSpPr>
          <p:nvPr/>
        </p:nvSpPr>
        <p:spPr bwMode="auto">
          <a:xfrm>
            <a:off x="6467475" y="1874838"/>
            <a:ext cx="1622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0121" name="Rectangle 8"/>
          <p:cNvSpPr>
            <a:spLocks noChangeArrowheads="1"/>
          </p:cNvSpPr>
          <p:nvPr/>
        </p:nvSpPr>
        <p:spPr bwMode="auto">
          <a:xfrm>
            <a:off x="1393825" y="5168900"/>
            <a:ext cx="1622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0122" name="Rectangle 9"/>
          <p:cNvSpPr>
            <a:spLocks noChangeArrowheads="1"/>
          </p:cNvSpPr>
          <p:nvPr/>
        </p:nvSpPr>
        <p:spPr bwMode="auto">
          <a:xfrm>
            <a:off x="6467475" y="5168900"/>
            <a:ext cx="1622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0123" name="AutoShape 10"/>
          <p:cNvSpPr>
            <a:spLocks noChangeArrowheads="1"/>
          </p:cNvSpPr>
          <p:nvPr/>
        </p:nvSpPr>
        <p:spPr bwMode="blackWhite">
          <a:xfrm>
            <a:off x="4187825" y="3289300"/>
            <a:ext cx="631825" cy="631825"/>
          </a:xfrm>
          <a:prstGeom prst="flowChartOr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012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FOCUSED</a:t>
            </a:r>
          </a:p>
        </p:txBody>
      </p:sp>
      <p:sp>
        <p:nvSpPr>
          <p:cNvPr id="9012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012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E0CD3C2-5185-484F-9F93-34F888DD35BA}" type="slidenum">
              <a:rPr lang="zh-CN" altLang="en-US" smtClean="0"/>
              <a:pPr defTabSz="895350"/>
              <a:t>86</a:t>
            </a:fld>
            <a:endParaRPr lang="en-US" altLang="zh-CN"/>
          </a:p>
        </p:txBody>
      </p:sp>
      <p:sp>
        <p:nvSpPr>
          <p:cNvPr id="91139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 flipH="1" flipV="1">
            <a:off x="5886450" y="2741613"/>
            <a:ext cx="1274763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tIns="91440" rIns="0" bIns="0"/>
          <a:lstStyle/>
          <a:p>
            <a:pPr defTabSz="993775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91140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flipV="1">
            <a:off x="1839913" y="2741613"/>
            <a:ext cx="1274762" cy="1674812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tIns="91440" rIns="0" bIns="0"/>
          <a:lstStyle/>
          <a:p>
            <a:pPr defTabSz="993775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91141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 rot="5400000">
            <a:off x="3888581" y="1124744"/>
            <a:ext cx="1274763" cy="1673225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tIns="91440" rIns="0" bIns="0"/>
          <a:lstStyle/>
          <a:p>
            <a:pPr defTabSz="993775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91142" name="AutoShape 5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 rot="16200000" flipV="1">
            <a:off x="3886200" y="4352925"/>
            <a:ext cx="1274763" cy="1674813"/>
          </a:xfrm>
          <a:prstGeom prst="rightArrow">
            <a:avLst>
              <a:gd name="adj1" fmla="val 67806"/>
              <a:gd name="adj2" fmla="val 2050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tIns="91440" rIns="0" bIns="0"/>
          <a:lstStyle/>
          <a:p>
            <a:pPr defTabSz="993775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91143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4064000" y="1709738"/>
            <a:ext cx="8826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New entrant</a:t>
            </a:r>
          </a:p>
        </p:txBody>
      </p:sp>
      <p:sp>
        <p:nvSpPr>
          <p:cNvPr id="91144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blackWhite">
          <a:xfrm>
            <a:off x="1874838" y="3463925"/>
            <a:ext cx="995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Suppliers</a:t>
            </a:r>
          </a:p>
        </p:txBody>
      </p:sp>
      <p:sp>
        <p:nvSpPr>
          <p:cNvPr id="91145" name="Rectangle 8"/>
          <p:cNvSpPr>
            <a:spLocks noChangeArrowheads="1"/>
          </p:cNvSpPr>
          <p:nvPr/>
        </p:nvSpPr>
        <p:spPr bwMode="blackWhite">
          <a:xfrm>
            <a:off x="3271838" y="2757488"/>
            <a:ext cx="2468562" cy="164306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defTabSz="993775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Industry </a:t>
            </a:r>
          </a:p>
          <a:p>
            <a:pPr defTabSz="993775" eaLnBrk="0" hangingPunct="0"/>
            <a:r>
              <a:rPr lang="en-US" altLang="zh-CN">
                <a:solidFill>
                  <a:srgbClr val="000000"/>
                </a:solidFill>
                <a:ea typeface="宋体" pitchFamily="2" charset="-122"/>
              </a:rPr>
              <a:t>competitors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91146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blackWhite">
          <a:xfrm>
            <a:off x="5959475" y="3463925"/>
            <a:ext cx="995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Buyers</a:t>
            </a:r>
          </a:p>
        </p:txBody>
      </p:sp>
      <p:sp>
        <p:nvSpPr>
          <p:cNvPr id="91147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blackWhite">
          <a:xfrm>
            <a:off x="4006850" y="5200650"/>
            <a:ext cx="1076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Substitutes</a:t>
            </a:r>
          </a:p>
        </p:txBody>
      </p:sp>
      <p:sp>
        <p:nvSpPr>
          <p:cNvPr id="91148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FORCES AT WORK</a:t>
            </a:r>
          </a:p>
        </p:txBody>
      </p:sp>
      <p:sp>
        <p:nvSpPr>
          <p:cNvPr id="9114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115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5D56BC3-2ADD-43AF-9BDD-C2BCAE71F06A}" type="slidenum">
              <a:rPr lang="zh-CN" altLang="en-US" smtClean="0"/>
              <a:pPr defTabSz="895350"/>
              <a:t>87</a:t>
            </a:fld>
            <a:endParaRPr lang="en-US" altLang="zh-CN"/>
          </a:p>
        </p:txBody>
      </p:sp>
      <p:grpSp>
        <p:nvGrpSpPr>
          <p:cNvPr id="92163" name="Group 2"/>
          <p:cNvGrpSpPr>
            <a:grpSpLocks/>
          </p:cNvGrpSpPr>
          <p:nvPr/>
        </p:nvGrpSpPr>
        <p:grpSpPr bwMode="auto">
          <a:xfrm>
            <a:off x="1473200" y="2017713"/>
            <a:ext cx="5795963" cy="3001962"/>
            <a:chOff x="1798" y="2059"/>
            <a:chExt cx="2888" cy="1542"/>
          </a:xfrm>
        </p:grpSpPr>
        <p:sp>
          <p:nvSpPr>
            <p:cNvPr id="92170" name="Freeform 3"/>
            <p:cNvSpPr>
              <a:spLocks/>
            </p:cNvSpPr>
            <p:nvPr/>
          </p:nvSpPr>
          <p:spPr bwMode="blackWhite">
            <a:xfrm>
              <a:off x="1798" y="3183"/>
              <a:ext cx="2888" cy="418"/>
            </a:xfrm>
            <a:custGeom>
              <a:avLst/>
              <a:gdLst>
                <a:gd name="T0" fmla="*/ 2824 w 2888"/>
                <a:gd name="T1" fmla="*/ 190 h 418"/>
                <a:gd name="T2" fmla="*/ 2455 w 2888"/>
                <a:gd name="T3" fmla="*/ 0 h 418"/>
                <a:gd name="T4" fmla="*/ 2558 w 2888"/>
                <a:gd name="T5" fmla="*/ 88 h 418"/>
                <a:gd name="T6" fmla="*/ 0 w 2888"/>
                <a:gd name="T7" fmla="*/ 190 h 418"/>
                <a:gd name="T8" fmla="*/ 621 w 2888"/>
                <a:gd name="T9" fmla="*/ 380 h 418"/>
                <a:gd name="T10" fmla="*/ 2755 w 2888"/>
                <a:gd name="T11" fmla="*/ 333 h 418"/>
                <a:gd name="T12" fmla="*/ 2887 w 2888"/>
                <a:gd name="T13" fmla="*/ 417 h 418"/>
                <a:gd name="T14" fmla="*/ 2824 w 2888"/>
                <a:gd name="T15" fmla="*/ 190 h 4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88"/>
                <a:gd name="T25" fmla="*/ 0 h 418"/>
                <a:gd name="T26" fmla="*/ 2888 w 2888"/>
                <a:gd name="T27" fmla="*/ 418 h 41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88" h="418">
                  <a:moveTo>
                    <a:pt x="2824" y="190"/>
                  </a:moveTo>
                  <a:lnTo>
                    <a:pt x="2455" y="0"/>
                  </a:lnTo>
                  <a:lnTo>
                    <a:pt x="2558" y="88"/>
                  </a:lnTo>
                  <a:lnTo>
                    <a:pt x="0" y="190"/>
                  </a:lnTo>
                  <a:lnTo>
                    <a:pt x="621" y="380"/>
                  </a:lnTo>
                  <a:lnTo>
                    <a:pt x="2755" y="333"/>
                  </a:lnTo>
                  <a:lnTo>
                    <a:pt x="2887" y="417"/>
                  </a:lnTo>
                  <a:lnTo>
                    <a:pt x="2824" y="19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2171" name="Freeform 4"/>
            <p:cNvSpPr>
              <a:spLocks/>
            </p:cNvSpPr>
            <p:nvPr/>
          </p:nvSpPr>
          <p:spPr bwMode="blackWhite">
            <a:xfrm>
              <a:off x="1816" y="2534"/>
              <a:ext cx="2738" cy="1030"/>
            </a:xfrm>
            <a:custGeom>
              <a:avLst/>
              <a:gdLst>
                <a:gd name="T0" fmla="*/ 90 w 2738"/>
                <a:gd name="T1" fmla="*/ 865 h 1030"/>
                <a:gd name="T2" fmla="*/ 267 w 2738"/>
                <a:gd name="T3" fmla="*/ 912 h 1030"/>
                <a:gd name="T4" fmla="*/ 444 w 2738"/>
                <a:gd name="T5" fmla="*/ 966 h 1030"/>
                <a:gd name="T6" fmla="*/ 618 w 2738"/>
                <a:gd name="T7" fmla="*/ 1029 h 1030"/>
                <a:gd name="T8" fmla="*/ 764 w 2738"/>
                <a:gd name="T9" fmla="*/ 1008 h 1030"/>
                <a:gd name="T10" fmla="*/ 906 w 2738"/>
                <a:gd name="T11" fmla="*/ 977 h 1030"/>
                <a:gd name="T12" fmla="*/ 1043 w 2738"/>
                <a:gd name="T13" fmla="*/ 939 h 1030"/>
                <a:gd name="T14" fmla="*/ 1174 w 2738"/>
                <a:gd name="T15" fmla="*/ 893 h 1030"/>
                <a:gd name="T16" fmla="*/ 1298 w 2738"/>
                <a:gd name="T17" fmla="*/ 839 h 1030"/>
                <a:gd name="T18" fmla="*/ 1415 w 2738"/>
                <a:gd name="T19" fmla="*/ 779 h 1030"/>
                <a:gd name="T20" fmla="*/ 1524 w 2738"/>
                <a:gd name="T21" fmla="*/ 710 h 1030"/>
                <a:gd name="T22" fmla="*/ 1623 w 2738"/>
                <a:gd name="T23" fmla="*/ 636 h 1030"/>
                <a:gd name="T24" fmla="*/ 1714 w 2738"/>
                <a:gd name="T25" fmla="*/ 555 h 1030"/>
                <a:gd name="T26" fmla="*/ 1774 w 2738"/>
                <a:gd name="T27" fmla="*/ 502 h 1030"/>
                <a:gd name="T28" fmla="*/ 1838 w 2738"/>
                <a:gd name="T29" fmla="*/ 452 h 1030"/>
                <a:gd name="T30" fmla="*/ 1904 w 2738"/>
                <a:gd name="T31" fmla="*/ 406 h 1030"/>
                <a:gd name="T32" fmla="*/ 1972 w 2738"/>
                <a:gd name="T33" fmla="*/ 365 h 1030"/>
                <a:gd name="T34" fmla="*/ 2039 w 2738"/>
                <a:gd name="T35" fmla="*/ 329 h 1030"/>
                <a:gd name="T36" fmla="*/ 2104 w 2738"/>
                <a:gd name="T37" fmla="*/ 300 h 1030"/>
                <a:gd name="T38" fmla="*/ 2166 w 2738"/>
                <a:gd name="T39" fmla="*/ 279 h 1030"/>
                <a:gd name="T40" fmla="*/ 2223 w 2738"/>
                <a:gd name="T41" fmla="*/ 265 h 1030"/>
                <a:gd name="T42" fmla="*/ 2274 w 2738"/>
                <a:gd name="T43" fmla="*/ 260 h 1030"/>
                <a:gd name="T44" fmla="*/ 2323 w 2738"/>
                <a:gd name="T45" fmla="*/ 259 h 1030"/>
                <a:gd name="T46" fmla="*/ 2379 w 2738"/>
                <a:gd name="T47" fmla="*/ 262 h 1030"/>
                <a:gd name="T48" fmla="*/ 2439 w 2738"/>
                <a:gd name="T49" fmla="*/ 269 h 1030"/>
                <a:gd name="T50" fmla="*/ 2502 w 2738"/>
                <a:gd name="T51" fmla="*/ 280 h 1030"/>
                <a:gd name="T52" fmla="*/ 2566 w 2738"/>
                <a:gd name="T53" fmla="*/ 294 h 1030"/>
                <a:gd name="T54" fmla="*/ 2627 w 2738"/>
                <a:gd name="T55" fmla="*/ 310 h 1030"/>
                <a:gd name="T56" fmla="*/ 2686 w 2738"/>
                <a:gd name="T57" fmla="*/ 382 h 1030"/>
                <a:gd name="T58" fmla="*/ 2737 w 2738"/>
                <a:gd name="T59" fmla="*/ 459 h 1030"/>
                <a:gd name="T60" fmla="*/ 2577 w 2738"/>
                <a:gd name="T61" fmla="*/ 101 h 1030"/>
                <a:gd name="T62" fmla="*/ 2329 w 2738"/>
                <a:gd name="T63" fmla="*/ 32 h 1030"/>
                <a:gd name="T64" fmla="*/ 2324 w 2738"/>
                <a:gd name="T65" fmla="*/ 80 h 1030"/>
                <a:gd name="T66" fmla="*/ 2305 w 2738"/>
                <a:gd name="T67" fmla="*/ 73 h 1030"/>
                <a:gd name="T68" fmla="*/ 2276 w 2738"/>
                <a:gd name="T69" fmla="*/ 66 h 1030"/>
                <a:gd name="T70" fmla="*/ 2242 w 2738"/>
                <a:gd name="T71" fmla="*/ 60 h 1030"/>
                <a:gd name="T72" fmla="*/ 2203 w 2738"/>
                <a:gd name="T73" fmla="*/ 55 h 1030"/>
                <a:gd name="T74" fmla="*/ 2163 w 2738"/>
                <a:gd name="T75" fmla="*/ 52 h 1030"/>
                <a:gd name="T76" fmla="*/ 2123 w 2738"/>
                <a:gd name="T77" fmla="*/ 51 h 1030"/>
                <a:gd name="T78" fmla="*/ 2024 w 2738"/>
                <a:gd name="T79" fmla="*/ 53 h 1030"/>
                <a:gd name="T80" fmla="*/ 1932 w 2738"/>
                <a:gd name="T81" fmla="*/ 61 h 1030"/>
                <a:gd name="T82" fmla="*/ 1849 w 2738"/>
                <a:gd name="T83" fmla="*/ 75 h 1030"/>
                <a:gd name="T84" fmla="*/ 1774 w 2738"/>
                <a:gd name="T85" fmla="*/ 94 h 1030"/>
                <a:gd name="T86" fmla="*/ 1708 w 2738"/>
                <a:gd name="T87" fmla="*/ 118 h 1030"/>
                <a:gd name="T88" fmla="*/ 1599 w 2738"/>
                <a:gd name="T89" fmla="*/ 217 h 1030"/>
                <a:gd name="T90" fmla="*/ 1442 w 2738"/>
                <a:gd name="T91" fmla="*/ 381 h 1030"/>
                <a:gd name="T92" fmla="*/ 1282 w 2738"/>
                <a:gd name="T93" fmla="*/ 533 h 1030"/>
                <a:gd name="T94" fmla="*/ 1119 w 2738"/>
                <a:gd name="T95" fmla="*/ 674 h 1030"/>
                <a:gd name="T96" fmla="*/ 954 w 2738"/>
                <a:gd name="T97" fmla="*/ 804 h 1030"/>
                <a:gd name="T98" fmla="*/ 787 w 2738"/>
                <a:gd name="T99" fmla="*/ 923 h 1030"/>
                <a:gd name="T100" fmla="*/ 618 w 2738"/>
                <a:gd name="T101" fmla="*/ 1029 h 1030"/>
                <a:gd name="T102" fmla="*/ 206 w 2738"/>
                <a:gd name="T103" fmla="*/ 905 h 103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738"/>
                <a:gd name="T157" fmla="*/ 0 h 1030"/>
                <a:gd name="T158" fmla="*/ 2738 w 2738"/>
                <a:gd name="T159" fmla="*/ 1030 h 1030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738" h="1030">
                  <a:moveTo>
                    <a:pt x="0" y="845"/>
                  </a:moveTo>
                  <a:lnTo>
                    <a:pt x="90" y="865"/>
                  </a:lnTo>
                  <a:lnTo>
                    <a:pt x="178" y="888"/>
                  </a:lnTo>
                  <a:lnTo>
                    <a:pt x="267" y="912"/>
                  </a:lnTo>
                  <a:lnTo>
                    <a:pt x="356" y="938"/>
                  </a:lnTo>
                  <a:lnTo>
                    <a:pt x="444" y="966"/>
                  </a:lnTo>
                  <a:lnTo>
                    <a:pt x="532" y="997"/>
                  </a:lnTo>
                  <a:lnTo>
                    <a:pt x="618" y="1029"/>
                  </a:lnTo>
                  <a:lnTo>
                    <a:pt x="691" y="1019"/>
                  </a:lnTo>
                  <a:lnTo>
                    <a:pt x="764" y="1008"/>
                  </a:lnTo>
                  <a:lnTo>
                    <a:pt x="835" y="994"/>
                  </a:lnTo>
                  <a:lnTo>
                    <a:pt x="906" y="977"/>
                  </a:lnTo>
                  <a:lnTo>
                    <a:pt x="975" y="959"/>
                  </a:lnTo>
                  <a:lnTo>
                    <a:pt x="1043" y="939"/>
                  </a:lnTo>
                  <a:lnTo>
                    <a:pt x="1109" y="917"/>
                  </a:lnTo>
                  <a:lnTo>
                    <a:pt x="1174" y="893"/>
                  </a:lnTo>
                  <a:lnTo>
                    <a:pt x="1237" y="867"/>
                  </a:lnTo>
                  <a:lnTo>
                    <a:pt x="1298" y="839"/>
                  </a:lnTo>
                  <a:lnTo>
                    <a:pt x="1358" y="810"/>
                  </a:lnTo>
                  <a:lnTo>
                    <a:pt x="1415" y="779"/>
                  </a:lnTo>
                  <a:lnTo>
                    <a:pt x="1471" y="745"/>
                  </a:lnTo>
                  <a:lnTo>
                    <a:pt x="1524" y="710"/>
                  </a:lnTo>
                  <a:lnTo>
                    <a:pt x="1575" y="674"/>
                  </a:lnTo>
                  <a:lnTo>
                    <a:pt x="1623" y="636"/>
                  </a:lnTo>
                  <a:lnTo>
                    <a:pt x="1670" y="597"/>
                  </a:lnTo>
                  <a:lnTo>
                    <a:pt x="1714" y="555"/>
                  </a:lnTo>
                  <a:lnTo>
                    <a:pt x="1743" y="529"/>
                  </a:lnTo>
                  <a:lnTo>
                    <a:pt x="1774" y="502"/>
                  </a:lnTo>
                  <a:lnTo>
                    <a:pt x="1805" y="477"/>
                  </a:lnTo>
                  <a:lnTo>
                    <a:pt x="1838" y="452"/>
                  </a:lnTo>
                  <a:lnTo>
                    <a:pt x="1870" y="428"/>
                  </a:lnTo>
                  <a:lnTo>
                    <a:pt x="1904" y="406"/>
                  </a:lnTo>
                  <a:lnTo>
                    <a:pt x="1938" y="384"/>
                  </a:lnTo>
                  <a:lnTo>
                    <a:pt x="1972" y="365"/>
                  </a:lnTo>
                  <a:lnTo>
                    <a:pt x="2005" y="346"/>
                  </a:lnTo>
                  <a:lnTo>
                    <a:pt x="2039" y="329"/>
                  </a:lnTo>
                  <a:lnTo>
                    <a:pt x="2071" y="314"/>
                  </a:lnTo>
                  <a:lnTo>
                    <a:pt x="2104" y="300"/>
                  </a:lnTo>
                  <a:lnTo>
                    <a:pt x="2135" y="288"/>
                  </a:lnTo>
                  <a:lnTo>
                    <a:pt x="2166" y="279"/>
                  </a:lnTo>
                  <a:lnTo>
                    <a:pt x="2195" y="271"/>
                  </a:lnTo>
                  <a:lnTo>
                    <a:pt x="2223" y="265"/>
                  </a:lnTo>
                  <a:lnTo>
                    <a:pt x="2249" y="262"/>
                  </a:lnTo>
                  <a:lnTo>
                    <a:pt x="2274" y="260"/>
                  </a:lnTo>
                  <a:lnTo>
                    <a:pt x="2297" y="259"/>
                  </a:lnTo>
                  <a:lnTo>
                    <a:pt x="2323" y="259"/>
                  </a:lnTo>
                  <a:lnTo>
                    <a:pt x="2350" y="260"/>
                  </a:lnTo>
                  <a:lnTo>
                    <a:pt x="2379" y="262"/>
                  </a:lnTo>
                  <a:lnTo>
                    <a:pt x="2409" y="265"/>
                  </a:lnTo>
                  <a:lnTo>
                    <a:pt x="2439" y="269"/>
                  </a:lnTo>
                  <a:lnTo>
                    <a:pt x="2470" y="274"/>
                  </a:lnTo>
                  <a:lnTo>
                    <a:pt x="2502" y="280"/>
                  </a:lnTo>
                  <a:lnTo>
                    <a:pt x="2534" y="287"/>
                  </a:lnTo>
                  <a:lnTo>
                    <a:pt x="2566" y="294"/>
                  </a:lnTo>
                  <a:lnTo>
                    <a:pt x="2597" y="301"/>
                  </a:lnTo>
                  <a:lnTo>
                    <a:pt x="2627" y="310"/>
                  </a:lnTo>
                  <a:lnTo>
                    <a:pt x="2658" y="346"/>
                  </a:lnTo>
                  <a:lnTo>
                    <a:pt x="2686" y="382"/>
                  </a:lnTo>
                  <a:lnTo>
                    <a:pt x="2713" y="421"/>
                  </a:lnTo>
                  <a:lnTo>
                    <a:pt x="2737" y="459"/>
                  </a:lnTo>
                  <a:lnTo>
                    <a:pt x="2700" y="139"/>
                  </a:lnTo>
                  <a:lnTo>
                    <a:pt x="2577" y="101"/>
                  </a:lnTo>
                  <a:lnTo>
                    <a:pt x="2453" y="65"/>
                  </a:lnTo>
                  <a:lnTo>
                    <a:pt x="2329" y="32"/>
                  </a:lnTo>
                  <a:lnTo>
                    <a:pt x="2203" y="0"/>
                  </a:lnTo>
                  <a:lnTo>
                    <a:pt x="2324" y="80"/>
                  </a:lnTo>
                  <a:lnTo>
                    <a:pt x="2315" y="76"/>
                  </a:lnTo>
                  <a:lnTo>
                    <a:pt x="2305" y="73"/>
                  </a:lnTo>
                  <a:lnTo>
                    <a:pt x="2291" y="69"/>
                  </a:lnTo>
                  <a:lnTo>
                    <a:pt x="2276" y="66"/>
                  </a:lnTo>
                  <a:lnTo>
                    <a:pt x="2260" y="63"/>
                  </a:lnTo>
                  <a:lnTo>
                    <a:pt x="2242" y="60"/>
                  </a:lnTo>
                  <a:lnTo>
                    <a:pt x="2223" y="58"/>
                  </a:lnTo>
                  <a:lnTo>
                    <a:pt x="2203" y="55"/>
                  </a:lnTo>
                  <a:lnTo>
                    <a:pt x="2183" y="54"/>
                  </a:lnTo>
                  <a:lnTo>
                    <a:pt x="2163" y="52"/>
                  </a:lnTo>
                  <a:lnTo>
                    <a:pt x="2142" y="51"/>
                  </a:lnTo>
                  <a:lnTo>
                    <a:pt x="2123" y="51"/>
                  </a:lnTo>
                  <a:lnTo>
                    <a:pt x="2072" y="51"/>
                  </a:lnTo>
                  <a:lnTo>
                    <a:pt x="2024" y="53"/>
                  </a:lnTo>
                  <a:lnTo>
                    <a:pt x="1977" y="57"/>
                  </a:lnTo>
                  <a:lnTo>
                    <a:pt x="1932" y="61"/>
                  </a:lnTo>
                  <a:lnTo>
                    <a:pt x="1889" y="67"/>
                  </a:lnTo>
                  <a:lnTo>
                    <a:pt x="1849" y="75"/>
                  </a:lnTo>
                  <a:lnTo>
                    <a:pt x="1810" y="83"/>
                  </a:lnTo>
                  <a:lnTo>
                    <a:pt x="1774" y="94"/>
                  </a:lnTo>
                  <a:lnTo>
                    <a:pt x="1739" y="104"/>
                  </a:lnTo>
                  <a:lnTo>
                    <a:pt x="1708" y="118"/>
                  </a:lnTo>
                  <a:lnTo>
                    <a:pt x="1677" y="132"/>
                  </a:lnTo>
                  <a:lnTo>
                    <a:pt x="1599" y="217"/>
                  </a:lnTo>
                  <a:lnTo>
                    <a:pt x="1521" y="301"/>
                  </a:lnTo>
                  <a:lnTo>
                    <a:pt x="1442" y="381"/>
                  </a:lnTo>
                  <a:lnTo>
                    <a:pt x="1362" y="459"/>
                  </a:lnTo>
                  <a:lnTo>
                    <a:pt x="1282" y="533"/>
                  </a:lnTo>
                  <a:lnTo>
                    <a:pt x="1201" y="606"/>
                  </a:lnTo>
                  <a:lnTo>
                    <a:pt x="1119" y="674"/>
                  </a:lnTo>
                  <a:lnTo>
                    <a:pt x="1037" y="741"/>
                  </a:lnTo>
                  <a:lnTo>
                    <a:pt x="954" y="804"/>
                  </a:lnTo>
                  <a:lnTo>
                    <a:pt x="871" y="865"/>
                  </a:lnTo>
                  <a:lnTo>
                    <a:pt x="787" y="923"/>
                  </a:lnTo>
                  <a:lnTo>
                    <a:pt x="703" y="977"/>
                  </a:lnTo>
                  <a:lnTo>
                    <a:pt x="618" y="1029"/>
                  </a:lnTo>
                  <a:lnTo>
                    <a:pt x="412" y="966"/>
                  </a:lnTo>
                  <a:lnTo>
                    <a:pt x="206" y="905"/>
                  </a:lnTo>
                  <a:lnTo>
                    <a:pt x="0" y="845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2172" name="Freeform 5"/>
            <p:cNvSpPr>
              <a:spLocks/>
            </p:cNvSpPr>
            <p:nvPr/>
          </p:nvSpPr>
          <p:spPr bwMode="blackWhite">
            <a:xfrm>
              <a:off x="1800" y="2059"/>
              <a:ext cx="2690" cy="1505"/>
            </a:xfrm>
            <a:custGeom>
              <a:avLst/>
              <a:gdLst>
                <a:gd name="T0" fmla="*/ 669 w 2690"/>
                <a:gd name="T1" fmla="*/ 1491 h 1505"/>
                <a:gd name="T2" fmla="*/ 790 w 2690"/>
                <a:gd name="T3" fmla="*/ 1458 h 1505"/>
                <a:gd name="T4" fmla="*/ 909 w 2690"/>
                <a:gd name="T5" fmla="*/ 1415 h 1505"/>
                <a:gd name="T6" fmla="*/ 1024 w 2690"/>
                <a:gd name="T7" fmla="*/ 1361 h 1505"/>
                <a:gd name="T8" fmla="*/ 1137 w 2690"/>
                <a:gd name="T9" fmla="*/ 1296 h 1505"/>
                <a:gd name="T10" fmla="*/ 1244 w 2690"/>
                <a:gd name="T11" fmla="*/ 1223 h 1505"/>
                <a:gd name="T12" fmla="*/ 1346 w 2690"/>
                <a:gd name="T13" fmla="*/ 1140 h 1505"/>
                <a:gd name="T14" fmla="*/ 1441 w 2690"/>
                <a:gd name="T15" fmla="*/ 1049 h 1505"/>
                <a:gd name="T16" fmla="*/ 1529 w 2690"/>
                <a:gd name="T17" fmla="*/ 951 h 1505"/>
                <a:gd name="T18" fmla="*/ 1609 w 2690"/>
                <a:gd name="T19" fmla="*/ 846 h 1505"/>
                <a:gd name="T20" fmla="*/ 1680 w 2690"/>
                <a:gd name="T21" fmla="*/ 735 h 1505"/>
                <a:gd name="T22" fmla="*/ 1723 w 2690"/>
                <a:gd name="T23" fmla="*/ 673 h 1505"/>
                <a:gd name="T24" fmla="*/ 1770 w 2690"/>
                <a:gd name="T25" fmla="*/ 614 h 1505"/>
                <a:gd name="T26" fmla="*/ 1819 w 2690"/>
                <a:gd name="T27" fmla="*/ 559 h 1505"/>
                <a:gd name="T28" fmla="*/ 1870 w 2690"/>
                <a:gd name="T29" fmla="*/ 510 h 1505"/>
                <a:gd name="T30" fmla="*/ 1922 w 2690"/>
                <a:gd name="T31" fmla="*/ 468 h 1505"/>
                <a:gd name="T32" fmla="*/ 1972 w 2690"/>
                <a:gd name="T33" fmla="*/ 433 h 1505"/>
                <a:gd name="T34" fmla="*/ 2020 w 2690"/>
                <a:gd name="T35" fmla="*/ 407 h 1505"/>
                <a:gd name="T36" fmla="*/ 2065 w 2690"/>
                <a:gd name="T37" fmla="*/ 389 h 1505"/>
                <a:gd name="T38" fmla="*/ 2155 w 2690"/>
                <a:gd name="T39" fmla="*/ 371 h 1505"/>
                <a:gd name="T40" fmla="*/ 2295 w 2690"/>
                <a:gd name="T41" fmla="*/ 351 h 1505"/>
                <a:gd name="T42" fmla="*/ 2435 w 2690"/>
                <a:gd name="T43" fmla="*/ 343 h 1505"/>
                <a:gd name="T44" fmla="*/ 2546 w 2690"/>
                <a:gd name="T45" fmla="*/ 379 h 1505"/>
                <a:gd name="T46" fmla="*/ 2621 w 2690"/>
                <a:gd name="T47" fmla="*/ 452 h 1505"/>
                <a:gd name="T48" fmla="*/ 2689 w 2690"/>
                <a:gd name="T49" fmla="*/ 532 h 1505"/>
                <a:gd name="T50" fmla="*/ 2494 w 2690"/>
                <a:gd name="T51" fmla="*/ 119 h 1505"/>
                <a:gd name="T52" fmla="*/ 2173 w 2690"/>
                <a:gd name="T53" fmla="*/ 37 h 1505"/>
                <a:gd name="T54" fmla="*/ 2157 w 2690"/>
                <a:gd name="T55" fmla="*/ 97 h 1505"/>
                <a:gd name="T56" fmla="*/ 2056 w 2690"/>
                <a:gd name="T57" fmla="*/ 88 h 1505"/>
                <a:gd name="T58" fmla="*/ 1955 w 2690"/>
                <a:gd name="T59" fmla="*/ 88 h 1505"/>
                <a:gd name="T60" fmla="*/ 1854 w 2690"/>
                <a:gd name="T61" fmla="*/ 97 h 1505"/>
                <a:gd name="T62" fmla="*/ 1755 w 2690"/>
                <a:gd name="T63" fmla="*/ 115 h 1505"/>
                <a:gd name="T64" fmla="*/ 1658 w 2690"/>
                <a:gd name="T65" fmla="*/ 140 h 1505"/>
                <a:gd name="T66" fmla="*/ 1586 w 2690"/>
                <a:gd name="T67" fmla="*/ 165 h 1505"/>
                <a:gd name="T68" fmla="*/ 1519 w 2690"/>
                <a:gd name="T69" fmla="*/ 199 h 1505"/>
                <a:gd name="T70" fmla="*/ 1459 w 2690"/>
                <a:gd name="T71" fmla="*/ 242 h 1505"/>
                <a:gd name="T72" fmla="*/ 1407 w 2690"/>
                <a:gd name="T73" fmla="*/ 293 h 1505"/>
                <a:gd name="T74" fmla="*/ 1365 w 2690"/>
                <a:gd name="T75" fmla="*/ 349 h 1505"/>
                <a:gd name="T76" fmla="*/ 1333 w 2690"/>
                <a:gd name="T77" fmla="*/ 411 h 1505"/>
                <a:gd name="T78" fmla="*/ 1283 w 2690"/>
                <a:gd name="T79" fmla="*/ 522 h 1505"/>
                <a:gd name="T80" fmla="*/ 1222 w 2690"/>
                <a:gd name="T81" fmla="*/ 629 h 1505"/>
                <a:gd name="T82" fmla="*/ 1150 w 2690"/>
                <a:gd name="T83" fmla="*/ 731 h 1505"/>
                <a:gd name="T84" fmla="*/ 1068 w 2690"/>
                <a:gd name="T85" fmla="*/ 827 h 1505"/>
                <a:gd name="T86" fmla="*/ 977 w 2690"/>
                <a:gd name="T87" fmla="*/ 916 h 1505"/>
                <a:gd name="T88" fmla="*/ 876 w 2690"/>
                <a:gd name="T89" fmla="*/ 998 h 1505"/>
                <a:gd name="T90" fmla="*/ 768 w 2690"/>
                <a:gd name="T91" fmla="*/ 1072 h 1505"/>
                <a:gd name="T92" fmla="*/ 652 w 2690"/>
                <a:gd name="T93" fmla="*/ 1137 h 1505"/>
                <a:gd name="T94" fmla="*/ 530 w 2690"/>
                <a:gd name="T95" fmla="*/ 1193 h 1505"/>
                <a:gd name="T96" fmla="*/ 403 w 2690"/>
                <a:gd name="T97" fmla="*/ 1239 h 1505"/>
                <a:gd name="T98" fmla="*/ 272 w 2690"/>
                <a:gd name="T99" fmla="*/ 1275 h 1505"/>
                <a:gd name="T100" fmla="*/ 137 w 2690"/>
                <a:gd name="T101" fmla="*/ 1301 h 1505"/>
                <a:gd name="T102" fmla="*/ 0 w 2690"/>
                <a:gd name="T103" fmla="*/ 1317 h 150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690"/>
                <a:gd name="T157" fmla="*/ 0 h 1505"/>
                <a:gd name="T158" fmla="*/ 2690 w 2690"/>
                <a:gd name="T159" fmla="*/ 1505 h 150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690" h="1505">
                  <a:moveTo>
                    <a:pt x="608" y="1504"/>
                  </a:moveTo>
                  <a:lnTo>
                    <a:pt x="669" y="1491"/>
                  </a:lnTo>
                  <a:lnTo>
                    <a:pt x="730" y="1476"/>
                  </a:lnTo>
                  <a:lnTo>
                    <a:pt x="790" y="1458"/>
                  </a:lnTo>
                  <a:lnTo>
                    <a:pt x="850" y="1438"/>
                  </a:lnTo>
                  <a:lnTo>
                    <a:pt x="909" y="1415"/>
                  </a:lnTo>
                  <a:lnTo>
                    <a:pt x="968" y="1389"/>
                  </a:lnTo>
                  <a:lnTo>
                    <a:pt x="1024" y="1361"/>
                  </a:lnTo>
                  <a:lnTo>
                    <a:pt x="1081" y="1330"/>
                  </a:lnTo>
                  <a:lnTo>
                    <a:pt x="1137" y="1296"/>
                  </a:lnTo>
                  <a:lnTo>
                    <a:pt x="1191" y="1261"/>
                  </a:lnTo>
                  <a:lnTo>
                    <a:pt x="1244" y="1223"/>
                  </a:lnTo>
                  <a:lnTo>
                    <a:pt x="1296" y="1182"/>
                  </a:lnTo>
                  <a:lnTo>
                    <a:pt x="1346" y="1140"/>
                  </a:lnTo>
                  <a:lnTo>
                    <a:pt x="1395" y="1096"/>
                  </a:lnTo>
                  <a:lnTo>
                    <a:pt x="1441" y="1049"/>
                  </a:lnTo>
                  <a:lnTo>
                    <a:pt x="1486" y="1001"/>
                  </a:lnTo>
                  <a:lnTo>
                    <a:pt x="1529" y="951"/>
                  </a:lnTo>
                  <a:lnTo>
                    <a:pt x="1570" y="899"/>
                  </a:lnTo>
                  <a:lnTo>
                    <a:pt x="1609" y="846"/>
                  </a:lnTo>
                  <a:lnTo>
                    <a:pt x="1646" y="791"/>
                  </a:lnTo>
                  <a:lnTo>
                    <a:pt x="1680" y="735"/>
                  </a:lnTo>
                  <a:lnTo>
                    <a:pt x="1701" y="704"/>
                  </a:lnTo>
                  <a:lnTo>
                    <a:pt x="1723" y="673"/>
                  </a:lnTo>
                  <a:lnTo>
                    <a:pt x="1746" y="643"/>
                  </a:lnTo>
                  <a:lnTo>
                    <a:pt x="1770" y="614"/>
                  </a:lnTo>
                  <a:lnTo>
                    <a:pt x="1794" y="586"/>
                  </a:lnTo>
                  <a:lnTo>
                    <a:pt x="1819" y="559"/>
                  </a:lnTo>
                  <a:lnTo>
                    <a:pt x="1845" y="534"/>
                  </a:lnTo>
                  <a:lnTo>
                    <a:pt x="1870" y="510"/>
                  </a:lnTo>
                  <a:lnTo>
                    <a:pt x="1896" y="488"/>
                  </a:lnTo>
                  <a:lnTo>
                    <a:pt x="1922" y="468"/>
                  </a:lnTo>
                  <a:lnTo>
                    <a:pt x="1947" y="449"/>
                  </a:lnTo>
                  <a:lnTo>
                    <a:pt x="1972" y="433"/>
                  </a:lnTo>
                  <a:lnTo>
                    <a:pt x="1996" y="418"/>
                  </a:lnTo>
                  <a:lnTo>
                    <a:pt x="2020" y="407"/>
                  </a:lnTo>
                  <a:lnTo>
                    <a:pt x="2043" y="396"/>
                  </a:lnTo>
                  <a:lnTo>
                    <a:pt x="2065" y="389"/>
                  </a:lnTo>
                  <a:lnTo>
                    <a:pt x="2086" y="384"/>
                  </a:lnTo>
                  <a:lnTo>
                    <a:pt x="2155" y="371"/>
                  </a:lnTo>
                  <a:lnTo>
                    <a:pt x="2225" y="360"/>
                  </a:lnTo>
                  <a:lnTo>
                    <a:pt x="2295" y="351"/>
                  </a:lnTo>
                  <a:lnTo>
                    <a:pt x="2365" y="346"/>
                  </a:lnTo>
                  <a:lnTo>
                    <a:pt x="2435" y="343"/>
                  </a:lnTo>
                  <a:lnTo>
                    <a:pt x="2506" y="343"/>
                  </a:lnTo>
                  <a:lnTo>
                    <a:pt x="2546" y="379"/>
                  </a:lnTo>
                  <a:lnTo>
                    <a:pt x="2584" y="415"/>
                  </a:lnTo>
                  <a:lnTo>
                    <a:pt x="2621" y="452"/>
                  </a:lnTo>
                  <a:lnTo>
                    <a:pt x="2656" y="491"/>
                  </a:lnTo>
                  <a:lnTo>
                    <a:pt x="2689" y="532"/>
                  </a:lnTo>
                  <a:lnTo>
                    <a:pt x="2654" y="162"/>
                  </a:lnTo>
                  <a:lnTo>
                    <a:pt x="2494" y="119"/>
                  </a:lnTo>
                  <a:lnTo>
                    <a:pt x="2334" y="76"/>
                  </a:lnTo>
                  <a:lnTo>
                    <a:pt x="2173" y="37"/>
                  </a:lnTo>
                  <a:lnTo>
                    <a:pt x="2011" y="0"/>
                  </a:lnTo>
                  <a:lnTo>
                    <a:pt x="2157" y="97"/>
                  </a:lnTo>
                  <a:lnTo>
                    <a:pt x="2107" y="91"/>
                  </a:lnTo>
                  <a:lnTo>
                    <a:pt x="2056" y="88"/>
                  </a:lnTo>
                  <a:lnTo>
                    <a:pt x="2006" y="87"/>
                  </a:lnTo>
                  <a:lnTo>
                    <a:pt x="1955" y="88"/>
                  </a:lnTo>
                  <a:lnTo>
                    <a:pt x="1904" y="91"/>
                  </a:lnTo>
                  <a:lnTo>
                    <a:pt x="1854" y="97"/>
                  </a:lnTo>
                  <a:lnTo>
                    <a:pt x="1804" y="105"/>
                  </a:lnTo>
                  <a:lnTo>
                    <a:pt x="1755" y="115"/>
                  </a:lnTo>
                  <a:lnTo>
                    <a:pt x="1706" y="126"/>
                  </a:lnTo>
                  <a:lnTo>
                    <a:pt x="1658" y="140"/>
                  </a:lnTo>
                  <a:lnTo>
                    <a:pt x="1621" y="152"/>
                  </a:lnTo>
                  <a:lnTo>
                    <a:pt x="1586" y="165"/>
                  </a:lnTo>
                  <a:lnTo>
                    <a:pt x="1552" y="181"/>
                  </a:lnTo>
                  <a:lnTo>
                    <a:pt x="1519" y="199"/>
                  </a:lnTo>
                  <a:lnTo>
                    <a:pt x="1488" y="220"/>
                  </a:lnTo>
                  <a:lnTo>
                    <a:pt x="1459" y="242"/>
                  </a:lnTo>
                  <a:lnTo>
                    <a:pt x="1432" y="266"/>
                  </a:lnTo>
                  <a:lnTo>
                    <a:pt x="1407" y="293"/>
                  </a:lnTo>
                  <a:lnTo>
                    <a:pt x="1385" y="320"/>
                  </a:lnTo>
                  <a:lnTo>
                    <a:pt x="1365" y="349"/>
                  </a:lnTo>
                  <a:lnTo>
                    <a:pt x="1348" y="379"/>
                  </a:lnTo>
                  <a:lnTo>
                    <a:pt x="1333" y="411"/>
                  </a:lnTo>
                  <a:lnTo>
                    <a:pt x="1310" y="467"/>
                  </a:lnTo>
                  <a:lnTo>
                    <a:pt x="1283" y="522"/>
                  </a:lnTo>
                  <a:lnTo>
                    <a:pt x="1254" y="576"/>
                  </a:lnTo>
                  <a:lnTo>
                    <a:pt x="1222" y="629"/>
                  </a:lnTo>
                  <a:lnTo>
                    <a:pt x="1187" y="681"/>
                  </a:lnTo>
                  <a:lnTo>
                    <a:pt x="1150" y="731"/>
                  </a:lnTo>
                  <a:lnTo>
                    <a:pt x="1110" y="779"/>
                  </a:lnTo>
                  <a:lnTo>
                    <a:pt x="1068" y="827"/>
                  </a:lnTo>
                  <a:lnTo>
                    <a:pt x="1024" y="872"/>
                  </a:lnTo>
                  <a:lnTo>
                    <a:pt x="977" y="916"/>
                  </a:lnTo>
                  <a:lnTo>
                    <a:pt x="928" y="958"/>
                  </a:lnTo>
                  <a:lnTo>
                    <a:pt x="876" y="998"/>
                  </a:lnTo>
                  <a:lnTo>
                    <a:pt x="823" y="1036"/>
                  </a:lnTo>
                  <a:lnTo>
                    <a:pt x="768" y="1072"/>
                  </a:lnTo>
                  <a:lnTo>
                    <a:pt x="710" y="1105"/>
                  </a:lnTo>
                  <a:lnTo>
                    <a:pt x="652" y="1137"/>
                  </a:lnTo>
                  <a:lnTo>
                    <a:pt x="592" y="1166"/>
                  </a:lnTo>
                  <a:lnTo>
                    <a:pt x="530" y="1193"/>
                  </a:lnTo>
                  <a:lnTo>
                    <a:pt x="467" y="1217"/>
                  </a:lnTo>
                  <a:lnTo>
                    <a:pt x="403" y="1239"/>
                  </a:lnTo>
                  <a:lnTo>
                    <a:pt x="338" y="1258"/>
                  </a:lnTo>
                  <a:lnTo>
                    <a:pt x="272" y="1275"/>
                  </a:lnTo>
                  <a:lnTo>
                    <a:pt x="204" y="1290"/>
                  </a:lnTo>
                  <a:lnTo>
                    <a:pt x="137" y="1301"/>
                  </a:lnTo>
                  <a:lnTo>
                    <a:pt x="69" y="1310"/>
                  </a:lnTo>
                  <a:lnTo>
                    <a:pt x="0" y="1317"/>
                  </a:lnTo>
                  <a:lnTo>
                    <a:pt x="608" y="1504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92164" name="Rectangle 6"/>
          <p:cNvSpPr>
            <a:spLocks noChangeArrowheads="1"/>
          </p:cNvSpPr>
          <p:nvPr/>
        </p:nvSpPr>
        <p:spPr bwMode="auto">
          <a:xfrm>
            <a:off x="5321300" y="2355850"/>
            <a:ext cx="1346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2165" name="Rectangle 7"/>
          <p:cNvSpPr>
            <a:spLocks noChangeArrowheads="1"/>
          </p:cNvSpPr>
          <p:nvPr/>
        </p:nvSpPr>
        <p:spPr bwMode="auto">
          <a:xfrm>
            <a:off x="5321300" y="3181350"/>
            <a:ext cx="1346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2166" name="Rectangle 8"/>
          <p:cNvSpPr>
            <a:spLocks noChangeArrowheads="1"/>
          </p:cNvSpPr>
          <p:nvPr/>
        </p:nvSpPr>
        <p:spPr bwMode="auto">
          <a:xfrm>
            <a:off x="5321300" y="4537075"/>
            <a:ext cx="1425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216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PARALLEL</a:t>
            </a:r>
          </a:p>
        </p:txBody>
      </p:sp>
      <p:sp>
        <p:nvSpPr>
          <p:cNvPr id="9216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216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03794EC-D137-47AC-B2CE-EF39A75B0889}" type="slidenum">
              <a:rPr lang="zh-CN" altLang="en-US" smtClean="0"/>
              <a:pPr defTabSz="895350"/>
              <a:t>88</a:t>
            </a:fld>
            <a:endParaRPr lang="en-US" altLang="zh-CN"/>
          </a:p>
        </p:txBody>
      </p:sp>
      <p:sp>
        <p:nvSpPr>
          <p:cNvPr id="93187" name="Freeform 2"/>
          <p:cNvSpPr>
            <a:spLocks/>
          </p:cNvSpPr>
          <p:nvPr/>
        </p:nvSpPr>
        <p:spPr bwMode="blackWhite">
          <a:xfrm>
            <a:off x="2982913" y="2414588"/>
            <a:ext cx="3189287" cy="925512"/>
          </a:xfrm>
          <a:custGeom>
            <a:avLst/>
            <a:gdLst>
              <a:gd name="T0" fmla="*/ 2147483647 w 1136"/>
              <a:gd name="T1" fmla="*/ 2147483647 h 340"/>
              <a:gd name="T2" fmla="*/ 2147483647 w 1136"/>
              <a:gd name="T3" fmla="*/ 2147483647 h 340"/>
              <a:gd name="T4" fmla="*/ 2147483647 w 1136"/>
              <a:gd name="T5" fmla="*/ 2147483647 h 340"/>
              <a:gd name="T6" fmla="*/ 2147483647 w 1136"/>
              <a:gd name="T7" fmla="*/ 2147483647 h 340"/>
              <a:gd name="T8" fmla="*/ 2147483647 w 1136"/>
              <a:gd name="T9" fmla="*/ 2147483647 h 340"/>
              <a:gd name="T10" fmla="*/ 2147483647 w 1136"/>
              <a:gd name="T11" fmla="*/ 2147483647 h 340"/>
              <a:gd name="T12" fmla="*/ 2147483647 w 1136"/>
              <a:gd name="T13" fmla="*/ 2147483647 h 340"/>
              <a:gd name="T14" fmla="*/ 2147483647 w 1136"/>
              <a:gd name="T15" fmla="*/ 2147483647 h 340"/>
              <a:gd name="T16" fmla="*/ 2147483647 w 1136"/>
              <a:gd name="T17" fmla="*/ 2147483647 h 340"/>
              <a:gd name="T18" fmla="*/ 2147483647 w 1136"/>
              <a:gd name="T19" fmla="*/ 2147483647 h 340"/>
              <a:gd name="T20" fmla="*/ 2147483647 w 1136"/>
              <a:gd name="T21" fmla="*/ 2147483647 h 340"/>
              <a:gd name="T22" fmla="*/ 2147483647 w 1136"/>
              <a:gd name="T23" fmla="*/ 2147483647 h 340"/>
              <a:gd name="T24" fmla="*/ 2147483647 w 1136"/>
              <a:gd name="T25" fmla="*/ 0 h 340"/>
              <a:gd name="T26" fmla="*/ 2147483647 w 1136"/>
              <a:gd name="T27" fmla="*/ 0 h 340"/>
              <a:gd name="T28" fmla="*/ 2147483647 w 1136"/>
              <a:gd name="T29" fmla="*/ 2147483647 h 340"/>
              <a:gd name="T30" fmla="*/ 2147483647 w 1136"/>
              <a:gd name="T31" fmla="*/ 2147483647 h 340"/>
              <a:gd name="T32" fmla="*/ 2147483647 w 1136"/>
              <a:gd name="T33" fmla="*/ 2147483647 h 340"/>
              <a:gd name="T34" fmla="*/ 2147483647 w 1136"/>
              <a:gd name="T35" fmla="*/ 2147483647 h 340"/>
              <a:gd name="T36" fmla="*/ 2147483647 w 1136"/>
              <a:gd name="T37" fmla="*/ 2147483647 h 340"/>
              <a:gd name="T38" fmla="*/ 2147483647 w 1136"/>
              <a:gd name="T39" fmla="*/ 2147483647 h 340"/>
              <a:gd name="T40" fmla="*/ 2147483647 w 1136"/>
              <a:gd name="T41" fmla="*/ 2147483647 h 340"/>
              <a:gd name="T42" fmla="*/ 2147483647 w 1136"/>
              <a:gd name="T43" fmla="*/ 2147483647 h 340"/>
              <a:gd name="T44" fmla="*/ 2147483647 w 1136"/>
              <a:gd name="T45" fmla="*/ 2147483647 h 340"/>
              <a:gd name="T46" fmla="*/ 2147483647 w 1136"/>
              <a:gd name="T47" fmla="*/ 2147483647 h 340"/>
              <a:gd name="T48" fmla="*/ 0 w 1136"/>
              <a:gd name="T49" fmla="*/ 2147483647 h 340"/>
              <a:gd name="T50" fmla="*/ 2147483647 w 1136"/>
              <a:gd name="T51" fmla="*/ 2147483647 h 340"/>
              <a:gd name="T52" fmla="*/ 2147483647 w 1136"/>
              <a:gd name="T53" fmla="*/ 2147483647 h 340"/>
              <a:gd name="T54" fmla="*/ 2147483647 w 1136"/>
              <a:gd name="T55" fmla="*/ 2147483647 h 34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136"/>
              <a:gd name="T85" fmla="*/ 0 h 340"/>
              <a:gd name="T86" fmla="*/ 1136 w 1136"/>
              <a:gd name="T87" fmla="*/ 340 h 340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136" h="340">
                <a:moveTo>
                  <a:pt x="1135" y="78"/>
                </a:moveTo>
                <a:lnTo>
                  <a:pt x="1093" y="66"/>
                </a:lnTo>
                <a:lnTo>
                  <a:pt x="1051" y="56"/>
                </a:lnTo>
                <a:lnTo>
                  <a:pt x="1006" y="46"/>
                </a:lnTo>
                <a:lnTo>
                  <a:pt x="960" y="37"/>
                </a:lnTo>
                <a:lnTo>
                  <a:pt x="912" y="28"/>
                </a:lnTo>
                <a:lnTo>
                  <a:pt x="864" y="21"/>
                </a:lnTo>
                <a:lnTo>
                  <a:pt x="814" y="15"/>
                </a:lnTo>
                <a:lnTo>
                  <a:pt x="763" y="10"/>
                </a:lnTo>
                <a:lnTo>
                  <a:pt x="711" y="6"/>
                </a:lnTo>
                <a:lnTo>
                  <a:pt x="660" y="2"/>
                </a:lnTo>
                <a:lnTo>
                  <a:pt x="607" y="1"/>
                </a:lnTo>
                <a:lnTo>
                  <a:pt x="556" y="0"/>
                </a:lnTo>
                <a:lnTo>
                  <a:pt x="503" y="0"/>
                </a:lnTo>
                <a:lnTo>
                  <a:pt x="451" y="2"/>
                </a:lnTo>
                <a:lnTo>
                  <a:pt x="401" y="3"/>
                </a:lnTo>
                <a:lnTo>
                  <a:pt x="351" y="7"/>
                </a:lnTo>
                <a:lnTo>
                  <a:pt x="301" y="12"/>
                </a:lnTo>
                <a:lnTo>
                  <a:pt x="253" y="17"/>
                </a:lnTo>
                <a:lnTo>
                  <a:pt x="207" y="24"/>
                </a:lnTo>
                <a:lnTo>
                  <a:pt x="162" y="31"/>
                </a:lnTo>
                <a:lnTo>
                  <a:pt x="118" y="40"/>
                </a:lnTo>
                <a:lnTo>
                  <a:pt x="77" y="50"/>
                </a:lnTo>
                <a:lnTo>
                  <a:pt x="38" y="60"/>
                </a:lnTo>
                <a:lnTo>
                  <a:pt x="0" y="71"/>
                </a:lnTo>
                <a:lnTo>
                  <a:pt x="572" y="339"/>
                </a:lnTo>
                <a:lnTo>
                  <a:pt x="853" y="209"/>
                </a:lnTo>
                <a:lnTo>
                  <a:pt x="1135" y="7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88" name="Freeform 3"/>
          <p:cNvSpPr>
            <a:spLocks/>
          </p:cNvSpPr>
          <p:nvPr/>
        </p:nvSpPr>
        <p:spPr bwMode="blackWhite">
          <a:xfrm>
            <a:off x="2987675" y="2611438"/>
            <a:ext cx="1608138" cy="1093787"/>
          </a:xfrm>
          <a:custGeom>
            <a:avLst/>
            <a:gdLst>
              <a:gd name="T0" fmla="*/ 2147483647 w 572"/>
              <a:gd name="T1" fmla="*/ 2147483647 h 402"/>
              <a:gd name="T2" fmla="*/ 2147483647 w 572"/>
              <a:gd name="T3" fmla="*/ 2147483647 h 402"/>
              <a:gd name="T4" fmla="*/ 0 w 572"/>
              <a:gd name="T5" fmla="*/ 2147483647 h 402"/>
              <a:gd name="T6" fmla="*/ 0 w 572"/>
              <a:gd name="T7" fmla="*/ 0 h 402"/>
              <a:gd name="T8" fmla="*/ 2147483647 w 572"/>
              <a:gd name="T9" fmla="*/ 2147483647 h 4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2"/>
              <a:gd name="T16" fmla="*/ 0 h 402"/>
              <a:gd name="T17" fmla="*/ 572 w 572"/>
              <a:gd name="T18" fmla="*/ 402 h 4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2" h="402">
                <a:moveTo>
                  <a:pt x="571" y="266"/>
                </a:moveTo>
                <a:lnTo>
                  <a:pt x="571" y="401"/>
                </a:lnTo>
                <a:lnTo>
                  <a:pt x="0" y="139"/>
                </a:lnTo>
                <a:lnTo>
                  <a:pt x="0" y="0"/>
                </a:lnTo>
                <a:lnTo>
                  <a:pt x="571" y="266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89" name="Freeform 4"/>
          <p:cNvSpPr>
            <a:spLocks/>
          </p:cNvSpPr>
          <p:nvPr/>
        </p:nvSpPr>
        <p:spPr bwMode="blackWhite">
          <a:xfrm>
            <a:off x="4589463" y="2625725"/>
            <a:ext cx="1582737" cy="1079500"/>
          </a:xfrm>
          <a:custGeom>
            <a:avLst/>
            <a:gdLst>
              <a:gd name="T0" fmla="*/ 0 w 563"/>
              <a:gd name="T1" fmla="*/ 2147483647 h 396"/>
              <a:gd name="T2" fmla="*/ 0 w 563"/>
              <a:gd name="T3" fmla="*/ 2147483647 h 396"/>
              <a:gd name="T4" fmla="*/ 2147483647 w 563"/>
              <a:gd name="T5" fmla="*/ 2147483647 h 396"/>
              <a:gd name="T6" fmla="*/ 2147483647 w 563"/>
              <a:gd name="T7" fmla="*/ 2147483647 h 396"/>
              <a:gd name="T8" fmla="*/ 2147483647 w 563"/>
              <a:gd name="T9" fmla="*/ 0 h 396"/>
              <a:gd name="T10" fmla="*/ 0 w 563"/>
              <a:gd name="T11" fmla="*/ 2147483647 h 3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63"/>
              <a:gd name="T19" fmla="*/ 0 h 396"/>
              <a:gd name="T20" fmla="*/ 563 w 563"/>
              <a:gd name="T21" fmla="*/ 396 h 3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63" h="396">
                <a:moveTo>
                  <a:pt x="0" y="260"/>
                </a:moveTo>
                <a:lnTo>
                  <a:pt x="0" y="395"/>
                </a:lnTo>
                <a:lnTo>
                  <a:pt x="562" y="142"/>
                </a:lnTo>
                <a:lnTo>
                  <a:pt x="562" y="72"/>
                </a:lnTo>
                <a:lnTo>
                  <a:pt x="562" y="0"/>
                </a:lnTo>
                <a:lnTo>
                  <a:pt x="0" y="26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0" name="Freeform 5"/>
          <p:cNvSpPr>
            <a:spLocks/>
          </p:cNvSpPr>
          <p:nvPr/>
        </p:nvSpPr>
        <p:spPr bwMode="ltGray">
          <a:xfrm>
            <a:off x="2174875" y="2184400"/>
            <a:ext cx="5170488" cy="2868613"/>
          </a:xfrm>
          <a:custGeom>
            <a:avLst/>
            <a:gdLst>
              <a:gd name="T0" fmla="*/ 2147483647 w 1841"/>
              <a:gd name="T1" fmla="*/ 2147483647 h 1052"/>
              <a:gd name="T2" fmla="*/ 2147483647 w 1841"/>
              <a:gd name="T3" fmla="*/ 2147483647 h 1052"/>
              <a:gd name="T4" fmla="*/ 0 w 1841"/>
              <a:gd name="T5" fmla="*/ 2147483647 h 1052"/>
              <a:gd name="T6" fmla="*/ 2147483647 w 1841"/>
              <a:gd name="T7" fmla="*/ 2147483647 h 1052"/>
              <a:gd name="T8" fmla="*/ 2147483647 w 1841"/>
              <a:gd name="T9" fmla="*/ 2147483647 h 1052"/>
              <a:gd name="T10" fmla="*/ 2147483647 w 1841"/>
              <a:gd name="T11" fmla="*/ 2147483647 h 1052"/>
              <a:gd name="T12" fmla="*/ 2147483647 w 1841"/>
              <a:gd name="T13" fmla="*/ 0 h 1052"/>
              <a:gd name="T14" fmla="*/ 2147483647 w 1841"/>
              <a:gd name="T15" fmla="*/ 2147483647 h 105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841"/>
              <a:gd name="T25" fmla="*/ 0 h 1052"/>
              <a:gd name="T26" fmla="*/ 1841 w 1841"/>
              <a:gd name="T27" fmla="*/ 1052 h 105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841" h="1052">
                <a:moveTo>
                  <a:pt x="1707" y="65"/>
                </a:moveTo>
                <a:lnTo>
                  <a:pt x="39" y="848"/>
                </a:lnTo>
                <a:lnTo>
                  <a:pt x="0" y="1051"/>
                </a:lnTo>
                <a:lnTo>
                  <a:pt x="1714" y="261"/>
                </a:lnTo>
                <a:lnTo>
                  <a:pt x="1714" y="323"/>
                </a:lnTo>
                <a:lnTo>
                  <a:pt x="1840" y="128"/>
                </a:lnTo>
                <a:lnTo>
                  <a:pt x="1707" y="0"/>
                </a:lnTo>
                <a:lnTo>
                  <a:pt x="1707" y="65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1" name="Freeform 6"/>
          <p:cNvSpPr>
            <a:spLocks/>
          </p:cNvSpPr>
          <p:nvPr/>
        </p:nvSpPr>
        <p:spPr bwMode="blackWhite">
          <a:xfrm>
            <a:off x="4879975" y="3463925"/>
            <a:ext cx="1592263" cy="1277938"/>
          </a:xfrm>
          <a:custGeom>
            <a:avLst/>
            <a:gdLst>
              <a:gd name="T0" fmla="*/ 0 w 567"/>
              <a:gd name="T1" fmla="*/ 0 h 469"/>
              <a:gd name="T2" fmla="*/ 2147483647 w 567"/>
              <a:gd name="T3" fmla="*/ 2147483647 h 469"/>
              <a:gd name="T4" fmla="*/ 2147483647 w 567"/>
              <a:gd name="T5" fmla="*/ 2147483647 h 469"/>
              <a:gd name="T6" fmla="*/ 2147483647 w 567"/>
              <a:gd name="T7" fmla="*/ 2147483647 h 469"/>
              <a:gd name="T8" fmla="*/ 0 w 567"/>
              <a:gd name="T9" fmla="*/ 2147483647 h 469"/>
              <a:gd name="T10" fmla="*/ 0 w 567"/>
              <a:gd name="T11" fmla="*/ 0 h 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67"/>
              <a:gd name="T19" fmla="*/ 0 h 469"/>
              <a:gd name="T20" fmla="*/ 567 w 567"/>
              <a:gd name="T21" fmla="*/ 469 h 4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67" h="469">
                <a:moveTo>
                  <a:pt x="0" y="0"/>
                </a:moveTo>
                <a:lnTo>
                  <a:pt x="565" y="292"/>
                </a:lnTo>
                <a:lnTo>
                  <a:pt x="566" y="380"/>
                </a:lnTo>
                <a:lnTo>
                  <a:pt x="565" y="468"/>
                </a:lnTo>
                <a:lnTo>
                  <a:pt x="0" y="13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2" name="Freeform 7"/>
          <p:cNvSpPr>
            <a:spLocks/>
          </p:cNvSpPr>
          <p:nvPr/>
        </p:nvSpPr>
        <p:spPr bwMode="blackWhite">
          <a:xfrm>
            <a:off x="6467475" y="3617913"/>
            <a:ext cx="723900" cy="1117600"/>
          </a:xfrm>
          <a:custGeom>
            <a:avLst/>
            <a:gdLst>
              <a:gd name="T0" fmla="*/ 2147483647 w 258"/>
              <a:gd name="T1" fmla="*/ 0 h 410"/>
              <a:gd name="T2" fmla="*/ 2147483647 w 258"/>
              <a:gd name="T3" fmla="*/ 2147483647 h 410"/>
              <a:gd name="T4" fmla="*/ 2147483647 w 258"/>
              <a:gd name="T5" fmla="*/ 2147483647 h 410"/>
              <a:gd name="T6" fmla="*/ 2147483647 w 258"/>
              <a:gd name="T7" fmla="*/ 2147483647 h 410"/>
              <a:gd name="T8" fmla="*/ 2147483647 w 258"/>
              <a:gd name="T9" fmla="*/ 2147483647 h 410"/>
              <a:gd name="T10" fmla="*/ 2147483647 w 258"/>
              <a:gd name="T11" fmla="*/ 2147483647 h 410"/>
              <a:gd name="T12" fmla="*/ 2147483647 w 258"/>
              <a:gd name="T13" fmla="*/ 2147483647 h 410"/>
              <a:gd name="T14" fmla="*/ 2147483647 w 258"/>
              <a:gd name="T15" fmla="*/ 2147483647 h 410"/>
              <a:gd name="T16" fmla="*/ 2147483647 w 258"/>
              <a:gd name="T17" fmla="*/ 2147483647 h 410"/>
              <a:gd name="T18" fmla="*/ 2147483647 w 258"/>
              <a:gd name="T19" fmla="*/ 2147483647 h 410"/>
              <a:gd name="T20" fmla="*/ 2147483647 w 258"/>
              <a:gd name="T21" fmla="*/ 2147483647 h 410"/>
              <a:gd name="T22" fmla="*/ 2147483647 w 258"/>
              <a:gd name="T23" fmla="*/ 2147483647 h 410"/>
              <a:gd name="T24" fmla="*/ 2147483647 w 258"/>
              <a:gd name="T25" fmla="*/ 2147483647 h 410"/>
              <a:gd name="T26" fmla="*/ 2147483647 w 258"/>
              <a:gd name="T27" fmla="*/ 2147483647 h 410"/>
              <a:gd name="T28" fmla="*/ 2147483647 w 258"/>
              <a:gd name="T29" fmla="*/ 2147483647 h 410"/>
              <a:gd name="T30" fmla="*/ 0 w 258"/>
              <a:gd name="T31" fmla="*/ 2147483647 h 410"/>
              <a:gd name="T32" fmla="*/ 0 w 258"/>
              <a:gd name="T33" fmla="*/ 2147483647 h 410"/>
              <a:gd name="T34" fmla="*/ 2147483647 w 258"/>
              <a:gd name="T35" fmla="*/ 2147483647 h 410"/>
              <a:gd name="T36" fmla="*/ 2147483647 w 258"/>
              <a:gd name="T37" fmla="*/ 2147483647 h 410"/>
              <a:gd name="T38" fmla="*/ 2147483647 w 258"/>
              <a:gd name="T39" fmla="*/ 2147483647 h 410"/>
              <a:gd name="T40" fmla="*/ 2147483647 w 258"/>
              <a:gd name="T41" fmla="*/ 2147483647 h 410"/>
              <a:gd name="T42" fmla="*/ 2147483647 w 258"/>
              <a:gd name="T43" fmla="*/ 2147483647 h 410"/>
              <a:gd name="T44" fmla="*/ 2147483647 w 258"/>
              <a:gd name="T45" fmla="*/ 2147483647 h 410"/>
              <a:gd name="T46" fmla="*/ 2147483647 w 258"/>
              <a:gd name="T47" fmla="*/ 2147483647 h 410"/>
              <a:gd name="T48" fmla="*/ 2147483647 w 258"/>
              <a:gd name="T49" fmla="*/ 2147483647 h 410"/>
              <a:gd name="T50" fmla="*/ 2147483647 w 258"/>
              <a:gd name="T51" fmla="*/ 2147483647 h 410"/>
              <a:gd name="T52" fmla="*/ 2147483647 w 258"/>
              <a:gd name="T53" fmla="*/ 2147483647 h 410"/>
              <a:gd name="T54" fmla="*/ 2147483647 w 258"/>
              <a:gd name="T55" fmla="*/ 2147483647 h 410"/>
              <a:gd name="T56" fmla="*/ 2147483647 w 258"/>
              <a:gd name="T57" fmla="*/ 0 h 41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258"/>
              <a:gd name="T88" fmla="*/ 0 h 410"/>
              <a:gd name="T89" fmla="*/ 258 w 258"/>
              <a:gd name="T90" fmla="*/ 410 h 410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258" h="410">
                <a:moveTo>
                  <a:pt x="257" y="0"/>
                </a:moveTo>
                <a:lnTo>
                  <a:pt x="257" y="147"/>
                </a:lnTo>
                <a:lnTo>
                  <a:pt x="257" y="169"/>
                </a:lnTo>
                <a:lnTo>
                  <a:pt x="255" y="191"/>
                </a:lnTo>
                <a:lnTo>
                  <a:pt x="249" y="212"/>
                </a:lnTo>
                <a:lnTo>
                  <a:pt x="240" y="233"/>
                </a:lnTo>
                <a:lnTo>
                  <a:pt x="229" y="253"/>
                </a:lnTo>
                <a:lnTo>
                  <a:pt x="215" y="273"/>
                </a:lnTo>
                <a:lnTo>
                  <a:pt x="197" y="293"/>
                </a:lnTo>
                <a:lnTo>
                  <a:pt x="177" y="311"/>
                </a:lnTo>
                <a:lnTo>
                  <a:pt x="155" y="329"/>
                </a:lnTo>
                <a:lnTo>
                  <a:pt x="126" y="350"/>
                </a:lnTo>
                <a:lnTo>
                  <a:pt x="96" y="367"/>
                </a:lnTo>
                <a:lnTo>
                  <a:pt x="65" y="383"/>
                </a:lnTo>
                <a:lnTo>
                  <a:pt x="32" y="397"/>
                </a:lnTo>
                <a:lnTo>
                  <a:pt x="0" y="409"/>
                </a:lnTo>
                <a:lnTo>
                  <a:pt x="0" y="235"/>
                </a:lnTo>
                <a:lnTo>
                  <a:pt x="35" y="221"/>
                </a:lnTo>
                <a:lnTo>
                  <a:pt x="68" y="205"/>
                </a:lnTo>
                <a:lnTo>
                  <a:pt x="99" y="188"/>
                </a:lnTo>
                <a:lnTo>
                  <a:pt x="126" y="171"/>
                </a:lnTo>
                <a:lnTo>
                  <a:pt x="152" y="153"/>
                </a:lnTo>
                <a:lnTo>
                  <a:pt x="175" y="134"/>
                </a:lnTo>
                <a:lnTo>
                  <a:pt x="196" y="113"/>
                </a:lnTo>
                <a:lnTo>
                  <a:pt x="214" y="92"/>
                </a:lnTo>
                <a:lnTo>
                  <a:pt x="229" y="70"/>
                </a:lnTo>
                <a:lnTo>
                  <a:pt x="241" y="48"/>
                </a:lnTo>
                <a:lnTo>
                  <a:pt x="250" y="24"/>
                </a:lnTo>
                <a:lnTo>
                  <a:pt x="257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3" name="Freeform 8"/>
          <p:cNvSpPr>
            <a:spLocks/>
          </p:cNvSpPr>
          <p:nvPr/>
        </p:nvSpPr>
        <p:spPr bwMode="blackWhite">
          <a:xfrm>
            <a:off x="4879975" y="2827338"/>
            <a:ext cx="2311400" cy="1433512"/>
          </a:xfrm>
          <a:custGeom>
            <a:avLst/>
            <a:gdLst>
              <a:gd name="T0" fmla="*/ 2147483647 w 823"/>
              <a:gd name="T1" fmla="*/ 2147483647 h 526"/>
              <a:gd name="T2" fmla="*/ 2147483647 w 823"/>
              <a:gd name="T3" fmla="*/ 2147483647 h 526"/>
              <a:gd name="T4" fmla="*/ 2147483647 w 823"/>
              <a:gd name="T5" fmla="*/ 2147483647 h 526"/>
              <a:gd name="T6" fmla="*/ 2147483647 w 823"/>
              <a:gd name="T7" fmla="*/ 2147483647 h 526"/>
              <a:gd name="T8" fmla="*/ 2147483647 w 823"/>
              <a:gd name="T9" fmla="*/ 2147483647 h 526"/>
              <a:gd name="T10" fmla="*/ 2147483647 w 823"/>
              <a:gd name="T11" fmla="*/ 2147483647 h 526"/>
              <a:gd name="T12" fmla="*/ 2147483647 w 823"/>
              <a:gd name="T13" fmla="*/ 2147483647 h 526"/>
              <a:gd name="T14" fmla="*/ 2147483647 w 823"/>
              <a:gd name="T15" fmla="*/ 2147483647 h 526"/>
              <a:gd name="T16" fmla="*/ 2147483647 w 823"/>
              <a:gd name="T17" fmla="*/ 2147483647 h 526"/>
              <a:gd name="T18" fmla="*/ 2147483647 w 823"/>
              <a:gd name="T19" fmla="*/ 2147483647 h 526"/>
              <a:gd name="T20" fmla="*/ 2147483647 w 823"/>
              <a:gd name="T21" fmla="*/ 2147483647 h 526"/>
              <a:gd name="T22" fmla="*/ 2147483647 w 823"/>
              <a:gd name="T23" fmla="*/ 2147483647 h 526"/>
              <a:gd name="T24" fmla="*/ 2147483647 w 823"/>
              <a:gd name="T25" fmla="*/ 2147483647 h 526"/>
              <a:gd name="T26" fmla="*/ 2147483647 w 823"/>
              <a:gd name="T27" fmla="*/ 2147483647 h 526"/>
              <a:gd name="T28" fmla="*/ 2147483647 w 823"/>
              <a:gd name="T29" fmla="*/ 2147483647 h 526"/>
              <a:gd name="T30" fmla="*/ 2147483647 w 823"/>
              <a:gd name="T31" fmla="*/ 2147483647 h 526"/>
              <a:gd name="T32" fmla="*/ 2147483647 w 823"/>
              <a:gd name="T33" fmla="*/ 2147483647 h 526"/>
              <a:gd name="T34" fmla="*/ 2147483647 w 823"/>
              <a:gd name="T35" fmla="*/ 2147483647 h 526"/>
              <a:gd name="T36" fmla="*/ 2147483647 w 823"/>
              <a:gd name="T37" fmla="*/ 2147483647 h 526"/>
              <a:gd name="T38" fmla="*/ 2147483647 w 823"/>
              <a:gd name="T39" fmla="*/ 2147483647 h 526"/>
              <a:gd name="T40" fmla="*/ 2147483647 w 823"/>
              <a:gd name="T41" fmla="*/ 2147483647 h 526"/>
              <a:gd name="T42" fmla="*/ 2147483647 w 823"/>
              <a:gd name="T43" fmla="*/ 2147483647 h 526"/>
              <a:gd name="T44" fmla="*/ 2147483647 w 823"/>
              <a:gd name="T45" fmla="*/ 2147483647 h 526"/>
              <a:gd name="T46" fmla="*/ 2147483647 w 823"/>
              <a:gd name="T47" fmla="*/ 2147483647 h 526"/>
              <a:gd name="T48" fmla="*/ 2147483647 w 823"/>
              <a:gd name="T49" fmla="*/ 2147483647 h 526"/>
              <a:gd name="T50" fmla="*/ 2147483647 w 823"/>
              <a:gd name="T51" fmla="*/ 2147483647 h 526"/>
              <a:gd name="T52" fmla="*/ 2147483647 w 823"/>
              <a:gd name="T53" fmla="*/ 2147483647 h 526"/>
              <a:gd name="T54" fmla="*/ 2147483647 w 823"/>
              <a:gd name="T55" fmla="*/ 0 h 526"/>
              <a:gd name="T56" fmla="*/ 0 w 823"/>
              <a:gd name="T57" fmla="*/ 2147483647 h 526"/>
              <a:gd name="T58" fmla="*/ 2147483647 w 823"/>
              <a:gd name="T59" fmla="*/ 2147483647 h 52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23"/>
              <a:gd name="T91" fmla="*/ 0 h 526"/>
              <a:gd name="T92" fmla="*/ 823 w 823"/>
              <a:gd name="T93" fmla="*/ 526 h 52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23" h="526">
                <a:moveTo>
                  <a:pt x="563" y="525"/>
                </a:moveTo>
                <a:lnTo>
                  <a:pt x="600" y="510"/>
                </a:lnTo>
                <a:lnTo>
                  <a:pt x="635" y="494"/>
                </a:lnTo>
                <a:lnTo>
                  <a:pt x="666" y="478"/>
                </a:lnTo>
                <a:lnTo>
                  <a:pt x="696" y="460"/>
                </a:lnTo>
                <a:lnTo>
                  <a:pt x="722" y="442"/>
                </a:lnTo>
                <a:lnTo>
                  <a:pt x="746" y="423"/>
                </a:lnTo>
                <a:lnTo>
                  <a:pt x="766" y="404"/>
                </a:lnTo>
                <a:lnTo>
                  <a:pt x="784" y="384"/>
                </a:lnTo>
                <a:lnTo>
                  <a:pt x="798" y="363"/>
                </a:lnTo>
                <a:lnTo>
                  <a:pt x="809" y="342"/>
                </a:lnTo>
                <a:lnTo>
                  <a:pt x="816" y="321"/>
                </a:lnTo>
                <a:lnTo>
                  <a:pt x="821" y="300"/>
                </a:lnTo>
                <a:lnTo>
                  <a:pt x="822" y="278"/>
                </a:lnTo>
                <a:lnTo>
                  <a:pt x="821" y="256"/>
                </a:lnTo>
                <a:lnTo>
                  <a:pt x="815" y="235"/>
                </a:lnTo>
                <a:lnTo>
                  <a:pt x="806" y="213"/>
                </a:lnTo>
                <a:lnTo>
                  <a:pt x="795" y="191"/>
                </a:lnTo>
                <a:lnTo>
                  <a:pt x="780" y="171"/>
                </a:lnTo>
                <a:lnTo>
                  <a:pt x="761" y="149"/>
                </a:lnTo>
                <a:lnTo>
                  <a:pt x="740" y="129"/>
                </a:lnTo>
                <a:lnTo>
                  <a:pt x="715" y="108"/>
                </a:lnTo>
                <a:lnTo>
                  <a:pt x="689" y="89"/>
                </a:lnTo>
                <a:lnTo>
                  <a:pt x="659" y="70"/>
                </a:lnTo>
                <a:lnTo>
                  <a:pt x="626" y="52"/>
                </a:lnTo>
                <a:lnTo>
                  <a:pt x="591" y="33"/>
                </a:lnTo>
                <a:lnTo>
                  <a:pt x="553" y="17"/>
                </a:lnTo>
                <a:lnTo>
                  <a:pt x="513" y="0"/>
                </a:lnTo>
                <a:lnTo>
                  <a:pt x="0" y="233"/>
                </a:lnTo>
                <a:lnTo>
                  <a:pt x="563" y="52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4" name="Freeform 9"/>
          <p:cNvSpPr>
            <a:spLocks/>
          </p:cNvSpPr>
          <p:nvPr/>
        </p:nvSpPr>
        <p:spPr bwMode="ltGray">
          <a:xfrm>
            <a:off x="4584700" y="3443288"/>
            <a:ext cx="2717800" cy="1922462"/>
          </a:xfrm>
          <a:custGeom>
            <a:avLst/>
            <a:gdLst>
              <a:gd name="T0" fmla="*/ 2147483647 w 968"/>
              <a:gd name="T1" fmla="*/ 2147483647 h 705"/>
              <a:gd name="T2" fmla="*/ 2147483647 w 968"/>
              <a:gd name="T3" fmla="*/ 2147483647 h 705"/>
              <a:gd name="T4" fmla="*/ 2147483647 w 968"/>
              <a:gd name="T5" fmla="*/ 2147483647 h 705"/>
              <a:gd name="T6" fmla="*/ 2147483647 w 968"/>
              <a:gd name="T7" fmla="*/ 2147483647 h 705"/>
              <a:gd name="T8" fmla="*/ 2147483647 w 968"/>
              <a:gd name="T9" fmla="*/ 2147483647 h 705"/>
              <a:gd name="T10" fmla="*/ 2147483647 w 968"/>
              <a:gd name="T11" fmla="*/ 2147483647 h 705"/>
              <a:gd name="T12" fmla="*/ 2147483647 w 968"/>
              <a:gd name="T13" fmla="*/ 2147483647 h 705"/>
              <a:gd name="T14" fmla="*/ 0 w 968"/>
              <a:gd name="T15" fmla="*/ 0 h 705"/>
              <a:gd name="T16" fmla="*/ 2147483647 w 968"/>
              <a:gd name="T17" fmla="*/ 2147483647 h 7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68"/>
              <a:gd name="T28" fmla="*/ 0 h 705"/>
              <a:gd name="T29" fmla="*/ 968 w 968"/>
              <a:gd name="T30" fmla="*/ 705 h 70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68" h="705">
                <a:moveTo>
                  <a:pt x="1" y="230"/>
                </a:moveTo>
                <a:lnTo>
                  <a:pt x="806" y="609"/>
                </a:lnTo>
                <a:lnTo>
                  <a:pt x="806" y="704"/>
                </a:lnTo>
                <a:lnTo>
                  <a:pt x="967" y="539"/>
                </a:lnTo>
                <a:lnTo>
                  <a:pt x="811" y="328"/>
                </a:lnTo>
                <a:lnTo>
                  <a:pt x="811" y="369"/>
                </a:lnTo>
                <a:lnTo>
                  <a:pt x="811" y="410"/>
                </a:lnTo>
                <a:lnTo>
                  <a:pt x="0" y="0"/>
                </a:lnTo>
                <a:lnTo>
                  <a:pt x="1" y="23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5" name="Freeform 10"/>
          <p:cNvSpPr>
            <a:spLocks/>
          </p:cNvSpPr>
          <p:nvPr/>
        </p:nvSpPr>
        <p:spPr bwMode="ltGray">
          <a:xfrm>
            <a:off x="1766888" y="2192338"/>
            <a:ext cx="2820987" cy="1781175"/>
          </a:xfrm>
          <a:custGeom>
            <a:avLst/>
            <a:gdLst>
              <a:gd name="T0" fmla="*/ 2147483647 w 1005"/>
              <a:gd name="T1" fmla="*/ 2147483647 h 653"/>
              <a:gd name="T2" fmla="*/ 2147483647 w 1005"/>
              <a:gd name="T3" fmla="*/ 2147483647 h 653"/>
              <a:gd name="T4" fmla="*/ 2147483647 w 1005"/>
              <a:gd name="T5" fmla="*/ 2147483647 h 653"/>
              <a:gd name="T6" fmla="*/ 2147483647 w 1005"/>
              <a:gd name="T7" fmla="*/ 0 h 653"/>
              <a:gd name="T8" fmla="*/ 0 w 1005"/>
              <a:gd name="T9" fmla="*/ 2147483647 h 653"/>
              <a:gd name="T10" fmla="*/ 2147483647 w 1005"/>
              <a:gd name="T11" fmla="*/ 2147483647 h 653"/>
              <a:gd name="T12" fmla="*/ 2147483647 w 1005"/>
              <a:gd name="T13" fmla="*/ 2147483647 h 653"/>
              <a:gd name="T14" fmla="*/ 2147483647 w 1005"/>
              <a:gd name="T15" fmla="*/ 2147483647 h 65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05"/>
              <a:gd name="T25" fmla="*/ 0 h 653"/>
              <a:gd name="T26" fmla="*/ 1005 w 1005"/>
              <a:gd name="T27" fmla="*/ 653 h 65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05" h="653">
                <a:moveTo>
                  <a:pt x="1004" y="652"/>
                </a:moveTo>
                <a:lnTo>
                  <a:pt x="1004" y="464"/>
                </a:lnTo>
                <a:lnTo>
                  <a:pt x="133" y="65"/>
                </a:lnTo>
                <a:lnTo>
                  <a:pt x="133" y="0"/>
                </a:lnTo>
                <a:lnTo>
                  <a:pt x="0" y="128"/>
                </a:lnTo>
                <a:lnTo>
                  <a:pt x="126" y="323"/>
                </a:lnTo>
                <a:lnTo>
                  <a:pt x="126" y="261"/>
                </a:lnTo>
                <a:lnTo>
                  <a:pt x="1004" y="652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6" name="Freeform 11"/>
          <p:cNvSpPr>
            <a:spLocks/>
          </p:cNvSpPr>
          <p:nvPr/>
        </p:nvSpPr>
        <p:spPr bwMode="blackWhite">
          <a:xfrm>
            <a:off x="2630488" y="3476625"/>
            <a:ext cx="1658937" cy="1169988"/>
          </a:xfrm>
          <a:custGeom>
            <a:avLst/>
            <a:gdLst>
              <a:gd name="T0" fmla="*/ 2147483647 w 592"/>
              <a:gd name="T1" fmla="*/ 0 h 429"/>
              <a:gd name="T2" fmla="*/ 2147483647 w 592"/>
              <a:gd name="T3" fmla="*/ 2147483647 h 429"/>
              <a:gd name="T4" fmla="*/ 2147483647 w 592"/>
              <a:gd name="T5" fmla="*/ 2147483647 h 429"/>
              <a:gd name="T6" fmla="*/ 0 w 592"/>
              <a:gd name="T7" fmla="*/ 2147483647 h 429"/>
              <a:gd name="T8" fmla="*/ 0 w 592"/>
              <a:gd name="T9" fmla="*/ 2147483647 h 429"/>
              <a:gd name="T10" fmla="*/ 2147483647 w 592"/>
              <a:gd name="T11" fmla="*/ 2147483647 h 429"/>
              <a:gd name="T12" fmla="*/ 2147483647 w 592"/>
              <a:gd name="T13" fmla="*/ 2147483647 h 429"/>
              <a:gd name="T14" fmla="*/ 2147483647 w 592"/>
              <a:gd name="T15" fmla="*/ 0 h 42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92"/>
              <a:gd name="T25" fmla="*/ 0 h 429"/>
              <a:gd name="T26" fmla="*/ 592 w 592"/>
              <a:gd name="T27" fmla="*/ 429 h 42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92" h="429">
                <a:moveTo>
                  <a:pt x="591" y="0"/>
                </a:moveTo>
                <a:lnTo>
                  <a:pt x="394" y="94"/>
                </a:lnTo>
                <a:lnTo>
                  <a:pt x="197" y="188"/>
                </a:lnTo>
                <a:lnTo>
                  <a:pt x="0" y="280"/>
                </a:lnTo>
                <a:lnTo>
                  <a:pt x="0" y="355"/>
                </a:lnTo>
                <a:lnTo>
                  <a:pt x="1" y="428"/>
                </a:lnTo>
                <a:lnTo>
                  <a:pt x="591" y="137"/>
                </a:lnTo>
                <a:lnTo>
                  <a:pt x="591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7" name="Freeform 12"/>
          <p:cNvSpPr>
            <a:spLocks/>
          </p:cNvSpPr>
          <p:nvPr/>
        </p:nvSpPr>
        <p:spPr bwMode="blackWhite">
          <a:xfrm>
            <a:off x="1989138" y="3662363"/>
            <a:ext cx="647700" cy="1079500"/>
          </a:xfrm>
          <a:custGeom>
            <a:avLst/>
            <a:gdLst>
              <a:gd name="T0" fmla="*/ 2147483647 w 231"/>
              <a:gd name="T1" fmla="*/ 0 h 396"/>
              <a:gd name="T2" fmla="*/ 0 w 231"/>
              <a:gd name="T3" fmla="*/ 2147483647 h 396"/>
              <a:gd name="T4" fmla="*/ 2147483647 w 231"/>
              <a:gd name="T5" fmla="*/ 2147483647 h 396"/>
              <a:gd name="T6" fmla="*/ 2147483647 w 231"/>
              <a:gd name="T7" fmla="*/ 2147483647 h 396"/>
              <a:gd name="T8" fmla="*/ 2147483647 w 231"/>
              <a:gd name="T9" fmla="*/ 2147483647 h 396"/>
              <a:gd name="T10" fmla="*/ 2147483647 w 231"/>
              <a:gd name="T11" fmla="*/ 2147483647 h 396"/>
              <a:gd name="T12" fmla="*/ 2147483647 w 231"/>
              <a:gd name="T13" fmla="*/ 2147483647 h 396"/>
              <a:gd name="T14" fmla="*/ 2147483647 w 231"/>
              <a:gd name="T15" fmla="*/ 2147483647 h 396"/>
              <a:gd name="T16" fmla="*/ 2147483647 w 231"/>
              <a:gd name="T17" fmla="*/ 2147483647 h 396"/>
              <a:gd name="T18" fmla="*/ 2147483647 w 231"/>
              <a:gd name="T19" fmla="*/ 2147483647 h 396"/>
              <a:gd name="T20" fmla="*/ 2147483647 w 231"/>
              <a:gd name="T21" fmla="*/ 2147483647 h 396"/>
              <a:gd name="T22" fmla="*/ 2147483647 w 231"/>
              <a:gd name="T23" fmla="*/ 2147483647 h 396"/>
              <a:gd name="T24" fmla="*/ 2147483647 w 231"/>
              <a:gd name="T25" fmla="*/ 2147483647 h 396"/>
              <a:gd name="T26" fmla="*/ 2147483647 w 231"/>
              <a:gd name="T27" fmla="*/ 2147483647 h 396"/>
              <a:gd name="T28" fmla="*/ 2147483647 w 231"/>
              <a:gd name="T29" fmla="*/ 2147483647 h 396"/>
              <a:gd name="T30" fmla="*/ 2147483647 w 231"/>
              <a:gd name="T31" fmla="*/ 2147483647 h 396"/>
              <a:gd name="T32" fmla="*/ 2147483647 w 231"/>
              <a:gd name="T33" fmla="*/ 2147483647 h 396"/>
              <a:gd name="T34" fmla="*/ 2147483647 w 231"/>
              <a:gd name="T35" fmla="*/ 2147483647 h 396"/>
              <a:gd name="T36" fmla="*/ 2147483647 w 231"/>
              <a:gd name="T37" fmla="*/ 2147483647 h 396"/>
              <a:gd name="T38" fmla="*/ 2147483647 w 231"/>
              <a:gd name="T39" fmla="*/ 2147483647 h 396"/>
              <a:gd name="T40" fmla="*/ 2147483647 w 231"/>
              <a:gd name="T41" fmla="*/ 2147483647 h 396"/>
              <a:gd name="T42" fmla="*/ 2147483647 w 231"/>
              <a:gd name="T43" fmla="*/ 2147483647 h 396"/>
              <a:gd name="T44" fmla="*/ 2147483647 w 231"/>
              <a:gd name="T45" fmla="*/ 2147483647 h 396"/>
              <a:gd name="T46" fmla="*/ 2147483647 w 231"/>
              <a:gd name="T47" fmla="*/ 2147483647 h 396"/>
              <a:gd name="T48" fmla="*/ 2147483647 w 231"/>
              <a:gd name="T49" fmla="*/ 2147483647 h 396"/>
              <a:gd name="T50" fmla="*/ 2147483647 w 231"/>
              <a:gd name="T51" fmla="*/ 0 h 39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31"/>
              <a:gd name="T79" fmla="*/ 0 h 396"/>
              <a:gd name="T80" fmla="*/ 231 w 231"/>
              <a:gd name="T81" fmla="*/ 396 h 39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31" h="396">
                <a:moveTo>
                  <a:pt x="1" y="0"/>
                </a:moveTo>
                <a:lnTo>
                  <a:pt x="0" y="158"/>
                </a:lnTo>
                <a:lnTo>
                  <a:pt x="1" y="171"/>
                </a:lnTo>
                <a:lnTo>
                  <a:pt x="4" y="185"/>
                </a:lnTo>
                <a:lnTo>
                  <a:pt x="10" y="200"/>
                </a:lnTo>
                <a:lnTo>
                  <a:pt x="19" y="216"/>
                </a:lnTo>
                <a:lnTo>
                  <a:pt x="29" y="232"/>
                </a:lnTo>
                <a:lnTo>
                  <a:pt x="41" y="248"/>
                </a:lnTo>
                <a:lnTo>
                  <a:pt x="55" y="265"/>
                </a:lnTo>
                <a:lnTo>
                  <a:pt x="71" y="281"/>
                </a:lnTo>
                <a:lnTo>
                  <a:pt x="109" y="312"/>
                </a:lnTo>
                <a:lnTo>
                  <a:pt x="148" y="341"/>
                </a:lnTo>
                <a:lnTo>
                  <a:pt x="189" y="369"/>
                </a:lnTo>
                <a:lnTo>
                  <a:pt x="230" y="395"/>
                </a:lnTo>
                <a:lnTo>
                  <a:pt x="230" y="207"/>
                </a:lnTo>
                <a:lnTo>
                  <a:pt x="195" y="193"/>
                </a:lnTo>
                <a:lnTo>
                  <a:pt x="162" y="178"/>
                </a:lnTo>
                <a:lnTo>
                  <a:pt x="132" y="162"/>
                </a:lnTo>
                <a:lnTo>
                  <a:pt x="105" y="145"/>
                </a:lnTo>
                <a:lnTo>
                  <a:pt x="81" y="128"/>
                </a:lnTo>
                <a:lnTo>
                  <a:pt x="59" y="109"/>
                </a:lnTo>
                <a:lnTo>
                  <a:pt x="42" y="88"/>
                </a:lnTo>
                <a:lnTo>
                  <a:pt x="27" y="67"/>
                </a:lnTo>
                <a:lnTo>
                  <a:pt x="15" y="45"/>
                </a:lnTo>
                <a:lnTo>
                  <a:pt x="6" y="23"/>
                </a:lnTo>
                <a:lnTo>
                  <a:pt x="1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8" name="Freeform 13"/>
          <p:cNvSpPr>
            <a:spLocks/>
          </p:cNvSpPr>
          <p:nvPr/>
        </p:nvSpPr>
        <p:spPr bwMode="blackWhite">
          <a:xfrm>
            <a:off x="1985963" y="2838450"/>
            <a:ext cx="2306637" cy="1406525"/>
          </a:xfrm>
          <a:custGeom>
            <a:avLst/>
            <a:gdLst>
              <a:gd name="T0" fmla="*/ 2147483647 w 822"/>
              <a:gd name="T1" fmla="*/ 2147483647 h 516"/>
              <a:gd name="T2" fmla="*/ 2147483647 w 822"/>
              <a:gd name="T3" fmla="*/ 2147483647 h 516"/>
              <a:gd name="T4" fmla="*/ 2147483647 w 822"/>
              <a:gd name="T5" fmla="*/ 2147483647 h 516"/>
              <a:gd name="T6" fmla="*/ 2147483647 w 822"/>
              <a:gd name="T7" fmla="*/ 2147483647 h 516"/>
              <a:gd name="T8" fmla="*/ 2147483647 w 822"/>
              <a:gd name="T9" fmla="*/ 2147483647 h 516"/>
              <a:gd name="T10" fmla="*/ 2147483647 w 822"/>
              <a:gd name="T11" fmla="*/ 2147483647 h 516"/>
              <a:gd name="T12" fmla="*/ 2147483647 w 822"/>
              <a:gd name="T13" fmla="*/ 2147483647 h 516"/>
              <a:gd name="T14" fmla="*/ 2147483647 w 822"/>
              <a:gd name="T15" fmla="*/ 2147483647 h 516"/>
              <a:gd name="T16" fmla="*/ 2147483647 w 822"/>
              <a:gd name="T17" fmla="*/ 2147483647 h 516"/>
              <a:gd name="T18" fmla="*/ 2147483647 w 822"/>
              <a:gd name="T19" fmla="*/ 2147483647 h 516"/>
              <a:gd name="T20" fmla="*/ 2147483647 w 822"/>
              <a:gd name="T21" fmla="*/ 2147483647 h 516"/>
              <a:gd name="T22" fmla="*/ 2147483647 w 822"/>
              <a:gd name="T23" fmla="*/ 2147483647 h 516"/>
              <a:gd name="T24" fmla="*/ 0 w 822"/>
              <a:gd name="T25" fmla="*/ 2147483647 h 516"/>
              <a:gd name="T26" fmla="*/ 2147483647 w 822"/>
              <a:gd name="T27" fmla="*/ 2147483647 h 516"/>
              <a:gd name="T28" fmla="*/ 2147483647 w 822"/>
              <a:gd name="T29" fmla="*/ 2147483647 h 516"/>
              <a:gd name="T30" fmla="*/ 2147483647 w 822"/>
              <a:gd name="T31" fmla="*/ 2147483647 h 516"/>
              <a:gd name="T32" fmla="*/ 2147483647 w 822"/>
              <a:gd name="T33" fmla="*/ 2147483647 h 516"/>
              <a:gd name="T34" fmla="*/ 2147483647 w 822"/>
              <a:gd name="T35" fmla="*/ 2147483647 h 516"/>
              <a:gd name="T36" fmla="*/ 2147483647 w 822"/>
              <a:gd name="T37" fmla="*/ 2147483647 h 516"/>
              <a:gd name="T38" fmla="*/ 2147483647 w 822"/>
              <a:gd name="T39" fmla="*/ 2147483647 h 516"/>
              <a:gd name="T40" fmla="*/ 2147483647 w 822"/>
              <a:gd name="T41" fmla="*/ 2147483647 h 516"/>
              <a:gd name="T42" fmla="*/ 2147483647 w 822"/>
              <a:gd name="T43" fmla="*/ 2147483647 h 516"/>
              <a:gd name="T44" fmla="*/ 2147483647 w 822"/>
              <a:gd name="T45" fmla="*/ 2147483647 h 516"/>
              <a:gd name="T46" fmla="*/ 2147483647 w 822"/>
              <a:gd name="T47" fmla="*/ 2147483647 h 516"/>
              <a:gd name="T48" fmla="*/ 2147483647 w 822"/>
              <a:gd name="T49" fmla="*/ 2147483647 h 516"/>
              <a:gd name="T50" fmla="*/ 2147483647 w 822"/>
              <a:gd name="T51" fmla="*/ 2147483647 h 516"/>
              <a:gd name="T52" fmla="*/ 2147483647 w 822"/>
              <a:gd name="T53" fmla="*/ 2147483647 h 516"/>
              <a:gd name="T54" fmla="*/ 2147483647 w 822"/>
              <a:gd name="T55" fmla="*/ 0 h 516"/>
              <a:gd name="T56" fmla="*/ 2147483647 w 822"/>
              <a:gd name="T57" fmla="*/ 2147483647 h 516"/>
              <a:gd name="T58" fmla="*/ 2147483647 w 822"/>
              <a:gd name="T59" fmla="*/ 2147483647 h 51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22"/>
              <a:gd name="T91" fmla="*/ 0 h 516"/>
              <a:gd name="T92" fmla="*/ 822 w 822"/>
              <a:gd name="T93" fmla="*/ 516 h 51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22" h="516">
                <a:moveTo>
                  <a:pt x="228" y="515"/>
                </a:moveTo>
                <a:lnTo>
                  <a:pt x="194" y="504"/>
                </a:lnTo>
                <a:lnTo>
                  <a:pt x="163" y="491"/>
                </a:lnTo>
                <a:lnTo>
                  <a:pt x="134" y="477"/>
                </a:lnTo>
                <a:lnTo>
                  <a:pt x="107" y="461"/>
                </a:lnTo>
                <a:lnTo>
                  <a:pt x="84" y="445"/>
                </a:lnTo>
                <a:lnTo>
                  <a:pt x="63" y="427"/>
                </a:lnTo>
                <a:lnTo>
                  <a:pt x="45" y="408"/>
                </a:lnTo>
                <a:lnTo>
                  <a:pt x="30" y="389"/>
                </a:lnTo>
                <a:lnTo>
                  <a:pt x="17" y="368"/>
                </a:lnTo>
                <a:lnTo>
                  <a:pt x="9" y="347"/>
                </a:lnTo>
                <a:lnTo>
                  <a:pt x="3" y="326"/>
                </a:lnTo>
                <a:lnTo>
                  <a:pt x="0" y="303"/>
                </a:lnTo>
                <a:lnTo>
                  <a:pt x="1" y="281"/>
                </a:lnTo>
                <a:lnTo>
                  <a:pt x="5" y="258"/>
                </a:lnTo>
                <a:lnTo>
                  <a:pt x="13" y="236"/>
                </a:lnTo>
                <a:lnTo>
                  <a:pt x="24" y="213"/>
                </a:lnTo>
                <a:lnTo>
                  <a:pt x="37" y="191"/>
                </a:lnTo>
                <a:lnTo>
                  <a:pt x="54" y="168"/>
                </a:lnTo>
                <a:lnTo>
                  <a:pt x="74" y="147"/>
                </a:lnTo>
                <a:lnTo>
                  <a:pt x="96" y="125"/>
                </a:lnTo>
                <a:lnTo>
                  <a:pt x="121" y="105"/>
                </a:lnTo>
                <a:lnTo>
                  <a:pt x="149" y="85"/>
                </a:lnTo>
                <a:lnTo>
                  <a:pt x="180" y="66"/>
                </a:lnTo>
                <a:lnTo>
                  <a:pt x="212" y="48"/>
                </a:lnTo>
                <a:lnTo>
                  <a:pt x="246" y="31"/>
                </a:lnTo>
                <a:lnTo>
                  <a:pt x="283" y="15"/>
                </a:lnTo>
                <a:lnTo>
                  <a:pt x="321" y="0"/>
                </a:lnTo>
                <a:lnTo>
                  <a:pt x="821" y="234"/>
                </a:lnTo>
                <a:lnTo>
                  <a:pt x="228" y="51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199" name="Freeform 14"/>
          <p:cNvSpPr>
            <a:spLocks/>
          </p:cNvSpPr>
          <p:nvPr/>
        </p:nvSpPr>
        <p:spPr bwMode="ltGray">
          <a:xfrm>
            <a:off x="1870075" y="3459163"/>
            <a:ext cx="2717800" cy="1890712"/>
          </a:xfrm>
          <a:custGeom>
            <a:avLst/>
            <a:gdLst>
              <a:gd name="T0" fmla="*/ 2147483647 w 968"/>
              <a:gd name="T1" fmla="*/ 2147483647 h 694"/>
              <a:gd name="T2" fmla="*/ 2147483647 w 968"/>
              <a:gd name="T3" fmla="*/ 2147483647 h 694"/>
              <a:gd name="T4" fmla="*/ 2147483647 w 968"/>
              <a:gd name="T5" fmla="*/ 2147483647 h 694"/>
              <a:gd name="T6" fmla="*/ 0 w 968"/>
              <a:gd name="T7" fmla="*/ 2147483647 h 694"/>
              <a:gd name="T8" fmla="*/ 2147483647 w 968"/>
              <a:gd name="T9" fmla="*/ 2147483647 h 694"/>
              <a:gd name="T10" fmla="*/ 2147483647 w 968"/>
              <a:gd name="T11" fmla="*/ 2147483647 h 694"/>
              <a:gd name="T12" fmla="*/ 2147483647 w 968"/>
              <a:gd name="T13" fmla="*/ 2147483647 h 694"/>
              <a:gd name="T14" fmla="*/ 2147483647 w 968"/>
              <a:gd name="T15" fmla="*/ 0 h 694"/>
              <a:gd name="T16" fmla="*/ 2147483647 w 968"/>
              <a:gd name="T17" fmla="*/ 2147483647 h 6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68"/>
              <a:gd name="T28" fmla="*/ 0 h 694"/>
              <a:gd name="T29" fmla="*/ 968 w 968"/>
              <a:gd name="T30" fmla="*/ 694 h 69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68" h="694">
                <a:moveTo>
                  <a:pt x="967" y="220"/>
                </a:moveTo>
                <a:lnTo>
                  <a:pt x="162" y="599"/>
                </a:lnTo>
                <a:lnTo>
                  <a:pt x="162" y="693"/>
                </a:lnTo>
                <a:lnTo>
                  <a:pt x="0" y="529"/>
                </a:lnTo>
                <a:lnTo>
                  <a:pt x="152" y="289"/>
                </a:lnTo>
                <a:lnTo>
                  <a:pt x="153" y="333"/>
                </a:lnTo>
                <a:lnTo>
                  <a:pt x="152" y="378"/>
                </a:lnTo>
                <a:lnTo>
                  <a:pt x="967" y="0"/>
                </a:lnTo>
                <a:lnTo>
                  <a:pt x="967" y="22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200" name="Freeform 15"/>
          <p:cNvSpPr>
            <a:spLocks/>
          </p:cNvSpPr>
          <p:nvPr/>
        </p:nvSpPr>
        <p:spPr bwMode="blackWhite">
          <a:xfrm>
            <a:off x="3011488" y="4373563"/>
            <a:ext cx="3132137" cy="719137"/>
          </a:xfrm>
          <a:custGeom>
            <a:avLst/>
            <a:gdLst>
              <a:gd name="T0" fmla="*/ 0 w 1116"/>
              <a:gd name="T1" fmla="*/ 2147483647 h 264"/>
              <a:gd name="T2" fmla="*/ 2147483647 w 1116"/>
              <a:gd name="T3" fmla="*/ 2147483647 h 264"/>
              <a:gd name="T4" fmla="*/ 2147483647 w 1116"/>
              <a:gd name="T5" fmla="*/ 2147483647 h 264"/>
              <a:gd name="T6" fmla="*/ 2147483647 w 1116"/>
              <a:gd name="T7" fmla="*/ 2147483647 h 264"/>
              <a:gd name="T8" fmla="*/ 2147483647 w 1116"/>
              <a:gd name="T9" fmla="*/ 2147483647 h 264"/>
              <a:gd name="T10" fmla="*/ 2147483647 w 1116"/>
              <a:gd name="T11" fmla="*/ 2147483647 h 264"/>
              <a:gd name="T12" fmla="*/ 2147483647 w 1116"/>
              <a:gd name="T13" fmla="*/ 2147483647 h 264"/>
              <a:gd name="T14" fmla="*/ 2147483647 w 1116"/>
              <a:gd name="T15" fmla="*/ 2147483647 h 264"/>
              <a:gd name="T16" fmla="*/ 2147483647 w 1116"/>
              <a:gd name="T17" fmla="*/ 2147483647 h 264"/>
              <a:gd name="T18" fmla="*/ 2147483647 w 1116"/>
              <a:gd name="T19" fmla="*/ 2147483647 h 264"/>
              <a:gd name="T20" fmla="*/ 2147483647 w 1116"/>
              <a:gd name="T21" fmla="*/ 2147483647 h 264"/>
              <a:gd name="T22" fmla="*/ 2147483647 w 1116"/>
              <a:gd name="T23" fmla="*/ 2147483647 h 264"/>
              <a:gd name="T24" fmla="*/ 2147483647 w 1116"/>
              <a:gd name="T25" fmla="*/ 2147483647 h 264"/>
              <a:gd name="T26" fmla="*/ 2147483647 w 1116"/>
              <a:gd name="T27" fmla="*/ 2147483647 h 264"/>
              <a:gd name="T28" fmla="*/ 2147483647 w 1116"/>
              <a:gd name="T29" fmla="*/ 2147483647 h 264"/>
              <a:gd name="T30" fmla="*/ 2147483647 w 1116"/>
              <a:gd name="T31" fmla="*/ 2147483647 h 264"/>
              <a:gd name="T32" fmla="*/ 2147483647 w 1116"/>
              <a:gd name="T33" fmla="*/ 2147483647 h 264"/>
              <a:gd name="T34" fmla="*/ 2147483647 w 1116"/>
              <a:gd name="T35" fmla="*/ 2147483647 h 264"/>
              <a:gd name="T36" fmla="*/ 2147483647 w 1116"/>
              <a:gd name="T37" fmla="*/ 2147483647 h 264"/>
              <a:gd name="T38" fmla="*/ 2147483647 w 1116"/>
              <a:gd name="T39" fmla="*/ 2147483647 h 264"/>
              <a:gd name="T40" fmla="*/ 2147483647 w 1116"/>
              <a:gd name="T41" fmla="*/ 2147483647 h 264"/>
              <a:gd name="T42" fmla="*/ 2147483647 w 1116"/>
              <a:gd name="T43" fmla="*/ 2147483647 h 264"/>
              <a:gd name="T44" fmla="*/ 2147483647 w 1116"/>
              <a:gd name="T45" fmla="*/ 2147483647 h 264"/>
              <a:gd name="T46" fmla="*/ 2147483647 w 1116"/>
              <a:gd name="T47" fmla="*/ 2147483647 h 264"/>
              <a:gd name="T48" fmla="*/ 2147483647 w 1116"/>
              <a:gd name="T49" fmla="*/ 2147483647 h 264"/>
              <a:gd name="T50" fmla="*/ 2147483647 w 1116"/>
              <a:gd name="T51" fmla="*/ 2147483647 h 264"/>
              <a:gd name="T52" fmla="*/ 0 w 1116"/>
              <a:gd name="T53" fmla="*/ 0 h 264"/>
              <a:gd name="T54" fmla="*/ 0 w 1116"/>
              <a:gd name="T55" fmla="*/ 2147483647 h 26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116"/>
              <a:gd name="T85" fmla="*/ 0 h 264"/>
              <a:gd name="T86" fmla="*/ 1116 w 1116"/>
              <a:gd name="T87" fmla="*/ 264 h 26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116" h="264">
                <a:moveTo>
                  <a:pt x="0" y="179"/>
                </a:moveTo>
                <a:lnTo>
                  <a:pt x="39" y="192"/>
                </a:lnTo>
                <a:lnTo>
                  <a:pt x="78" y="204"/>
                </a:lnTo>
                <a:lnTo>
                  <a:pt x="120" y="215"/>
                </a:lnTo>
                <a:lnTo>
                  <a:pt x="164" y="225"/>
                </a:lnTo>
                <a:lnTo>
                  <a:pt x="210" y="234"/>
                </a:lnTo>
                <a:lnTo>
                  <a:pt x="257" y="243"/>
                </a:lnTo>
                <a:lnTo>
                  <a:pt x="305" y="249"/>
                </a:lnTo>
                <a:lnTo>
                  <a:pt x="354" y="254"/>
                </a:lnTo>
                <a:lnTo>
                  <a:pt x="405" y="258"/>
                </a:lnTo>
                <a:lnTo>
                  <a:pt x="456" y="262"/>
                </a:lnTo>
                <a:lnTo>
                  <a:pt x="507" y="263"/>
                </a:lnTo>
                <a:lnTo>
                  <a:pt x="560" y="263"/>
                </a:lnTo>
                <a:lnTo>
                  <a:pt x="612" y="263"/>
                </a:lnTo>
                <a:lnTo>
                  <a:pt x="665" y="261"/>
                </a:lnTo>
                <a:lnTo>
                  <a:pt x="718" y="258"/>
                </a:lnTo>
                <a:lnTo>
                  <a:pt x="770" y="254"/>
                </a:lnTo>
                <a:lnTo>
                  <a:pt x="822" y="248"/>
                </a:lnTo>
                <a:lnTo>
                  <a:pt x="874" y="241"/>
                </a:lnTo>
                <a:lnTo>
                  <a:pt x="924" y="233"/>
                </a:lnTo>
                <a:lnTo>
                  <a:pt x="973" y="223"/>
                </a:lnTo>
                <a:lnTo>
                  <a:pt x="1022" y="213"/>
                </a:lnTo>
                <a:lnTo>
                  <a:pt x="1069" y="202"/>
                </a:lnTo>
                <a:lnTo>
                  <a:pt x="1115" y="189"/>
                </a:lnTo>
                <a:lnTo>
                  <a:pt x="1115" y="97"/>
                </a:lnTo>
                <a:lnTo>
                  <a:pt x="1115" y="4"/>
                </a:lnTo>
                <a:lnTo>
                  <a:pt x="0" y="0"/>
                </a:lnTo>
                <a:lnTo>
                  <a:pt x="0" y="17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201" name="Freeform 16"/>
          <p:cNvSpPr>
            <a:spLocks/>
          </p:cNvSpPr>
          <p:nvPr/>
        </p:nvSpPr>
        <p:spPr bwMode="blackWhite">
          <a:xfrm>
            <a:off x="3011488" y="3605213"/>
            <a:ext cx="3132137" cy="976312"/>
          </a:xfrm>
          <a:custGeom>
            <a:avLst/>
            <a:gdLst>
              <a:gd name="T0" fmla="*/ 0 w 1116"/>
              <a:gd name="T1" fmla="*/ 2147483647 h 358"/>
              <a:gd name="T2" fmla="*/ 2147483647 w 1116"/>
              <a:gd name="T3" fmla="*/ 2147483647 h 358"/>
              <a:gd name="T4" fmla="*/ 2147483647 w 1116"/>
              <a:gd name="T5" fmla="*/ 2147483647 h 358"/>
              <a:gd name="T6" fmla="*/ 2147483647 w 1116"/>
              <a:gd name="T7" fmla="*/ 2147483647 h 358"/>
              <a:gd name="T8" fmla="*/ 2147483647 w 1116"/>
              <a:gd name="T9" fmla="*/ 2147483647 h 358"/>
              <a:gd name="T10" fmla="*/ 2147483647 w 1116"/>
              <a:gd name="T11" fmla="*/ 2147483647 h 358"/>
              <a:gd name="T12" fmla="*/ 2147483647 w 1116"/>
              <a:gd name="T13" fmla="*/ 2147483647 h 358"/>
              <a:gd name="T14" fmla="*/ 2147483647 w 1116"/>
              <a:gd name="T15" fmla="*/ 2147483647 h 358"/>
              <a:gd name="T16" fmla="*/ 2147483647 w 1116"/>
              <a:gd name="T17" fmla="*/ 2147483647 h 358"/>
              <a:gd name="T18" fmla="*/ 2147483647 w 1116"/>
              <a:gd name="T19" fmla="*/ 2147483647 h 358"/>
              <a:gd name="T20" fmla="*/ 2147483647 w 1116"/>
              <a:gd name="T21" fmla="*/ 2147483647 h 358"/>
              <a:gd name="T22" fmla="*/ 2147483647 w 1116"/>
              <a:gd name="T23" fmla="*/ 2147483647 h 358"/>
              <a:gd name="T24" fmla="*/ 2147483647 w 1116"/>
              <a:gd name="T25" fmla="*/ 2147483647 h 358"/>
              <a:gd name="T26" fmla="*/ 2147483647 w 1116"/>
              <a:gd name="T27" fmla="*/ 2147483647 h 358"/>
              <a:gd name="T28" fmla="*/ 2147483647 w 1116"/>
              <a:gd name="T29" fmla="*/ 2147483647 h 358"/>
              <a:gd name="T30" fmla="*/ 2147483647 w 1116"/>
              <a:gd name="T31" fmla="*/ 2147483647 h 358"/>
              <a:gd name="T32" fmla="*/ 2147483647 w 1116"/>
              <a:gd name="T33" fmla="*/ 2147483647 h 358"/>
              <a:gd name="T34" fmla="*/ 2147483647 w 1116"/>
              <a:gd name="T35" fmla="*/ 2147483647 h 358"/>
              <a:gd name="T36" fmla="*/ 2147483647 w 1116"/>
              <a:gd name="T37" fmla="*/ 2147483647 h 358"/>
              <a:gd name="T38" fmla="*/ 2147483647 w 1116"/>
              <a:gd name="T39" fmla="*/ 2147483647 h 358"/>
              <a:gd name="T40" fmla="*/ 2147483647 w 1116"/>
              <a:gd name="T41" fmla="*/ 2147483647 h 358"/>
              <a:gd name="T42" fmla="*/ 2147483647 w 1116"/>
              <a:gd name="T43" fmla="*/ 2147483647 h 358"/>
              <a:gd name="T44" fmla="*/ 2147483647 w 1116"/>
              <a:gd name="T45" fmla="*/ 2147483647 h 358"/>
              <a:gd name="T46" fmla="*/ 2147483647 w 1116"/>
              <a:gd name="T47" fmla="*/ 2147483647 h 358"/>
              <a:gd name="T48" fmla="*/ 2147483647 w 1116"/>
              <a:gd name="T49" fmla="*/ 2147483647 h 358"/>
              <a:gd name="T50" fmla="*/ 2147483647 w 1116"/>
              <a:gd name="T51" fmla="*/ 0 h 358"/>
              <a:gd name="T52" fmla="*/ 0 w 1116"/>
              <a:gd name="T53" fmla="*/ 2147483647 h 35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116"/>
              <a:gd name="T82" fmla="*/ 0 h 358"/>
              <a:gd name="T83" fmla="*/ 1116 w 1116"/>
              <a:gd name="T84" fmla="*/ 358 h 358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116" h="358">
                <a:moveTo>
                  <a:pt x="0" y="282"/>
                </a:moveTo>
                <a:lnTo>
                  <a:pt x="40" y="293"/>
                </a:lnTo>
                <a:lnTo>
                  <a:pt x="83" y="303"/>
                </a:lnTo>
                <a:lnTo>
                  <a:pt x="127" y="313"/>
                </a:lnTo>
                <a:lnTo>
                  <a:pt x="172" y="323"/>
                </a:lnTo>
                <a:lnTo>
                  <a:pt x="219" y="330"/>
                </a:lnTo>
                <a:lnTo>
                  <a:pt x="267" y="337"/>
                </a:lnTo>
                <a:lnTo>
                  <a:pt x="316" y="342"/>
                </a:lnTo>
                <a:lnTo>
                  <a:pt x="366" y="347"/>
                </a:lnTo>
                <a:lnTo>
                  <a:pt x="416" y="352"/>
                </a:lnTo>
                <a:lnTo>
                  <a:pt x="467" y="354"/>
                </a:lnTo>
                <a:lnTo>
                  <a:pt x="519" y="356"/>
                </a:lnTo>
                <a:lnTo>
                  <a:pt x="570" y="357"/>
                </a:lnTo>
                <a:lnTo>
                  <a:pt x="621" y="356"/>
                </a:lnTo>
                <a:lnTo>
                  <a:pt x="671" y="355"/>
                </a:lnTo>
                <a:lnTo>
                  <a:pt x="721" y="352"/>
                </a:lnTo>
                <a:lnTo>
                  <a:pt x="771" y="348"/>
                </a:lnTo>
                <a:lnTo>
                  <a:pt x="820" y="343"/>
                </a:lnTo>
                <a:lnTo>
                  <a:pt x="866" y="338"/>
                </a:lnTo>
                <a:lnTo>
                  <a:pt x="912" y="331"/>
                </a:lnTo>
                <a:lnTo>
                  <a:pt x="956" y="323"/>
                </a:lnTo>
                <a:lnTo>
                  <a:pt x="999" y="315"/>
                </a:lnTo>
                <a:lnTo>
                  <a:pt x="1040" y="305"/>
                </a:lnTo>
                <a:lnTo>
                  <a:pt x="1079" y="295"/>
                </a:lnTo>
                <a:lnTo>
                  <a:pt x="1115" y="283"/>
                </a:lnTo>
                <a:lnTo>
                  <a:pt x="562" y="0"/>
                </a:lnTo>
                <a:lnTo>
                  <a:pt x="0" y="282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3202" name="Rectangle 17"/>
          <p:cNvSpPr>
            <a:spLocks noChangeArrowheads="1"/>
          </p:cNvSpPr>
          <p:nvPr/>
        </p:nvSpPr>
        <p:spPr bwMode="auto">
          <a:xfrm>
            <a:off x="3883025" y="2500313"/>
            <a:ext cx="1370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3203" name="Rectangle 18"/>
          <p:cNvSpPr>
            <a:spLocks noChangeArrowheads="1"/>
          </p:cNvSpPr>
          <p:nvPr/>
        </p:nvSpPr>
        <p:spPr bwMode="auto">
          <a:xfrm>
            <a:off x="5567363" y="3376613"/>
            <a:ext cx="1371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3204" name="Rectangle 19"/>
          <p:cNvSpPr>
            <a:spLocks noChangeArrowheads="1"/>
          </p:cNvSpPr>
          <p:nvPr/>
        </p:nvSpPr>
        <p:spPr bwMode="auto">
          <a:xfrm>
            <a:off x="3883025" y="4227513"/>
            <a:ext cx="1370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3205" name="Rectangle 20"/>
          <p:cNvSpPr>
            <a:spLocks noChangeArrowheads="1"/>
          </p:cNvSpPr>
          <p:nvPr/>
        </p:nvSpPr>
        <p:spPr bwMode="auto">
          <a:xfrm>
            <a:off x="2263775" y="3376613"/>
            <a:ext cx="1373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3206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SPLIT</a:t>
            </a:r>
          </a:p>
        </p:txBody>
      </p:sp>
      <p:sp>
        <p:nvSpPr>
          <p:cNvPr id="9320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320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2141D7E-3D08-490E-A875-5CD366B4B52A}" type="slidenum">
              <a:rPr lang="zh-CN" altLang="en-US" smtClean="0"/>
              <a:pPr defTabSz="895350"/>
              <a:t>89</a:t>
            </a:fld>
            <a:endParaRPr lang="en-US" altLang="zh-CN"/>
          </a:p>
        </p:txBody>
      </p:sp>
      <p:sp>
        <p:nvSpPr>
          <p:cNvPr id="94211" name="Freeform 2"/>
          <p:cNvSpPr>
            <a:spLocks/>
          </p:cNvSpPr>
          <p:nvPr/>
        </p:nvSpPr>
        <p:spPr bwMode="blackWhite">
          <a:xfrm>
            <a:off x="3971925" y="4625975"/>
            <a:ext cx="1079500" cy="1168400"/>
          </a:xfrm>
          <a:custGeom>
            <a:avLst/>
            <a:gdLst>
              <a:gd name="T0" fmla="*/ 2147483647 w 553"/>
              <a:gd name="T1" fmla="*/ 2147483647 h 616"/>
              <a:gd name="T2" fmla="*/ 2147483647 w 553"/>
              <a:gd name="T3" fmla="*/ 2147483647 h 616"/>
              <a:gd name="T4" fmla="*/ 2147483647 w 553"/>
              <a:gd name="T5" fmla="*/ 2147483647 h 616"/>
              <a:gd name="T6" fmla="*/ 2147483647 w 553"/>
              <a:gd name="T7" fmla="*/ 2147483647 h 616"/>
              <a:gd name="T8" fmla="*/ 0 w 553"/>
              <a:gd name="T9" fmla="*/ 2147483647 h 616"/>
              <a:gd name="T10" fmla="*/ 2147483647 w 553"/>
              <a:gd name="T11" fmla="*/ 0 h 616"/>
              <a:gd name="T12" fmla="*/ 2147483647 w 553"/>
              <a:gd name="T13" fmla="*/ 2147483647 h 616"/>
              <a:gd name="T14" fmla="*/ 2147483647 w 553"/>
              <a:gd name="T15" fmla="*/ 2147483647 h 616"/>
              <a:gd name="T16" fmla="*/ 2147483647 w 553"/>
              <a:gd name="T17" fmla="*/ 2147483647 h 616"/>
              <a:gd name="T18" fmla="*/ 2147483647 w 553"/>
              <a:gd name="T19" fmla="*/ 2147483647 h 6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53"/>
              <a:gd name="T31" fmla="*/ 0 h 616"/>
              <a:gd name="T32" fmla="*/ 553 w 553"/>
              <a:gd name="T33" fmla="*/ 616 h 6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53" h="616">
                <a:moveTo>
                  <a:pt x="304" y="615"/>
                </a:moveTo>
                <a:lnTo>
                  <a:pt x="240" y="615"/>
                </a:lnTo>
                <a:lnTo>
                  <a:pt x="240" y="119"/>
                </a:lnTo>
                <a:lnTo>
                  <a:pt x="40" y="311"/>
                </a:lnTo>
                <a:lnTo>
                  <a:pt x="0" y="279"/>
                </a:lnTo>
                <a:lnTo>
                  <a:pt x="288" y="0"/>
                </a:lnTo>
                <a:lnTo>
                  <a:pt x="552" y="271"/>
                </a:lnTo>
                <a:lnTo>
                  <a:pt x="512" y="311"/>
                </a:lnTo>
                <a:lnTo>
                  <a:pt x="304" y="119"/>
                </a:lnTo>
                <a:lnTo>
                  <a:pt x="304" y="615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4212" name="Oval 3"/>
          <p:cNvSpPr>
            <a:spLocks noChangeArrowheads="1"/>
          </p:cNvSpPr>
          <p:nvPr/>
        </p:nvSpPr>
        <p:spPr bwMode="blackWhite">
          <a:xfrm>
            <a:off x="3806825" y="2971800"/>
            <a:ext cx="1409700" cy="13541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4213" name="Freeform 4"/>
          <p:cNvSpPr>
            <a:spLocks/>
          </p:cNvSpPr>
          <p:nvPr/>
        </p:nvSpPr>
        <p:spPr bwMode="blackWhite">
          <a:xfrm>
            <a:off x="5237163" y="4368800"/>
            <a:ext cx="936625" cy="879475"/>
          </a:xfrm>
          <a:custGeom>
            <a:avLst/>
            <a:gdLst>
              <a:gd name="T0" fmla="*/ 2147483647 w 480"/>
              <a:gd name="T1" fmla="*/ 2147483647 h 464"/>
              <a:gd name="T2" fmla="*/ 2147483647 w 480"/>
              <a:gd name="T3" fmla="*/ 0 h 464"/>
              <a:gd name="T4" fmla="*/ 0 w 480"/>
              <a:gd name="T5" fmla="*/ 0 h 464"/>
              <a:gd name="T6" fmla="*/ 0 w 480"/>
              <a:gd name="T7" fmla="*/ 2147483647 h 464"/>
              <a:gd name="T8" fmla="*/ 2147483647 w 480"/>
              <a:gd name="T9" fmla="*/ 2147483647 h 464"/>
              <a:gd name="T10" fmla="*/ 2147483647 w 480"/>
              <a:gd name="T11" fmla="*/ 2147483647 h 464"/>
              <a:gd name="T12" fmla="*/ 2147483647 w 480"/>
              <a:gd name="T13" fmla="*/ 2147483647 h 464"/>
              <a:gd name="T14" fmla="*/ 2147483647 w 480"/>
              <a:gd name="T15" fmla="*/ 2147483647 h 464"/>
              <a:gd name="T16" fmla="*/ 2147483647 w 480"/>
              <a:gd name="T17" fmla="*/ 2147483647 h 464"/>
              <a:gd name="T18" fmla="*/ 2147483647 w 480"/>
              <a:gd name="T19" fmla="*/ 2147483647 h 464"/>
              <a:gd name="T20" fmla="*/ 2147483647 w 480"/>
              <a:gd name="T21" fmla="*/ 0 h 4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80"/>
              <a:gd name="T34" fmla="*/ 0 h 464"/>
              <a:gd name="T35" fmla="*/ 480 w 480"/>
              <a:gd name="T36" fmla="*/ 464 h 4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80" h="464">
                <a:moveTo>
                  <a:pt x="351" y="48"/>
                </a:moveTo>
                <a:lnTo>
                  <a:pt x="351" y="0"/>
                </a:lnTo>
                <a:lnTo>
                  <a:pt x="0" y="0"/>
                </a:lnTo>
                <a:lnTo>
                  <a:pt x="0" y="343"/>
                </a:lnTo>
                <a:lnTo>
                  <a:pt x="64" y="343"/>
                </a:lnTo>
                <a:lnTo>
                  <a:pt x="64" y="104"/>
                </a:lnTo>
                <a:lnTo>
                  <a:pt x="423" y="463"/>
                </a:lnTo>
                <a:lnTo>
                  <a:pt x="479" y="407"/>
                </a:lnTo>
                <a:lnTo>
                  <a:pt x="120" y="64"/>
                </a:lnTo>
                <a:lnTo>
                  <a:pt x="351" y="64"/>
                </a:lnTo>
                <a:lnTo>
                  <a:pt x="351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4214" name="Freeform 5"/>
          <p:cNvSpPr>
            <a:spLocks/>
          </p:cNvSpPr>
          <p:nvPr/>
        </p:nvSpPr>
        <p:spPr bwMode="blackWhite">
          <a:xfrm>
            <a:off x="5222875" y="2093913"/>
            <a:ext cx="919163" cy="865187"/>
          </a:xfrm>
          <a:custGeom>
            <a:avLst/>
            <a:gdLst>
              <a:gd name="T0" fmla="*/ 2147483647 w 472"/>
              <a:gd name="T1" fmla="*/ 2147483647 h 456"/>
              <a:gd name="T2" fmla="*/ 2147483647 w 472"/>
              <a:gd name="T3" fmla="*/ 2147483647 h 456"/>
              <a:gd name="T4" fmla="*/ 0 w 472"/>
              <a:gd name="T5" fmla="*/ 2147483647 h 456"/>
              <a:gd name="T6" fmla="*/ 0 w 472"/>
              <a:gd name="T7" fmla="*/ 2147483647 h 456"/>
              <a:gd name="T8" fmla="*/ 2147483647 w 472"/>
              <a:gd name="T9" fmla="*/ 2147483647 h 456"/>
              <a:gd name="T10" fmla="*/ 2147483647 w 472"/>
              <a:gd name="T11" fmla="*/ 2147483647 h 456"/>
              <a:gd name="T12" fmla="*/ 2147483647 w 472"/>
              <a:gd name="T13" fmla="*/ 0 h 456"/>
              <a:gd name="T14" fmla="*/ 2147483647 w 472"/>
              <a:gd name="T15" fmla="*/ 2147483647 h 456"/>
              <a:gd name="T16" fmla="*/ 2147483647 w 472"/>
              <a:gd name="T17" fmla="*/ 2147483647 h 456"/>
              <a:gd name="T18" fmla="*/ 2147483647 w 472"/>
              <a:gd name="T19" fmla="*/ 2147483647 h 456"/>
              <a:gd name="T20" fmla="*/ 2147483647 w 472"/>
              <a:gd name="T21" fmla="*/ 2147483647 h 45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72"/>
              <a:gd name="T34" fmla="*/ 0 h 456"/>
              <a:gd name="T35" fmla="*/ 472 w 472"/>
              <a:gd name="T36" fmla="*/ 456 h 45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72" h="456">
                <a:moveTo>
                  <a:pt x="343" y="407"/>
                </a:moveTo>
                <a:lnTo>
                  <a:pt x="343" y="455"/>
                </a:lnTo>
                <a:lnTo>
                  <a:pt x="0" y="455"/>
                </a:lnTo>
                <a:lnTo>
                  <a:pt x="0" y="112"/>
                </a:lnTo>
                <a:lnTo>
                  <a:pt x="64" y="112"/>
                </a:lnTo>
                <a:lnTo>
                  <a:pt x="64" y="351"/>
                </a:lnTo>
                <a:lnTo>
                  <a:pt x="423" y="0"/>
                </a:lnTo>
                <a:lnTo>
                  <a:pt x="471" y="48"/>
                </a:lnTo>
                <a:lnTo>
                  <a:pt x="112" y="391"/>
                </a:lnTo>
                <a:lnTo>
                  <a:pt x="343" y="391"/>
                </a:lnTo>
                <a:lnTo>
                  <a:pt x="343" y="455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4215" name="Freeform 6"/>
          <p:cNvSpPr>
            <a:spLocks/>
          </p:cNvSpPr>
          <p:nvPr/>
        </p:nvSpPr>
        <p:spPr bwMode="blackWhite">
          <a:xfrm>
            <a:off x="2849563" y="4337050"/>
            <a:ext cx="919162" cy="881063"/>
          </a:xfrm>
          <a:custGeom>
            <a:avLst/>
            <a:gdLst>
              <a:gd name="T0" fmla="*/ 2147483647 w 472"/>
              <a:gd name="T1" fmla="*/ 2147483647 h 464"/>
              <a:gd name="T2" fmla="*/ 2147483647 w 472"/>
              <a:gd name="T3" fmla="*/ 0 h 464"/>
              <a:gd name="T4" fmla="*/ 2147483647 w 472"/>
              <a:gd name="T5" fmla="*/ 0 h 464"/>
              <a:gd name="T6" fmla="*/ 2147483647 w 472"/>
              <a:gd name="T7" fmla="*/ 2147483647 h 464"/>
              <a:gd name="T8" fmla="*/ 2147483647 w 472"/>
              <a:gd name="T9" fmla="*/ 2147483647 h 464"/>
              <a:gd name="T10" fmla="*/ 2147483647 w 472"/>
              <a:gd name="T11" fmla="*/ 2147483647 h 464"/>
              <a:gd name="T12" fmla="*/ 2147483647 w 472"/>
              <a:gd name="T13" fmla="*/ 2147483647 h 464"/>
              <a:gd name="T14" fmla="*/ 0 w 472"/>
              <a:gd name="T15" fmla="*/ 2147483647 h 464"/>
              <a:gd name="T16" fmla="*/ 2147483647 w 472"/>
              <a:gd name="T17" fmla="*/ 2147483647 h 464"/>
              <a:gd name="T18" fmla="*/ 2147483647 w 472"/>
              <a:gd name="T19" fmla="*/ 2147483647 h 464"/>
              <a:gd name="T20" fmla="*/ 2147483647 w 472"/>
              <a:gd name="T21" fmla="*/ 0 h 4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72"/>
              <a:gd name="T34" fmla="*/ 0 h 464"/>
              <a:gd name="T35" fmla="*/ 472 w 472"/>
              <a:gd name="T36" fmla="*/ 464 h 4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72" h="464">
                <a:moveTo>
                  <a:pt x="128" y="56"/>
                </a:moveTo>
                <a:lnTo>
                  <a:pt x="128" y="0"/>
                </a:lnTo>
                <a:lnTo>
                  <a:pt x="471" y="0"/>
                </a:lnTo>
                <a:lnTo>
                  <a:pt x="471" y="343"/>
                </a:lnTo>
                <a:lnTo>
                  <a:pt x="407" y="343"/>
                </a:lnTo>
                <a:lnTo>
                  <a:pt x="407" y="104"/>
                </a:lnTo>
                <a:lnTo>
                  <a:pt x="48" y="463"/>
                </a:lnTo>
                <a:lnTo>
                  <a:pt x="0" y="407"/>
                </a:lnTo>
                <a:lnTo>
                  <a:pt x="351" y="64"/>
                </a:lnTo>
                <a:lnTo>
                  <a:pt x="128" y="64"/>
                </a:lnTo>
                <a:lnTo>
                  <a:pt x="128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4216" name="Freeform 7"/>
          <p:cNvSpPr>
            <a:spLocks/>
          </p:cNvSpPr>
          <p:nvPr/>
        </p:nvSpPr>
        <p:spPr bwMode="blackWhite">
          <a:xfrm>
            <a:off x="2865438" y="2063750"/>
            <a:ext cx="919162" cy="879475"/>
          </a:xfrm>
          <a:custGeom>
            <a:avLst/>
            <a:gdLst>
              <a:gd name="T0" fmla="*/ 2147483647 w 472"/>
              <a:gd name="T1" fmla="*/ 2147483647 h 464"/>
              <a:gd name="T2" fmla="*/ 2147483647 w 472"/>
              <a:gd name="T3" fmla="*/ 2147483647 h 464"/>
              <a:gd name="T4" fmla="*/ 2147483647 w 472"/>
              <a:gd name="T5" fmla="*/ 2147483647 h 464"/>
              <a:gd name="T6" fmla="*/ 2147483647 w 472"/>
              <a:gd name="T7" fmla="*/ 2147483647 h 464"/>
              <a:gd name="T8" fmla="*/ 2147483647 w 472"/>
              <a:gd name="T9" fmla="*/ 2147483647 h 464"/>
              <a:gd name="T10" fmla="*/ 2147483647 w 472"/>
              <a:gd name="T11" fmla="*/ 2147483647 h 464"/>
              <a:gd name="T12" fmla="*/ 2147483647 w 472"/>
              <a:gd name="T13" fmla="*/ 0 h 464"/>
              <a:gd name="T14" fmla="*/ 0 w 472"/>
              <a:gd name="T15" fmla="*/ 2147483647 h 464"/>
              <a:gd name="T16" fmla="*/ 2147483647 w 472"/>
              <a:gd name="T17" fmla="*/ 2147483647 h 464"/>
              <a:gd name="T18" fmla="*/ 2147483647 w 472"/>
              <a:gd name="T19" fmla="*/ 2147483647 h 464"/>
              <a:gd name="T20" fmla="*/ 2147483647 w 472"/>
              <a:gd name="T21" fmla="*/ 2147483647 h 4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72"/>
              <a:gd name="T34" fmla="*/ 0 h 464"/>
              <a:gd name="T35" fmla="*/ 472 w 472"/>
              <a:gd name="T36" fmla="*/ 464 h 4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72" h="464">
                <a:moveTo>
                  <a:pt x="128" y="407"/>
                </a:moveTo>
                <a:lnTo>
                  <a:pt x="128" y="463"/>
                </a:lnTo>
                <a:lnTo>
                  <a:pt x="471" y="463"/>
                </a:lnTo>
                <a:lnTo>
                  <a:pt x="471" y="120"/>
                </a:lnTo>
                <a:lnTo>
                  <a:pt x="407" y="120"/>
                </a:lnTo>
                <a:lnTo>
                  <a:pt x="407" y="359"/>
                </a:lnTo>
                <a:lnTo>
                  <a:pt x="56" y="0"/>
                </a:lnTo>
                <a:lnTo>
                  <a:pt x="0" y="56"/>
                </a:lnTo>
                <a:lnTo>
                  <a:pt x="359" y="399"/>
                </a:lnTo>
                <a:lnTo>
                  <a:pt x="128" y="399"/>
                </a:lnTo>
                <a:lnTo>
                  <a:pt x="128" y="463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94217" name="Freeform 8"/>
          <p:cNvSpPr>
            <a:spLocks/>
          </p:cNvSpPr>
          <p:nvPr/>
        </p:nvSpPr>
        <p:spPr bwMode="blackWhite">
          <a:xfrm>
            <a:off x="3940175" y="1517650"/>
            <a:ext cx="1079500" cy="1154113"/>
          </a:xfrm>
          <a:custGeom>
            <a:avLst/>
            <a:gdLst>
              <a:gd name="T0" fmla="*/ 2147483647 w 553"/>
              <a:gd name="T1" fmla="*/ 0 h 608"/>
              <a:gd name="T2" fmla="*/ 2147483647 w 553"/>
              <a:gd name="T3" fmla="*/ 0 h 608"/>
              <a:gd name="T4" fmla="*/ 2147483647 w 553"/>
              <a:gd name="T5" fmla="*/ 2147483647 h 608"/>
              <a:gd name="T6" fmla="*/ 2147483647 w 553"/>
              <a:gd name="T7" fmla="*/ 2147483647 h 608"/>
              <a:gd name="T8" fmla="*/ 0 w 553"/>
              <a:gd name="T9" fmla="*/ 2147483647 h 608"/>
              <a:gd name="T10" fmla="*/ 2147483647 w 553"/>
              <a:gd name="T11" fmla="*/ 2147483647 h 608"/>
              <a:gd name="T12" fmla="*/ 2147483647 w 553"/>
              <a:gd name="T13" fmla="*/ 2147483647 h 608"/>
              <a:gd name="T14" fmla="*/ 2147483647 w 553"/>
              <a:gd name="T15" fmla="*/ 2147483647 h 608"/>
              <a:gd name="T16" fmla="*/ 2147483647 w 553"/>
              <a:gd name="T17" fmla="*/ 2147483647 h 608"/>
              <a:gd name="T18" fmla="*/ 2147483647 w 553"/>
              <a:gd name="T19" fmla="*/ 0 h 60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53"/>
              <a:gd name="T31" fmla="*/ 0 h 608"/>
              <a:gd name="T32" fmla="*/ 553 w 553"/>
              <a:gd name="T33" fmla="*/ 608 h 60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53" h="608">
                <a:moveTo>
                  <a:pt x="320" y="0"/>
                </a:moveTo>
                <a:lnTo>
                  <a:pt x="248" y="0"/>
                </a:lnTo>
                <a:lnTo>
                  <a:pt x="248" y="496"/>
                </a:lnTo>
                <a:lnTo>
                  <a:pt x="40" y="304"/>
                </a:lnTo>
                <a:lnTo>
                  <a:pt x="0" y="328"/>
                </a:lnTo>
                <a:lnTo>
                  <a:pt x="296" y="607"/>
                </a:lnTo>
                <a:lnTo>
                  <a:pt x="552" y="344"/>
                </a:lnTo>
                <a:lnTo>
                  <a:pt x="512" y="304"/>
                </a:lnTo>
                <a:lnTo>
                  <a:pt x="320" y="496"/>
                </a:lnTo>
                <a:lnTo>
                  <a:pt x="320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4218" name="Freeform 9"/>
          <p:cNvSpPr>
            <a:spLocks/>
          </p:cNvSpPr>
          <p:nvPr/>
        </p:nvSpPr>
        <p:spPr bwMode="blackWhite">
          <a:xfrm>
            <a:off x="2286000" y="3138488"/>
            <a:ext cx="1203325" cy="1050925"/>
          </a:xfrm>
          <a:custGeom>
            <a:avLst/>
            <a:gdLst>
              <a:gd name="T0" fmla="*/ 0 w 616"/>
              <a:gd name="T1" fmla="*/ 2147483647 h 553"/>
              <a:gd name="T2" fmla="*/ 0 w 616"/>
              <a:gd name="T3" fmla="*/ 2147483647 h 553"/>
              <a:gd name="T4" fmla="*/ 2147483647 w 616"/>
              <a:gd name="T5" fmla="*/ 2147483647 h 553"/>
              <a:gd name="T6" fmla="*/ 2147483647 w 616"/>
              <a:gd name="T7" fmla="*/ 2147483647 h 553"/>
              <a:gd name="T8" fmla="*/ 2147483647 w 616"/>
              <a:gd name="T9" fmla="*/ 2147483647 h 553"/>
              <a:gd name="T10" fmla="*/ 2147483647 w 616"/>
              <a:gd name="T11" fmla="*/ 2147483647 h 553"/>
              <a:gd name="T12" fmla="*/ 2147483647 w 616"/>
              <a:gd name="T13" fmla="*/ 0 h 553"/>
              <a:gd name="T14" fmla="*/ 2147483647 w 616"/>
              <a:gd name="T15" fmla="*/ 2147483647 h 553"/>
              <a:gd name="T16" fmla="*/ 2147483647 w 616"/>
              <a:gd name="T17" fmla="*/ 2147483647 h 553"/>
              <a:gd name="T18" fmla="*/ 0 w 616"/>
              <a:gd name="T19" fmla="*/ 2147483647 h 55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6"/>
              <a:gd name="T31" fmla="*/ 0 h 553"/>
              <a:gd name="T32" fmla="*/ 616 w 616"/>
              <a:gd name="T33" fmla="*/ 553 h 55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6" h="553">
                <a:moveTo>
                  <a:pt x="0" y="232"/>
                </a:moveTo>
                <a:lnTo>
                  <a:pt x="0" y="304"/>
                </a:lnTo>
                <a:lnTo>
                  <a:pt x="496" y="304"/>
                </a:lnTo>
                <a:lnTo>
                  <a:pt x="304" y="512"/>
                </a:lnTo>
                <a:lnTo>
                  <a:pt x="328" y="552"/>
                </a:lnTo>
                <a:lnTo>
                  <a:pt x="615" y="256"/>
                </a:lnTo>
                <a:lnTo>
                  <a:pt x="344" y="0"/>
                </a:lnTo>
                <a:lnTo>
                  <a:pt x="304" y="40"/>
                </a:lnTo>
                <a:lnTo>
                  <a:pt x="496" y="232"/>
                </a:lnTo>
                <a:lnTo>
                  <a:pt x="0" y="232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4219" name="Freeform 10"/>
          <p:cNvSpPr>
            <a:spLocks/>
          </p:cNvSpPr>
          <p:nvPr/>
        </p:nvSpPr>
        <p:spPr bwMode="blackWhite">
          <a:xfrm>
            <a:off x="5502275" y="3122613"/>
            <a:ext cx="1203325" cy="1036637"/>
          </a:xfrm>
          <a:custGeom>
            <a:avLst/>
            <a:gdLst>
              <a:gd name="T0" fmla="*/ 2147483647 w 616"/>
              <a:gd name="T1" fmla="*/ 2147483647 h 545"/>
              <a:gd name="T2" fmla="*/ 2147483647 w 616"/>
              <a:gd name="T3" fmla="*/ 2147483647 h 545"/>
              <a:gd name="T4" fmla="*/ 2147483647 w 616"/>
              <a:gd name="T5" fmla="*/ 2147483647 h 545"/>
              <a:gd name="T6" fmla="*/ 2147483647 w 616"/>
              <a:gd name="T7" fmla="*/ 2147483647 h 545"/>
              <a:gd name="T8" fmla="*/ 2147483647 w 616"/>
              <a:gd name="T9" fmla="*/ 2147483647 h 545"/>
              <a:gd name="T10" fmla="*/ 0 w 616"/>
              <a:gd name="T11" fmla="*/ 2147483647 h 545"/>
              <a:gd name="T12" fmla="*/ 2147483647 w 616"/>
              <a:gd name="T13" fmla="*/ 0 h 545"/>
              <a:gd name="T14" fmla="*/ 2147483647 w 616"/>
              <a:gd name="T15" fmla="*/ 2147483647 h 545"/>
              <a:gd name="T16" fmla="*/ 2147483647 w 616"/>
              <a:gd name="T17" fmla="*/ 2147483647 h 545"/>
              <a:gd name="T18" fmla="*/ 2147483647 w 616"/>
              <a:gd name="T19" fmla="*/ 2147483647 h 54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6"/>
              <a:gd name="T31" fmla="*/ 0 h 545"/>
              <a:gd name="T32" fmla="*/ 616 w 616"/>
              <a:gd name="T33" fmla="*/ 545 h 54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6" h="545">
                <a:moveTo>
                  <a:pt x="615" y="240"/>
                </a:moveTo>
                <a:lnTo>
                  <a:pt x="615" y="304"/>
                </a:lnTo>
                <a:lnTo>
                  <a:pt x="119" y="304"/>
                </a:lnTo>
                <a:lnTo>
                  <a:pt x="311" y="504"/>
                </a:lnTo>
                <a:lnTo>
                  <a:pt x="279" y="544"/>
                </a:lnTo>
                <a:lnTo>
                  <a:pt x="0" y="256"/>
                </a:lnTo>
                <a:lnTo>
                  <a:pt x="271" y="0"/>
                </a:lnTo>
                <a:lnTo>
                  <a:pt x="311" y="40"/>
                </a:lnTo>
                <a:lnTo>
                  <a:pt x="119" y="240"/>
                </a:lnTo>
                <a:lnTo>
                  <a:pt x="615" y="24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94220" name="Rectangle 11"/>
          <p:cNvSpPr>
            <a:spLocks noChangeArrowheads="1"/>
          </p:cNvSpPr>
          <p:nvPr/>
        </p:nvSpPr>
        <p:spPr bwMode="auto">
          <a:xfrm>
            <a:off x="3917950" y="3544888"/>
            <a:ext cx="1155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SURROUND</a:t>
            </a:r>
          </a:p>
        </p:txBody>
      </p:sp>
      <p:sp>
        <p:nvSpPr>
          <p:cNvPr id="9422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422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0E45095-E3D0-4822-B8DA-CD1345BF87A6}" type="slidenum">
              <a:rPr lang="zh-CN" altLang="en-US" smtClean="0"/>
              <a:pPr defTabSz="895350"/>
              <a:t>90</a:t>
            </a:fld>
            <a:endParaRPr lang="en-US" altLang="zh-CN"/>
          </a:p>
        </p:txBody>
      </p:sp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5381625" y="4498975"/>
            <a:ext cx="2022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5236" name="AutoShape 3"/>
          <p:cNvSpPr>
            <a:spLocks noChangeArrowheads="1"/>
          </p:cNvSpPr>
          <p:nvPr/>
        </p:nvSpPr>
        <p:spPr bwMode="blackWhite">
          <a:xfrm>
            <a:off x="2071688" y="2725738"/>
            <a:ext cx="3429000" cy="2286000"/>
          </a:xfrm>
          <a:prstGeom prst="curvedUpArrow">
            <a:avLst>
              <a:gd name="adj1" fmla="val 42347"/>
              <a:gd name="adj2" fmla="val 72347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5237" name="AutoShape 4"/>
          <p:cNvSpPr>
            <a:spLocks noChangeArrowheads="1"/>
          </p:cNvSpPr>
          <p:nvPr/>
        </p:nvSpPr>
        <p:spPr bwMode="blackWhite">
          <a:xfrm flipV="1">
            <a:off x="3824288" y="2039938"/>
            <a:ext cx="3429000" cy="2286000"/>
          </a:xfrm>
          <a:prstGeom prst="curvedUpArrow">
            <a:avLst>
              <a:gd name="adj1" fmla="val 42347"/>
              <a:gd name="adj2" fmla="val 72347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5238" name="Rectangle 5"/>
          <p:cNvSpPr>
            <a:spLocks noChangeArrowheads="1"/>
          </p:cNvSpPr>
          <p:nvPr/>
        </p:nvSpPr>
        <p:spPr bwMode="auto">
          <a:xfrm>
            <a:off x="1560513" y="2351088"/>
            <a:ext cx="2082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52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TWISTED</a:t>
            </a:r>
          </a:p>
        </p:txBody>
      </p:sp>
      <p:sp>
        <p:nvSpPr>
          <p:cNvPr id="9524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524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04D8C03-7E34-49E4-AECC-EE32E8B8E6D6}" type="slidenum">
              <a:rPr lang="zh-CN" altLang="en-US" smtClean="0"/>
              <a:pPr defTabSz="895350"/>
              <a:t>91</a:t>
            </a:fld>
            <a:endParaRPr lang="en-US" altLang="zh-CN"/>
          </a:p>
        </p:txBody>
      </p:sp>
      <p:sp>
        <p:nvSpPr>
          <p:cNvPr id="96259" name="AutoShape 2"/>
          <p:cNvSpPr>
            <a:spLocks noChangeArrowheads="1"/>
          </p:cNvSpPr>
          <p:nvPr/>
        </p:nvSpPr>
        <p:spPr bwMode="blackWhite">
          <a:xfrm flipV="1">
            <a:off x="4613275" y="1446213"/>
            <a:ext cx="1711325" cy="3582987"/>
          </a:xfrm>
          <a:prstGeom prst="curvedRightArrow">
            <a:avLst>
              <a:gd name="adj1" fmla="val 51295"/>
              <a:gd name="adj2" fmla="val 83767"/>
              <a:gd name="adj3" fmla="val 33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6260" name="AutoShape 3"/>
          <p:cNvSpPr>
            <a:spLocks noChangeArrowheads="1"/>
          </p:cNvSpPr>
          <p:nvPr/>
        </p:nvSpPr>
        <p:spPr bwMode="blackWhite">
          <a:xfrm flipH="1" flipV="1">
            <a:off x="2668588" y="1447800"/>
            <a:ext cx="1711325" cy="3582988"/>
          </a:xfrm>
          <a:prstGeom prst="curvedRightArrow">
            <a:avLst>
              <a:gd name="adj1" fmla="val 51295"/>
              <a:gd name="adj2" fmla="val 83767"/>
              <a:gd name="adj3" fmla="val 33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6261" name="Rectangle 4"/>
          <p:cNvSpPr>
            <a:spLocks noChangeArrowheads="1"/>
          </p:cNvSpPr>
          <p:nvPr/>
        </p:nvSpPr>
        <p:spPr bwMode="auto">
          <a:xfrm>
            <a:off x="2690813" y="3276600"/>
            <a:ext cx="1508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6262" name="Rectangle 5"/>
          <p:cNvSpPr>
            <a:spLocks noChangeArrowheads="1"/>
          </p:cNvSpPr>
          <p:nvPr/>
        </p:nvSpPr>
        <p:spPr bwMode="auto">
          <a:xfrm>
            <a:off x="4932363" y="3276600"/>
            <a:ext cx="150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626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UP &amp; AWAY</a:t>
            </a:r>
          </a:p>
        </p:txBody>
      </p:sp>
      <p:sp>
        <p:nvSpPr>
          <p:cNvPr id="9626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626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074FCBB-3EB5-49FB-9A84-63643B6DA9DE}" type="slidenum">
              <a:rPr lang="zh-CN" altLang="en-US" smtClean="0"/>
              <a:pPr defTabSz="895350"/>
              <a:t>92</a:t>
            </a:fld>
            <a:endParaRPr lang="en-US" altLang="zh-CN"/>
          </a:p>
        </p:txBody>
      </p:sp>
      <p:sp>
        <p:nvSpPr>
          <p:cNvPr id="97283" name="AutoShape 2"/>
          <p:cNvSpPr>
            <a:spLocks noChangeArrowheads="1"/>
          </p:cNvSpPr>
          <p:nvPr/>
        </p:nvSpPr>
        <p:spPr bwMode="blackWhite">
          <a:xfrm>
            <a:off x="4613275" y="1446213"/>
            <a:ext cx="1711325" cy="3582987"/>
          </a:xfrm>
          <a:prstGeom prst="curvedRightArrow">
            <a:avLst>
              <a:gd name="adj1" fmla="val 51295"/>
              <a:gd name="adj2" fmla="val 83767"/>
              <a:gd name="adj3" fmla="val 33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7284" name="AutoShape 3"/>
          <p:cNvSpPr>
            <a:spLocks noChangeArrowheads="1"/>
          </p:cNvSpPr>
          <p:nvPr/>
        </p:nvSpPr>
        <p:spPr bwMode="blackWhite">
          <a:xfrm flipH="1" flipV="1">
            <a:off x="2668588" y="1447800"/>
            <a:ext cx="1711325" cy="3582988"/>
          </a:xfrm>
          <a:prstGeom prst="curvedRightArrow">
            <a:avLst>
              <a:gd name="adj1" fmla="val 51295"/>
              <a:gd name="adj2" fmla="val 83767"/>
              <a:gd name="adj3" fmla="val 333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97285" name="Rectangle 4"/>
          <p:cNvSpPr>
            <a:spLocks noChangeArrowheads="1"/>
          </p:cNvSpPr>
          <p:nvPr/>
        </p:nvSpPr>
        <p:spPr bwMode="auto">
          <a:xfrm>
            <a:off x="2690813" y="3328988"/>
            <a:ext cx="1508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7286" name="Rectangle 5"/>
          <p:cNvSpPr>
            <a:spLocks noChangeArrowheads="1"/>
          </p:cNvSpPr>
          <p:nvPr/>
        </p:nvSpPr>
        <p:spPr bwMode="auto">
          <a:xfrm>
            <a:off x="4932363" y="2971800"/>
            <a:ext cx="150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UP &amp; DOWN</a:t>
            </a:r>
          </a:p>
        </p:txBody>
      </p:sp>
      <p:sp>
        <p:nvSpPr>
          <p:cNvPr id="972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72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191A361-9C81-4C40-B9A3-743896125E7A}" type="slidenum">
              <a:rPr lang="zh-CN" altLang="en-US" smtClean="0"/>
              <a:pPr defTabSz="895350"/>
              <a:t>93</a:t>
            </a:fld>
            <a:endParaRPr lang="en-US" altLang="zh-CN"/>
          </a:p>
        </p:txBody>
      </p:sp>
      <p:sp>
        <p:nvSpPr>
          <p:cNvPr id="98307" name="Rectangle 2"/>
          <p:cNvSpPr>
            <a:spLocks noChangeArrowheads="1"/>
          </p:cNvSpPr>
          <p:nvPr/>
        </p:nvSpPr>
        <p:spPr bwMode="auto">
          <a:xfrm rot="-5400000">
            <a:off x="11907" y="3128169"/>
            <a:ext cx="4160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Competitive position</a:t>
            </a:r>
          </a:p>
        </p:txBody>
      </p:sp>
      <p:sp>
        <p:nvSpPr>
          <p:cNvPr id="98308" name="Rectangle 3"/>
          <p:cNvSpPr>
            <a:spLocks noChangeArrowheads="1"/>
          </p:cNvSpPr>
          <p:nvPr/>
        </p:nvSpPr>
        <p:spPr bwMode="auto">
          <a:xfrm rot="-5400000">
            <a:off x="1877219" y="4502944"/>
            <a:ext cx="12906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ea typeface="宋体" pitchFamily="2" charset="-122"/>
              </a:rPr>
              <a:t>Low</a:t>
            </a:r>
          </a:p>
        </p:txBody>
      </p:sp>
      <p:sp>
        <p:nvSpPr>
          <p:cNvPr id="98309" name="Rectangle 4"/>
          <p:cNvSpPr>
            <a:spLocks noChangeArrowheads="1"/>
          </p:cNvSpPr>
          <p:nvPr/>
        </p:nvSpPr>
        <p:spPr bwMode="auto">
          <a:xfrm rot="-5400000">
            <a:off x="1893094" y="3056731"/>
            <a:ext cx="1258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ea typeface="宋体" pitchFamily="2" charset="-122"/>
              </a:rPr>
              <a:t>Medium</a:t>
            </a:r>
          </a:p>
        </p:txBody>
      </p:sp>
      <p:sp>
        <p:nvSpPr>
          <p:cNvPr id="98310" name="Rectangle 5"/>
          <p:cNvSpPr>
            <a:spLocks noChangeArrowheads="1"/>
          </p:cNvSpPr>
          <p:nvPr/>
        </p:nvSpPr>
        <p:spPr bwMode="auto">
          <a:xfrm rot="-5400000">
            <a:off x="1871663" y="1611313"/>
            <a:ext cx="1323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ea typeface="宋体" pitchFamily="2" charset="-122"/>
              </a:rPr>
              <a:t>High</a:t>
            </a:r>
          </a:p>
        </p:txBody>
      </p:sp>
      <p:sp>
        <p:nvSpPr>
          <p:cNvPr id="98311" name="Rectangle 6"/>
          <p:cNvSpPr>
            <a:spLocks noChangeArrowheads="1"/>
          </p:cNvSpPr>
          <p:nvPr/>
        </p:nvSpPr>
        <p:spPr bwMode="auto">
          <a:xfrm>
            <a:off x="2720975" y="5927725"/>
            <a:ext cx="4518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Product/market attractiveness</a:t>
            </a:r>
          </a:p>
        </p:txBody>
      </p:sp>
      <p:sp>
        <p:nvSpPr>
          <p:cNvPr id="98312" name="Rectangle 7"/>
          <p:cNvSpPr>
            <a:spLocks noChangeArrowheads="1"/>
          </p:cNvSpPr>
          <p:nvPr/>
        </p:nvSpPr>
        <p:spPr bwMode="auto">
          <a:xfrm>
            <a:off x="2782888" y="5426075"/>
            <a:ext cx="13223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ea typeface="宋体" pitchFamily="2" charset="-122"/>
              </a:rPr>
              <a:t>Low</a:t>
            </a:r>
          </a:p>
        </p:txBody>
      </p:sp>
      <p:sp>
        <p:nvSpPr>
          <p:cNvPr id="98313" name="Rectangle 8"/>
          <p:cNvSpPr>
            <a:spLocks noChangeArrowheads="1"/>
          </p:cNvSpPr>
          <p:nvPr/>
        </p:nvSpPr>
        <p:spPr bwMode="auto">
          <a:xfrm>
            <a:off x="4333875" y="5426075"/>
            <a:ext cx="12906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ea typeface="宋体" pitchFamily="2" charset="-122"/>
              </a:rPr>
              <a:t>Medium</a:t>
            </a:r>
          </a:p>
        </p:txBody>
      </p:sp>
      <p:sp>
        <p:nvSpPr>
          <p:cNvPr id="98314" name="Rectangle 9"/>
          <p:cNvSpPr>
            <a:spLocks noChangeArrowheads="1"/>
          </p:cNvSpPr>
          <p:nvPr/>
        </p:nvSpPr>
        <p:spPr bwMode="auto">
          <a:xfrm>
            <a:off x="5870575" y="5426075"/>
            <a:ext cx="1203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ea typeface="宋体" pitchFamily="2" charset="-122"/>
              </a:rPr>
              <a:t>High</a:t>
            </a:r>
          </a:p>
        </p:txBody>
      </p:sp>
      <p:sp>
        <p:nvSpPr>
          <p:cNvPr id="98315" name="Rectangle 10"/>
          <p:cNvSpPr>
            <a:spLocks noChangeArrowheads="1"/>
          </p:cNvSpPr>
          <p:nvPr/>
        </p:nvSpPr>
        <p:spPr bwMode="blackWhite">
          <a:xfrm>
            <a:off x="2725738" y="1027113"/>
            <a:ext cx="1484312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16" name="Line 11"/>
          <p:cNvSpPr>
            <a:spLocks noChangeShapeType="1"/>
          </p:cNvSpPr>
          <p:nvPr/>
        </p:nvSpPr>
        <p:spPr bwMode="blackWhite">
          <a:xfrm>
            <a:off x="2330450" y="1125538"/>
            <a:ext cx="0" cy="424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98317" name="Line 12"/>
          <p:cNvSpPr>
            <a:spLocks noChangeShapeType="1"/>
          </p:cNvSpPr>
          <p:nvPr/>
        </p:nvSpPr>
        <p:spPr bwMode="blackWhite">
          <a:xfrm>
            <a:off x="2690813" y="5783263"/>
            <a:ext cx="450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98318" name="Rectangle 13"/>
          <p:cNvSpPr>
            <a:spLocks noChangeArrowheads="1"/>
          </p:cNvSpPr>
          <p:nvPr/>
        </p:nvSpPr>
        <p:spPr bwMode="blackWhite">
          <a:xfrm>
            <a:off x="4186238" y="1027113"/>
            <a:ext cx="1484312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19" name="Rectangle 14"/>
          <p:cNvSpPr>
            <a:spLocks noChangeArrowheads="1"/>
          </p:cNvSpPr>
          <p:nvPr/>
        </p:nvSpPr>
        <p:spPr bwMode="blackWhite">
          <a:xfrm>
            <a:off x="5656263" y="1027113"/>
            <a:ext cx="1482725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0" name="Rectangle 15"/>
          <p:cNvSpPr>
            <a:spLocks noChangeArrowheads="1"/>
          </p:cNvSpPr>
          <p:nvPr/>
        </p:nvSpPr>
        <p:spPr bwMode="blackWhite">
          <a:xfrm>
            <a:off x="2725738" y="2462213"/>
            <a:ext cx="1484312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1" name="Rectangle 16"/>
          <p:cNvSpPr>
            <a:spLocks noChangeArrowheads="1"/>
          </p:cNvSpPr>
          <p:nvPr/>
        </p:nvSpPr>
        <p:spPr bwMode="blackWhite">
          <a:xfrm>
            <a:off x="4186238" y="2462213"/>
            <a:ext cx="1484312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2" name="Rectangle 17"/>
          <p:cNvSpPr>
            <a:spLocks noChangeArrowheads="1"/>
          </p:cNvSpPr>
          <p:nvPr/>
        </p:nvSpPr>
        <p:spPr bwMode="blackWhite">
          <a:xfrm>
            <a:off x="5656263" y="2462213"/>
            <a:ext cx="1482725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3" name="Rectangle 18"/>
          <p:cNvSpPr>
            <a:spLocks noChangeArrowheads="1"/>
          </p:cNvSpPr>
          <p:nvPr/>
        </p:nvSpPr>
        <p:spPr bwMode="blackWhite">
          <a:xfrm>
            <a:off x="2725738" y="3895725"/>
            <a:ext cx="1484312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4" name="Rectangle 19"/>
          <p:cNvSpPr>
            <a:spLocks noChangeArrowheads="1"/>
          </p:cNvSpPr>
          <p:nvPr/>
        </p:nvSpPr>
        <p:spPr bwMode="blackWhite">
          <a:xfrm>
            <a:off x="4186238" y="3895725"/>
            <a:ext cx="1484312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5" name="Rectangle 20"/>
          <p:cNvSpPr>
            <a:spLocks noChangeArrowheads="1"/>
          </p:cNvSpPr>
          <p:nvPr/>
        </p:nvSpPr>
        <p:spPr bwMode="blackWhite">
          <a:xfrm>
            <a:off x="5656263" y="3895725"/>
            <a:ext cx="1482725" cy="1438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8326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BUSS PORTFOLIO</a:t>
            </a:r>
          </a:p>
        </p:txBody>
      </p:sp>
      <p:sp>
        <p:nvSpPr>
          <p:cNvPr id="9832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832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9A4AE10-6585-4063-A24C-A231EECF78D1}" type="slidenum">
              <a:rPr lang="zh-CN" altLang="en-US" smtClean="0"/>
              <a:pPr defTabSz="895350"/>
              <a:t>94</a:t>
            </a:fld>
            <a:endParaRPr lang="en-US" altLang="zh-CN"/>
          </a:p>
        </p:txBody>
      </p:sp>
      <p:sp>
        <p:nvSpPr>
          <p:cNvPr id="99331" name="Freeform 2"/>
          <p:cNvSpPr>
            <a:spLocks/>
          </p:cNvSpPr>
          <p:nvPr>
            <p:custDataLst>
              <p:tags r:id="rId1"/>
            </p:custDataLst>
          </p:nvPr>
        </p:nvSpPr>
        <p:spPr bwMode="blackWhite">
          <a:xfrm rot="5400000">
            <a:off x="1565275" y="2309813"/>
            <a:ext cx="917575" cy="1241425"/>
          </a:xfrm>
          <a:custGeom>
            <a:avLst/>
            <a:gdLst>
              <a:gd name="T0" fmla="*/ 0 w 1152"/>
              <a:gd name="T1" fmla="*/ 0 h 576"/>
              <a:gd name="T2" fmla="*/ 2147483647 w 1152"/>
              <a:gd name="T3" fmla="*/ 0 h 576"/>
              <a:gd name="T4" fmla="*/ 2147483647 w 1152"/>
              <a:gd name="T5" fmla="*/ 2147483647 h 576"/>
              <a:gd name="T6" fmla="*/ 2147483647 w 1152"/>
              <a:gd name="T7" fmla="*/ 2147483647 h 576"/>
              <a:gd name="T8" fmla="*/ 0 w 1152"/>
              <a:gd name="T9" fmla="*/ 2147483647 h 576"/>
              <a:gd name="T10" fmla="*/ 0 w 1152"/>
              <a:gd name="T11" fmla="*/ 2147483647 h 576"/>
              <a:gd name="T12" fmla="*/ 0 w 1152"/>
              <a:gd name="T13" fmla="*/ 0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52"/>
              <a:gd name="T22" fmla="*/ 0 h 576"/>
              <a:gd name="T23" fmla="*/ 1152 w 1152"/>
              <a:gd name="T24" fmla="*/ 576 h 5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52" h="576">
                <a:moveTo>
                  <a:pt x="0" y="0"/>
                </a:moveTo>
                <a:lnTo>
                  <a:pt x="1048" y="0"/>
                </a:lnTo>
                <a:lnTo>
                  <a:pt x="1152" y="288"/>
                </a:lnTo>
                <a:lnTo>
                  <a:pt x="1048" y="576"/>
                </a:lnTo>
                <a:lnTo>
                  <a:pt x="0" y="576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99332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 rot="5400000">
            <a:off x="1657350" y="2349500"/>
            <a:ext cx="76517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10800000" vert="eaVert" lIns="3810" tIns="0" rIns="3810" bIns="0" anchor="ctr"/>
          <a:lstStyle/>
          <a:p>
            <a:pPr defTabSz="895350">
              <a:buSzPct val="120000"/>
            </a:pPr>
            <a:endParaRPr lang="zh-CN" altLang="en-US"/>
          </a:p>
        </p:txBody>
      </p:sp>
      <p:sp>
        <p:nvSpPr>
          <p:cNvPr id="99333" name="Oval 4"/>
          <p:cNvSpPr>
            <a:spLocks noChangeArrowheads="1"/>
          </p:cNvSpPr>
          <p:nvPr/>
        </p:nvSpPr>
        <p:spPr bwMode="blackWhite">
          <a:xfrm>
            <a:off x="1335088" y="1562100"/>
            <a:ext cx="1247775" cy="70485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895350" eaLnBrk="0" hangingPunct="0">
              <a:buSzPct val="75000"/>
            </a:pPr>
            <a:r>
              <a:rPr lang="en-US" altLang="zh-CN">
                <a:ea typeface="宋体" pitchFamily="2" charset="-122"/>
              </a:rPr>
              <a:t>Change vision</a:t>
            </a:r>
          </a:p>
        </p:txBody>
      </p:sp>
      <p:sp>
        <p:nvSpPr>
          <p:cNvPr id="99334" name="Rectangle 5"/>
          <p:cNvSpPr>
            <a:spLocks noChangeArrowheads="1"/>
          </p:cNvSpPr>
          <p:nvPr/>
        </p:nvSpPr>
        <p:spPr bwMode="blackWhite">
          <a:xfrm>
            <a:off x="2647950" y="2466975"/>
            <a:ext cx="123825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35" name="Rectangle 6"/>
          <p:cNvSpPr>
            <a:spLocks noChangeArrowheads="1"/>
          </p:cNvSpPr>
          <p:nvPr/>
        </p:nvSpPr>
        <p:spPr bwMode="blackWhite">
          <a:xfrm>
            <a:off x="3886200" y="2466975"/>
            <a:ext cx="11811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36" name="Rectangle 7"/>
          <p:cNvSpPr>
            <a:spLocks noChangeArrowheads="1"/>
          </p:cNvSpPr>
          <p:nvPr/>
        </p:nvSpPr>
        <p:spPr bwMode="blackWhite">
          <a:xfrm>
            <a:off x="2647950" y="3305175"/>
            <a:ext cx="123825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37" name="Rectangle 8"/>
          <p:cNvSpPr>
            <a:spLocks noChangeArrowheads="1"/>
          </p:cNvSpPr>
          <p:nvPr/>
        </p:nvSpPr>
        <p:spPr bwMode="blackWhite">
          <a:xfrm>
            <a:off x="3886200" y="3305175"/>
            <a:ext cx="11811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38" name="Rectangle 9"/>
          <p:cNvSpPr>
            <a:spLocks noChangeArrowheads="1"/>
          </p:cNvSpPr>
          <p:nvPr/>
        </p:nvSpPr>
        <p:spPr bwMode="blackWhite">
          <a:xfrm>
            <a:off x="2647950" y="4143375"/>
            <a:ext cx="123825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39" name="Rectangle 10"/>
          <p:cNvSpPr>
            <a:spLocks noChangeArrowheads="1"/>
          </p:cNvSpPr>
          <p:nvPr/>
        </p:nvSpPr>
        <p:spPr bwMode="blackWhite">
          <a:xfrm>
            <a:off x="3886200" y="4143375"/>
            <a:ext cx="11811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40" name="Rectangle 11"/>
          <p:cNvSpPr>
            <a:spLocks noChangeArrowheads="1"/>
          </p:cNvSpPr>
          <p:nvPr/>
        </p:nvSpPr>
        <p:spPr bwMode="blackWhite">
          <a:xfrm>
            <a:off x="2647950" y="4981575"/>
            <a:ext cx="123825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41" name="Rectangle 12"/>
          <p:cNvSpPr>
            <a:spLocks noChangeArrowheads="1"/>
          </p:cNvSpPr>
          <p:nvPr/>
        </p:nvSpPr>
        <p:spPr bwMode="blackWhite">
          <a:xfrm>
            <a:off x="3886200" y="4981575"/>
            <a:ext cx="11811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42" name="Rectangle 13"/>
          <p:cNvSpPr>
            <a:spLocks noChangeArrowheads="1"/>
          </p:cNvSpPr>
          <p:nvPr/>
        </p:nvSpPr>
        <p:spPr bwMode="blackWhite">
          <a:xfrm>
            <a:off x="1403350" y="4433888"/>
            <a:ext cx="1243013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99343" name="Freeform 14"/>
          <p:cNvSpPr>
            <a:spLocks/>
          </p:cNvSpPr>
          <p:nvPr>
            <p:custDataLst>
              <p:tags r:id="rId3"/>
            </p:custDataLst>
          </p:nvPr>
        </p:nvSpPr>
        <p:spPr bwMode="blackWhite">
          <a:xfrm rot="5400000">
            <a:off x="1565275" y="4821238"/>
            <a:ext cx="917575" cy="1241425"/>
          </a:xfrm>
          <a:custGeom>
            <a:avLst/>
            <a:gdLst>
              <a:gd name="T0" fmla="*/ 0 w 1152"/>
              <a:gd name="T1" fmla="*/ 0 h 576"/>
              <a:gd name="T2" fmla="*/ 2147483647 w 1152"/>
              <a:gd name="T3" fmla="*/ 0 h 576"/>
              <a:gd name="T4" fmla="*/ 2147483647 w 1152"/>
              <a:gd name="T5" fmla="*/ 2147483647 h 576"/>
              <a:gd name="T6" fmla="*/ 2147483647 w 1152"/>
              <a:gd name="T7" fmla="*/ 2147483647 h 576"/>
              <a:gd name="T8" fmla="*/ 0 w 1152"/>
              <a:gd name="T9" fmla="*/ 2147483647 h 576"/>
              <a:gd name="T10" fmla="*/ 0 w 1152"/>
              <a:gd name="T11" fmla="*/ 2147483647 h 576"/>
              <a:gd name="T12" fmla="*/ 0 w 1152"/>
              <a:gd name="T13" fmla="*/ 0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52"/>
              <a:gd name="T22" fmla="*/ 0 h 576"/>
              <a:gd name="T23" fmla="*/ 1152 w 1152"/>
              <a:gd name="T24" fmla="*/ 576 h 5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52" h="576">
                <a:moveTo>
                  <a:pt x="0" y="0"/>
                </a:moveTo>
                <a:lnTo>
                  <a:pt x="1048" y="0"/>
                </a:lnTo>
                <a:lnTo>
                  <a:pt x="1152" y="288"/>
                </a:lnTo>
                <a:lnTo>
                  <a:pt x="1048" y="576"/>
                </a:lnTo>
                <a:lnTo>
                  <a:pt x="0" y="576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99344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 rot="5400000">
            <a:off x="1657350" y="4860925"/>
            <a:ext cx="76517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10800000" vert="eaVert" lIns="3810" tIns="0" rIns="3810" bIns="0" anchor="ctr"/>
          <a:lstStyle/>
          <a:p>
            <a:pPr defTabSz="895350">
              <a:buSzPct val="120000"/>
            </a:pPr>
            <a:endParaRPr lang="zh-CN" altLang="en-US"/>
          </a:p>
        </p:txBody>
      </p:sp>
      <p:sp>
        <p:nvSpPr>
          <p:cNvPr id="99345" name="Freeform 16"/>
          <p:cNvSpPr>
            <a:spLocks/>
          </p:cNvSpPr>
          <p:nvPr>
            <p:custDataLst>
              <p:tags r:id="rId5"/>
            </p:custDataLst>
          </p:nvPr>
        </p:nvSpPr>
        <p:spPr bwMode="blackWhite">
          <a:xfrm rot="5400000">
            <a:off x="1565275" y="3144838"/>
            <a:ext cx="917575" cy="1241425"/>
          </a:xfrm>
          <a:custGeom>
            <a:avLst/>
            <a:gdLst>
              <a:gd name="T0" fmla="*/ 0 w 1152"/>
              <a:gd name="T1" fmla="*/ 0 h 576"/>
              <a:gd name="T2" fmla="*/ 2147483647 w 1152"/>
              <a:gd name="T3" fmla="*/ 0 h 576"/>
              <a:gd name="T4" fmla="*/ 2147483647 w 1152"/>
              <a:gd name="T5" fmla="*/ 2147483647 h 576"/>
              <a:gd name="T6" fmla="*/ 2147483647 w 1152"/>
              <a:gd name="T7" fmla="*/ 2147483647 h 576"/>
              <a:gd name="T8" fmla="*/ 0 w 1152"/>
              <a:gd name="T9" fmla="*/ 2147483647 h 576"/>
              <a:gd name="T10" fmla="*/ 0 w 1152"/>
              <a:gd name="T11" fmla="*/ 2147483647 h 576"/>
              <a:gd name="T12" fmla="*/ 0 w 1152"/>
              <a:gd name="T13" fmla="*/ 0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52"/>
              <a:gd name="T22" fmla="*/ 0 h 576"/>
              <a:gd name="T23" fmla="*/ 1152 w 1152"/>
              <a:gd name="T24" fmla="*/ 576 h 5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52" h="576">
                <a:moveTo>
                  <a:pt x="0" y="0"/>
                </a:moveTo>
                <a:lnTo>
                  <a:pt x="1048" y="0"/>
                </a:lnTo>
                <a:lnTo>
                  <a:pt x="1152" y="288"/>
                </a:lnTo>
                <a:lnTo>
                  <a:pt x="1048" y="576"/>
                </a:lnTo>
                <a:lnTo>
                  <a:pt x="0" y="576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99346" name="Rectangle 17"/>
          <p:cNvSpPr>
            <a:spLocks noChangeArrowheads="1"/>
          </p:cNvSpPr>
          <p:nvPr>
            <p:custDataLst>
              <p:tags r:id="rId6"/>
            </p:custDataLst>
          </p:nvPr>
        </p:nvSpPr>
        <p:spPr bwMode="blackWhite">
          <a:xfrm rot="5400000">
            <a:off x="1657350" y="3184525"/>
            <a:ext cx="76517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10800000" vert="eaVert" lIns="3810" tIns="0" rIns="3810" bIns="0" anchor="ctr"/>
          <a:lstStyle/>
          <a:p>
            <a:pPr defTabSz="895350">
              <a:buSzPct val="120000"/>
            </a:pPr>
            <a:endParaRPr lang="zh-CN" altLang="en-US"/>
          </a:p>
        </p:txBody>
      </p:sp>
      <p:sp>
        <p:nvSpPr>
          <p:cNvPr id="99347" name="Rectangle 18"/>
          <p:cNvSpPr>
            <a:spLocks noChangeArrowheads="1"/>
          </p:cNvSpPr>
          <p:nvPr/>
        </p:nvSpPr>
        <p:spPr bwMode="blackWhite">
          <a:xfrm>
            <a:off x="1463675" y="2633663"/>
            <a:ext cx="11715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Chief Executive</a:t>
            </a:r>
          </a:p>
        </p:txBody>
      </p:sp>
      <p:sp>
        <p:nvSpPr>
          <p:cNvPr id="99348" name="Rectangle 19"/>
          <p:cNvSpPr>
            <a:spLocks noChangeArrowheads="1"/>
          </p:cNvSpPr>
          <p:nvPr/>
        </p:nvSpPr>
        <p:spPr bwMode="blackWhite">
          <a:xfrm>
            <a:off x="1463675" y="3497263"/>
            <a:ext cx="11715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Leadership groups</a:t>
            </a:r>
          </a:p>
        </p:txBody>
      </p:sp>
      <p:sp>
        <p:nvSpPr>
          <p:cNvPr id="99349" name="Rectangle 20"/>
          <p:cNvSpPr>
            <a:spLocks noChangeArrowheads="1"/>
          </p:cNvSpPr>
          <p:nvPr/>
        </p:nvSpPr>
        <p:spPr bwMode="blackWhite">
          <a:xfrm>
            <a:off x="1412875" y="4398963"/>
            <a:ext cx="13811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Down the line</a:t>
            </a:r>
          </a:p>
        </p:txBody>
      </p:sp>
      <p:sp>
        <p:nvSpPr>
          <p:cNvPr id="99350" name="Rectangle 21"/>
          <p:cNvSpPr>
            <a:spLocks noChangeArrowheads="1"/>
          </p:cNvSpPr>
          <p:nvPr/>
        </p:nvSpPr>
        <p:spPr bwMode="blackWhite">
          <a:xfrm>
            <a:off x="1463675" y="5211763"/>
            <a:ext cx="11715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External constitution</a:t>
            </a:r>
          </a:p>
        </p:txBody>
      </p:sp>
      <p:grpSp>
        <p:nvGrpSpPr>
          <p:cNvPr id="99351" name="Group 22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2647950" y="1338263"/>
            <a:ext cx="2705100" cy="1133475"/>
            <a:chOff x="2400" y="1968"/>
            <a:chExt cx="1152" cy="576"/>
          </a:xfrm>
        </p:grpSpPr>
        <p:sp>
          <p:nvSpPr>
            <p:cNvPr id="99370" name="Freeform 23"/>
            <p:cNvSpPr>
              <a:spLocks/>
            </p:cNvSpPr>
            <p:nvPr>
              <p:custDataLst>
                <p:tags r:id="rId15"/>
              </p:custDataLst>
            </p:nvPr>
          </p:nvSpPr>
          <p:spPr bwMode="blackWhite">
            <a:xfrm>
              <a:off x="2400" y="1968"/>
              <a:ext cx="1152" cy="288"/>
            </a:xfrm>
            <a:custGeom>
              <a:avLst/>
              <a:gdLst>
                <a:gd name="T0" fmla="*/ 0 w 1152"/>
                <a:gd name="T1" fmla="*/ 0 h 288"/>
                <a:gd name="T2" fmla="*/ 1048 w 1152"/>
                <a:gd name="T3" fmla="*/ 0 h 288"/>
                <a:gd name="T4" fmla="*/ 1152 w 1152"/>
                <a:gd name="T5" fmla="*/ 288 h 288"/>
                <a:gd name="T6" fmla="*/ 0 w 1152"/>
                <a:gd name="T7" fmla="*/ 288 h 288"/>
                <a:gd name="T8" fmla="*/ 0 w 1152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288"/>
                <a:gd name="T17" fmla="*/ 1152 w 1152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288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 anchorCtr="1"/>
            <a:lstStyle/>
            <a:p>
              <a:endParaRPr lang="nl-NL"/>
            </a:p>
          </p:txBody>
        </p:sp>
        <p:sp>
          <p:nvSpPr>
            <p:cNvPr id="99371" name="Rectangle 2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>
              <a:off x="2424" y="1992"/>
              <a:ext cx="102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 anchorCtr="1"/>
            <a:lstStyle/>
            <a:p>
              <a:pPr algn="ctr" defTabSz="895350">
                <a:buSzPct val="120000"/>
              </a:pPr>
              <a:r>
                <a:rPr lang="en-US" altLang="zh-CN">
                  <a:solidFill>
                    <a:schemeClr val="tx2"/>
                  </a:solidFill>
                </a:rPr>
                <a:t>Commitment</a:t>
              </a:r>
              <a:endParaRPr lang="en-US" altLang="zh-CN"/>
            </a:p>
          </p:txBody>
        </p:sp>
        <p:sp>
          <p:nvSpPr>
            <p:cNvPr id="99372" name="Freeform 25"/>
            <p:cNvSpPr>
              <a:spLocks/>
            </p:cNvSpPr>
            <p:nvPr>
              <p:custDataLst>
                <p:tags r:id="rId17"/>
              </p:custDataLst>
            </p:nvPr>
          </p:nvSpPr>
          <p:spPr bwMode="blackWhite">
            <a:xfrm>
              <a:off x="2400" y="2256"/>
              <a:ext cx="628" cy="288"/>
            </a:xfrm>
            <a:custGeom>
              <a:avLst/>
              <a:gdLst>
                <a:gd name="T0" fmla="*/ 628 w 628"/>
                <a:gd name="T1" fmla="*/ 0 h 288"/>
                <a:gd name="T2" fmla="*/ 524 w 628"/>
                <a:gd name="T3" fmla="*/ 288 h 288"/>
                <a:gd name="T4" fmla="*/ 0 w 628"/>
                <a:gd name="T5" fmla="*/ 288 h 288"/>
                <a:gd name="T6" fmla="*/ 0 w 628"/>
                <a:gd name="T7" fmla="*/ 0 h 288"/>
                <a:gd name="T8" fmla="*/ 628 w 628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8"/>
                <a:gd name="T16" fmla="*/ 0 h 288"/>
                <a:gd name="T17" fmla="*/ 628 w 628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8" h="288">
                  <a:moveTo>
                    <a:pt x="628" y="0"/>
                  </a:moveTo>
                  <a:lnTo>
                    <a:pt x="524" y="288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 anchorCtr="1"/>
            <a:lstStyle/>
            <a:p>
              <a:endParaRPr lang="nl-NL"/>
            </a:p>
          </p:txBody>
        </p:sp>
        <p:sp>
          <p:nvSpPr>
            <p:cNvPr id="538650" name="Rectangle 26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>
              <a:off x="2424" y="2280"/>
              <a:ext cx="500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3810" tIns="0" rIns="3810" bIns="0" anchor="ctr" anchorCtr="1"/>
            <a:lstStyle/>
            <a:p>
              <a:pPr defTabSz="895350">
                <a:buSzPct val="120000"/>
                <a:defRPr/>
              </a:pPr>
              <a:r>
                <a:rPr lang="en-US" altLang="zh-CN">
                  <a:solidFill>
                    <a:schemeClr val="tx2"/>
                  </a:solidFill>
                </a:rPr>
                <a:t>Conviction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9374" name="Freeform 27"/>
            <p:cNvSpPr>
              <a:spLocks/>
            </p:cNvSpPr>
            <p:nvPr>
              <p:custDataLst>
                <p:tags r:id="rId19"/>
              </p:custDataLst>
            </p:nvPr>
          </p:nvSpPr>
          <p:spPr bwMode="blackWhite">
            <a:xfrm>
              <a:off x="2924" y="2256"/>
              <a:ext cx="628" cy="288"/>
            </a:xfrm>
            <a:custGeom>
              <a:avLst/>
              <a:gdLst>
                <a:gd name="T0" fmla="*/ 628 w 628"/>
                <a:gd name="T1" fmla="*/ 0 h 288"/>
                <a:gd name="T2" fmla="*/ 524 w 628"/>
                <a:gd name="T3" fmla="*/ 288 h 288"/>
                <a:gd name="T4" fmla="*/ 0 w 628"/>
                <a:gd name="T5" fmla="*/ 288 h 288"/>
                <a:gd name="T6" fmla="*/ 104 w 628"/>
                <a:gd name="T7" fmla="*/ 0 h 288"/>
                <a:gd name="T8" fmla="*/ 628 w 628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8"/>
                <a:gd name="T16" fmla="*/ 0 h 288"/>
                <a:gd name="T17" fmla="*/ 628 w 628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8" h="288">
                  <a:moveTo>
                    <a:pt x="628" y="0"/>
                  </a:moveTo>
                  <a:lnTo>
                    <a:pt x="524" y="288"/>
                  </a:lnTo>
                  <a:lnTo>
                    <a:pt x="0" y="288"/>
                  </a:lnTo>
                  <a:lnTo>
                    <a:pt x="104" y="0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 anchorCtr="1"/>
            <a:lstStyle/>
            <a:p>
              <a:endParaRPr lang="nl-NL"/>
            </a:p>
          </p:txBody>
        </p:sp>
        <p:sp>
          <p:nvSpPr>
            <p:cNvPr id="99375" name="Rectangle 28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blackWhite">
            <a:xfrm>
              <a:off x="3052" y="2280"/>
              <a:ext cx="396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 anchorCtr="1"/>
            <a:lstStyle/>
            <a:p>
              <a:pPr algn="ctr" defTabSz="895350">
                <a:buSzPct val="120000"/>
              </a:pPr>
              <a:r>
                <a:rPr lang="en-US" altLang="zh-CN">
                  <a:solidFill>
                    <a:schemeClr val="tx2"/>
                  </a:solidFill>
                </a:rPr>
                <a:t>Courage</a:t>
              </a:r>
              <a:endParaRPr lang="en-US" altLang="zh-CN"/>
            </a:p>
          </p:txBody>
        </p:sp>
      </p:grpSp>
      <p:grpSp>
        <p:nvGrpSpPr>
          <p:cNvPr id="99352" name="Group 29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057775" y="1338263"/>
            <a:ext cx="2705100" cy="1133475"/>
            <a:chOff x="3300" y="981"/>
            <a:chExt cx="1704" cy="576"/>
          </a:xfrm>
        </p:grpSpPr>
        <p:sp>
          <p:nvSpPr>
            <p:cNvPr id="99364" name="Freeform 30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3300" y="981"/>
              <a:ext cx="1704" cy="288"/>
            </a:xfrm>
            <a:custGeom>
              <a:avLst/>
              <a:gdLst>
                <a:gd name="T0" fmla="*/ 0 w 1704"/>
                <a:gd name="T1" fmla="*/ 0 h 288"/>
                <a:gd name="T2" fmla="*/ 1600 w 1704"/>
                <a:gd name="T3" fmla="*/ 0 h 288"/>
                <a:gd name="T4" fmla="*/ 1704 w 1704"/>
                <a:gd name="T5" fmla="*/ 288 h 288"/>
                <a:gd name="T6" fmla="*/ 104 w 1704"/>
                <a:gd name="T7" fmla="*/ 288 h 288"/>
                <a:gd name="T8" fmla="*/ 0 w 17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4"/>
                <a:gd name="T16" fmla="*/ 0 h 288"/>
                <a:gd name="T17" fmla="*/ 1704 w 17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4" h="288">
                  <a:moveTo>
                    <a:pt x="0" y="0"/>
                  </a:moveTo>
                  <a:lnTo>
                    <a:pt x="1600" y="0"/>
                  </a:lnTo>
                  <a:lnTo>
                    <a:pt x="1704" y="288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 anchorCtr="1"/>
            <a:lstStyle/>
            <a:p>
              <a:endParaRPr lang="nl-NL"/>
            </a:p>
          </p:txBody>
        </p:sp>
        <p:sp>
          <p:nvSpPr>
            <p:cNvPr id="99365" name="Rectangle 3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3428" y="1005"/>
              <a:ext cx="147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 anchorCtr="1"/>
            <a:lstStyle/>
            <a:p>
              <a:pPr algn="ctr" defTabSz="895350">
                <a:buSzPct val="120000"/>
              </a:pPr>
              <a:r>
                <a:rPr lang="en-US" altLang="zh-CN">
                  <a:solidFill>
                    <a:schemeClr val="tx2"/>
                  </a:solidFill>
                </a:rPr>
                <a:t>Capability</a:t>
              </a:r>
              <a:endParaRPr lang="en-US" altLang="zh-CN"/>
            </a:p>
          </p:txBody>
        </p:sp>
        <p:sp>
          <p:nvSpPr>
            <p:cNvPr id="99366" name="Freeform 32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3300" y="1269"/>
              <a:ext cx="904" cy="288"/>
            </a:xfrm>
            <a:custGeom>
              <a:avLst/>
              <a:gdLst>
                <a:gd name="T0" fmla="*/ 904 w 904"/>
                <a:gd name="T1" fmla="*/ 0 h 288"/>
                <a:gd name="T2" fmla="*/ 800 w 904"/>
                <a:gd name="T3" fmla="*/ 288 h 288"/>
                <a:gd name="T4" fmla="*/ 0 w 904"/>
                <a:gd name="T5" fmla="*/ 288 h 288"/>
                <a:gd name="T6" fmla="*/ 104 w 904"/>
                <a:gd name="T7" fmla="*/ 0 h 288"/>
                <a:gd name="T8" fmla="*/ 904 w 9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4"/>
                <a:gd name="T16" fmla="*/ 0 h 288"/>
                <a:gd name="T17" fmla="*/ 904 w 9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4" h="288">
                  <a:moveTo>
                    <a:pt x="904" y="0"/>
                  </a:moveTo>
                  <a:lnTo>
                    <a:pt x="800" y="288"/>
                  </a:lnTo>
                  <a:lnTo>
                    <a:pt x="0" y="288"/>
                  </a:lnTo>
                  <a:lnTo>
                    <a:pt x="104" y="0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 anchorCtr="1"/>
            <a:lstStyle/>
            <a:p>
              <a:endParaRPr lang="nl-NL"/>
            </a:p>
          </p:txBody>
        </p:sp>
        <p:sp>
          <p:nvSpPr>
            <p:cNvPr id="99367" name="Rectangle 3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3428" y="1293"/>
              <a:ext cx="67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 anchorCtr="1"/>
            <a:lstStyle/>
            <a:p>
              <a:pPr defTabSz="895350">
                <a:buSzPct val="120000"/>
              </a:pPr>
              <a:r>
                <a:rPr lang="en-US" altLang="zh-CN">
                  <a:solidFill>
                    <a:schemeClr val="tx2"/>
                  </a:solidFill>
                </a:rPr>
                <a:t>Individual activity</a:t>
              </a:r>
              <a:endParaRPr lang="en-US" altLang="zh-CN"/>
            </a:p>
          </p:txBody>
        </p:sp>
        <p:sp>
          <p:nvSpPr>
            <p:cNvPr id="99368" name="Freeform 34"/>
            <p:cNvSpPr>
              <a:spLocks/>
            </p:cNvSpPr>
            <p:nvPr>
              <p:custDataLst>
                <p:tags r:id="rId13"/>
              </p:custDataLst>
            </p:nvPr>
          </p:nvSpPr>
          <p:spPr bwMode="blackWhite">
            <a:xfrm>
              <a:off x="4100" y="1269"/>
              <a:ext cx="904" cy="288"/>
            </a:xfrm>
            <a:custGeom>
              <a:avLst/>
              <a:gdLst>
                <a:gd name="T0" fmla="*/ 904 w 904"/>
                <a:gd name="T1" fmla="*/ 0 h 288"/>
                <a:gd name="T2" fmla="*/ 800 w 904"/>
                <a:gd name="T3" fmla="*/ 288 h 288"/>
                <a:gd name="T4" fmla="*/ 0 w 904"/>
                <a:gd name="T5" fmla="*/ 288 h 288"/>
                <a:gd name="T6" fmla="*/ 104 w 904"/>
                <a:gd name="T7" fmla="*/ 0 h 288"/>
                <a:gd name="T8" fmla="*/ 904 w 9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4"/>
                <a:gd name="T16" fmla="*/ 0 h 288"/>
                <a:gd name="T17" fmla="*/ 904 w 9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4" h="288">
                  <a:moveTo>
                    <a:pt x="904" y="0"/>
                  </a:moveTo>
                  <a:lnTo>
                    <a:pt x="800" y="288"/>
                  </a:lnTo>
                  <a:lnTo>
                    <a:pt x="0" y="288"/>
                  </a:lnTo>
                  <a:lnTo>
                    <a:pt x="104" y="0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 anchorCtr="1"/>
            <a:lstStyle/>
            <a:p>
              <a:endParaRPr lang="nl-NL"/>
            </a:p>
          </p:txBody>
        </p:sp>
        <p:sp>
          <p:nvSpPr>
            <p:cNvPr id="99369" name="Rectangle 3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4228" y="1293"/>
              <a:ext cx="67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 anchorCtr="1"/>
            <a:lstStyle/>
            <a:p>
              <a:pPr defTabSz="895350">
                <a:buSzPct val="120000"/>
              </a:pPr>
              <a:r>
                <a:rPr lang="en-US" altLang="zh-CN">
                  <a:solidFill>
                    <a:schemeClr val="tx2"/>
                  </a:solidFill>
                </a:rPr>
                <a:t>Enabling devices</a:t>
              </a:r>
              <a:endParaRPr lang="en-US" altLang="zh-CN"/>
            </a:p>
          </p:txBody>
        </p:sp>
      </p:grpSp>
      <p:sp>
        <p:nvSpPr>
          <p:cNvPr id="99353" name="Rectangle 36"/>
          <p:cNvSpPr>
            <a:spLocks noChangeArrowheads="1"/>
          </p:cNvSpPr>
          <p:nvPr/>
        </p:nvSpPr>
        <p:spPr bwMode="blackWhite">
          <a:xfrm>
            <a:off x="5067300" y="2471738"/>
            <a:ext cx="1262063" cy="8334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54" name="Rectangle 37"/>
          <p:cNvSpPr>
            <a:spLocks noChangeArrowheads="1"/>
          </p:cNvSpPr>
          <p:nvPr/>
        </p:nvSpPr>
        <p:spPr bwMode="blackWhite">
          <a:xfrm>
            <a:off x="5067300" y="3305175"/>
            <a:ext cx="1262063" cy="8397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55" name="Rectangle 38"/>
          <p:cNvSpPr>
            <a:spLocks noChangeArrowheads="1"/>
          </p:cNvSpPr>
          <p:nvPr/>
        </p:nvSpPr>
        <p:spPr bwMode="blackWhite">
          <a:xfrm>
            <a:off x="5067300" y="4144963"/>
            <a:ext cx="1262063" cy="8397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56" name="Rectangle 39"/>
          <p:cNvSpPr>
            <a:spLocks noChangeArrowheads="1"/>
          </p:cNvSpPr>
          <p:nvPr/>
        </p:nvSpPr>
        <p:spPr bwMode="blackWhite">
          <a:xfrm>
            <a:off x="5067300" y="4981575"/>
            <a:ext cx="1262063" cy="8397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57" name="Rectangle 40"/>
          <p:cNvSpPr>
            <a:spLocks noChangeArrowheads="1"/>
          </p:cNvSpPr>
          <p:nvPr/>
        </p:nvSpPr>
        <p:spPr bwMode="blackWhite">
          <a:xfrm>
            <a:off x="6323013" y="2471738"/>
            <a:ext cx="1262062" cy="8334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58" name="Rectangle 41"/>
          <p:cNvSpPr>
            <a:spLocks noChangeArrowheads="1"/>
          </p:cNvSpPr>
          <p:nvPr/>
        </p:nvSpPr>
        <p:spPr bwMode="blackWhite">
          <a:xfrm>
            <a:off x="6323013" y="3305175"/>
            <a:ext cx="1262062" cy="8397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59" name="Rectangle 42"/>
          <p:cNvSpPr>
            <a:spLocks noChangeArrowheads="1"/>
          </p:cNvSpPr>
          <p:nvPr/>
        </p:nvSpPr>
        <p:spPr bwMode="blackWhite">
          <a:xfrm>
            <a:off x="6323013" y="4144963"/>
            <a:ext cx="1262062" cy="8397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60" name="Rectangle 43"/>
          <p:cNvSpPr>
            <a:spLocks noChangeArrowheads="1"/>
          </p:cNvSpPr>
          <p:nvPr/>
        </p:nvSpPr>
        <p:spPr bwMode="blackWhite">
          <a:xfrm>
            <a:off x="6323013" y="4981575"/>
            <a:ext cx="1262062" cy="8397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9361" name="Rectangle 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CHANGE BOARD</a:t>
            </a:r>
          </a:p>
        </p:txBody>
      </p:sp>
      <p:sp>
        <p:nvSpPr>
          <p:cNvPr id="9936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9936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610AE09-4E69-4125-8632-85AE7280EBC5}" type="slidenum">
              <a:rPr lang="zh-CN" altLang="en-US" smtClean="0"/>
              <a:pPr defTabSz="895350"/>
              <a:t>95</a:t>
            </a:fld>
            <a:endParaRPr lang="en-US" altLang="zh-CN"/>
          </a:p>
        </p:txBody>
      </p:sp>
      <p:sp>
        <p:nvSpPr>
          <p:cNvPr id="100355" name="Oval 2"/>
          <p:cNvSpPr>
            <a:spLocks noChangeArrowheads="1"/>
          </p:cNvSpPr>
          <p:nvPr/>
        </p:nvSpPr>
        <p:spPr bwMode="blackWhite">
          <a:xfrm>
            <a:off x="1957388" y="2106613"/>
            <a:ext cx="4714875" cy="2921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0356" name="Rectangle 3"/>
          <p:cNvSpPr>
            <a:spLocks noChangeArrowheads="1"/>
          </p:cNvSpPr>
          <p:nvPr/>
        </p:nvSpPr>
        <p:spPr bwMode="blackWhite">
          <a:xfrm>
            <a:off x="3386138" y="2601913"/>
            <a:ext cx="1808162" cy="1992312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15150" tIns="7575" rIns="15150" bIns="7575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0357" name="Line 4"/>
          <p:cNvSpPr>
            <a:spLocks noChangeShapeType="1"/>
          </p:cNvSpPr>
          <p:nvPr/>
        </p:nvSpPr>
        <p:spPr bwMode="blackWhite">
          <a:xfrm flipV="1">
            <a:off x="3419475" y="2638425"/>
            <a:ext cx="1741488" cy="191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5150" tIns="7575" rIns="15150" bIns="7575" anchor="ctr"/>
          <a:lstStyle/>
          <a:p>
            <a:endParaRPr lang="nl-NL"/>
          </a:p>
        </p:txBody>
      </p:sp>
      <p:sp>
        <p:nvSpPr>
          <p:cNvPr id="100358" name="Line 5"/>
          <p:cNvSpPr>
            <a:spLocks noChangeShapeType="1"/>
          </p:cNvSpPr>
          <p:nvPr/>
        </p:nvSpPr>
        <p:spPr bwMode="blackWhite">
          <a:xfrm>
            <a:off x="3257550" y="2613025"/>
            <a:ext cx="2065338" cy="197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5150" tIns="7575" rIns="15150" bIns="7575" anchor="ctr"/>
          <a:lstStyle/>
          <a:p>
            <a:endParaRPr lang="nl-NL"/>
          </a:p>
        </p:txBody>
      </p:sp>
      <p:sp>
        <p:nvSpPr>
          <p:cNvPr id="100359" name="Freeform 6"/>
          <p:cNvSpPr>
            <a:spLocks/>
          </p:cNvSpPr>
          <p:nvPr/>
        </p:nvSpPr>
        <p:spPr bwMode="blackWhite">
          <a:xfrm>
            <a:off x="3641725" y="3121025"/>
            <a:ext cx="1296988" cy="954088"/>
          </a:xfrm>
          <a:custGeom>
            <a:avLst/>
            <a:gdLst>
              <a:gd name="T0" fmla="*/ 0 w 601"/>
              <a:gd name="T1" fmla="*/ 2147483647 h 457"/>
              <a:gd name="T2" fmla="*/ 2147483647 w 601"/>
              <a:gd name="T3" fmla="*/ 2147483647 h 457"/>
              <a:gd name="T4" fmla="*/ 2147483647 w 601"/>
              <a:gd name="T5" fmla="*/ 0 h 457"/>
              <a:gd name="T6" fmla="*/ 0 w 601"/>
              <a:gd name="T7" fmla="*/ 2147483647 h 457"/>
              <a:gd name="T8" fmla="*/ 0 60000 65536"/>
              <a:gd name="T9" fmla="*/ 0 60000 65536"/>
              <a:gd name="T10" fmla="*/ 0 60000 65536"/>
              <a:gd name="T11" fmla="*/ 0 60000 65536"/>
              <a:gd name="T12" fmla="*/ 0 w 601"/>
              <a:gd name="T13" fmla="*/ 0 h 457"/>
              <a:gd name="T14" fmla="*/ 601 w 601"/>
              <a:gd name="T15" fmla="*/ 457 h 4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1" h="457">
                <a:moveTo>
                  <a:pt x="0" y="456"/>
                </a:moveTo>
                <a:lnTo>
                  <a:pt x="600" y="456"/>
                </a:lnTo>
                <a:lnTo>
                  <a:pt x="304" y="0"/>
                </a:lnTo>
                <a:lnTo>
                  <a:pt x="0" y="456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wrap="none" lIns="15150" tIns="7575" rIns="15150" bIns="7575" anchor="ctr"/>
          <a:lstStyle/>
          <a:p>
            <a:endParaRPr lang="nl-NL"/>
          </a:p>
        </p:txBody>
      </p:sp>
      <p:sp>
        <p:nvSpPr>
          <p:cNvPr id="100360" name="Rectangle 7"/>
          <p:cNvSpPr>
            <a:spLocks noChangeArrowheads="1"/>
          </p:cNvSpPr>
          <p:nvPr/>
        </p:nvSpPr>
        <p:spPr bwMode="blackWhite">
          <a:xfrm>
            <a:off x="3692525" y="3608388"/>
            <a:ext cx="10160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15150" tIns="7575" rIns="15150" bIns="7575" anchor="ctr"/>
          <a:lstStyle/>
          <a:p>
            <a:pPr defTabSz="804863" eaLnBrk="0" hangingPunct="0"/>
            <a:r>
              <a:rPr lang="zh-CN" altLang="en-US" b="1" i="1">
                <a:solidFill>
                  <a:srgbClr val="000000"/>
                </a:solidFill>
                <a:latin typeface="Helvetica" charset="0"/>
                <a:ea typeface="宋体" pitchFamily="2" charset="-122"/>
              </a:rPr>
              <a:t> </a:t>
            </a:r>
            <a:r>
              <a:rPr lang="en-US" altLang="zh-CN" b="1" i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Delta </a:t>
            </a:r>
            <a:r>
              <a:rPr lang="en-US" altLang="zh-CN" sz="4000" b="1" i="1">
                <a:solidFill>
                  <a:schemeClr val="tx2"/>
                </a:solidFill>
                <a:latin typeface="Helvetica" charset="0"/>
                <a:ea typeface="宋体" pitchFamily="2" charset="-122"/>
              </a:rPr>
              <a:t>P</a:t>
            </a:r>
            <a:r>
              <a:rPr lang="en-US" altLang="zh-CN" b="1" i="1">
                <a:solidFill>
                  <a:srgbClr val="000000"/>
                </a:solidFill>
                <a:latin typeface="Helvetica" charset="0"/>
                <a:ea typeface="宋体" pitchFamily="2" charset="-122"/>
              </a:rPr>
              <a:t> </a:t>
            </a:r>
          </a:p>
        </p:txBody>
      </p:sp>
      <p:sp>
        <p:nvSpPr>
          <p:cNvPr id="100361" name="Oval 8"/>
          <p:cNvSpPr>
            <a:spLocks noChangeArrowheads="1"/>
          </p:cNvSpPr>
          <p:nvPr/>
        </p:nvSpPr>
        <p:spPr bwMode="blackWhite">
          <a:xfrm>
            <a:off x="1274763" y="3222625"/>
            <a:ext cx="1820862" cy="9969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Vision and</a:t>
            </a:r>
          </a:p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Leadership</a:t>
            </a:r>
          </a:p>
        </p:txBody>
      </p:sp>
      <p:sp>
        <p:nvSpPr>
          <p:cNvPr id="100362" name="Oval 9"/>
          <p:cNvSpPr>
            <a:spLocks noChangeArrowheads="1"/>
          </p:cNvSpPr>
          <p:nvPr/>
        </p:nvSpPr>
        <p:spPr bwMode="blackWhite">
          <a:xfrm>
            <a:off x="5607050" y="3213100"/>
            <a:ext cx="1833563" cy="1004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Organizational</a:t>
            </a:r>
          </a:p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Infrastructure</a:t>
            </a:r>
          </a:p>
        </p:txBody>
      </p:sp>
      <p:sp>
        <p:nvSpPr>
          <p:cNvPr id="100363" name="Oval 10"/>
          <p:cNvSpPr>
            <a:spLocks noChangeArrowheads="1"/>
          </p:cNvSpPr>
          <p:nvPr/>
        </p:nvSpPr>
        <p:spPr bwMode="blackWhite">
          <a:xfrm>
            <a:off x="2454275" y="2279650"/>
            <a:ext cx="1820863" cy="9969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Performance</a:t>
            </a:r>
          </a:p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Measurement</a:t>
            </a:r>
          </a:p>
        </p:txBody>
      </p:sp>
      <p:sp>
        <p:nvSpPr>
          <p:cNvPr id="100364" name="Oval 11"/>
          <p:cNvSpPr>
            <a:spLocks noChangeArrowheads="1"/>
          </p:cNvSpPr>
          <p:nvPr/>
        </p:nvSpPr>
        <p:spPr bwMode="blackWhite">
          <a:xfrm>
            <a:off x="4394200" y="4111625"/>
            <a:ext cx="1820863" cy="10001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People</a:t>
            </a:r>
          </a:p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Development</a:t>
            </a:r>
          </a:p>
        </p:txBody>
      </p:sp>
      <p:sp>
        <p:nvSpPr>
          <p:cNvPr id="100365" name="Oval 12"/>
          <p:cNvSpPr>
            <a:spLocks noChangeArrowheads="1"/>
          </p:cNvSpPr>
          <p:nvPr/>
        </p:nvSpPr>
        <p:spPr bwMode="blackWhite">
          <a:xfrm>
            <a:off x="4394200" y="2279650"/>
            <a:ext cx="1827213" cy="10001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Communications</a:t>
            </a:r>
          </a:p>
        </p:txBody>
      </p:sp>
      <p:sp>
        <p:nvSpPr>
          <p:cNvPr id="100366" name="Oval 13"/>
          <p:cNvSpPr>
            <a:spLocks noChangeArrowheads="1"/>
          </p:cNvSpPr>
          <p:nvPr/>
        </p:nvSpPr>
        <p:spPr bwMode="blackWhite">
          <a:xfrm>
            <a:off x="2473325" y="4106863"/>
            <a:ext cx="1822450" cy="10048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Problem </a:t>
            </a:r>
          </a:p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Solving</a:t>
            </a:r>
          </a:p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Process</a:t>
            </a:r>
          </a:p>
        </p:txBody>
      </p:sp>
      <p:sp>
        <p:nvSpPr>
          <p:cNvPr id="100367" name="Line 14"/>
          <p:cNvSpPr>
            <a:spLocks noChangeShapeType="1"/>
          </p:cNvSpPr>
          <p:nvPr/>
        </p:nvSpPr>
        <p:spPr bwMode="blackWhite">
          <a:xfrm>
            <a:off x="3009900" y="3646488"/>
            <a:ext cx="741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wrap="none" lIns="15150" tIns="7575" rIns="15150" bIns="7575" anchor="ctr"/>
          <a:lstStyle/>
          <a:p>
            <a:endParaRPr lang="nl-NL"/>
          </a:p>
        </p:txBody>
      </p:sp>
      <p:sp>
        <p:nvSpPr>
          <p:cNvPr id="100368" name="Line 15"/>
          <p:cNvSpPr>
            <a:spLocks noChangeShapeType="1"/>
          </p:cNvSpPr>
          <p:nvPr/>
        </p:nvSpPr>
        <p:spPr bwMode="blackWhite">
          <a:xfrm>
            <a:off x="4814888" y="3641725"/>
            <a:ext cx="738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wrap="none" lIns="15150" tIns="7575" rIns="15150" bIns="7575" anchor="ctr"/>
          <a:lstStyle/>
          <a:p>
            <a:endParaRPr lang="nl-NL"/>
          </a:p>
        </p:txBody>
      </p:sp>
      <p:sp>
        <p:nvSpPr>
          <p:cNvPr id="100369" name="Freeform 16"/>
          <p:cNvSpPr>
            <a:spLocks/>
          </p:cNvSpPr>
          <p:nvPr/>
        </p:nvSpPr>
        <p:spPr bwMode="blackWhite">
          <a:xfrm>
            <a:off x="5537200" y="4570413"/>
            <a:ext cx="3035300" cy="1801812"/>
          </a:xfrm>
          <a:custGeom>
            <a:avLst/>
            <a:gdLst>
              <a:gd name="T0" fmla="*/ 2147483647 w 1912"/>
              <a:gd name="T1" fmla="*/ 0 h 1135"/>
              <a:gd name="T2" fmla="*/ 2147483647 w 1912"/>
              <a:gd name="T3" fmla="*/ 0 h 1135"/>
              <a:gd name="T4" fmla="*/ 2147483647 w 1912"/>
              <a:gd name="T5" fmla="*/ 2147483647 h 1135"/>
              <a:gd name="T6" fmla="*/ 2147483647 w 1912"/>
              <a:gd name="T7" fmla="*/ 2147483647 h 1135"/>
              <a:gd name="T8" fmla="*/ 2147483647 w 1912"/>
              <a:gd name="T9" fmla="*/ 2147483647 h 1135"/>
              <a:gd name="T10" fmla="*/ 0 w 1912"/>
              <a:gd name="T11" fmla="*/ 2147483647 h 1135"/>
              <a:gd name="T12" fmla="*/ 2147483647 w 1912"/>
              <a:gd name="T13" fmla="*/ 2147483647 h 1135"/>
              <a:gd name="T14" fmla="*/ 2147483647 w 1912"/>
              <a:gd name="T15" fmla="*/ 0 h 11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12"/>
              <a:gd name="T25" fmla="*/ 0 h 1135"/>
              <a:gd name="T26" fmla="*/ 1912 w 1912"/>
              <a:gd name="T27" fmla="*/ 1135 h 11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12" h="1135">
                <a:moveTo>
                  <a:pt x="392" y="0"/>
                </a:moveTo>
                <a:lnTo>
                  <a:pt x="1912" y="0"/>
                </a:lnTo>
                <a:lnTo>
                  <a:pt x="1912" y="1135"/>
                </a:lnTo>
                <a:lnTo>
                  <a:pt x="392" y="1135"/>
                </a:lnTo>
                <a:lnTo>
                  <a:pt x="392" y="407"/>
                </a:lnTo>
                <a:lnTo>
                  <a:pt x="0" y="185"/>
                </a:lnTo>
                <a:lnTo>
                  <a:pt x="392" y="248"/>
                </a:lnTo>
                <a:lnTo>
                  <a:pt x="392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0370" name="Rectangle 17"/>
          <p:cNvSpPr>
            <a:spLocks noChangeArrowheads="1"/>
          </p:cNvSpPr>
          <p:nvPr/>
        </p:nvSpPr>
        <p:spPr bwMode="auto">
          <a:xfrm>
            <a:off x="6216650" y="4652963"/>
            <a:ext cx="2303463" cy="17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Client managers (particularly middle management) have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skill to lead program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implementation</a:t>
            </a:r>
          </a:p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Change in actual behavior</a:t>
            </a:r>
          </a:p>
        </p:txBody>
      </p:sp>
      <p:sp>
        <p:nvSpPr>
          <p:cNvPr id="100371" name="Freeform 18"/>
          <p:cNvSpPr>
            <a:spLocks/>
          </p:cNvSpPr>
          <p:nvPr/>
        </p:nvSpPr>
        <p:spPr bwMode="blackWhite">
          <a:xfrm>
            <a:off x="127000" y="4419600"/>
            <a:ext cx="2808288" cy="1524000"/>
          </a:xfrm>
          <a:custGeom>
            <a:avLst/>
            <a:gdLst>
              <a:gd name="T0" fmla="*/ 0 w 1769"/>
              <a:gd name="T1" fmla="*/ 0 h 960"/>
              <a:gd name="T2" fmla="*/ 2147483647 w 1769"/>
              <a:gd name="T3" fmla="*/ 0 h 960"/>
              <a:gd name="T4" fmla="*/ 2147483647 w 1769"/>
              <a:gd name="T5" fmla="*/ 2147483647 h 960"/>
              <a:gd name="T6" fmla="*/ 2147483647 w 1769"/>
              <a:gd name="T7" fmla="*/ 2147483647 h 960"/>
              <a:gd name="T8" fmla="*/ 2147483647 w 1769"/>
              <a:gd name="T9" fmla="*/ 2147483647 h 960"/>
              <a:gd name="T10" fmla="*/ 2147483647 w 1769"/>
              <a:gd name="T11" fmla="*/ 2147483647 h 960"/>
              <a:gd name="T12" fmla="*/ 0 w 1769"/>
              <a:gd name="T13" fmla="*/ 2147483647 h 960"/>
              <a:gd name="T14" fmla="*/ 0 w 1769"/>
              <a:gd name="T15" fmla="*/ 0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69"/>
              <a:gd name="T25" fmla="*/ 0 h 960"/>
              <a:gd name="T26" fmla="*/ 1769 w 1769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69" h="960">
                <a:moveTo>
                  <a:pt x="0" y="0"/>
                </a:moveTo>
                <a:lnTo>
                  <a:pt x="1524" y="0"/>
                </a:lnTo>
                <a:lnTo>
                  <a:pt x="1524" y="216"/>
                </a:lnTo>
                <a:lnTo>
                  <a:pt x="1769" y="170"/>
                </a:lnTo>
                <a:lnTo>
                  <a:pt x="1527" y="449"/>
                </a:lnTo>
                <a:lnTo>
                  <a:pt x="1524" y="960"/>
                </a:lnTo>
                <a:lnTo>
                  <a:pt x="0" y="9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0372" name="Rectangle 19"/>
          <p:cNvSpPr>
            <a:spLocks noChangeArrowheads="1"/>
          </p:cNvSpPr>
          <p:nvPr/>
        </p:nvSpPr>
        <p:spPr bwMode="auto">
          <a:xfrm>
            <a:off x="158750" y="4419600"/>
            <a:ext cx="25844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Action plans sufficient to achieve goals</a:t>
            </a:r>
          </a:p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Agreement on objectives by line management</a:t>
            </a:r>
          </a:p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Management of high-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involvement process</a:t>
            </a:r>
          </a:p>
        </p:txBody>
      </p:sp>
      <p:sp>
        <p:nvSpPr>
          <p:cNvPr id="100373" name="Freeform 20"/>
          <p:cNvSpPr>
            <a:spLocks/>
          </p:cNvSpPr>
          <p:nvPr/>
        </p:nvSpPr>
        <p:spPr bwMode="blackWhite">
          <a:xfrm>
            <a:off x="6489700" y="1841500"/>
            <a:ext cx="2222500" cy="1524000"/>
          </a:xfrm>
          <a:custGeom>
            <a:avLst/>
            <a:gdLst>
              <a:gd name="T0" fmla="*/ 0 w 1400"/>
              <a:gd name="T1" fmla="*/ 0 h 960"/>
              <a:gd name="T2" fmla="*/ 2147483647 w 1400"/>
              <a:gd name="T3" fmla="*/ 0 h 960"/>
              <a:gd name="T4" fmla="*/ 2147483647 w 1400"/>
              <a:gd name="T5" fmla="*/ 2147483647 h 960"/>
              <a:gd name="T6" fmla="*/ 2147483647 w 1400"/>
              <a:gd name="T7" fmla="*/ 2147483647 h 960"/>
              <a:gd name="T8" fmla="*/ 2147483647 w 1400"/>
              <a:gd name="T9" fmla="*/ 2147483647 h 960"/>
              <a:gd name="T10" fmla="*/ 2147483647 w 1400"/>
              <a:gd name="T11" fmla="*/ 2147483647 h 960"/>
              <a:gd name="T12" fmla="*/ 0 w 1400"/>
              <a:gd name="T13" fmla="*/ 2147483647 h 960"/>
              <a:gd name="T14" fmla="*/ 0 w 1400"/>
              <a:gd name="T15" fmla="*/ 0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00"/>
              <a:gd name="T25" fmla="*/ 0 h 960"/>
              <a:gd name="T26" fmla="*/ 1400 w 1400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00" h="960">
                <a:moveTo>
                  <a:pt x="0" y="0"/>
                </a:moveTo>
                <a:lnTo>
                  <a:pt x="1400" y="0"/>
                </a:lnTo>
                <a:lnTo>
                  <a:pt x="1400" y="672"/>
                </a:lnTo>
                <a:lnTo>
                  <a:pt x="520" y="672"/>
                </a:lnTo>
                <a:lnTo>
                  <a:pt x="152" y="960"/>
                </a:lnTo>
                <a:lnTo>
                  <a:pt x="352" y="672"/>
                </a:lnTo>
                <a:lnTo>
                  <a:pt x="0" y="6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0374" name="Rectangle 21"/>
          <p:cNvSpPr>
            <a:spLocks noChangeArrowheads="1"/>
          </p:cNvSpPr>
          <p:nvPr/>
        </p:nvSpPr>
        <p:spPr bwMode="auto">
          <a:xfrm>
            <a:off x="6584950" y="1897063"/>
            <a:ext cx="1992313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Implementation or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near implementation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of required structure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and systems</a:t>
            </a:r>
          </a:p>
        </p:txBody>
      </p:sp>
      <p:sp>
        <p:nvSpPr>
          <p:cNvPr id="100375" name="Freeform 22"/>
          <p:cNvSpPr>
            <a:spLocks/>
          </p:cNvSpPr>
          <p:nvPr/>
        </p:nvSpPr>
        <p:spPr bwMode="blackWhite">
          <a:xfrm>
            <a:off x="4597400" y="584200"/>
            <a:ext cx="3111500" cy="1930400"/>
          </a:xfrm>
          <a:custGeom>
            <a:avLst/>
            <a:gdLst>
              <a:gd name="T0" fmla="*/ 0 w 1960"/>
              <a:gd name="T1" fmla="*/ 2147483647 h 1384"/>
              <a:gd name="T2" fmla="*/ 0 w 1960"/>
              <a:gd name="T3" fmla="*/ 0 h 1384"/>
              <a:gd name="T4" fmla="*/ 2147483647 w 1960"/>
              <a:gd name="T5" fmla="*/ 0 h 1384"/>
              <a:gd name="T6" fmla="*/ 2147483647 w 1960"/>
              <a:gd name="T7" fmla="*/ 2147483647 h 1384"/>
              <a:gd name="T8" fmla="*/ 2147483647 w 1960"/>
              <a:gd name="T9" fmla="*/ 2147483647 h 1384"/>
              <a:gd name="T10" fmla="*/ 2147483647 w 1960"/>
              <a:gd name="T11" fmla="*/ 2147483647 h 1384"/>
              <a:gd name="T12" fmla="*/ 2147483647 w 1960"/>
              <a:gd name="T13" fmla="*/ 2147483647 h 1384"/>
              <a:gd name="T14" fmla="*/ 0 w 1960"/>
              <a:gd name="T15" fmla="*/ 2147483647 h 138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60"/>
              <a:gd name="T25" fmla="*/ 0 h 1384"/>
              <a:gd name="T26" fmla="*/ 1960 w 1960"/>
              <a:gd name="T27" fmla="*/ 1384 h 138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60" h="1384">
                <a:moveTo>
                  <a:pt x="0" y="848"/>
                </a:moveTo>
                <a:lnTo>
                  <a:pt x="0" y="0"/>
                </a:lnTo>
                <a:lnTo>
                  <a:pt x="1960" y="0"/>
                </a:lnTo>
                <a:lnTo>
                  <a:pt x="1960" y="840"/>
                </a:lnTo>
                <a:lnTo>
                  <a:pt x="672" y="840"/>
                </a:lnTo>
                <a:lnTo>
                  <a:pt x="304" y="1384"/>
                </a:lnTo>
                <a:lnTo>
                  <a:pt x="488" y="848"/>
                </a:lnTo>
                <a:lnTo>
                  <a:pt x="0" y="848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0376" name="Rectangle 23"/>
          <p:cNvSpPr>
            <a:spLocks noChangeArrowheads="1"/>
          </p:cNvSpPr>
          <p:nvPr/>
        </p:nvSpPr>
        <p:spPr bwMode="auto">
          <a:xfrm>
            <a:off x="4641850" y="652463"/>
            <a:ext cx="3190875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Flow of 2-way communications</a:t>
            </a:r>
          </a:p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People’s understanding, belief and contribution to act on vision and action plans</a:t>
            </a:r>
          </a:p>
        </p:txBody>
      </p:sp>
      <p:sp>
        <p:nvSpPr>
          <p:cNvPr id="100377" name="Freeform 24"/>
          <p:cNvSpPr>
            <a:spLocks/>
          </p:cNvSpPr>
          <p:nvPr/>
        </p:nvSpPr>
        <p:spPr bwMode="blackWhite">
          <a:xfrm>
            <a:off x="1943100" y="647700"/>
            <a:ext cx="2400300" cy="1879600"/>
          </a:xfrm>
          <a:custGeom>
            <a:avLst/>
            <a:gdLst>
              <a:gd name="T0" fmla="*/ 0 w 1512"/>
              <a:gd name="T1" fmla="*/ 2147483647 h 1184"/>
              <a:gd name="T2" fmla="*/ 0 w 1512"/>
              <a:gd name="T3" fmla="*/ 0 h 1184"/>
              <a:gd name="T4" fmla="*/ 2147483647 w 1512"/>
              <a:gd name="T5" fmla="*/ 0 h 1184"/>
              <a:gd name="T6" fmla="*/ 2147483647 w 1512"/>
              <a:gd name="T7" fmla="*/ 2147483647 h 1184"/>
              <a:gd name="T8" fmla="*/ 2147483647 w 1512"/>
              <a:gd name="T9" fmla="*/ 2147483647 h 1184"/>
              <a:gd name="T10" fmla="*/ 2147483647 w 1512"/>
              <a:gd name="T11" fmla="*/ 2147483647 h 1184"/>
              <a:gd name="T12" fmla="*/ 2147483647 w 1512"/>
              <a:gd name="T13" fmla="*/ 2147483647 h 1184"/>
              <a:gd name="T14" fmla="*/ 0 w 1512"/>
              <a:gd name="T15" fmla="*/ 2147483647 h 118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512"/>
              <a:gd name="T25" fmla="*/ 0 h 1184"/>
              <a:gd name="T26" fmla="*/ 1512 w 1512"/>
              <a:gd name="T27" fmla="*/ 1184 h 118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512" h="1184">
                <a:moveTo>
                  <a:pt x="0" y="680"/>
                </a:moveTo>
                <a:lnTo>
                  <a:pt x="0" y="0"/>
                </a:lnTo>
                <a:lnTo>
                  <a:pt x="1512" y="0"/>
                </a:lnTo>
                <a:lnTo>
                  <a:pt x="1512" y="688"/>
                </a:lnTo>
                <a:lnTo>
                  <a:pt x="1160" y="688"/>
                </a:lnTo>
                <a:lnTo>
                  <a:pt x="880" y="1184"/>
                </a:lnTo>
                <a:lnTo>
                  <a:pt x="1032" y="680"/>
                </a:lnTo>
                <a:lnTo>
                  <a:pt x="0" y="68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0378" name="Rectangle 25"/>
          <p:cNvSpPr>
            <a:spLocks noChangeArrowheads="1"/>
          </p:cNvSpPr>
          <p:nvPr/>
        </p:nvSpPr>
        <p:spPr bwMode="auto">
          <a:xfrm>
            <a:off x="2012950" y="703263"/>
            <a:ext cx="2254250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Accurate measurement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of action and results</a:t>
            </a:r>
          </a:p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Clear accountabilities</a:t>
            </a:r>
          </a:p>
          <a:p>
            <a:pPr marL="152400" lvl="1" indent="-150813" defTabSz="895350" eaLnBrk="0" hangingPunct="0">
              <a:buSzPct val="120000"/>
              <a:buFontTx/>
              <a:buChar char="•"/>
            </a:pPr>
            <a:r>
              <a:rPr lang="en-US" altLang="zh-CN">
                <a:ea typeface="宋体" pitchFamily="2" charset="-122"/>
              </a:rPr>
              <a:t>Early wins</a:t>
            </a:r>
          </a:p>
        </p:txBody>
      </p:sp>
      <p:sp>
        <p:nvSpPr>
          <p:cNvPr id="100379" name="Freeform 26"/>
          <p:cNvSpPr>
            <a:spLocks/>
          </p:cNvSpPr>
          <p:nvPr/>
        </p:nvSpPr>
        <p:spPr bwMode="blackWhite">
          <a:xfrm>
            <a:off x="406400" y="1905000"/>
            <a:ext cx="2146300" cy="1473200"/>
          </a:xfrm>
          <a:custGeom>
            <a:avLst/>
            <a:gdLst>
              <a:gd name="T0" fmla="*/ 0 w 1528"/>
              <a:gd name="T1" fmla="*/ 0 h 928"/>
              <a:gd name="T2" fmla="*/ 2147483647 w 1528"/>
              <a:gd name="T3" fmla="*/ 0 h 928"/>
              <a:gd name="T4" fmla="*/ 2147483647 w 1528"/>
              <a:gd name="T5" fmla="*/ 2147483647 h 928"/>
              <a:gd name="T6" fmla="*/ 2147483647 w 1528"/>
              <a:gd name="T7" fmla="*/ 2147483647 h 928"/>
              <a:gd name="T8" fmla="*/ 2147483647 w 1528"/>
              <a:gd name="T9" fmla="*/ 2147483647 h 928"/>
              <a:gd name="T10" fmla="*/ 2147483647 w 1528"/>
              <a:gd name="T11" fmla="*/ 2147483647 h 928"/>
              <a:gd name="T12" fmla="*/ 0 w 1528"/>
              <a:gd name="T13" fmla="*/ 2147483647 h 928"/>
              <a:gd name="T14" fmla="*/ 0 w 1528"/>
              <a:gd name="T15" fmla="*/ 0 h 9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528"/>
              <a:gd name="T25" fmla="*/ 0 h 928"/>
              <a:gd name="T26" fmla="*/ 1528 w 1528"/>
              <a:gd name="T27" fmla="*/ 928 h 9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528" h="928">
                <a:moveTo>
                  <a:pt x="0" y="0"/>
                </a:moveTo>
                <a:lnTo>
                  <a:pt x="1528" y="0"/>
                </a:lnTo>
                <a:lnTo>
                  <a:pt x="1528" y="680"/>
                </a:lnTo>
                <a:lnTo>
                  <a:pt x="1136" y="680"/>
                </a:lnTo>
                <a:lnTo>
                  <a:pt x="1344" y="928"/>
                </a:lnTo>
                <a:lnTo>
                  <a:pt x="968" y="680"/>
                </a:lnTo>
                <a:lnTo>
                  <a:pt x="0" y="6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0380" name="Rectangle 27"/>
          <p:cNvSpPr>
            <a:spLocks noChangeArrowheads="1"/>
          </p:cNvSpPr>
          <p:nvPr/>
        </p:nvSpPr>
        <p:spPr bwMode="auto">
          <a:xfrm>
            <a:off x="565150" y="1947863"/>
            <a:ext cx="1939925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895350" eaLnBrk="0" hangingPunct="0">
              <a:buSzPct val="75000"/>
            </a:pPr>
            <a:r>
              <a:rPr lang="en-US" altLang="zh-CN">
                <a:ea typeface="宋体" pitchFamily="2" charset="-122"/>
              </a:rPr>
              <a:t>Visible demonstration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of new vision and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values by client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leadership</a:t>
            </a:r>
          </a:p>
        </p:txBody>
      </p:sp>
      <p:sp>
        <p:nvSpPr>
          <p:cNvPr id="100381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DELTA P</a:t>
            </a:r>
          </a:p>
        </p:txBody>
      </p:sp>
      <p:sp>
        <p:nvSpPr>
          <p:cNvPr id="10038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038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19BE9AB-DA05-41BA-B7DA-E3F087E6E1A6}" type="slidenum">
              <a:rPr lang="zh-CN" altLang="en-US" smtClean="0"/>
              <a:pPr defTabSz="895350"/>
              <a:t>96</a:t>
            </a:fld>
            <a:endParaRPr lang="en-US" altLang="zh-CN"/>
          </a:p>
        </p:txBody>
      </p:sp>
      <p:sp>
        <p:nvSpPr>
          <p:cNvPr id="101379" name="Freeform 2"/>
          <p:cNvSpPr>
            <a:spLocks/>
          </p:cNvSpPr>
          <p:nvPr/>
        </p:nvSpPr>
        <p:spPr bwMode="blackWhite">
          <a:xfrm>
            <a:off x="3571875" y="998538"/>
            <a:ext cx="4095750" cy="1182687"/>
          </a:xfrm>
          <a:custGeom>
            <a:avLst/>
            <a:gdLst>
              <a:gd name="T0" fmla="*/ 2147483647 w 2580"/>
              <a:gd name="T1" fmla="*/ 0 h 745"/>
              <a:gd name="T2" fmla="*/ 2147483647 w 2580"/>
              <a:gd name="T3" fmla="*/ 2147483647 h 745"/>
              <a:gd name="T4" fmla="*/ 2147483647 w 2580"/>
              <a:gd name="T5" fmla="*/ 2147483647 h 745"/>
              <a:gd name="T6" fmla="*/ 2147483647 w 2580"/>
              <a:gd name="T7" fmla="*/ 2147483647 h 745"/>
              <a:gd name="T8" fmla="*/ 2147483647 w 2580"/>
              <a:gd name="T9" fmla="*/ 2147483647 h 745"/>
              <a:gd name="T10" fmla="*/ 0 w 2580"/>
              <a:gd name="T11" fmla="*/ 2147483647 h 745"/>
              <a:gd name="T12" fmla="*/ 0 w 2580"/>
              <a:gd name="T13" fmla="*/ 0 h 745"/>
              <a:gd name="T14" fmla="*/ 2147483647 w 2580"/>
              <a:gd name="T15" fmla="*/ 0 h 7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580"/>
              <a:gd name="T25" fmla="*/ 0 h 745"/>
              <a:gd name="T26" fmla="*/ 2580 w 2580"/>
              <a:gd name="T27" fmla="*/ 745 h 74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580" h="745">
                <a:moveTo>
                  <a:pt x="2580" y="0"/>
                </a:moveTo>
                <a:lnTo>
                  <a:pt x="2580" y="652"/>
                </a:lnTo>
                <a:lnTo>
                  <a:pt x="1344" y="649"/>
                </a:lnTo>
                <a:lnTo>
                  <a:pt x="1278" y="745"/>
                </a:lnTo>
                <a:lnTo>
                  <a:pt x="1206" y="649"/>
                </a:lnTo>
                <a:lnTo>
                  <a:pt x="0" y="652"/>
                </a:lnTo>
                <a:lnTo>
                  <a:pt x="0" y="0"/>
                </a:lnTo>
                <a:lnTo>
                  <a:pt x="258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1380" name="Freeform 3"/>
          <p:cNvSpPr>
            <a:spLocks/>
          </p:cNvSpPr>
          <p:nvPr/>
        </p:nvSpPr>
        <p:spPr bwMode="blackWhite">
          <a:xfrm>
            <a:off x="676275" y="3100388"/>
            <a:ext cx="1801813" cy="2671762"/>
          </a:xfrm>
          <a:custGeom>
            <a:avLst/>
            <a:gdLst>
              <a:gd name="T0" fmla="*/ 0 w 661"/>
              <a:gd name="T1" fmla="*/ 0 h 1336"/>
              <a:gd name="T2" fmla="*/ 2147483647 w 661"/>
              <a:gd name="T3" fmla="*/ 0 h 1336"/>
              <a:gd name="T4" fmla="*/ 2147483647 w 661"/>
              <a:gd name="T5" fmla="*/ 2147483647 h 1336"/>
              <a:gd name="T6" fmla="*/ 2147483647 w 661"/>
              <a:gd name="T7" fmla="*/ 2147483647 h 1336"/>
              <a:gd name="T8" fmla="*/ 2147483647 w 661"/>
              <a:gd name="T9" fmla="*/ 2147483647 h 1336"/>
              <a:gd name="T10" fmla="*/ 2147483647 w 661"/>
              <a:gd name="T11" fmla="*/ 2147483647 h 1336"/>
              <a:gd name="T12" fmla="*/ 0 w 661"/>
              <a:gd name="T13" fmla="*/ 2147483647 h 1336"/>
              <a:gd name="T14" fmla="*/ 0 w 661"/>
              <a:gd name="T15" fmla="*/ 0 h 1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61"/>
              <a:gd name="T25" fmla="*/ 0 h 1336"/>
              <a:gd name="T26" fmla="*/ 661 w 661"/>
              <a:gd name="T27" fmla="*/ 1336 h 1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61" h="1336">
                <a:moveTo>
                  <a:pt x="0" y="0"/>
                </a:moveTo>
                <a:lnTo>
                  <a:pt x="591" y="0"/>
                </a:lnTo>
                <a:lnTo>
                  <a:pt x="591" y="600"/>
                </a:lnTo>
                <a:lnTo>
                  <a:pt x="660" y="672"/>
                </a:lnTo>
                <a:lnTo>
                  <a:pt x="591" y="736"/>
                </a:lnTo>
                <a:lnTo>
                  <a:pt x="591" y="1335"/>
                </a:lnTo>
                <a:lnTo>
                  <a:pt x="0" y="1335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1381" name="Rectangle 4"/>
          <p:cNvSpPr>
            <a:spLocks noChangeArrowheads="1"/>
          </p:cNvSpPr>
          <p:nvPr/>
        </p:nvSpPr>
        <p:spPr bwMode="auto">
          <a:xfrm rot="-5400000">
            <a:off x="2711450" y="3524250"/>
            <a:ext cx="11874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Natural owner </a:t>
            </a:r>
          </a:p>
        </p:txBody>
      </p:sp>
      <p:sp>
        <p:nvSpPr>
          <p:cNvPr id="101382" name="Rectangle 5"/>
          <p:cNvSpPr>
            <a:spLocks noChangeArrowheads="1"/>
          </p:cNvSpPr>
          <p:nvPr/>
        </p:nvSpPr>
        <p:spPr bwMode="auto">
          <a:xfrm rot="-5400000">
            <a:off x="1158876" y="4322762"/>
            <a:ext cx="3194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Relative ability to extract value </a:t>
            </a:r>
          </a:p>
        </p:txBody>
      </p:sp>
      <p:sp>
        <p:nvSpPr>
          <p:cNvPr id="101383" name="Rectangle 6"/>
          <p:cNvSpPr>
            <a:spLocks noChangeArrowheads="1"/>
          </p:cNvSpPr>
          <p:nvPr/>
        </p:nvSpPr>
        <p:spPr bwMode="auto">
          <a:xfrm>
            <a:off x="6443663" y="2787650"/>
            <a:ext cx="1173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Low </a:t>
            </a:r>
          </a:p>
        </p:txBody>
      </p:sp>
      <p:sp>
        <p:nvSpPr>
          <p:cNvPr id="101384" name="Rectangle 7"/>
          <p:cNvSpPr>
            <a:spLocks noChangeArrowheads="1"/>
          </p:cNvSpPr>
          <p:nvPr/>
        </p:nvSpPr>
        <p:spPr bwMode="auto">
          <a:xfrm>
            <a:off x="5118100" y="2787650"/>
            <a:ext cx="1123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Medium </a:t>
            </a:r>
          </a:p>
        </p:txBody>
      </p:sp>
      <p:sp>
        <p:nvSpPr>
          <p:cNvPr id="101385" name="Rectangle 8"/>
          <p:cNvSpPr>
            <a:spLocks noChangeArrowheads="1"/>
          </p:cNvSpPr>
          <p:nvPr/>
        </p:nvSpPr>
        <p:spPr bwMode="auto">
          <a:xfrm>
            <a:off x="3567113" y="2376488"/>
            <a:ext cx="4059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Value-creation potential in business unit </a:t>
            </a:r>
          </a:p>
        </p:txBody>
      </p:sp>
      <p:sp>
        <p:nvSpPr>
          <p:cNvPr id="101386" name="Rectangle 9"/>
          <p:cNvSpPr>
            <a:spLocks noChangeArrowheads="1"/>
          </p:cNvSpPr>
          <p:nvPr/>
        </p:nvSpPr>
        <p:spPr bwMode="auto">
          <a:xfrm>
            <a:off x="3641725" y="2787650"/>
            <a:ext cx="1214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High </a:t>
            </a:r>
          </a:p>
        </p:txBody>
      </p:sp>
      <p:sp>
        <p:nvSpPr>
          <p:cNvPr id="101387" name="Line 10"/>
          <p:cNvSpPr>
            <a:spLocks noChangeShapeType="1"/>
          </p:cNvSpPr>
          <p:nvPr/>
        </p:nvSpPr>
        <p:spPr bwMode="auto">
          <a:xfrm flipH="1">
            <a:off x="3567113" y="2701925"/>
            <a:ext cx="41259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1388" name="Line 11"/>
          <p:cNvSpPr>
            <a:spLocks noChangeShapeType="1"/>
          </p:cNvSpPr>
          <p:nvPr/>
        </p:nvSpPr>
        <p:spPr bwMode="auto">
          <a:xfrm flipV="1">
            <a:off x="2989263" y="3098800"/>
            <a:ext cx="0" cy="2687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1389" name="Rectangle 12"/>
          <p:cNvSpPr>
            <a:spLocks noChangeArrowheads="1"/>
          </p:cNvSpPr>
          <p:nvPr/>
        </p:nvSpPr>
        <p:spPr bwMode="auto">
          <a:xfrm>
            <a:off x="787400" y="3249613"/>
            <a:ext cx="14224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00013" indent="-100013" defTabSz="804863" eaLnBrk="0" hangingPunct="0">
              <a:buFontTx/>
              <a:buChar char="•"/>
            </a:pPr>
            <a:r>
              <a:rPr lang="en-US" altLang="zh-CN">
                <a:ea typeface="宋体" pitchFamily="2" charset="-122"/>
              </a:rPr>
              <a:t>Corporate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center skills</a:t>
            </a:r>
            <a:br>
              <a:rPr lang="en-US" altLang="zh-CN">
                <a:ea typeface="宋体" pitchFamily="2" charset="-122"/>
              </a:rPr>
            </a:br>
            <a:endParaRPr lang="en-US" altLang="zh-CN">
              <a:ea typeface="宋体" pitchFamily="2" charset="-122"/>
            </a:endParaRPr>
          </a:p>
          <a:p>
            <a:pPr marL="100013" indent="-100013" defTabSz="804863" eaLnBrk="0" hangingPunct="0">
              <a:buFontTx/>
              <a:buChar char="•"/>
            </a:pPr>
            <a:r>
              <a:rPr lang="en-US" altLang="zh-CN">
                <a:ea typeface="宋体" pitchFamily="2" charset="-122"/>
              </a:rPr>
              <a:t>Business 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unit linkages</a:t>
            </a:r>
            <a:br>
              <a:rPr lang="en-US" altLang="zh-CN">
                <a:ea typeface="宋体" pitchFamily="2" charset="-122"/>
              </a:rPr>
            </a:br>
            <a:endParaRPr lang="en-US" altLang="zh-CN">
              <a:ea typeface="宋体" pitchFamily="2" charset="-122"/>
            </a:endParaRPr>
          </a:p>
          <a:p>
            <a:pPr marL="100013" indent="-100013" defTabSz="804863" eaLnBrk="0" hangingPunct="0">
              <a:buFontTx/>
              <a:buChar char="•"/>
            </a:pPr>
            <a:r>
              <a:rPr lang="en-US" altLang="zh-CN">
                <a:ea typeface="宋体" pitchFamily="2" charset="-122"/>
              </a:rPr>
              <a:t>Taxation/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valuation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differences </a:t>
            </a:r>
          </a:p>
        </p:txBody>
      </p:sp>
      <p:sp>
        <p:nvSpPr>
          <p:cNvPr id="101390" name="Rectangle 13"/>
          <p:cNvSpPr>
            <a:spLocks noChangeArrowheads="1"/>
          </p:cNvSpPr>
          <p:nvPr/>
        </p:nvSpPr>
        <p:spPr bwMode="auto">
          <a:xfrm>
            <a:off x="3721100" y="1093788"/>
            <a:ext cx="38687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00013" indent="-100013" defTabSz="804863" eaLnBrk="0" hangingPunct="0">
              <a:buFontTx/>
              <a:buChar char="•"/>
            </a:pPr>
            <a:r>
              <a:rPr lang="en-US" altLang="zh-CN">
                <a:ea typeface="宋体" pitchFamily="2" charset="-122"/>
              </a:rPr>
              <a:t>Industry attractiveness</a:t>
            </a:r>
          </a:p>
          <a:p>
            <a:pPr marL="100013" indent="-100013" defTabSz="804863" eaLnBrk="0" hangingPunct="0">
              <a:buFontTx/>
              <a:buChar char="•"/>
            </a:pPr>
            <a:r>
              <a:rPr lang="en-US" altLang="zh-CN">
                <a:ea typeface="宋体" pitchFamily="2" charset="-122"/>
              </a:rPr>
              <a:t>Competitive position</a:t>
            </a:r>
          </a:p>
          <a:p>
            <a:pPr marL="100013" indent="-100013" defTabSz="804863" eaLnBrk="0" hangingPunct="0">
              <a:buFontTx/>
              <a:buChar char="•"/>
            </a:pPr>
            <a:r>
              <a:rPr lang="en-US" altLang="zh-CN">
                <a:ea typeface="宋体" pitchFamily="2" charset="-122"/>
              </a:rPr>
              <a:t>Restructuring/rationalization opportunities</a:t>
            </a:r>
          </a:p>
        </p:txBody>
      </p:sp>
      <p:sp>
        <p:nvSpPr>
          <p:cNvPr id="101391" name="Rectangle 14"/>
          <p:cNvSpPr>
            <a:spLocks noChangeArrowheads="1"/>
          </p:cNvSpPr>
          <p:nvPr/>
        </p:nvSpPr>
        <p:spPr bwMode="auto">
          <a:xfrm rot="-5400000">
            <a:off x="2628900" y="4846638"/>
            <a:ext cx="13144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>
                <a:ea typeface="宋体" pitchFamily="2" charset="-122"/>
              </a:rPr>
              <a:t>“</a:t>
            </a:r>
            <a:r>
              <a:rPr lang="en-US" altLang="zh-CN">
                <a:ea typeface="宋体" pitchFamily="2" charset="-122"/>
              </a:rPr>
              <a:t>One of the pack” </a:t>
            </a:r>
          </a:p>
        </p:txBody>
      </p:sp>
      <p:sp>
        <p:nvSpPr>
          <p:cNvPr id="101392" name="Rectangle 15"/>
          <p:cNvSpPr>
            <a:spLocks noChangeArrowheads="1"/>
          </p:cNvSpPr>
          <p:nvPr/>
        </p:nvSpPr>
        <p:spPr bwMode="blackWhite">
          <a:xfrm>
            <a:off x="3587750" y="3100388"/>
            <a:ext cx="1377950" cy="1336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/>
          <a:lstStyle/>
          <a:p>
            <a:pPr defTabSz="895350" eaLnBrk="0" hangingPunct="0"/>
            <a:r>
              <a:rPr lang="en-US" altLang="zh-CN">
                <a:ea typeface="宋体" pitchFamily="2" charset="-122"/>
              </a:rPr>
              <a:t>Retain and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give top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priority</a:t>
            </a:r>
          </a:p>
        </p:txBody>
      </p:sp>
      <p:sp>
        <p:nvSpPr>
          <p:cNvPr id="101393" name="Rectangle 16"/>
          <p:cNvSpPr>
            <a:spLocks noChangeArrowheads="1"/>
          </p:cNvSpPr>
          <p:nvPr/>
        </p:nvSpPr>
        <p:spPr bwMode="blackWhite">
          <a:xfrm>
            <a:off x="4964113" y="3100388"/>
            <a:ext cx="1377950" cy="1336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/>
          <a:lstStyle/>
          <a:p>
            <a:pPr defTabSz="895350" eaLnBrk="0" hangingPunct="0"/>
            <a:r>
              <a:rPr lang="en-US" altLang="zh-CN">
                <a:ea typeface="宋体" pitchFamily="2" charset="-122"/>
              </a:rPr>
              <a:t>Retain and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give priority</a:t>
            </a:r>
          </a:p>
        </p:txBody>
      </p:sp>
      <p:sp>
        <p:nvSpPr>
          <p:cNvPr id="101394" name="Rectangle 17"/>
          <p:cNvSpPr>
            <a:spLocks noChangeArrowheads="1"/>
          </p:cNvSpPr>
          <p:nvPr/>
        </p:nvSpPr>
        <p:spPr bwMode="blackWhite">
          <a:xfrm>
            <a:off x="6340475" y="3100388"/>
            <a:ext cx="1377950" cy="1333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/>
          <a:lstStyle/>
          <a:p>
            <a:pPr defTabSz="895350" eaLnBrk="0" hangingPunct="0"/>
            <a:r>
              <a:rPr lang="en-US" altLang="zh-CN">
                <a:ea typeface="宋体" pitchFamily="2" charset="-122"/>
              </a:rPr>
              <a:t>Retain and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manage for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code or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liquidate </a:t>
            </a:r>
          </a:p>
          <a:p>
            <a:pPr defTabSz="895350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1395" name="Rectangle 18"/>
          <p:cNvSpPr>
            <a:spLocks noChangeArrowheads="1"/>
          </p:cNvSpPr>
          <p:nvPr/>
        </p:nvSpPr>
        <p:spPr bwMode="blackWhite">
          <a:xfrm>
            <a:off x="3587750" y="4433888"/>
            <a:ext cx="1377950" cy="1336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/>
          <a:lstStyle/>
          <a:p>
            <a:pPr defTabSz="895350" eaLnBrk="0" hangingPunct="0"/>
            <a:r>
              <a:rPr lang="en-US" altLang="zh-CN">
                <a:ea typeface="宋体" pitchFamily="2" charset="-122"/>
              </a:rPr>
              <a:t>Probably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divest </a:t>
            </a:r>
          </a:p>
          <a:p>
            <a:pPr defTabSz="895350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1396" name="Rectangle 19"/>
          <p:cNvSpPr>
            <a:spLocks noChangeArrowheads="1"/>
          </p:cNvSpPr>
          <p:nvPr/>
        </p:nvSpPr>
        <p:spPr bwMode="blackWhite">
          <a:xfrm>
            <a:off x="4964113" y="4433888"/>
            <a:ext cx="1377950" cy="1336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/>
          <a:lstStyle/>
          <a:p>
            <a:pPr defTabSz="895350" eaLnBrk="0" hangingPunct="0"/>
            <a:r>
              <a:rPr lang="en-US" altLang="zh-CN">
                <a:ea typeface="宋体" pitchFamily="2" charset="-122"/>
              </a:rPr>
              <a:t>Divest</a:t>
            </a:r>
          </a:p>
        </p:txBody>
      </p:sp>
      <p:sp>
        <p:nvSpPr>
          <p:cNvPr id="101397" name="Rectangle 20"/>
          <p:cNvSpPr>
            <a:spLocks noChangeArrowheads="1"/>
          </p:cNvSpPr>
          <p:nvPr/>
        </p:nvSpPr>
        <p:spPr bwMode="blackWhite">
          <a:xfrm>
            <a:off x="6340475" y="4433888"/>
            <a:ext cx="1377950" cy="1336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/>
          <a:lstStyle/>
          <a:p>
            <a:pPr defTabSz="895350" eaLnBrk="0" hangingPunct="0"/>
            <a:r>
              <a:rPr lang="en-US" altLang="zh-CN">
                <a:ea typeface="宋体" pitchFamily="2" charset="-122"/>
              </a:rPr>
              <a:t>Divest or</a:t>
            </a:r>
          </a:p>
          <a:p>
            <a:pPr defTabSz="895350" eaLnBrk="0" hangingPunct="0"/>
            <a:r>
              <a:rPr lang="en-US" altLang="zh-CN">
                <a:ea typeface="宋体" pitchFamily="2" charset="-122"/>
              </a:rPr>
              <a:t>liquidate </a:t>
            </a:r>
          </a:p>
          <a:p>
            <a:pPr defTabSz="895350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1398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MACS</a:t>
            </a:r>
          </a:p>
        </p:txBody>
      </p:sp>
      <p:sp>
        <p:nvSpPr>
          <p:cNvPr id="10139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140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A35F793-6157-4797-9DE2-2CE4F59F364C}" type="slidenum">
              <a:rPr lang="zh-CN" altLang="en-US" smtClean="0"/>
              <a:pPr defTabSz="895350"/>
              <a:t>97</a:t>
            </a:fld>
            <a:endParaRPr lang="en-US" altLang="zh-CN"/>
          </a:p>
        </p:txBody>
      </p:sp>
      <p:sp>
        <p:nvSpPr>
          <p:cNvPr id="102403" name="Rectangle 2"/>
          <p:cNvSpPr>
            <a:spLocks noChangeArrowheads="1"/>
          </p:cNvSpPr>
          <p:nvPr/>
        </p:nvSpPr>
        <p:spPr bwMode="blackWhite">
          <a:xfrm>
            <a:off x="2190750" y="3086100"/>
            <a:ext cx="4584700" cy="27924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2404" name="Freeform 3"/>
          <p:cNvSpPr>
            <a:spLocks/>
          </p:cNvSpPr>
          <p:nvPr/>
        </p:nvSpPr>
        <p:spPr bwMode="blackWhite">
          <a:xfrm>
            <a:off x="5078413" y="3856038"/>
            <a:ext cx="1693862" cy="1163637"/>
          </a:xfrm>
          <a:custGeom>
            <a:avLst/>
            <a:gdLst>
              <a:gd name="T0" fmla="*/ 2147483647 w 1067"/>
              <a:gd name="T1" fmla="*/ 2147483647 h 733"/>
              <a:gd name="T2" fmla="*/ 2147483647 w 1067"/>
              <a:gd name="T3" fmla="*/ 2147483647 h 733"/>
              <a:gd name="T4" fmla="*/ 2147483647 w 1067"/>
              <a:gd name="T5" fmla="*/ 2147483647 h 733"/>
              <a:gd name="T6" fmla="*/ 2147483647 w 1067"/>
              <a:gd name="T7" fmla="*/ 2147483647 h 733"/>
              <a:gd name="T8" fmla="*/ 2147483647 w 1067"/>
              <a:gd name="T9" fmla="*/ 2147483647 h 733"/>
              <a:gd name="T10" fmla="*/ 2147483647 w 1067"/>
              <a:gd name="T11" fmla="*/ 2147483647 h 733"/>
              <a:gd name="T12" fmla="*/ 2147483647 w 1067"/>
              <a:gd name="T13" fmla="*/ 2147483647 h 733"/>
              <a:gd name="T14" fmla="*/ 2147483647 w 1067"/>
              <a:gd name="T15" fmla="*/ 2147483647 h 733"/>
              <a:gd name="T16" fmla="*/ 2147483647 w 1067"/>
              <a:gd name="T17" fmla="*/ 2147483647 h 733"/>
              <a:gd name="T18" fmla="*/ 2147483647 w 1067"/>
              <a:gd name="T19" fmla="*/ 2147483647 h 733"/>
              <a:gd name="T20" fmla="*/ 2147483647 w 1067"/>
              <a:gd name="T21" fmla="*/ 2147483647 h 733"/>
              <a:gd name="T22" fmla="*/ 2147483647 w 1067"/>
              <a:gd name="T23" fmla="*/ 2147483647 h 733"/>
              <a:gd name="T24" fmla="*/ 2147483647 w 1067"/>
              <a:gd name="T25" fmla="*/ 2147483647 h 733"/>
              <a:gd name="T26" fmla="*/ 2147483647 w 1067"/>
              <a:gd name="T27" fmla="*/ 2147483647 h 733"/>
              <a:gd name="T28" fmla="*/ 2147483647 w 1067"/>
              <a:gd name="T29" fmla="*/ 2147483647 h 733"/>
              <a:gd name="T30" fmla="*/ 2147483647 w 1067"/>
              <a:gd name="T31" fmla="*/ 2147483647 h 733"/>
              <a:gd name="T32" fmla="*/ 2147483647 w 1067"/>
              <a:gd name="T33" fmla="*/ 2147483647 h 733"/>
              <a:gd name="T34" fmla="*/ 2147483647 w 1067"/>
              <a:gd name="T35" fmla="*/ 2147483647 h 733"/>
              <a:gd name="T36" fmla="*/ 2147483647 w 1067"/>
              <a:gd name="T37" fmla="*/ 2147483647 h 733"/>
              <a:gd name="T38" fmla="*/ 2147483647 w 1067"/>
              <a:gd name="T39" fmla="*/ 2147483647 h 733"/>
              <a:gd name="T40" fmla="*/ 2147483647 w 1067"/>
              <a:gd name="T41" fmla="*/ 2147483647 h 733"/>
              <a:gd name="T42" fmla="*/ 2147483647 w 1067"/>
              <a:gd name="T43" fmla="*/ 2147483647 h 733"/>
              <a:gd name="T44" fmla="*/ 2147483647 w 1067"/>
              <a:gd name="T45" fmla="*/ 2147483647 h 733"/>
              <a:gd name="T46" fmla="*/ 2147483647 w 1067"/>
              <a:gd name="T47" fmla="*/ 2147483647 h 733"/>
              <a:gd name="T48" fmla="*/ 2147483647 w 1067"/>
              <a:gd name="T49" fmla="*/ 2147483647 h 733"/>
              <a:gd name="T50" fmla="*/ 2147483647 w 1067"/>
              <a:gd name="T51" fmla="*/ 2147483647 h 733"/>
              <a:gd name="T52" fmla="*/ 2147483647 w 1067"/>
              <a:gd name="T53" fmla="*/ 2147483647 h 733"/>
              <a:gd name="T54" fmla="*/ 2147483647 w 1067"/>
              <a:gd name="T55" fmla="*/ 2147483647 h 733"/>
              <a:gd name="T56" fmla="*/ 2147483647 w 1067"/>
              <a:gd name="T57" fmla="*/ 2147483647 h 733"/>
              <a:gd name="T58" fmla="*/ 2147483647 w 1067"/>
              <a:gd name="T59" fmla="*/ 2147483647 h 733"/>
              <a:gd name="T60" fmla="*/ 2147483647 w 1067"/>
              <a:gd name="T61" fmla="*/ 2147483647 h 733"/>
              <a:gd name="T62" fmla="*/ 2147483647 w 1067"/>
              <a:gd name="T63" fmla="*/ 2147483647 h 733"/>
              <a:gd name="T64" fmla="*/ 2147483647 w 1067"/>
              <a:gd name="T65" fmla="*/ 2147483647 h 733"/>
              <a:gd name="T66" fmla="*/ 2147483647 w 1067"/>
              <a:gd name="T67" fmla="*/ 2147483647 h 733"/>
              <a:gd name="T68" fmla="*/ 2147483647 w 1067"/>
              <a:gd name="T69" fmla="*/ 2147483647 h 733"/>
              <a:gd name="T70" fmla="*/ 2147483647 w 1067"/>
              <a:gd name="T71" fmla="*/ 2147483647 h 733"/>
              <a:gd name="T72" fmla="*/ 2147483647 w 1067"/>
              <a:gd name="T73" fmla="*/ 2147483647 h 733"/>
              <a:gd name="T74" fmla="*/ 2147483647 w 1067"/>
              <a:gd name="T75" fmla="*/ 2147483647 h 733"/>
              <a:gd name="T76" fmla="*/ 2147483647 w 1067"/>
              <a:gd name="T77" fmla="*/ 2147483647 h 733"/>
              <a:gd name="T78" fmla="*/ 2147483647 w 1067"/>
              <a:gd name="T79" fmla="*/ 2147483647 h 733"/>
              <a:gd name="T80" fmla="*/ 2147483647 w 1067"/>
              <a:gd name="T81" fmla="*/ 2147483647 h 733"/>
              <a:gd name="T82" fmla="*/ 2147483647 w 1067"/>
              <a:gd name="T83" fmla="*/ 2147483647 h 733"/>
              <a:gd name="T84" fmla="*/ 2147483647 w 1067"/>
              <a:gd name="T85" fmla="*/ 2147483647 h 733"/>
              <a:gd name="T86" fmla="*/ 2147483647 w 1067"/>
              <a:gd name="T87" fmla="*/ 2147483647 h 733"/>
              <a:gd name="T88" fmla="*/ 2147483647 w 1067"/>
              <a:gd name="T89" fmla="*/ 2147483647 h 733"/>
              <a:gd name="T90" fmla="*/ 2147483647 w 1067"/>
              <a:gd name="T91" fmla="*/ 2147483647 h 733"/>
              <a:gd name="T92" fmla="*/ 2147483647 w 1067"/>
              <a:gd name="T93" fmla="*/ 2147483647 h 733"/>
              <a:gd name="T94" fmla="*/ 2147483647 w 1067"/>
              <a:gd name="T95" fmla="*/ 2147483647 h 733"/>
              <a:gd name="T96" fmla="*/ 2147483647 w 1067"/>
              <a:gd name="T97" fmla="*/ 2147483647 h 733"/>
              <a:gd name="T98" fmla="*/ 2147483647 w 1067"/>
              <a:gd name="T99" fmla="*/ 2147483647 h 733"/>
              <a:gd name="T100" fmla="*/ 2147483647 w 1067"/>
              <a:gd name="T101" fmla="*/ 2147483647 h 733"/>
              <a:gd name="T102" fmla="*/ 2147483647 w 1067"/>
              <a:gd name="T103" fmla="*/ 2147483647 h 733"/>
              <a:gd name="T104" fmla="*/ 2147483647 w 1067"/>
              <a:gd name="T105" fmla="*/ 2147483647 h 733"/>
              <a:gd name="T106" fmla="*/ 2147483647 w 1067"/>
              <a:gd name="T107" fmla="*/ 2147483647 h 733"/>
              <a:gd name="T108" fmla="*/ 2147483647 w 1067"/>
              <a:gd name="T109" fmla="*/ 2147483647 h 733"/>
              <a:gd name="T110" fmla="*/ 2147483647 w 1067"/>
              <a:gd name="T111" fmla="*/ 2147483647 h 733"/>
              <a:gd name="T112" fmla="*/ 2147483647 w 1067"/>
              <a:gd name="T113" fmla="*/ 2147483647 h 733"/>
              <a:gd name="T114" fmla="*/ 2147483647 w 1067"/>
              <a:gd name="T115" fmla="*/ 2147483647 h 733"/>
              <a:gd name="T116" fmla="*/ 2147483647 w 1067"/>
              <a:gd name="T117" fmla="*/ 2147483647 h 733"/>
              <a:gd name="T118" fmla="*/ 2147483647 w 1067"/>
              <a:gd name="T119" fmla="*/ 2147483647 h 733"/>
              <a:gd name="T120" fmla="*/ 2147483647 w 1067"/>
              <a:gd name="T121" fmla="*/ 2147483647 h 733"/>
              <a:gd name="T122" fmla="*/ 2147483647 w 1067"/>
              <a:gd name="T123" fmla="*/ 2147483647 h 733"/>
              <a:gd name="T124" fmla="*/ 2147483647 w 1067"/>
              <a:gd name="T125" fmla="*/ 2147483647 h 733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1067"/>
              <a:gd name="T190" fmla="*/ 0 h 733"/>
              <a:gd name="T191" fmla="*/ 1067 w 1067"/>
              <a:gd name="T192" fmla="*/ 733 h 733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1067" h="733">
                <a:moveTo>
                  <a:pt x="979" y="614"/>
                </a:moveTo>
                <a:lnTo>
                  <a:pt x="995" y="615"/>
                </a:lnTo>
                <a:lnTo>
                  <a:pt x="1010" y="615"/>
                </a:lnTo>
                <a:lnTo>
                  <a:pt x="1027" y="615"/>
                </a:lnTo>
                <a:lnTo>
                  <a:pt x="1042" y="613"/>
                </a:lnTo>
                <a:lnTo>
                  <a:pt x="1056" y="610"/>
                </a:lnTo>
                <a:lnTo>
                  <a:pt x="1067" y="607"/>
                </a:lnTo>
                <a:lnTo>
                  <a:pt x="1067" y="371"/>
                </a:lnTo>
                <a:lnTo>
                  <a:pt x="1067" y="136"/>
                </a:lnTo>
                <a:lnTo>
                  <a:pt x="991" y="126"/>
                </a:lnTo>
                <a:lnTo>
                  <a:pt x="968" y="125"/>
                </a:lnTo>
                <a:lnTo>
                  <a:pt x="943" y="125"/>
                </a:lnTo>
                <a:lnTo>
                  <a:pt x="922" y="126"/>
                </a:lnTo>
                <a:lnTo>
                  <a:pt x="899" y="131"/>
                </a:lnTo>
                <a:lnTo>
                  <a:pt x="878" y="135"/>
                </a:lnTo>
                <a:lnTo>
                  <a:pt x="861" y="139"/>
                </a:lnTo>
                <a:lnTo>
                  <a:pt x="841" y="144"/>
                </a:lnTo>
                <a:lnTo>
                  <a:pt x="823" y="147"/>
                </a:lnTo>
                <a:lnTo>
                  <a:pt x="800" y="150"/>
                </a:lnTo>
                <a:lnTo>
                  <a:pt x="778" y="152"/>
                </a:lnTo>
                <a:lnTo>
                  <a:pt x="758" y="153"/>
                </a:lnTo>
                <a:lnTo>
                  <a:pt x="739" y="153"/>
                </a:lnTo>
                <a:lnTo>
                  <a:pt x="718" y="153"/>
                </a:lnTo>
                <a:lnTo>
                  <a:pt x="705" y="152"/>
                </a:lnTo>
                <a:lnTo>
                  <a:pt x="682" y="149"/>
                </a:lnTo>
                <a:lnTo>
                  <a:pt x="665" y="148"/>
                </a:lnTo>
                <a:lnTo>
                  <a:pt x="652" y="144"/>
                </a:lnTo>
                <a:lnTo>
                  <a:pt x="640" y="139"/>
                </a:lnTo>
                <a:lnTo>
                  <a:pt x="630" y="134"/>
                </a:lnTo>
                <a:lnTo>
                  <a:pt x="625" y="125"/>
                </a:lnTo>
                <a:lnTo>
                  <a:pt x="626" y="117"/>
                </a:lnTo>
                <a:lnTo>
                  <a:pt x="634" y="110"/>
                </a:lnTo>
                <a:lnTo>
                  <a:pt x="646" y="101"/>
                </a:lnTo>
                <a:lnTo>
                  <a:pt x="657" y="92"/>
                </a:lnTo>
                <a:lnTo>
                  <a:pt x="672" y="85"/>
                </a:lnTo>
                <a:lnTo>
                  <a:pt x="685" y="78"/>
                </a:lnTo>
                <a:lnTo>
                  <a:pt x="697" y="73"/>
                </a:lnTo>
                <a:lnTo>
                  <a:pt x="707" y="68"/>
                </a:lnTo>
                <a:lnTo>
                  <a:pt x="718" y="61"/>
                </a:lnTo>
                <a:lnTo>
                  <a:pt x="723" y="54"/>
                </a:lnTo>
                <a:lnTo>
                  <a:pt x="726" y="46"/>
                </a:lnTo>
                <a:lnTo>
                  <a:pt x="720" y="40"/>
                </a:lnTo>
                <a:lnTo>
                  <a:pt x="714" y="32"/>
                </a:lnTo>
                <a:lnTo>
                  <a:pt x="702" y="27"/>
                </a:lnTo>
                <a:lnTo>
                  <a:pt x="689" y="20"/>
                </a:lnTo>
                <a:lnTo>
                  <a:pt x="670" y="15"/>
                </a:lnTo>
                <a:lnTo>
                  <a:pt x="649" y="9"/>
                </a:lnTo>
                <a:lnTo>
                  <a:pt x="621" y="5"/>
                </a:lnTo>
                <a:lnTo>
                  <a:pt x="596" y="3"/>
                </a:lnTo>
                <a:lnTo>
                  <a:pt x="571" y="0"/>
                </a:lnTo>
                <a:lnTo>
                  <a:pt x="542" y="1"/>
                </a:lnTo>
                <a:lnTo>
                  <a:pt x="517" y="3"/>
                </a:lnTo>
                <a:lnTo>
                  <a:pt x="488" y="4"/>
                </a:lnTo>
                <a:lnTo>
                  <a:pt x="464" y="8"/>
                </a:lnTo>
                <a:lnTo>
                  <a:pt x="440" y="11"/>
                </a:lnTo>
                <a:lnTo>
                  <a:pt x="421" y="17"/>
                </a:lnTo>
                <a:lnTo>
                  <a:pt x="404" y="23"/>
                </a:lnTo>
                <a:lnTo>
                  <a:pt x="387" y="29"/>
                </a:lnTo>
                <a:lnTo>
                  <a:pt x="371" y="38"/>
                </a:lnTo>
                <a:lnTo>
                  <a:pt x="361" y="48"/>
                </a:lnTo>
                <a:lnTo>
                  <a:pt x="353" y="60"/>
                </a:lnTo>
                <a:lnTo>
                  <a:pt x="349" y="73"/>
                </a:lnTo>
                <a:lnTo>
                  <a:pt x="352" y="88"/>
                </a:lnTo>
                <a:lnTo>
                  <a:pt x="353" y="98"/>
                </a:lnTo>
                <a:lnTo>
                  <a:pt x="354" y="108"/>
                </a:lnTo>
                <a:lnTo>
                  <a:pt x="349" y="119"/>
                </a:lnTo>
                <a:lnTo>
                  <a:pt x="337" y="125"/>
                </a:lnTo>
                <a:lnTo>
                  <a:pt x="316" y="131"/>
                </a:lnTo>
                <a:lnTo>
                  <a:pt x="291" y="135"/>
                </a:lnTo>
                <a:lnTo>
                  <a:pt x="266" y="135"/>
                </a:lnTo>
                <a:lnTo>
                  <a:pt x="247" y="135"/>
                </a:lnTo>
                <a:lnTo>
                  <a:pt x="222" y="133"/>
                </a:lnTo>
                <a:lnTo>
                  <a:pt x="190" y="129"/>
                </a:lnTo>
                <a:lnTo>
                  <a:pt x="165" y="125"/>
                </a:lnTo>
                <a:lnTo>
                  <a:pt x="136" y="119"/>
                </a:lnTo>
                <a:lnTo>
                  <a:pt x="109" y="115"/>
                </a:lnTo>
                <a:lnTo>
                  <a:pt x="71" y="108"/>
                </a:lnTo>
                <a:lnTo>
                  <a:pt x="66" y="115"/>
                </a:lnTo>
                <a:lnTo>
                  <a:pt x="63" y="125"/>
                </a:lnTo>
                <a:lnTo>
                  <a:pt x="59" y="136"/>
                </a:lnTo>
                <a:lnTo>
                  <a:pt x="52" y="149"/>
                </a:lnTo>
                <a:lnTo>
                  <a:pt x="49" y="162"/>
                </a:lnTo>
                <a:lnTo>
                  <a:pt x="43" y="175"/>
                </a:lnTo>
                <a:lnTo>
                  <a:pt x="39" y="189"/>
                </a:lnTo>
                <a:lnTo>
                  <a:pt x="38" y="204"/>
                </a:lnTo>
                <a:lnTo>
                  <a:pt x="38" y="234"/>
                </a:lnTo>
                <a:lnTo>
                  <a:pt x="39" y="245"/>
                </a:lnTo>
                <a:lnTo>
                  <a:pt x="41" y="255"/>
                </a:lnTo>
                <a:lnTo>
                  <a:pt x="47" y="268"/>
                </a:lnTo>
                <a:lnTo>
                  <a:pt x="56" y="277"/>
                </a:lnTo>
                <a:lnTo>
                  <a:pt x="68" y="284"/>
                </a:lnTo>
                <a:lnTo>
                  <a:pt x="81" y="291"/>
                </a:lnTo>
                <a:lnTo>
                  <a:pt x="96" y="294"/>
                </a:lnTo>
                <a:lnTo>
                  <a:pt x="110" y="297"/>
                </a:lnTo>
                <a:lnTo>
                  <a:pt x="134" y="297"/>
                </a:lnTo>
                <a:lnTo>
                  <a:pt x="159" y="294"/>
                </a:lnTo>
                <a:lnTo>
                  <a:pt x="186" y="292"/>
                </a:lnTo>
                <a:lnTo>
                  <a:pt x="211" y="289"/>
                </a:lnTo>
                <a:lnTo>
                  <a:pt x="234" y="289"/>
                </a:lnTo>
                <a:lnTo>
                  <a:pt x="256" y="293"/>
                </a:lnTo>
                <a:lnTo>
                  <a:pt x="274" y="298"/>
                </a:lnTo>
                <a:lnTo>
                  <a:pt x="290" y="306"/>
                </a:lnTo>
                <a:lnTo>
                  <a:pt x="302" y="315"/>
                </a:lnTo>
                <a:lnTo>
                  <a:pt x="311" y="326"/>
                </a:lnTo>
                <a:lnTo>
                  <a:pt x="316" y="336"/>
                </a:lnTo>
                <a:lnTo>
                  <a:pt x="321" y="349"/>
                </a:lnTo>
                <a:lnTo>
                  <a:pt x="327" y="359"/>
                </a:lnTo>
                <a:lnTo>
                  <a:pt x="327" y="371"/>
                </a:lnTo>
                <a:lnTo>
                  <a:pt x="324" y="381"/>
                </a:lnTo>
                <a:lnTo>
                  <a:pt x="316" y="391"/>
                </a:lnTo>
                <a:lnTo>
                  <a:pt x="307" y="401"/>
                </a:lnTo>
                <a:lnTo>
                  <a:pt x="278" y="418"/>
                </a:lnTo>
                <a:lnTo>
                  <a:pt x="251" y="429"/>
                </a:lnTo>
                <a:lnTo>
                  <a:pt x="244" y="431"/>
                </a:lnTo>
                <a:lnTo>
                  <a:pt x="235" y="433"/>
                </a:lnTo>
                <a:lnTo>
                  <a:pt x="224" y="433"/>
                </a:lnTo>
                <a:lnTo>
                  <a:pt x="215" y="433"/>
                </a:lnTo>
                <a:lnTo>
                  <a:pt x="206" y="431"/>
                </a:lnTo>
                <a:lnTo>
                  <a:pt x="185" y="428"/>
                </a:lnTo>
                <a:lnTo>
                  <a:pt x="165" y="426"/>
                </a:lnTo>
                <a:lnTo>
                  <a:pt x="123" y="415"/>
                </a:lnTo>
                <a:lnTo>
                  <a:pt x="96" y="413"/>
                </a:lnTo>
                <a:lnTo>
                  <a:pt x="73" y="413"/>
                </a:lnTo>
                <a:lnTo>
                  <a:pt x="51" y="415"/>
                </a:lnTo>
                <a:lnTo>
                  <a:pt x="34" y="422"/>
                </a:lnTo>
                <a:lnTo>
                  <a:pt x="24" y="427"/>
                </a:lnTo>
                <a:lnTo>
                  <a:pt x="16" y="436"/>
                </a:lnTo>
                <a:lnTo>
                  <a:pt x="8" y="446"/>
                </a:lnTo>
                <a:lnTo>
                  <a:pt x="3" y="456"/>
                </a:lnTo>
                <a:lnTo>
                  <a:pt x="0" y="469"/>
                </a:lnTo>
                <a:lnTo>
                  <a:pt x="0" y="483"/>
                </a:lnTo>
                <a:lnTo>
                  <a:pt x="5" y="494"/>
                </a:lnTo>
                <a:lnTo>
                  <a:pt x="9" y="512"/>
                </a:lnTo>
                <a:lnTo>
                  <a:pt x="16" y="529"/>
                </a:lnTo>
                <a:lnTo>
                  <a:pt x="24" y="544"/>
                </a:lnTo>
                <a:lnTo>
                  <a:pt x="31" y="559"/>
                </a:lnTo>
                <a:lnTo>
                  <a:pt x="43" y="576"/>
                </a:lnTo>
                <a:lnTo>
                  <a:pt x="56" y="596"/>
                </a:lnTo>
                <a:lnTo>
                  <a:pt x="73" y="626"/>
                </a:lnTo>
                <a:lnTo>
                  <a:pt x="96" y="622"/>
                </a:lnTo>
                <a:lnTo>
                  <a:pt x="118" y="618"/>
                </a:lnTo>
                <a:lnTo>
                  <a:pt x="143" y="614"/>
                </a:lnTo>
                <a:lnTo>
                  <a:pt x="168" y="612"/>
                </a:lnTo>
                <a:lnTo>
                  <a:pt x="198" y="609"/>
                </a:lnTo>
                <a:lnTo>
                  <a:pt x="232" y="607"/>
                </a:lnTo>
                <a:lnTo>
                  <a:pt x="265" y="608"/>
                </a:lnTo>
                <a:lnTo>
                  <a:pt x="297" y="609"/>
                </a:lnTo>
                <a:lnTo>
                  <a:pt x="332" y="614"/>
                </a:lnTo>
                <a:lnTo>
                  <a:pt x="366" y="619"/>
                </a:lnTo>
                <a:lnTo>
                  <a:pt x="396" y="627"/>
                </a:lnTo>
                <a:lnTo>
                  <a:pt x="421" y="635"/>
                </a:lnTo>
                <a:lnTo>
                  <a:pt x="440" y="645"/>
                </a:lnTo>
                <a:lnTo>
                  <a:pt x="457" y="655"/>
                </a:lnTo>
                <a:lnTo>
                  <a:pt x="471" y="664"/>
                </a:lnTo>
                <a:lnTo>
                  <a:pt x="483" y="674"/>
                </a:lnTo>
                <a:lnTo>
                  <a:pt x="496" y="684"/>
                </a:lnTo>
                <a:lnTo>
                  <a:pt x="514" y="696"/>
                </a:lnTo>
                <a:lnTo>
                  <a:pt x="527" y="705"/>
                </a:lnTo>
                <a:lnTo>
                  <a:pt x="544" y="711"/>
                </a:lnTo>
                <a:lnTo>
                  <a:pt x="563" y="717"/>
                </a:lnTo>
                <a:lnTo>
                  <a:pt x="584" y="725"/>
                </a:lnTo>
                <a:lnTo>
                  <a:pt x="609" y="729"/>
                </a:lnTo>
                <a:lnTo>
                  <a:pt x="635" y="731"/>
                </a:lnTo>
                <a:lnTo>
                  <a:pt x="665" y="733"/>
                </a:lnTo>
                <a:lnTo>
                  <a:pt x="695" y="731"/>
                </a:lnTo>
                <a:lnTo>
                  <a:pt x="726" y="728"/>
                </a:lnTo>
                <a:lnTo>
                  <a:pt x="748" y="721"/>
                </a:lnTo>
                <a:lnTo>
                  <a:pt x="765" y="712"/>
                </a:lnTo>
                <a:lnTo>
                  <a:pt x="775" y="703"/>
                </a:lnTo>
                <a:lnTo>
                  <a:pt x="775" y="696"/>
                </a:lnTo>
                <a:lnTo>
                  <a:pt x="765" y="687"/>
                </a:lnTo>
                <a:lnTo>
                  <a:pt x="748" y="678"/>
                </a:lnTo>
                <a:lnTo>
                  <a:pt x="727" y="672"/>
                </a:lnTo>
                <a:lnTo>
                  <a:pt x="705" y="665"/>
                </a:lnTo>
                <a:lnTo>
                  <a:pt x="682" y="659"/>
                </a:lnTo>
                <a:lnTo>
                  <a:pt x="670" y="652"/>
                </a:lnTo>
                <a:lnTo>
                  <a:pt x="665" y="644"/>
                </a:lnTo>
                <a:lnTo>
                  <a:pt x="665" y="632"/>
                </a:lnTo>
                <a:lnTo>
                  <a:pt x="670" y="623"/>
                </a:lnTo>
                <a:lnTo>
                  <a:pt x="688" y="615"/>
                </a:lnTo>
                <a:lnTo>
                  <a:pt x="705" y="610"/>
                </a:lnTo>
                <a:lnTo>
                  <a:pt x="726" y="605"/>
                </a:lnTo>
                <a:lnTo>
                  <a:pt x="752" y="601"/>
                </a:lnTo>
                <a:lnTo>
                  <a:pt x="777" y="599"/>
                </a:lnTo>
                <a:lnTo>
                  <a:pt x="806" y="599"/>
                </a:lnTo>
                <a:lnTo>
                  <a:pt x="836" y="599"/>
                </a:lnTo>
                <a:lnTo>
                  <a:pt x="865" y="601"/>
                </a:lnTo>
                <a:lnTo>
                  <a:pt x="903" y="604"/>
                </a:lnTo>
                <a:lnTo>
                  <a:pt x="935" y="609"/>
                </a:lnTo>
                <a:lnTo>
                  <a:pt x="956" y="610"/>
                </a:lnTo>
                <a:lnTo>
                  <a:pt x="979" y="614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05" name="Freeform 4"/>
          <p:cNvSpPr>
            <a:spLocks/>
          </p:cNvSpPr>
          <p:nvPr/>
        </p:nvSpPr>
        <p:spPr bwMode="blackWhite">
          <a:xfrm>
            <a:off x="4752975" y="3060700"/>
            <a:ext cx="2024063" cy="1036638"/>
          </a:xfrm>
          <a:custGeom>
            <a:avLst/>
            <a:gdLst>
              <a:gd name="T0" fmla="*/ 2147483647 w 972"/>
              <a:gd name="T1" fmla="*/ 2147483647 h 512"/>
              <a:gd name="T2" fmla="*/ 2147483647 w 972"/>
              <a:gd name="T3" fmla="*/ 2147483647 h 512"/>
              <a:gd name="T4" fmla="*/ 2147483647 w 972"/>
              <a:gd name="T5" fmla="*/ 2147483647 h 512"/>
              <a:gd name="T6" fmla="*/ 2147483647 w 972"/>
              <a:gd name="T7" fmla="*/ 2147483647 h 512"/>
              <a:gd name="T8" fmla="*/ 2147483647 w 972"/>
              <a:gd name="T9" fmla="*/ 2147483647 h 512"/>
              <a:gd name="T10" fmla="*/ 2147483647 w 972"/>
              <a:gd name="T11" fmla="*/ 2147483647 h 512"/>
              <a:gd name="T12" fmla="*/ 2147483647 w 972"/>
              <a:gd name="T13" fmla="*/ 2147483647 h 512"/>
              <a:gd name="T14" fmla="*/ 2147483647 w 972"/>
              <a:gd name="T15" fmla="*/ 2147483647 h 512"/>
              <a:gd name="T16" fmla="*/ 2147483647 w 972"/>
              <a:gd name="T17" fmla="*/ 2147483647 h 512"/>
              <a:gd name="T18" fmla="*/ 2147483647 w 972"/>
              <a:gd name="T19" fmla="*/ 2147483647 h 512"/>
              <a:gd name="T20" fmla="*/ 2147483647 w 972"/>
              <a:gd name="T21" fmla="*/ 2147483647 h 512"/>
              <a:gd name="T22" fmla="*/ 2147483647 w 972"/>
              <a:gd name="T23" fmla="*/ 2147483647 h 512"/>
              <a:gd name="T24" fmla="*/ 2147483647 w 972"/>
              <a:gd name="T25" fmla="*/ 2147483647 h 512"/>
              <a:gd name="T26" fmla="*/ 2147483647 w 972"/>
              <a:gd name="T27" fmla="*/ 2147483647 h 512"/>
              <a:gd name="T28" fmla="*/ 2147483647 w 972"/>
              <a:gd name="T29" fmla="*/ 2147483647 h 512"/>
              <a:gd name="T30" fmla="*/ 2147483647 w 972"/>
              <a:gd name="T31" fmla="*/ 2147483647 h 512"/>
              <a:gd name="T32" fmla="*/ 2147483647 w 972"/>
              <a:gd name="T33" fmla="*/ 2147483647 h 512"/>
              <a:gd name="T34" fmla="*/ 2147483647 w 972"/>
              <a:gd name="T35" fmla="*/ 2147483647 h 512"/>
              <a:gd name="T36" fmla="*/ 2147483647 w 972"/>
              <a:gd name="T37" fmla="*/ 2147483647 h 512"/>
              <a:gd name="T38" fmla="*/ 2147483647 w 972"/>
              <a:gd name="T39" fmla="*/ 2147483647 h 512"/>
              <a:gd name="T40" fmla="*/ 2147483647 w 972"/>
              <a:gd name="T41" fmla="*/ 2147483647 h 512"/>
              <a:gd name="T42" fmla="*/ 2147483647 w 972"/>
              <a:gd name="T43" fmla="*/ 2147483647 h 512"/>
              <a:gd name="T44" fmla="*/ 2147483647 w 972"/>
              <a:gd name="T45" fmla="*/ 2147483647 h 512"/>
              <a:gd name="T46" fmla="*/ 2147483647 w 972"/>
              <a:gd name="T47" fmla="*/ 2147483647 h 512"/>
              <a:gd name="T48" fmla="*/ 2147483647 w 972"/>
              <a:gd name="T49" fmla="*/ 2147483647 h 512"/>
              <a:gd name="T50" fmla="*/ 2147483647 w 972"/>
              <a:gd name="T51" fmla="*/ 2147483647 h 512"/>
              <a:gd name="T52" fmla="*/ 2147483647 w 972"/>
              <a:gd name="T53" fmla="*/ 2147483647 h 512"/>
              <a:gd name="T54" fmla="*/ 2147483647 w 972"/>
              <a:gd name="T55" fmla="*/ 2147483647 h 512"/>
              <a:gd name="T56" fmla="*/ 2147483647 w 972"/>
              <a:gd name="T57" fmla="*/ 2147483647 h 512"/>
              <a:gd name="T58" fmla="*/ 2147483647 w 972"/>
              <a:gd name="T59" fmla="*/ 2147483647 h 512"/>
              <a:gd name="T60" fmla="*/ 2147483647 w 972"/>
              <a:gd name="T61" fmla="*/ 2147483647 h 512"/>
              <a:gd name="T62" fmla="*/ 2147483647 w 972"/>
              <a:gd name="T63" fmla="*/ 2147483647 h 512"/>
              <a:gd name="T64" fmla="*/ 2147483647 w 972"/>
              <a:gd name="T65" fmla="*/ 2147483647 h 512"/>
              <a:gd name="T66" fmla="*/ 2147483647 w 972"/>
              <a:gd name="T67" fmla="*/ 2147483647 h 512"/>
              <a:gd name="T68" fmla="*/ 2147483647 w 972"/>
              <a:gd name="T69" fmla="*/ 2147483647 h 512"/>
              <a:gd name="T70" fmla="*/ 2147483647 w 972"/>
              <a:gd name="T71" fmla="*/ 2147483647 h 512"/>
              <a:gd name="T72" fmla="*/ 2147483647 w 972"/>
              <a:gd name="T73" fmla="*/ 2147483647 h 512"/>
              <a:gd name="T74" fmla="*/ 2147483647 w 972"/>
              <a:gd name="T75" fmla="*/ 2147483647 h 512"/>
              <a:gd name="T76" fmla="*/ 2147483647 w 972"/>
              <a:gd name="T77" fmla="*/ 2147483647 h 512"/>
              <a:gd name="T78" fmla="*/ 2147483647 w 972"/>
              <a:gd name="T79" fmla="*/ 2147483647 h 512"/>
              <a:gd name="T80" fmla="*/ 2147483647 w 972"/>
              <a:gd name="T81" fmla="*/ 2147483647 h 512"/>
              <a:gd name="T82" fmla="*/ 2147483647 w 972"/>
              <a:gd name="T83" fmla="*/ 2147483647 h 512"/>
              <a:gd name="T84" fmla="*/ 2147483647 w 972"/>
              <a:gd name="T85" fmla="*/ 2147483647 h 51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972"/>
              <a:gd name="T130" fmla="*/ 0 h 512"/>
              <a:gd name="T131" fmla="*/ 972 w 972"/>
              <a:gd name="T132" fmla="*/ 512 h 512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972" h="512">
                <a:moveTo>
                  <a:pt x="133" y="0"/>
                </a:moveTo>
                <a:lnTo>
                  <a:pt x="971" y="0"/>
                </a:lnTo>
                <a:lnTo>
                  <a:pt x="971" y="496"/>
                </a:lnTo>
                <a:lnTo>
                  <a:pt x="914" y="490"/>
                </a:lnTo>
                <a:lnTo>
                  <a:pt x="897" y="489"/>
                </a:lnTo>
                <a:lnTo>
                  <a:pt x="878" y="489"/>
                </a:lnTo>
                <a:lnTo>
                  <a:pt x="862" y="490"/>
                </a:lnTo>
                <a:lnTo>
                  <a:pt x="844" y="494"/>
                </a:lnTo>
                <a:lnTo>
                  <a:pt x="828" y="497"/>
                </a:lnTo>
                <a:lnTo>
                  <a:pt x="815" y="500"/>
                </a:lnTo>
                <a:lnTo>
                  <a:pt x="800" y="504"/>
                </a:lnTo>
                <a:lnTo>
                  <a:pt x="786" y="506"/>
                </a:lnTo>
                <a:lnTo>
                  <a:pt x="769" y="509"/>
                </a:lnTo>
                <a:lnTo>
                  <a:pt x="752" y="510"/>
                </a:lnTo>
                <a:lnTo>
                  <a:pt x="737" y="511"/>
                </a:lnTo>
                <a:lnTo>
                  <a:pt x="722" y="511"/>
                </a:lnTo>
                <a:lnTo>
                  <a:pt x="706" y="511"/>
                </a:lnTo>
                <a:lnTo>
                  <a:pt x="696" y="510"/>
                </a:lnTo>
                <a:lnTo>
                  <a:pt x="679" y="508"/>
                </a:lnTo>
                <a:lnTo>
                  <a:pt x="666" y="507"/>
                </a:lnTo>
                <a:lnTo>
                  <a:pt x="656" y="504"/>
                </a:lnTo>
                <a:lnTo>
                  <a:pt x="647" y="500"/>
                </a:lnTo>
                <a:lnTo>
                  <a:pt x="639" y="496"/>
                </a:lnTo>
                <a:lnTo>
                  <a:pt x="635" y="489"/>
                </a:lnTo>
                <a:lnTo>
                  <a:pt x="636" y="483"/>
                </a:lnTo>
                <a:lnTo>
                  <a:pt x="642" y="477"/>
                </a:lnTo>
                <a:lnTo>
                  <a:pt x="651" y="470"/>
                </a:lnTo>
                <a:lnTo>
                  <a:pt x="660" y="463"/>
                </a:lnTo>
                <a:lnTo>
                  <a:pt x="671" y="458"/>
                </a:lnTo>
                <a:lnTo>
                  <a:pt x="681" y="452"/>
                </a:lnTo>
                <a:lnTo>
                  <a:pt x="690" y="448"/>
                </a:lnTo>
                <a:lnTo>
                  <a:pt x="698" y="444"/>
                </a:lnTo>
                <a:lnTo>
                  <a:pt x="706" y="439"/>
                </a:lnTo>
                <a:lnTo>
                  <a:pt x="710" y="433"/>
                </a:lnTo>
                <a:lnTo>
                  <a:pt x="712" y="427"/>
                </a:lnTo>
                <a:lnTo>
                  <a:pt x="708" y="422"/>
                </a:lnTo>
                <a:lnTo>
                  <a:pt x="703" y="416"/>
                </a:lnTo>
                <a:lnTo>
                  <a:pt x="694" y="412"/>
                </a:lnTo>
                <a:lnTo>
                  <a:pt x="684" y="407"/>
                </a:lnTo>
                <a:lnTo>
                  <a:pt x="670" y="403"/>
                </a:lnTo>
                <a:lnTo>
                  <a:pt x="654" y="398"/>
                </a:lnTo>
                <a:lnTo>
                  <a:pt x="632" y="395"/>
                </a:lnTo>
                <a:lnTo>
                  <a:pt x="613" y="393"/>
                </a:lnTo>
                <a:lnTo>
                  <a:pt x="594" y="391"/>
                </a:lnTo>
                <a:lnTo>
                  <a:pt x="572" y="392"/>
                </a:lnTo>
                <a:lnTo>
                  <a:pt x="553" y="393"/>
                </a:lnTo>
                <a:lnTo>
                  <a:pt x="531" y="394"/>
                </a:lnTo>
                <a:lnTo>
                  <a:pt x="513" y="397"/>
                </a:lnTo>
                <a:lnTo>
                  <a:pt x="494" y="400"/>
                </a:lnTo>
                <a:lnTo>
                  <a:pt x="480" y="404"/>
                </a:lnTo>
                <a:lnTo>
                  <a:pt x="467" y="409"/>
                </a:lnTo>
                <a:lnTo>
                  <a:pt x="454" y="414"/>
                </a:lnTo>
                <a:lnTo>
                  <a:pt x="442" y="421"/>
                </a:lnTo>
                <a:lnTo>
                  <a:pt x="434" y="429"/>
                </a:lnTo>
                <a:lnTo>
                  <a:pt x="428" y="438"/>
                </a:lnTo>
                <a:lnTo>
                  <a:pt x="425" y="448"/>
                </a:lnTo>
                <a:lnTo>
                  <a:pt x="427" y="460"/>
                </a:lnTo>
                <a:lnTo>
                  <a:pt x="428" y="468"/>
                </a:lnTo>
                <a:lnTo>
                  <a:pt x="429" y="476"/>
                </a:lnTo>
                <a:lnTo>
                  <a:pt x="425" y="484"/>
                </a:lnTo>
                <a:lnTo>
                  <a:pt x="416" y="489"/>
                </a:lnTo>
                <a:lnTo>
                  <a:pt x="400" y="494"/>
                </a:lnTo>
                <a:lnTo>
                  <a:pt x="381" y="497"/>
                </a:lnTo>
                <a:lnTo>
                  <a:pt x="362" y="497"/>
                </a:lnTo>
                <a:lnTo>
                  <a:pt x="347" y="497"/>
                </a:lnTo>
                <a:lnTo>
                  <a:pt x="328" y="495"/>
                </a:lnTo>
                <a:lnTo>
                  <a:pt x="304" y="492"/>
                </a:lnTo>
                <a:lnTo>
                  <a:pt x="285" y="489"/>
                </a:lnTo>
                <a:lnTo>
                  <a:pt x="263" y="484"/>
                </a:lnTo>
                <a:lnTo>
                  <a:pt x="242" y="481"/>
                </a:lnTo>
                <a:lnTo>
                  <a:pt x="219" y="476"/>
                </a:lnTo>
                <a:lnTo>
                  <a:pt x="219" y="447"/>
                </a:lnTo>
                <a:lnTo>
                  <a:pt x="221" y="436"/>
                </a:lnTo>
                <a:lnTo>
                  <a:pt x="224" y="424"/>
                </a:lnTo>
                <a:lnTo>
                  <a:pt x="227" y="411"/>
                </a:lnTo>
                <a:lnTo>
                  <a:pt x="232" y="398"/>
                </a:lnTo>
                <a:lnTo>
                  <a:pt x="236" y="382"/>
                </a:lnTo>
                <a:lnTo>
                  <a:pt x="238" y="370"/>
                </a:lnTo>
                <a:lnTo>
                  <a:pt x="238" y="360"/>
                </a:lnTo>
                <a:lnTo>
                  <a:pt x="232" y="351"/>
                </a:lnTo>
                <a:lnTo>
                  <a:pt x="227" y="346"/>
                </a:lnTo>
                <a:lnTo>
                  <a:pt x="219" y="342"/>
                </a:lnTo>
                <a:lnTo>
                  <a:pt x="207" y="339"/>
                </a:lnTo>
                <a:lnTo>
                  <a:pt x="194" y="337"/>
                </a:lnTo>
                <a:lnTo>
                  <a:pt x="180" y="339"/>
                </a:lnTo>
                <a:lnTo>
                  <a:pt x="166" y="340"/>
                </a:lnTo>
                <a:lnTo>
                  <a:pt x="148" y="344"/>
                </a:lnTo>
                <a:lnTo>
                  <a:pt x="133" y="346"/>
                </a:lnTo>
                <a:lnTo>
                  <a:pt x="115" y="348"/>
                </a:lnTo>
                <a:lnTo>
                  <a:pt x="98" y="348"/>
                </a:lnTo>
                <a:lnTo>
                  <a:pt x="80" y="346"/>
                </a:lnTo>
                <a:lnTo>
                  <a:pt x="64" y="343"/>
                </a:lnTo>
                <a:lnTo>
                  <a:pt x="49" y="339"/>
                </a:lnTo>
                <a:lnTo>
                  <a:pt x="37" y="333"/>
                </a:lnTo>
                <a:lnTo>
                  <a:pt x="25" y="328"/>
                </a:lnTo>
                <a:lnTo>
                  <a:pt x="16" y="320"/>
                </a:lnTo>
                <a:lnTo>
                  <a:pt x="10" y="313"/>
                </a:lnTo>
                <a:lnTo>
                  <a:pt x="6" y="307"/>
                </a:lnTo>
                <a:lnTo>
                  <a:pt x="3" y="299"/>
                </a:lnTo>
                <a:lnTo>
                  <a:pt x="0" y="293"/>
                </a:lnTo>
                <a:lnTo>
                  <a:pt x="0" y="286"/>
                </a:lnTo>
                <a:lnTo>
                  <a:pt x="3" y="280"/>
                </a:lnTo>
                <a:lnTo>
                  <a:pt x="6" y="274"/>
                </a:lnTo>
                <a:lnTo>
                  <a:pt x="10" y="269"/>
                </a:lnTo>
                <a:lnTo>
                  <a:pt x="14" y="265"/>
                </a:lnTo>
                <a:lnTo>
                  <a:pt x="24" y="260"/>
                </a:lnTo>
                <a:lnTo>
                  <a:pt x="32" y="256"/>
                </a:lnTo>
                <a:lnTo>
                  <a:pt x="45" y="253"/>
                </a:lnTo>
                <a:lnTo>
                  <a:pt x="60" y="248"/>
                </a:lnTo>
                <a:lnTo>
                  <a:pt x="74" y="245"/>
                </a:lnTo>
                <a:lnTo>
                  <a:pt x="87" y="242"/>
                </a:lnTo>
                <a:lnTo>
                  <a:pt x="104" y="237"/>
                </a:lnTo>
                <a:lnTo>
                  <a:pt x="121" y="234"/>
                </a:lnTo>
                <a:lnTo>
                  <a:pt x="137" y="229"/>
                </a:lnTo>
                <a:lnTo>
                  <a:pt x="153" y="224"/>
                </a:lnTo>
                <a:lnTo>
                  <a:pt x="165" y="218"/>
                </a:lnTo>
                <a:lnTo>
                  <a:pt x="175" y="212"/>
                </a:lnTo>
                <a:lnTo>
                  <a:pt x="182" y="206"/>
                </a:lnTo>
                <a:lnTo>
                  <a:pt x="188" y="199"/>
                </a:lnTo>
                <a:lnTo>
                  <a:pt x="192" y="190"/>
                </a:lnTo>
                <a:lnTo>
                  <a:pt x="194" y="181"/>
                </a:lnTo>
                <a:lnTo>
                  <a:pt x="195" y="172"/>
                </a:lnTo>
                <a:lnTo>
                  <a:pt x="195" y="165"/>
                </a:lnTo>
                <a:lnTo>
                  <a:pt x="194" y="156"/>
                </a:lnTo>
                <a:lnTo>
                  <a:pt x="186" y="141"/>
                </a:lnTo>
                <a:lnTo>
                  <a:pt x="178" y="115"/>
                </a:lnTo>
                <a:lnTo>
                  <a:pt x="170" y="101"/>
                </a:lnTo>
                <a:lnTo>
                  <a:pt x="165" y="86"/>
                </a:lnTo>
                <a:lnTo>
                  <a:pt x="148" y="42"/>
                </a:lnTo>
                <a:lnTo>
                  <a:pt x="133" y="0"/>
                </a:lnTo>
              </a:path>
            </a:pathLst>
          </a:custGeom>
          <a:solidFill>
            <a:schemeClr val="tx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06" name="Freeform 5"/>
          <p:cNvSpPr>
            <a:spLocks/>
          </p:cNvSpPr>
          <p:nvPr/>
        </p:nvSpPr>
        <p:spPr bwMode="blackWhite">
          <a:xfrm>
            <a:off x="4829175" y="4808538"/>
            <a:ext cx="1947863" cy="1069975"/>
          </a:xfrm>
          <a:custGeom>
            <a:avLst/>
            <a:gdLst>
              <a:gd name="T0" fmla="*/ 2147483647 w 935"/>
              <a:gd name="T1" fmla="*/ 2147483647 h 529"/>
              <a:gd name="T2" fmla="*/ 2147483647 w 935"/>
              <a:gd name="T3" fmla="*/ 2147483647 h 529"/>
              <a:gd name="T4" fmla="*/ 2147483647 w 935"/>
              <a:gd name="T5" fmla="*/ 2147483647 h 529"/>
              <a:gd name="T6" fmla="*/ 2147483647 w 935"/>
              <a:gd name="T7" fmla="*/ 2147483647 h 529"/>
              <a:gd name="T8" fmla="*/ 2147483647 w 935"/>
              <a:gd name="T9" fmla="*/ 2147483647 h 529"/>
              <a:gd name="T10" fmla="*/ 2147483647 w 935"/>
              <a:gd name="T11" fmla="*/ 2147483647 h 529"/>
              <a:gd name="T12" fmla="*/ 2147483647 w 935"/>
              <a:gd name="T13" fmla="*/ 2147483647 h 529"/>
              <a:gd name="T14" fmla="*/ 2147483647 w 935"/>
              <a:gd name="T15" fmla="*/ 2147483647 h 529"/>
              <a:gd name="T16" fmla="*/ 2147483647 w 935"/>
              <a:gd name="T17" fmla="*/ 2147483647 h 529"/>
              <a:gd name="T18" fmla="*/ 2147483647 w 935"/>
              <a:gd name="T19" fmla="*/ 2147483647 h 529"/>
              <a:gd name="T20" fmla="*/ 2147483647 w 935"/>
              <a:gd name="T21" fmla="*/ 2147483647 h 529"/>
              <a:gd name="T22" fmla="*/ 2147483647 w 935"/>
              <a:gd name="T23" fmla="*/ 2147483647 h 529"/>
              <a:gd name="T24" fmla="*/ 2147483647 w 935"/>
              <a:gd name="T25" fmla="*/ 2147483647 h 529"/>
              <a:gd name="T26" fmla="*/ 2147483647 w 935"/>
              <a:gd name="T27" fmla="*/ 2147483647 h 529"/>
              <a:gd name="T28" fmla="*/ 2147483647 w 935"/>
              <a:gd name="T29" fmla="*/ 2147483647 h 529"/>
              <a:gd name="T30" fmla="*/ 2147483647 w 935"/>
              <a:gd name="T31" fmla="*/ 2147483647 h 529"/>
              <a:gd name="T32" fmla="*/ 2147483647 w 935"/>
              <a:gd name="T33" fmla="*/ 2147483647 h 529"/>
              <a:gd name="T34" fmla="*/ 2147483647 w 935"/>
              <a:gd name="T35" fmla="*/ 2147483647 h 529"/>
              <a:gd name="T36" fmla="*/ 2147483647 w 935"/>
              <a:gd name="T37" fmla="*/ 2147483647 h 529"/>
              <a:gd name="T38" fmla="*/ 0 w 935"/>
              <a:gd name="T39" fmla="*/ 2147483647 h 529"/>
              <a:gd name="T40" fmla="*/ 2147483647 w 935"/>
              <a:gd name="T41" fmla="*/ 2147483647 h 529"/>
              <a:gd name="T42" fmla="*/ 2147483647 w 935"/>
              <a:gd name="T43" fmla="*/ 2147483647 h 529"/>
              <a:gd name="T44" fmla="*/ 2147483647 w 935"/>
              <a:gd name="T45" fmla="*/ 2147483647 h 529"/>
              <a:gd name="T46" fmla="*/ 2147483647 w 935"/>
              <a:gd name="T47" fmla="*/ 2147483647 h 529"/>
              <a:gd name="T48" fmla="*/ 2147483647 w 935"/>
              <a:gd name="T49" fmla="*/ 2147483647 h 529"/>
              <a:gd name="T50" fmla="*/ 2147483647 w 935"/>
              <a:gd name="T51" fmla="*/ 2147483647 h 529"/>
              <a:gd name="T52" fmla="*/ 2147483647 w 935"/>
              <a:gd name="T53" fmla="*/ 2147483647 h 529"/>
              <a:gd name="T54" fmla="*/ 2147483647 w 935"/>
              <a:gd name="T55" fmla="*/ 2147483647 h 529"/>
              <a:gd name="T56" fmla="*/ 2147483647 w 935"/>
              <a:gd name="T57" fmla="*/ 2147483647 h 529"/>
              <a:gd name="T58" fmla="*/ 2147483647 w 935"/>
              <a:gd name="T59" fmla="*/ 2147483647 h 529"/>
              <a:gd name="T60" fmla="*/ 2147483647 w 935"/>
              <a:gd name="T61" fmla="*/ 2147483647 h 529"/>
              <a:gd name="T62" fmla="*/ 2147483647 w 935"/>
              <a:gd name="T63" fmla="*/ 2147483647 h 529"/>
              <a:gd name="T64" fmla="*/ 2147483647 w 935"/>
              <a:gd name="T65" fmla="*/ 2147483647 h 529"/>
              <a:gd name="T66" fmla="*/ 2147483647 w 935"/>
              <a:gd name="T67" fmla="*/ 2147483647 h 529"/>
              <a:gd name="T68" fmla="*/ 2147483647 w 935"/>
              <a:gd name="T69" fmla="*/ 2147483647 h 529"/>
              <a:gd name="T70" fmla="*/ 2147483647 w 935"/>
              <a:gd name="T71" fmla="*/ 2147483647 h 529"/>
              <a:gd name="T72" fmla="*/ 2147483647 w 935"/>
              <a:gd name="T73" fmla="*/ 2147483647 h 529"/>
              <a:gd name="T74" fmla="*/ 2147483647 w 935"/>
              <a:gd name="T75" fmla="*/ 2147483647 h 529"/>
              <a:gd name="T76" fmla="*/ 2147483647 w 935"/>
              <a:gd name="T77" fmla="*/ 2147483647 h 529"/>
              <a:gd name="T78" fmla="*/ 2147483647 w 935"/>
              <a:gd name="T79" fmla="*/ 2147483647 h 529"/>
              <a:gd name="T80" fmla="*/ 2147483647 w 935"/>
              <a:gd name="T81" fmla="*/ 2147483647 h 529"/>
              <a:gd name="T82" fmla="*/ 2147483647 w 935"/>
              <a:gd name="T83" fmla="*/ 2147483647 h 529"/>
              <a:gd name="T84" fmla="*/ 2147483647 w 935"/>
              <a:gd name="T85" fmla="*/ 2147483647 h 529"/>
              <a:gd name="T86" fmla="*/ 2147483647 w 935"/>
              <a:gd name="T87" fmla="*/ 2147483647 h 529"/>
              <a:gd name="T88" fmla="*/ 2147483647 w 935"/>
              <a:gd name="T89" fmla="*/ 2147483647 h 529"/>
              <a:gd name="T90" fmla="*/ 2147483647 w 935"/>
              <a:gd name="T91" fmla="*/ 2147483647 h 529"/>
              <a:gd name="T92" fmla="*/ 2147483647 w 935"/>
              <a:gd name="T93" fmla="*/ 2147483647 h 529"/>
              <a:gd name="T94" fmla="*/ 2147483647 w 935"/>
              <a:gd name="T95" fmla="*/ 2147483647 h 529"/>
              <a:gd name="T96" fmla="*/ 2147483647 w 935"/>
              <a:gd name="T97" fmla="*/ 2147483647 h 529"/>
              <a:gd name="T98" fmla="*/ 2147483647 w 935"/>
              <a:gd name="T99" fmla="*/ 2147483647 h 529"/>
              <a:gd name="T100" fmla="*/ 2147483647 w 935"/>
              <a:gd name="T101" fmla="*/ 2147483647 h 529"/>
              <a:gd name="T102" fmla="*/ 2147483647 w 935"/>
              <a:gd name="T103" fmla="*/ 2147483647 h 529"/>
              <a:gd name="T104" fmla="*/ 2147483647 w 935"/>
              <a:gd name="T105" fmla="*/ 2147483647 h 529"/>
              <a:gd name="T106" fmla="*/ 2147483647 w 935"/>
              <a:gd name="T107" fmla="*/ 2147483647 h 529"/>
              <a:gd name="T108" fmla="*/ 2147483647 w 935"/>
              <a:gd name="T109" fmla="*/ 2147483647 h 529"/>
              <a:gd name="T110" fmla="*/ 2147483647 w 935"/>
              <a:gd name="T111" fmla="*/ 2147483647 h 529"/>
              <a:gd name="T112" fmla="*/ 2147483647 w 935"/>
              <a:gd name="T113" fmla="*/ 2147483647 h 529"/>
              <a:gd name="T114" fmla="*/ 2147483647 w 935"/>
              <a:gd name="T115" fmla="*/ 2147483647 h 529"/>
              <a:gd name="T116" fmla="*/ 2147483647 w 935"/>
              <a:gd name="T117" fmla="*/ 0 h 529"/>
              <a:gd name="T118" fmla="*/ 2147483647 w 935"/>
              <a:gd name="T119" fmla="*/ 2147483647 h 529"/>
              <a:gd name="T120" fmla="*/ 2147483647 w 935"/>
              <a:gd name="T121" fmla="*/ 2147483647 h 529"/>
              <a:gd name="T122" fmla="*/ 2147483647 w 935"/>
              <a:gd name="T123" fmla="*/ 2147483647 h 52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935"/>
              <a:gd name="T187" fmla="*/ 0 h 529"/>
              <a:gd name="T188" fmla="*/ 935 w 935"/>
              <a:gd name="T189" fmla="*/ 529 h 529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935" h="529">
                <a:moveTo>
                  <a:pt x="868" y="12"/>
                </a:moveTo>
                <a:lnTo>
                  <a:pt x="934" y="5"/>
                </a:lnTo>
                <a:lnTo>
                  <a:pt x="934" y="528"/>
                </a:lnTo>
                <a:lnTo>
                  <a:pt x="4" y="528"/>
                </a:lnTo>
                <a:lnTo>
                  <a:pt x="178" y="391"/>
                </a:lnTo>
                <a:lnTo>
                  <a:pt x="189" y="385"/>
                </a:lnTo>
                <a:lnTo>
                  <a:pt x="197" y="379"/>
                </a:lnTo>
                <a:lnTo>
                  <a:pt x="206" y="370"/>
                </a:lnTo>
                <a:lnTo>
                  <a:pt x="212" y="362"/>
                </a:lnTo>
                <a:lnTo>
                  <a:pt x="216" y="353"/>
                </a:lnTo>
                <a:lnTo>
                  <a:pt x="220" y="341"/>
                </a:lnTo>
                <a:lnTo>
                  <a:pt x="222" y="331"/>
                </a:lnTo>
                <a:lnTo>
                  <a:pt x="224" y="321"/>
                </a:lnTo>
                <a:lnTo>
                  <a:pt x="224" y="309"/>
                </a:lnTo>
                <a:lnTo>
                  <a:pt x="224" y="296"/>
                </a:lnTo>
                <a:lnTo>
                  <a:pt x="220" y="286"/>
                </a:lnTo>
                <a:lnTo>
                  <a:pt x="218" y="275"/>
                </a:lnTo>
                <a:lnTo>
                  <a:pt x="214" y="265"/>
                </a:lnTo>
                <a:lnTo>
                  <a:pt x="209" y="257"/>
                </a:lnTo>
                <a:lnTo>
                  <a:pt x="203" y="250"/>
                </a:lnTo>
                <a:lnTo>
                  <a:pt x="195" y="244"/>
                </a:lnTo>
                <a:lnTo>
                  <a:pt x="187" y="239"/>
                </a:lnTo>
                <a:lnTo>
                  <a:pt x="178" y="236"/>
                </a:lnTo>
                <a:lnTo>
                  <a:pt x="165" y="234"/>
                </a:lnTo>
                <a:lnTo>
                  <a:pt x="152" y="234"/>
                </a:lnTo>
                <a:lnTo>
                  <a:pt x="139" y="237"/>
                </a:lnTo>
                <a:lnTo>
                  <a:pt x="128" y="239"/>
                </a:lnTo>
                <a:lnTo>
                  <a:pt x="116" y="242"/>
                </a:lnTo>
                <a:lnTo>
                  <a:pt x="98" y="242"/>
                </a:lnTo>
                <a:lnTo>
                  <a:pt x="84" y="239"/>
                </a:lnTo>
                <a:lnTo>
                  <a:pt x="69" y="234"/>
                </a:lnTo>
                <a:lnTo>
                  <a:pt x="55" y="229"/>
                </a:lnTo>
                <a:lnTo>
                  <a:pt x="42" y="223"/>
                </a:lnTo>
                <a:lnTo>
                  <a:pt x="33" y="217"/>
                </a:lnTo>
                <a:lnTo>
                  <a:pt x="25" y="211"/>
                </a:lnTo>
                <a:lnTo>
                  <a:pt x="17" y="205"/>
                </a:lnTo>
                <a:lnTo>
                  <a:pt x="11" y="198"/>
                </a:lnTo>
                <a:lnTo>
                  <a:pt x="6" y="192"/>
                </a:lnTo>
                <a:lnTo>
                  <a:pt x="4" y="185"/>
                </a:lnTo>
                <a:lnTo>
                  <a:pt x="0" y="179"/>
                </a:lnTo>
                <a:lnTo>
                  <a:pt x="0" y="172"/>
                </a:lnTo>
                <a:lnTo>
                  <a:pt x="4" y="164"/>
                </a:lnTo>
                <a:lnTo>
                  <a:pt x="6" y="158"/>
                </a:lnTo>
                <a:lnTo>
                  <a:pt x="12" y="152"/>
                </a:lnTo>
                <a:lnTo>
                  <a:pt x="19" y="146"/>
                </a:lnTo>
                <a:lnTo>
                  <a:pt x="29" y="141"/>
                </a:lnTo>
                <a:lnTo>
                  <a:pt x="39" y="138"/>
                </a:lnTo>
                <a:lnTo>
                  <a:pt x="49" y="136"/>
                </a:lnTo>
                <a:lnTo>
                  <a:pt x="59" y="135"/>
                </a:lnTo>
                <a:lnTo>
                  <a:pt x="73" y="136"/>
                </a:lnTo>
                <a:lnTo>
                  <a:pt x="88" y="138"/>
                </a:lnTo>
                <a:lnTo>
                  <a:pt x="105" y="141"/>
                </a:lnTo>
                <a:lnTo>
                  <a:pt x="122" y="145"/>
                </a:lnTo>
                <a:lnTo>
                  <a:pt x="134" y="148"/>
                </a:lnTo>
                <a:lnTo>
                  <a:pt x="145" y="151"/>
                </a:lnTo>
                <a:lnTo>
                  <a:pt x="161" y="153"/>
                </a:lnTo>
                <a:lnTo>
                  <a:pt x="177" y="154"/>
                </a:lnTo>
                <a:lnTo>
                  <a:pt x="190" y="153"/>
                </a:lnTo>
                <a:lnTo>
                  <a:pt x="201" y="150"/>
                </a:lnTo>
                <a:lnTo>
                  <a:pt x="212" y="145"/>
                </a:lnTo>
                <a:lnTo>
                  <a:pt x="216" y="139"/>
                </a:lnTo>
                <a:lnTo>
                  <a:pt x="220" y="133"/>
                </a:lnTo>
                <a:lnTo>
                  <a:pt x="224" y="125"/>
                </a:lnTo>
                <a:lnTo>
                  <a:pt x="224" y="108"/>
                </a:lnTo>
                <a:lnTo>
                  <a:pt x="220" y="96"/>
                </a:lnTo>
                <a:lnTo>
                  <a:pt x="216" y="85"/>
                </a:lnTo>
                <a:lnTo>
                  <a:pt x="210" y="70"/>
                </a:lnTo>
                <a:lnTo>
                  <a:pt x="203" y="57"/>
                </a:lnTo>
                <a:lnTo>
                  <a:pt x="195" y="43"/>
                </a:lnTo>
                <a:lnTo>
                  <a:pt x="190" y="32"/>
                </a:lnTo>
                <a:lnTo>
                  <a:pt x="186" y="25"/>
                </a:lnTo>
                <a:lnTo>
                  <a:pt x="178" y="21"/>
                </a:lnTo>
                <a:lnTo>
                  <a:pt x="195" y="18"/>
                </a:lnTo>
                <a:lnTo>
                  <a:pt x="212" y="15"/>
                </a:lnTo>
                <a:lnTo>
                  <a:pt x="231" y="12"/>
                </a:lnTo>
                <a:lnTo>
                  <a:pt x="250" y="10"/>
                </a:lnTo>
                <a:lnTo>
                  <a:pt x="273" y="8"/>
                </a:lnTo>
                <a:lnTo>
                  <a:pt x="299" y="6"/>
                </a:lnTo>
                <a:lnTo>
                  <a:pt x="324" y="7"/>
                </a:lnTo>
                <a:lnTo>
                  <a:pt x="348" y="8"/>
                </a:lnTo>
                <a:lnTo>
                  <a:pt x="375" y="12"/>
                </a:lnTo>
                <a:lnTo>
                  <a:pt x="401" y="16"/>
                </a:lnTo>
                <a:lnTo>
                  <a:pt x="424" y="22"/>
                </a:lnTo>
                <a:lnTo>
                  <a:pt x="443" y="28"/>
                </a:lnTo>
                <a:lnTo>
                  <a:pt x="457" y="36"/>
                </a:lnTo>
                <a:lnTo>
                  <a:pt x="470" y="44"/>
                </a:lnTo>
                <a:lnTo>
                  <a:pt x="481" y="51"/>
                </a:lnTo>
                <a:lnTo>
                  <a:pt x="490" y="59"/>
                </a:lnTo>
                <a:lnTo>
                  <a:pt x="500" y="67"/>
                </a:lnTo>
                <a:lnTo>
                  <a:pt x="514" y="76"/>
                </a:lnTo>
                <a:lnTo>
                  <a:pt x="524" y="83"/>
                </a:lnTo>
                <a:lnTo>
                  <a:pt x="537" y="88"/>
                </a:lnTo>
                <a:lnTo>
                  <a:pt x="551" y="93"/>
                </a:lnTo>
                <a:lnTo>
                  <a:pt x="567" y="99"/>
                </a:lnTo>
                <a:lnTo>
                  <a:pt x="586" y="102"/>
                </a:lnTo>
                <a:lnTo>
                  <a:pt x="606" y="104"/>
                </a:lnTo>
                <a:lnTo>
                  <a:pt x="629" y="105"/>
                </a:lnTo>
                <a:lnTo>
                  <a:pt x="652" y="104"/>
                </a:lnTo>
                <a:lnTo>
                  <a:pt x="675" y="101"/>
                </a:lnTo>
                <a:lnTo>
                  <a:pt x="692" y="96"/>
                </a:lnTo>
                <a:lnTo>
                  <a:pt x="705" y="89"/>
                </a:lnTo>
                <a:lnTo>
                  <a:pt x="713" y="82"/>
                </a:lnTo>
                <a:lnTo>
                  <a:pt x="713" y="76"/>
                </a:lnTo>
                <a:lnTo>
                  <a:pt x="705" y="69"/>
                </a:lnTo>
                <a:lnTo>
                  <a:pt x="692" y="62"/>
                </a:lnTo>
                <a:lnTo>
                  <a:pt x="676" y="57"/>
                </a:lnTo>
                <a:lnTo>
                  <a:pt x="659" y="52"/>
                </a:lnTo>
                <a:lnTo>
                  <a:pt x="642" y="47"/>
                </a:lnTo>
                <a:lnTo>
                  <a:pt x="633" y="42"/>
                </a:lnTo>
                <a:lnTo>
                  <a:pt x="629" y="35"/>
                </a:lnTo>
                <a:lnTo>
                  <a:pt x="629" y="26"/>
                </a:lnTo>
                <a:lnTo>
                  <a:pt x="633" y="19"/>
                </a:lnTo>
                <a:lnTo>
                  <a:pt x="646" y="13"/>
                </a:lnTo>
                <a:lnTo>
                  <a:pt x="659" y="9"/>
                </a:lnTo>
                <a:lnTo>
                  <a:pt x="675" y="5"/>
                </a:lnTo>
                <a:lnTo>
                  <a:pt x="695" y="2"/>
                </a:lnTo>
                <a:lnTo>
                  <a:pt x="714" y="0"/>
                </a:lnTo>
                <a:lnTo>
                  <a:pt x="736" y="0"/>
                </a:lnTo>
                <a:lnTo>
                  <a:pt x="759" y="0"/>
                </a:lnTo>
                <a:lnTo>
                  <a:pt x="781" y="2"/>
                </a:lnTo>
                <a:lnTo>
                  <a:pt x="810" y="4"/>
                </a:lnTo>
                <a:lnTo>
                  <a:pt x="835" y="8"/>
                </a:lnTo>
                <a:lnTo>
                  <a:pt x="851" y="9"/>
                </a:lnTo>
                <a:lnTo>
                  <a:pt x="868" y="12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07" name="Freeform 6"/>
          <p:cNvSpPr>
            <a:spLocks/>
          </p:cNvSpPr>
          <p:nvPr/>
        </p:nvSpPr>
        <p:spPr bwMode="blackWhite">
          <a:xfrm>
            <a:off x="3179763" y="3060700"/>
            <a:ext cx="2098675" cy="1103313"/>
          </a:xfrm>
          <a:custGeom>
            <a:avLst/>
            <a:gdLst>
              <a:gd name="T0" fmla="*/ 2147483647 w 1008"/>
              <a:gd name="T1" fmla="*/ 2147483647 h 545"/>
              <a:gd name="T2" fmla="*/ 2147483647 w 1008"/>
              <a:gd name="T3" fmla="*/ 2147483647 h 545"/>
              <a:gd name="T4" fmla="*/ 2147483647 w 1008"/>
              <a:gd name="T5" fmla="*/ 2147483647 h 545"/>
              <a:gd name="T6" fmla="*/ 2147483647 w 1008"/>
              <a:gd name="T7" fmla="*/ 2147483647 h 545"/>
              <a:gd name="T8" fmla="*/ 2147483647 w 1008"/>
              <a:gd name="T9" fmla="*/ 2147483647 h 545"/>
              <a:gd name="T10" fmla="*/ 2147483647 w 1008"/>
              <a:gd name="T11" fmla="*/ 2147483647 h 545"/>
              <a:gd name="T12" fmla="*/ 2147483647 w 1008"/>
              <a:gd name="T13" fmla="*/ 2147483647 h 545"/>
              <a:gd name="T14" fmla="*/ 2147483647 w 1008"/>
              <a:gd name="T15" fmla="*/ 2147483647 h 545"/>
              <a:gd name="T16" fmla="*/ 2147483647 w 1008"/>
              <a:gd name="T17" fmla="*/ 2147483647 h 545"/>
              <a:gd name="T18" fmla="*/ 2147483647 w 1008"/>
              <a:gd name="T19" fmla="*/ 2147483647 h 545"/>
              <a:gd name="T20" fmla="*/ 2147483647 w 1008"/>
              <a:gd name="T21" fmla="*/ 2147483647 h 545"/>
              <a:gd name="T22" fmla="*/ 2147483647 w 1008"/>
              <a:gd name="T23" fmla="*/ 2147483647 h 545"/>
              <a:gd name="T24" fmla="*/ 2147483647 w 1008"/>
              <a:gd name="T25" fmla="*/ 2147483647 h 545"/>
              <a:gd name="T26" fmla="*/ 2147483647 w 1008"/>
              <a:gd name="T27" fmla="*/ 2147483647 h 545"/>
              <a:gd name="T28" fmla="*/ 2147483647 w 1008"/>
              <a:gd name="T29" fmla="*/ 2147483647 h 545"/>
              <a:gd name="T30" fmla="*/ 2147483647 w 1008"/>
              <a:gd name="T31" fmla="*/ 2147483647 h 545"/>
              <a:gd name="T32" fmla="*/ 2147483647 w 1008"/>
              <a:gd name="T33" fmla="*/ 2147483647 h 545"/>
              <a:gd name="T34" fmla="*/ 2147483647 w 1008"/>
              <a:gd name="T35" fmla="*/ 2147483647 h 545"/>
              <a:gd name="T36" fmla="*/ 2147483647 w 1008"/>
              <a:gd name="T37" fmla="*/ 2147483647 h 545"/>
              <a:gd name="T38" fmla="*/ 2147483647 w 1008"/>
              <a:gd name="T39" fmla="*/ 2147483647 h 545"/>
              <a:gd name="T40" fmla="*/ 2147483647 w 1008"/>
              <a:gd name="T41" fmla="*/ 2147483647 h 545"/>
              <a:gd name="T42" fmla="*/ 2147483647 w 1008"/>
              <a:gd name="T43" fmla="*/ 2147483647 h 545"/>
              <a:gd name="T44" fmla="*/ 2147483647 w 1008"/>
              <a:gd name="T45" fmla="*/ 2147483647 h 545"/>
              <a:gd name="T46" fmla="*/ 2147483647 w 1008"/>
              <a:gd name="T47" fmla="*/ 2147483647 h 545"/>
              <a:gd name="T48" fmla="*/ 2147483647 w 1008"/>
              <a:gd name="T49" fmla="*/ 2147483647 h 545"/>
              <a:gd name="T50" fmla="*/ 2147483647 w 1008"/>
              <a:gd name="T51" fmla="*/ 2147483647 h 545"/>
              <a:gd name="T52" fmla="*/ 2147483647 w 1008"/>
              <a:gd name="T53" fmla="*/ 2147483647 h 545"/>
              <a:gd name="T54" fmla="*/ 2147483647 w 1008"/>
              <a:gd name="T55" fmla="*/ 2147483647 h 545"/>
              <a:gd name="T56" fmla="*/ 2147483647 w 1008"/>
              <a:gd name="T57" fmla="*/ 2147483647 h 545"/>
              <a:gd name="T58" fmla="*/ 2147483647 w 1008"/>
              <a:gd name="T59" fmla="*/ 2147483647 h 545"/>
              <a:gd name="T60" fmla="*/ 2147483647 w 1008"/>
              <a:gd name="T61" fmla="*/ 2147483647 h 545"/>
              <a:gd name="T62" fmla="*/ 2147483647 w 1008"/>
              <a:gd name="T63" fmla="*/ 2147483647 h 545"/>
              <a:gd name="T64" fmla="*/ 2147483647 w 1008"/>
              <a:gd name="T65" fmla="*/ 2147483647 h 545"/>
              <a:gd name="T66" fmla="*/ 2147483647 w 1008"/>
              <a:gd name="T67" fmla="*/ 2147483647 h 545"/>
              <a:gd name="T68" fmla="*/ 2147483647 w 1008"/>
              <a:gd name="T69" fmla="*/ 2147483647 h 545"/>
              <a:gd name="T70" fmla="*/ 2147483647 w 1008"/>
              <a:gd name="T71" fmla="*/ 2147483647 h 545"/>
              <a:gd name="T72" fmla="*/ 2147483647 w 1008"/>
              <a:gd name="T73" fmla="*/ 2147483647 h 545"/>
              <a:gd name="T74" fmla="*/ 2147483647 w 1008"/>
              <a:gd name="T75" fmla="*/ 2147483647 h 545"/>
              <a:gd name="T76" fmla="*/ 2147483647 w 1008"/>
              <a:gd name="T77" fmla="*/ 2147483647 h 545"/>
              <a:gd name="T78" fmla="*/ 2147483647 w 1008"/>
              <a:gd name="T79" fmla="*/ 2147483647 h 545"/>
              <a:gd name="T80" fmla="*/ 2147483647 w 1008"/>
              <a:gd name="T81" fmla="*/ 2147483647 h 545"/>
              <a:gd name="T82" fmla="*/ 2147483647 w 1008"/>
              <a:gd name="T83" fmla="*/ 2147483647 h 545"/>
              <a:gd name="T84" fmla="*/ 2147483647 w 1008"/>
              <a:gd name="T85" fmla="*/ 2147483647 h 545"/>
              <a:gd name="T86" fmla="*/ 2147483647 w 1008"/>
              <a:gd name="T87" fmla="*/ 2147483647 h 545"/>
              <a:gd name="T88" fmla="*/ 2147483647 w 1008"/>
              <a:gd name="T89" fmla="*/ 2147483647 h 545"/>
              <a:gd name="T90" fmla="*/ 2147483647 w 1008"/>
              <a:gd name="T91" fmla="*/ 2147483647 h 545"/>
              <a:gd name="T92" fmla="*/ 2147483647 w 1008"/>
              <a:gd name="T93" fmla="*/ 2147483647 h 545"/>
              <a:gd name="T94" fmla="*/ 2147483647 w 1008"/>
              <a:gd name="T95" fmla="*/ 2147483647 h 545"/>
              <a:gd name="T96" fmla="*/ 2147483647 w 1008"/>
              <a:gd name="T97" fmla="*/ 2147483647 h 545"/>
              <a:gd name="T98" fmla="*/ 2147483647 w 1008"/>
              <a:gd name="T99" fmla="*/ 2147483647 h 545"/>
              <a:gd name="T100" fmla="*/ 2147483647 w 1008"/>
              <a:gd name="T101" fmla="*/ 2147483647 h 545"/>
              <a:gd name="T102" fmla="*/ 2147483647 w 1008"/>
              <a:gd name="T103" fmla="*/ 2147483647 h 545"/>
              <a:gd name="T104" fmla="*/ 2147483647 w 1008"/>
              <a:gd name="T105" fmla="*/ 2147483647 h 545"/>
              <a:gd name="T106" fmla="*/ 2147483647 w 1008"/>
              <a:gd name="T107" fmla="*/ 2147483647 h 545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008"/>
              <a:gd name="T163" fmla="*/ 0 h 545"/>
              <a:gd name="T164" fmla="*/ 1008 w 1008"/>
              <a:gd name="T165" fmla="*/ 545 h 545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008" h="545">
                <a:moveTo>
                  <a:pt x="902" y="0"/>
                </a:moveTo>
                <a:lnTo>
                  <a:pt x="138" y="0"/>
                </a:lnTo>
                <a:lnTo>
                  <a:pt x="189" y="64"/>
                </a:lnTo>
                <a:lnTo>
                  <a:pt x="198" y="79"/>
                </a:lnTo>
                <a:lnTo>
                  <a:pt x="206" y="91"/>
                </a:lnTo>
                <a:lnTo>
                  <a:pt x="214" y="104"/>
                </a:lnTo>
                <a:lnTo>
                  <a:pt x="226" y="120"/>
                </a:lnTo>
                <a:lnTo>
                  <a:pt x="239" y="135"/>
                </a:lnTo>
                <a:lnTo>
                  <a:pt x="254" y="148"/>
                </a:lnTo>
                <a:lnTo>
                  <a:pt x="269" y="164"/>
                </a:lnTo>
                <a:lnTo>
                  <a:pt x="277" y="174"/>
                </a:lnTo>
                <a:lnTo>
                  <a:pt x="281" y="183"/>
                </a:lnTo>
                <a:lnTo>
                  <a:pt x="283" y="198"/>
                </a:lnTo>
                <a:lnTo>
                  <a:pt x="274" y="215"/>
                </a:lnTo>
                <a:lnTo>
                  <a:pt x="258" y="228"/>
                </a:lnTo>
                <a:lnTo>
                  <a:pt x="231" y="235"/>
                </a:lnTo>
                <a:lnTo>
                  <a:pt x="204" y="236"/>
                </a:lnTo>
                <a:lnTo>
                  <a:pt x="168" y="229"/>
                </a:lnTo>
                <a:lnTo>
                  <a:pt x="145" y="224"/>
                </a:lnTo>
                <a:lnTo>
                  <a:pt x="107" y="219"/>
                </a:lnTo>
                <a:lnTo>
                  <a:pt x="89" y="219"/>
                </a:lnTo>
                <a:lnTo>
                  <a:pt x="59" y="222"/>
                </a:lnTo>
                <a:lnTo>
                  <a:pt x="27" y="232"/>
                </a:lnTo>
                <a:lnTo>
                  <a:pt x="9" y="245"/>
                </a:lnTo>
                <a:lnTo>
                  <a:pt x="0" y="260"/>
                </a:lnTo>
                <a:lnTo>
                  <a:pt x="8" y="274"/>
                </a:lnTo>
                <a:lnTo>
                  <a:pt x="25" y="288"/>
                </a:lnTo>
                <a:lnTo>
                  <a:pt x="38" y="296"/>
                </a:lnTo>
                <a:lnTo>
                  <a:pt x="65" y="307"/>
                </a:lnTo>
                <a:lnTo>
                  <a:pt x="80" y="312"/>
                </a:lnTo>
                <a:lnTo>
                  <a:pt x="99" y="315"/>
                </a:lnTo>
                <a:lnTo>
                  <a:pt x="120" y="317"/>
                </a:lnTo>
                <a:lnTo>
                  <a:pt x="145" y="318"/>
                </a:lnTo>
                <a:lnTo>
                  <a:pt x="164" y="320"/>
                </a:lnTo>
                <a:lnTo>
                  <a:pt x="172" y="322"/>
                </a:lnTo>
                <a:lnTo>
                  <a:pt x="183" y="326"/>
                </a:lnTo>
                <a:lnTo>
                  <a:pt x="193" y="333"/>
                </a:lnTo>
                <a:lnTo>
                  <a:pt x="202" y="344"/>
                </a:lnTo>
                <a:lnTo>
                  <a:pt x="212" y="354"/>
                </a:lnTo>
                <a:lnTo>
                  <a:pt x="220" y="363"/>
                </a:lnTo>
                <a:lnTo>
                  <a:pt x="227" y="372"/>
                </a:lnTo>
                <a:lnTo>
                  <a:pt x="235" y="386"/>
                </a:lnTo>
                <a:lnTo>
                  <a:pt x="245" y="406"/>
                </a:lnTo>
                <a:lnTo>
                  <a:pt x="251" y="427"/>
                </a:lnTo>
                <a:lnTo>
                  <a:pt x="251" y="451"/>
                </a:lnTo>
                <a:lnTo>
                  <a:pt x="251" y="474"/>
                </a:lnTo>
                <a:lnTo>
                  <a:pt x="243" y="496"/>
                </a:lnTo>
                <a:lnTo>
                  <a:pt x="257" y="499"/>
                </a:lnTo>
                <a:lnTo>
                  <a:pt x="271" y="502"/>
                </a:lnTo>
                <a:lnTo>
                  <a:pt x="284" y="505"/>
                </a:lnTo>
                <a:lnTo>
                  <a:pt x="300" y="511"/>
                </a:lnTo>
                <a:lnTo>
                  <a:pt x="312" y="515"/>
                </a:lnTo>
                <a:lnTo>
                  <a:pt x="331" y="520"/>
                </a:lnTo>
                <a:lnTo>
                  <a:pt x="347" y="526"/>
                </a:lnTo>
                <a:lnTo>
                  <a:pt x="360" y="530"/>
                </a:lnTo>
                <a:lnTo>
                  <a:pt x="376" y="534"/>
                </a:lnTo>
                <a:lnTo>
                  <a:pt x="397" y="538"/>
                </a:lnTo>
                <a:lnTo>
                  <a:pt x="409" y="539"/>
                </a:lnTo>
                <a:lnTo>
                  <a:pt x="431" y="541"/>
                </a:lnTo>
                <a:lnTo>
                  <a:pt x="449" y="543"/>
                </a:lnTo>
                <a:lnTo>
                  <a:pt x="472" y="544"/>
                </a:lnTo>
                <a:lnTo>
                  <a:pt x="491" y="541"/>
                </a:lnTo>
                <a:lnTo>
                  <a:pt x="510" y="539"/>
                </a:lnTo>
                <a:lnTo>
                  <a:pt x="521" y="536"/>
                </a:lnTo>
                <a:lnTo>
                  <a:pt x="529" y="531"/>
                </a:lnTo>
                <a:lnTo>
                  <a:pt x="535" y="526"/>
                </a:lnTo>
                <a:lnTo>
                  <a:pt x="535" y="520"/>
                </a:lnTo>
                <a:lnTo>
                  <a:pt x="535" y="515"/>
                </a:lnTo>
                <a:lnTo>
                  <a:pt x="523" y="509"/>
                </a:lnTo>
                <a:lnTo>
                  <a:pt x="507" y="504"/>
                </a:lnTo>
                <a:lnTo>
                  <a:pt x="488" y="500"/>
                </a:lnTo>
                <a:lnTo>
                  <a:pt x="464" y="494"/>
                </a:lnTo>
                <a:lnTo>
                  <a:pt x="445" y="488"/>
                </a:lnTo>
                <a:lnTo>
                  <a:pt x="431" y="482"/>
                </a:lnTo>
                <a:lnTo>
                  <a:pt x="421" y="475"/>
                </a:lnTo>
                <a:lnTo>
                  <a:pt x="414" y="467"/>
                </a:lnTo>
                <a:lnTo>
                  <a:pt x="414" y="461"/>
                </a:lnTo>
                <a:lnTo>
                  <a:pt x="418" y="455"/>
                </a:lnTo>
                <a:lnTo>
                  <a:pt x="422" y="450"/>
                </a:lnTo>
                <a:lnTo>
                  <a:pt x="428" y="445"/>
                </a:lnTo>
                <a:lnTo>
                  <a:pt x="441" y="440"/>
                </a:lnTo>
                <a:lnTo>
                  <a:pt x="453" y="437"/>
                </a:lnTo>
                <a:lnTo>
                  <a:pt x="468" y="434"/>
                </a:lnTo>
                <a:lnTo>
                  <a:pt x="482" y="432"/>
                </a:lnTo>
                <a:lnTo>
                  <a:pt x="506" y="430"/>
                </a:lnTo>
                <a:lnTo>
                  <a:pt x="526" y="430"/>
                </a:lnTo>
                <a:lnTo>
                  <a:pt x="542" y="432"/>
                </a:lnTo>
                <a:lnTo>
                  <a:pt x="559" y="435"/>
                </a:lnTo>
                <a:lnTo>
                  <a:pt x="574" y="437"/>
                </a:lnTo>
                <a:lnTo>
                  <a:pt x="592" y="443"/>
                </a:lnTo>
                <a:lnTo>
                  <a:pt x="603" y="450"/>
                </a:lnTo>
                <a:lnTo>
                  <a:pt x="611" y="455"/>
                </a:lnTo>
                <a:lnTo>
                  <a:pt x="626" y="465"/>
                </a:lnTo>
                <a:lnTo>
                  <a:pt x="641" y="474"/>
                </a:lnTo>
                <a:lnTo>
                  <a:pt x="654" y="479"/>
                </a:lnTo>
                <a:lnTo>
                  <a:pt x="665" y="484"/>
                </a:lnTo>
                <a:lnTo>
                  <a:pt x="688" y="489"/>
                </a:lnTo>
                <a:lnTo>
                  <a:pt x="711" y="491"/>
                </a:lnTo>
                <a:lnTo>
                  <a:pt x="734" y="492"/>
                </a:lnTo>
                <a:lnTo>
                  <a:pt x="753" y="492"/>
                </a:lnTo>
                <a:lnTo>
                  <a:pt x="781" y="490"/>
                </a:lnTo>
                <a:lnTo>
                  <a:pt x="801" y="488"/>
                </a:lnTo>
                <a:lnTo>
                  <a:pt x="825" y="484"/>
                </a:lnTo>
                <a:lnTo>
                  <a:pt x="846" y="481"/>
                </a:lnTo>
                <a:lnTo>
                  <a:pt x="873" y="477"/>
                </a:lnTo>
                <a:lnTo>
                  <a:pt x="897" y="474"/>
                </a:lnTo>
                <a:lnTo>
                  <a:pt x="919" y="473"/>
                </a:lnTo>
                <a:lnTo>
                  <a:pt x="940" y="473"/>
                </a:lnTo>
                <a:lnTo>
                  <a:pt x="989" y="476"/>
                </a:lnTo>
                <a:lnTo>
                  <a:pt x="988" y="466"/>
                </a:lnTo>
                <a:lnTo>
                  <a:pt x="987" y="457"/>
                </a:lnTo>
                <a:lnTo>
                  <a:pt x="988" y="447"/>
                </a:lnTo>
                <a:lnTo>
                  <a:pt x="993" y="424"/>
                </a:lnTo>
                <a:lnTo>
                  <a:pt x="996" y="411"/>
                </a:lnTo>
                <a:lnTo>
                  <a:pt x="1001" y="398"/>
                </a:lnTo>
                <a:lnTo>
                  <a:pt x="1005" y="382"/>
                </a:lnTo>
                <a:lnTo>
                  <a:pt x="1007" y="370"/>
                </a:lnTo>
                <a:lnTo>
                  <a:pt x="1007" y="360"/>
                </a:lnTo>
                <a:lnTo>
                  <a:pt x="1001" y="351"/>
                </a:lnTo>
                <a:lnTo>
                  <a:pt x="996" y="346"/>
                </a:lnTo>
                <a:lnTo>
                  <a:pt x="988" y="342"/>
                </a:lnTo>
                <a:lnTo>
                  <a:pt x="976" y="339"/>
                </a:lnTo>
                <a:lnTo>
                  <a:pt x="963" y="337"/>
                </a:lnTo>
                <a:lnTo>
                  <a:pt x="949" y="339"/>
                </a:lnTo>
                <a:lnTo>
                  <a:pt x="935" y="340"/>
                </a:lnTo>
                <a:lnTo>
                  <a:pt x="917" y="344"/>
                </a:lnTo>
                <a:lnTo>
                  <a:pt x="902" y="346"/>
                </a:lnTo>
                <a:lnTo>
                  <a:pt x="884" y="348"/>
                </a:lnTo>
                <a:lnTo>
                  <a:pt x="867" y="348"/>
                </a:lnTo>
                <a:lnTo>
                  <a:pt x="849" y="346"/>
                </a:lnTo>
                <a:lnTo>
                  <a:pt x="833" y="343"/>
                </a:lnTo>
                <a:lnTo>
                  <a:pt x="818" y="339"/>
                </a:lnTo>
                <a:lnTo>
                  <a:pt x="806" y="333"/>
                </a:lnTo>
                <a:lnTo>
                  <a:pt x="794" y="328"/>
                </a:lnTo>
                <a:lnTo>
                  <a:pt x="785" y="320"/>
                </a:lnTo>
                <a:lnTo>
                  <a:pt x="779" y="313"/>
                </a:lnTo>
                <a:lnTo>
                  <a:pt x="775" y="307"/>
                </a:lnTo>
                <a:lnTo>
                  <a:pt x="772" y="299"/>
                </a:lnTo>
                <a:lnTo>
                  <a:pt x="769" y="293"/>
                </a:lnTo>
                <a:lnTo>
                  <a:pt x="769" y="286"/>
                </a:lnTo>
                <a:lnTo>
                  <a:pt x="772" y="280"/>
                </a:lnTo>
                <a:lnTo>
                  <a:pt x="775" y="274"/>
                </a:lnTo>
                <a:lnTo>
                  <a:pt x="779" y="269"/>
                </a:lnTo>
                <a:lnTo>
                  <a:pt x="783" y="265"/>
                </a:lnTo>
                <a:lnTo>
                  <a:pt x="793" y="260"/>
                </a:lnTo>
                <a:lnTo>
                  <a:pt x="801" y="256"/>
                </a:lnTo>
                <a:lnTo>
                  <a:pt x="814" y="253"/>
                </a:lnTo>
                <a:lnTo>
                  <a:pt x="829" y="248"/>
                </a:lnTo>
                <a:lnTo>
                  <a:pt x="843" y="245"/>
                </a:lnTo>
                <a:lnTo>
                  <a:pt x="856" y="242"/>
                </a:lnTo>
                <a:lnTo>
                  <a:pt x="873" y="237"/>
                </a:lnTo>
                <a:lnTo>
                  <a:pt x="890" y="234"/>
                </a:lnTo>
                <a:lnTo>
                  <a:pt x="906" y="229"/>
                </a:lnTo>
                <a:lnTo>
                  <a:pt x="922" y="224"/>
                </a:lnTo>
                <a:lnTo>
                  <a:pt x="934" y="218"/>
                </a:lnTo>
                <a:lnTo>
                  <a:pt x="944" y="212"/>
                </a:lnTo>
                <a:lnTo>
                  <a:pt x="951" y="206"/>
                </a:lnTo>
                <a:lnTo>
                  <a:pt x="957" y="199"/>
                </a:lnTo>
                <a:lnTo>
                  <a:pt x="961" y="190"/>
                </a:lnTo>
                <a:lnTo>
                  <a:pt x="963" y="181"/>
                </a:lnTo>
                <a:lnTo>
                  <a:pt x="964" y="172"/>
                </a:lnTo>
                <a:lnTo>
                  <a:pt x="964" y="165"/>
                </a:lnTo>
                <a:lnTo>
                  <a:pt x="963" y="156"/>
                </a:lnTo>
                <a:lnTo>
                  <a:pt x="958" y="148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08" name="Freeform 7"/>
          <p:cNvSpPr>
            <a:spLocks/>
          </p:cNvSpPr>
          <p:nvPr/>
        </p:nvSpPr>
        <p:spPr bwMode="blackWhite">
          <a:xfrm>
            <a:off x="2190750" y="3917950"/>
            <a:ext cx="1917700" cy="977900"/>
          </a:xfrm>
          <a:custGeom>
            <a:avLst/>
            <a:gdLst>
              <a:gd name="T0" fmla="*/ 2147483647 w 921"/>
              <a:gd name="T1" fmla="*/ 2147483647 h 483"/>
              <a:gd name="T2" fmla="*/ 2147483647 w 921"/>
              <a:gd name="T3" fmla="*/ 2147483647 h 483"/>
              <a:gd name="T4" fmla="*/ 2147483647 w 921"/>
              <a:gd name="T5" fmla="*/ 2147483647 h 483"/>
              <a:gd name="T6" fmla="*/ 2147483647 w 921"/>
              <a:gd name="T7" fmla="*/ 2147483647 h 483"/>
              <a:gd name="T8" fmla="*/ 2147483647 w 921"/>
              <a:gd name="T9" fmla="*/ 2147483647 h 483"/>
              <a:gd name="T10" fmla="*/ 2147483647 w 921"/>
              <a:gd name="T11" fmla="*/ 2147483647 h 483"/>
              <a:gd name="T12" fmla="*/ 2147483647 w 921"/>
              <a:gd name="T13" fmla="*/ 2147483647 h 483"/>
              <a:gd name="T14" fmla="*/ 2147483647 w 921"/>
              <a:gd name="T15" fmla="*/ 2147483647 h 483"/>
              <a:gd name="T16" fmla="*/ 2147483647 w 921"/>
              <a:gd name="T17" fmla="*/ 2147483647 h 483"/>
              <a:gd name="T18" fmla="*/ 2147483647 w 921"/>
              <a:gd name="T19" fmla="*/ 2147483647 h 483"/>
              <a:gd name="T20" fmla="*/ 2147483647 w 921"/>
              <a:gd name="T21" fmla="*/ 2147483647 h 483"/>
              <a:gd name="T22" fmla="*/ 2147483647 w 921"/>
              <a:gd name="T23" fmla="*/ 2147483647 h 483"/>
              <a:gd name="T24" fmla="*/ 2147483647 w 921"/>
              <a:gd name="T25" fmla="*/ 2147483647 h 483"/>
              <a:gd name="T26" fmla="*/ 2147483647 w 921"/>
              <a:gd name="T27" fmla="*/ 2147483647 h 483"/>
              <a:gd name="T28" fmla="*/ 2147483647 w 921"/>
              <a:gd name="T29" fmla="*/ 2147483647 h 483"/>
              <a:gd name="T30" fmla="*/ 2147483647 w 921"/>
              <a:gd name="T31" fmla="*/ 2147483647 h 483"/>
              <a:gd name="T32" fmla="*/ 2147483647 w 921"/>
              <a:gd name="T33" fmla="*/ 2147483647 h 483"/>
              <a:gd name="T34" fmla="*/ 2147483647 w 921"/>
              <a:gd name="T35" fmla="*/ 2147483647 h 483"/>
              <a:gd name="T36" fmla="*/ 2147483647 w 921"/>
              <a:gd name="T37" fmla="*/ 2147483647 h 483"/>
              <a:gd name="T38" fmla="*/ 2147483647 w 921"/>
              <a:gd name="T39" fmla="*/ 2147483647 h 483"/>
              <a:gd name="T40" fmla="*/ 2147483647 w 921"/>
              <a:gd name="T41" fmla="*/ 2147483647 h 483"/>
              <a:gd name="T42" fmla="*/ 2147483647 w 921"/>
              <a:gd name="T43" fmla="*/ 2147483647 h 483"/>
              <a:gd name="T44" fmla="*/ 2147483647 w 921"/>
              <a:gd name="T45" fmla="*/ 2147483647 h 483"/>
              <a:gd name="T46" fmla="*/ 2147483647 w 921"/>
              <a:gd name="T47" fmla="*/ 2147483647 h 483"/>
              <a:gd name="T48" fmla="*/ 2147483647 w 921"/>
              <a:gd name="T49" fmla="*/ 2147483647 h 483"/>
              <a:gd name="T50" fmla="*/ 2147483647 w 921"/>
              <a:gd name="T51" fmla="*/ 2147483647 h 483"/>
              <a:gd name="T52" fmla="*/ 2147483647 w 921"/>
              <a:gd name="T53" fmla="*/ 2147483647 h 483"/>
              <a:gd name="T54" fmla="*/ 2147483647 w 921"/>
              <a:gd name="T55" fmla="*/ 2147483647 h 483"/>
              <a:gd name="T56" fmla="*/ 2147483647 w 921"/>
              <a:gd name="T57" fmla="*/ 2147483647 h 483"/>
              <a:gd name="T58" fmla="*/ 2147483647 w 921"/>
              <a:gd name="T59" fmla="*/ 2147483647 h 483"/>
              <a:gd name="T60" fmla="*/ 2147483647 w 921"/>
              <a:gd name="T61" fmla="*/ 2147483647 h 483"/>
              <a:gd name="T62" fmla="*/ 2147483647 w 921"/>
              <a:gd name="T63" fmla="*/ 2147483647 h 483"/>
              <a:gd name="T64" fmla="*/ 2147483647 w 921"/>
              <a:gd name="T65" fmla="*/ 2147483647 h 483"/>
              <a:gd name="T66" fmla="*/ 2147483647 w 921"/>
              <a:gd name="T67" fmla="*/ 0 h 483"/>
              <a:gd name="T68" fmla="*/ 2147483647 w 921"/>
              <a:gd name="T69" fmla="*/ 2147483647 h 483"/>
              <a:gd name="T70" fmla="*/ 2147483647 w 921"/>
              <a:gd name="T71" fmla="*/ 2147483647 h 483"/>
              <a:gd name="T72" fmla="*/ 2147483647 w 921"/>
              <a:gd name="T73" fmla="*/ 2147483647 h 483"/>
              <a:gd name="T74" fmla="*/ 2147483647 w 921"/>
              <a:gd name="T75" fmla="*/ 2147483647 h 483"/>
              <a:gd name="T76" fmla="*/ 2147483647 w 921"/>
              <a:gd name="T77" fmla="*/ 2147483647 h 483"/>
              <a:gd name="T78" fmla="*/ 2147483647 w 921"/>
              <a:gd name="T79" fmla="*/ 2147483647 h 483"/>
              <a:gd name="T80" fmla="*/ 2147483647 w 921"/>
              <a:gd name="T81" fmla="*/ 2147483647 h 483"/>
              <a:gd name="T82" fmla="*/ 2147483647 w 921"/>
              <a:gd name="T83" fmla="*/ 2147483647 h 483"/>
              <a:gd name="T84" fmla="*/ 2147483647 w 921"/>
              <a:gd name="T85" fmla="*/ 2147483647 h 483"/>
              <a:gd name="T86" fmla="*/ 2147483647 w 921"/>
              <a:gd name="T87" fmla="*/ 2147483647 h 483"/>
              <a:gd name="T88" fmla="*/ 2147483647 w 921"/>
              <a:gd name="T89" fmla="*/ 2147483647 h 483"/>
              <a:gd name="T90" fmla="*/ 2147483647 w 921"/>
              <a:gd name="T91" fmla="*/ 2147483647 h 483"/>
              <a:gd name="T92" fmla="*/ 2147483647 w 921"/>
              <a:gd name="T93" fmla="*/ 2147483647 h 483"/>
              <a:gd name="T94" fmla="*/ 2147483647 w 921"/>
              <a:gd name="T95" fmla="*/ 2147483647 h 483"/>
              <a:gd name="T96" fmla="*/ 2147483647 w 921"/>
              <a:gd name="T97" fmla="*/ 2147483647 h 483"/>
              <a:gd name="T98" fmla="*/ 2147483647 w 921"/>
              <a:gd name="T99" fmla="*/ 2147483647 h 483"/>
              <a:gd name="T100" fmla="*/ 2147483647 w 921"/>
              <a:gd name="T101" fmla="*/ 2147483647 h 483"/>
              <a:gd name="T102" fmla="*/ 2147483647 w 921"/>
              <a:gd name="T103" fmla="*/ 2147483647 h 483"/>
              <a:gd name="T104" fmla="*/ 2147483647 w 921"/>
              <a:gd name="T105" fmla="*/ 2147483647 h 483"/>
              <a:gd name="T106" fmla="*/ 2147483647 w 921"/>
              <a:gd name="T107" fmla="*/ 2147483647 h 483"/>
              <a:gd name="T108" fmla="*/ 2147483647 w 921"/>
              <a:gd name="T109" fmla="*/ 2147483647 h 483"/>
              <a:gd name="T110" fmla="*/ 2147483647 w 921"/>
              <a:gd name="T111" fmla="*/ 2147483647 h 483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921"/>
              <a:gd name="T169" fmla="*/ 0 h 483"/>
              <a:gd name="T170" fmla="*/ 921 w 921"/>
              <a:gd name="T171" fmla="*/ 483 h 483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921" h="483">
                <a:moveTo>
                  <a:pt x="726" y="446"/>
                </a:moveTo>
                <a:lnTo>
                  <a:pt x="738" y="434"/>
                </a:lnTo>
                <a:lnTo>
                  <a:pt x="740" y="427"/>
                </a:lnTo>
                <a:lnTo>
                  <a:pt x="733" y="409"/>
                </a:lnTo>
                <a:lnTo>
                  <a:pt x="730" y="402"/>
                </a:lnTo>
                <a:lnTo>
                  <a:pt x="723" y="393"/>
                </a:lnTo>
                <a:lnTo>
                  <a:pt x="715" y="385"/>
                </a:lnTo>
                <a:lnTo>
                  <a:pt x="705" y="374"/>
                </a:lnTo>
                <a:lnTo>
                  <a:pt x="694" y="364"/>
                </a:lnTo>
                <a:lnTo>
                  <a:pt x="681" y="355"/>
                </a:lnTo>
                <a:lnTo>
                  <a:pt x="670" y="346"/>
                </a:lnTo>
                <a:lnTo>
                  <a:pt x="656" y="334"/>
                </a:lnTo>
                <a:lnTo>
                  <a:pt x="645" y="323"/>
                </a:lnTo>
                <a:lnTo>
                  <a:pt x="633" y="311"/>
                </a:lnTo>
                <a:lnTo>
                  <a:pt x="623" y="299"/>
                </a:lnTo>
                <a:lnTo>
                  <a:pt x="617" y="292"/>
                </a:lnTo>
                <a:lnTo>
                  <a:pt x="615" y="283"/>
                </a:lnTo>
                <a:lnTo>
                  <a:pt x="615" y="273"/>
                </a:lnTo>
                <a:lnTo>
                  <a:pt x="619" y="264"/>
                </a:lnTo>
                <a:lnTo>
                  <a:pt x="623" y="258"/>
                </a:lnTo>
                <a:lnTo>
                  <a:pt x="631" y="252"/>
                </a:lnTo>
                <a:lnTo>
                  <a:pt x="639" y="247"/>
                </a:lnTo>
                <a:lnTo>
                  <a:pt x="648" y="244"/>
                </a:lnTo>
                <a:lnTo>
                  <a:pt x="660" y="242"/>
                </a:lnTo>
                <a:lnTo>
                  <a:pt x="674" y="240"/>
                </a:lnTo>
                <a:lnTo>
                  <a:pt x="687" y="240"/>
                </a:lnTo>
                <a:lnTo>
                  <a:pt x="703" y="242"/>
                </a:lnTo>
                <a:lnTo>
                  <a:pt x="720" y="244"/>
                </a:lnTo>
                <a:lnTo>
                  <a:pt x="733" y="247"/>
                </a:lnTo>
                <a:lnTo>
                  <a:pt x="750" y="252"/>
                </a:lnTo>
                <a:lnTo>
                  <a:pt x="758" y="256"/>
                </a:lnTo>
                <a:lnTo>
                  <a:pt x="771" y="262"/>
                </a:lnTo>
                <a:lnTo>
                  <a:pt x="785" y="271"/>
                </a:lnTo>
                <a:lnTo>
                  <a:pt x="793" y="278"/>
                </a:lnTo>
                <a:lnTo>
                  <a:pt x="799" y="287"/>
                </a:lnTo>
                <a:lnTo>
                  <a:pt x="807" y="294"/>
                </a:lnTo>
                <a:lnTo>
                  <a:pt x="816" y="302"/>
                </a:lnTo>
                <a:lnTo>
                  <a:pt x="826" y="309"/>
                </a:lnTo>
                <a:lnTo>
                  <a:pt x="836" y="316"/>
                </a:lnTo>
                <a:lnTo>
                  <a:pt x="848" y="320"/>
                </a:lnTo>
                <a:lnTo>
                  <a:pt x="863" y="323"/>
                </a:lnTo>
                <a:lnTo>
                  <a:pt x="879" y="322"/>
                </a:lnTo>
                <a:lnTo>
                  <a:pt x="894" y="318"/>
                </a:lnTo>
                <a:lnTo>
                  <a:pt x="904" y="315"/>
                </a:lnTo>
                <a:lnTo>
                  <a:pt x="912" y="309"/>
                </a:lnTo>
                <a:lnTo>
                  <a:pt x="918" y="304"/>
                </a:lnTo>
                <a:lnTo>
                  <a:pt x="920" y="297"/>
                </a:lnTo>
                <a:lnTo>
                  <a:pt x="920" y="289"/>
                </a:lnTo>
                <a:lnTo>
                  <a:pt x="918" y="277"/>
                </a:lnTo>
                <a:lnTo>
                  <a:pt x="914" y="266"/>
                </a:lnTo>
                <a:lnTo>
                  <a:pt x="909" y="258"/>
                </a:lnTo>
                <a:lnTo>
                  <a:pt x="900" y="248"/>
                </a:lnTo>
                <a:lnTo>
                  <a:pt x="888" y="237"/>
                </a:lnTo>
                <a:lnTo>
                  <a:pt x="877" y="229"/>
                </a:lnTo>
                <a:lnTo>
                  <a:pt x="861" y="219"/>
                </a:lnTo>
                <a:lnTo>
                  <a:pt x="848" y="211"/>
                </a:lnTo>
                <a:lnTo>
                  <a:pt x="830" y="201"/>
                </a:lnTo>
                <a:lnTo>
                  <a:pt x="807" y="187"/>
                </a:lnTo>
                <a:lnTo>
                  <a:pt x="789" y="179"/>
                </a:lnTo>
                <a:lnTo>
                  <a:pt x="774" y="170"/>
                </a:lnTo>
                <a:lnTo>
                  <a:pt x="761" y="159"/>
                </a:lnTo>
                <a:lnTo>
                  <a:pt x="750" y="148"/>
                </a:lnTo>
                <a:lnTo>
                  <a:pt x="742" y="136"/>
                </a:lnTo>
                <a:lnTo>
                  <a:pt x="736" y="125"/>
                </a:lnTo>
                <a:lnTo>
                  <a:pt x="730" y="113"/>
                </a:lnTo>
                <a:lnTo>
                  <a:pt x="727" y="104"/>
                </a:lnTo>
                <a:lnTo>
                  <a:pt x="724" y="94"/>
                </a:lnTo>
                <a:lnTo>
                  <a:pt x="724" y="83"/>
                </a:lnTo>
                <a:lnTo>
                  <a:pt x="723" y="74"/>
                </a:lnTo>
                <a:lnTo>
                  <a:pt x="724" y="66"/>
                </a:lnTo>
                <a:lnTo>
                  <a:pt x="700" y="67"/>
                </a:lnTo>
                <a:lnTo>
                  <a:pt x="670" y="70"/>
                </a:lnTo>
                <a:lnTo>
                  <a:pt x="638" y="73"/>
                </a:lnTo>
                <a:lnTo>
                  <a:pt x="601" y="77"/>
                </a:lnTo>
                <a:lnTo>
                  <a:pt x="572" y="81"/>
                </a:lnTo>
                <a:lnTo>
                  <a:pt x="547" y="85"/>
                </a:lnTo>
                <a:lnTo>
                  <a:pt x="523" y="87"/>
                </a:lnTo>
                <a:lnTo>
                  <a:pt x="499" y="88"/>
                </a:lnTo>
                <a:lnTo>
                  <a:pt x="478" y="87"/>
                </a:lnTo>
                <a:lnTo>
                  <a:pt x="462" y="85"/>
                </a:lnTo>
                <a:lnTo>
                  <a:pt x="449" y="82"/>
                </a:lnTo>
                <a:lnTo>
                  <a:pt x="437" y="79"/>
                </a:lnTo>
                <a:lnTo>
                  <a:pt x="428" y="75"/>
                </a:lnTo>
                <a:lnTo>
                  <a:pt x="424" y="71"/>
                </a:lnTo>
                <a:lnTo>
                  <a:pt x="420" y="67"/>
                </a:lnTo>
                <a:lnTo>
                  <a:pt x="422" y="61"/>
                </a:lnTo>
                <a:lnTo>
                  <a:pt x="427" y="57"/>
                </a:lnTo>
                <a:lnTo>
                  <a:pt x="431" y="51"/>
                </a:lnTo>
                <a:lnTo>
                  <a:pt x="437" y="47"/>
                </a:lnTo>
                <a:lnTo>
                  <a:pt x="445" y="42"/>
                </a:lnTo>
                <a:lnTo>
                  <a:pt x="453" y="37"/>
                </a:lnTo>
                <a:lnTo>
                  <a:pt x="459" y="32"/>
                </a:lnTo>
                <a:lnTo>
                  <a:pt x="465" y="28"/>
                </a:lnTo>
                <a:lnTo>
                  <a:pt x="465" y="18"/>
                </a:lnTo>
                <a:lnTo>
                  <a:pt x="459" y="13"/>
                </a:lnTo>
                <a:lnTo>
                  <a:pt x="451" y="9"/>
                </a:lnTo>
                <a:lnTo>
                  <a:pt x="437" y="6"/>
                </a:lnTo>
                <a:lnTo>
                  <a:pt x="420" y="3"/>
                </a:lnTo>
                <a:lnTo>
                  <a:pt x="404" y="1"/>
                </a:lnTo>
                <a:lnTo>
                  <a:pt x="387" y="0"/>
                </a:lnTo>
                <a:lnTo>
                  <a:pt x="365" y="0"/>
                </a:lnTo>
                <a:lnTo>
                  <a:pt x="348" y="0"/>
                </a:lnTo>
                <a:lnTo>
                  <a:pt x="328" y="2"/>
                </a:lnTo>
                <a:lnTo>
                  <a:pt x="308" y="5"/>
                </a:lnTo>
                <a:lnTo>
                  <a:pt x="287" y="9"/>
                </a:lnTo>
                <a:lnTo>
                  <a:pt x="267" y="14"/>
                </a:lnTo>
                <a:lnTo>
                  <a:pt x="255" y="19"/>
                </a:lnTo>
                <a:lnTo>
                  <a:pt x="242" y="26"/>
                </a:lnTo>
                <a:lnTo>
                  <a:pt x="232" y="32"/>
                </a:lnTo>
                <a:lnTo>
                  <a:pt x="228" y="40"/>
                </a:lnTo>
                <a:lnTo>
                  <a:pt x="224" y="46"/>
                </a:lnTo>
                <a:lnTo>
                  <a:pt x="224" y="56"/>
                </a:lnTo>
                <a:lnTo>
                  <a:pt x="226" y="64"/>
                </a:lnTo>
                <a:lnTo>
                  <a:pt x="228" y="73"/>
                </a:lnTo>
                <a:lnTo>
                  <a:pt x="228" y="80"/>
                </a:lnTo>
                <a:lnTo>
                  <a:pt x="219" y="84"/>
                </a:lnTo>
                <a:lnTo>
                  <a:pt x="205" y="86"/>
                </a:lnTo>
                <a:lnTo>
                  <a:pt x="188" y="86"/>
                </a:lnTo>
                <a:lnTo>
                  <a:pt x="166" y="83"/>
                </a:lnTo>
                <a:lnTo>
                  <a:pt x="144" y="81"/>
                </a:lnTo>
                <a:lnTo>
                  <a:pt x="125" y="78"/>
                </a:lnTo>
                <a:lnTo>
                  <a:pt x="99" y="74"/>
                </a:lnTo>
                <a:lnTo>
                  <a:pt x="78" y="70"/>
                </a:lnTo>
                <a:lnTo>
                  <a:pt x="56" y="65"/>
                </a:lnTo>
                <a:lnTo>
                  <a:pt x="35" y="60"/>
                </a:lnTo>
                <a:lnTo>
                  <a:pt x="19" y="56"/>
                </a:lnTo>
                <a:lnTo>
                  <a:pt x="0" y="45"/>
                </a:lnTo>
                <a:lnTo>
                  <a:pt x="0" y="447"/>
                </a:lnTo>
                <a:lnTo>
                  <a:pt x="23" y="444"/>
                </a:lnTo>
                <a:lnTo>
                  <a:pt x="56" y="447"/>
                </a:lnTo>
                <a:lnTo>
                  <a:pt x="84" y="453"/>
                </a:lnTo>
                <a:lnTo>
                  <a:pt x="127" y="465"/>
                </a:lnTo>
                <a:lnTo>
                  <a:pt x="135" y="468"/>
                </a:lnTo>
                <a:lnTo>
                  <a:pt x="144" y="471"/>
                </a:lnTo>
                <a:lnTo>
                  <a:pt x="154" y="473"/>
                </a:lnTo>
                <a:lnTo>
                  <a:pt x="177" y="480"/>
                </a:lnTo>
                <a:lnTo>
                  <a:pt x="213" y="482"/>
                </a:lnTo>
                <a:lnTo>
                  <a:pt x="243" y="481"/>
                </a:lnTo>
                <a:lnTo>
                  <a:pt x="273" y="474"/>
                </a:lnTo>
                <a:lnTo>
                  <a:pt x="279" y="469"/>
                </a:lnTo>
                <a:lnTo>
                  <a:pt x="285" y="463"/>
                </a:lnTo>
                <a:lnTo>
                  <a:pt x="289" y="457"/>
                </a:lnTo>
                <a:lnTo>
                  <a:pt x="294" y="454"/>
                </a:lnTo>
                <a:lnTo>
                  <a:pt x="297" y="450"/>
                </a:lnTo>
                <a:lnTo>
                  <a:pt x="297" y="447"/>
                </a:lnTo>
                <a:lnTo>
                  <a:pt x="294" y="443"/>
                </a:lnTo>
                <a:lnTo>
                  <a:pt x="289" y="439"/>
                </a:lnTo>
                <a:lnTo>
                  <a:pt x="271" y="420"/>
                </a:lnTo>
                <a:lnTo>
                  <a:pt x="261" y="405"/>
                </a:lnTo>
                <a:lnTo>
                  <a:pt x="264" y="386"/>
                </a:lnTo>
                <a:lnTo>
                  <a:pt x="276" y="377"/>
                </a:lnTo>
                <a:lnTo>
                  <a:pt x="291" y="367"/>
                </a:lnTo>
                <a:lnTo>
                  <a:pt x="304" y="364"/>
                </a:lnTo>
                <a:lnTo>
                  <a:pt x="318" y="364"/>
                </a:lnTo>
                <a:lnTo>
                  <a:pt x="333" y="364"/>
                </a:lnTo>
                <a:lnTo>
                  <a:pt x="347" y="364"/>
                </a:lnTo>
                <a:lnTo>
                  <a:pt x="361" y="366"/>
                </a:lnTo>
                <a:lnTo>
                  <a:pt x="379" y="369"/>
                </a:lnTo>
                <a:lnTo>
                  <a:pt x="395" y="372"/>
                </a:lnTo>
                <a:lnTo>
                  <a:pt x="427" y="388"/>
                </a:lnTo>
                <a:lnTo>
                  <a:pt x="433" y="401"/>
                </a:lnTo>
                <a:lnTo>
                  <a:pt x="448" y="427"/>
                </a:lnTo>
                <a:lnTo>
                  <a:pt x="468" y="443"/>
                </a:lnTo>
                <a:lnTo>
                  <a:pt x="478" y="447"/>
                </a:lnTo>
                <a:lnTo>
                  <a:pt x="490" y="450"/>
                </a:lnTo>
                <a:lnTo>
                  <a:pt x="505" y="453"/>
                </a:lnTo>
                <a:lnTo>
                  <a:pt x="520" y="454"/>
                </a:lnTo>
                <a:lnTo>
                  <a:pt x="567" y="455"/>
                </a:lnTo>
                <a:lnTo>
                  <a:pt x="701" y="454"/>
                </a:lnTo>
                <a:lnTo>
                  <a:pt x="726" y="446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09" name="Freeform 8"/>
          <p:cNvSpPr>
            <a:spLocks/>
          </p:cNvSpPr>
          <p:nvPr/>
        </p:nvSpPr>
        <p:spPr bwMode="blackWhite">
          <a:xfrm>
            <a:off x="2190750" y="4659313"/>
            <a:ext cx="1619250" cy="1219200"/>
          </a:xfrm>
          <a:custGeom>
            <a:avLst/>
            <a:gdLst>
              <a:gd name="T0" fmla="*/ 2147483647 w 778"/>
              <a:gd name="T1" fmla="*/ 2147483647 h 603"/>
              <a:gd name="T2" fmla="*/ 2147483647 w 778"/>
              <a:gd name="T3" fmla="*/ 2147483647 h 603"/>
              <a:gd name="T4" fmla="*/ 2147483647 w 778"/>
              <a:gd name="T5" fmla="*/ 2147483647 h 603"/>
              <a:gd name="T6" fmla="*/ 2147483647 w 778"/>
              <a:gd name="T7" fmla="*/ 2147483647 h 603"/>
              <a:gd name="T8" fmla="*/ 2147483647 w 778"/>
              <a:gd name="T9" fmla="*/ 2147483647 h 603"/>
              <a:gd name="T10" fmla="*/ 2147483647 w 778"/>
              <a:gd name="T11" fmla="*/ 2147483647 h 603"/>
              <a:gd name="T12" fmla="*/ 2147483647 w 778"/>
              <a:gd name="T13" fmla="*/ 2147483647 h 603"/>
              <a:gd name="T14" fmla="*/ 2147483647 w 778"/>
              <a:gd name="T15" fmla="*/ 2147483647 h 603"/>
              <a:gd name="T16" fmla="*/ 2147483647 w 778"/>
              <a:gd name="T17" fmla="*/ 2147483647 h 603"/>
              <a:gd name="T18" fmla="*/ 2147483647 w 778"/>
              <a:gd name="T19" fmla="*/ 2147483647 h 603"/>
              <a:gd name="T20" fmla="*/ 2147483647 w 778"/>
              <a:gd name="T21" fmla="*/ 2147483647 h 603"/>
              <a:gd name="T22" fmla="*/ 2147483647 w 778"/>
              <a:gd name="T23" fmla="*/ 2147483647 h 603"/>
              <a:gd name="T24" fmla="*/ 2147483647 w 778"/>
              <a:gd name="T25" fmla="*/ 2147483647 h 603"/>
              <a:gd name="T26" fmla="*/ 2147483647 w 778"/>
              <a:gd name="T27" fmla="*/ 2147483647 h 603"/>
              <a:gd name="T28" fmla="*/ 2147483647 w 778"/>
              <a:gd name="T29" fmla="*/ 2147483647 h 603"/>
              <a:gd name="T30" fmla="*/ 2147483647 w 778"/>
              <a:gd name="T31" fmla="*/ 2147483647 h 603"/>
              <a:gd name="T32" fmla="*/ 2147483647 w 778"/>
              <a:gd name="T33" fmla="*/ 2147483647 h 603"/>
              <a:gd name="T34" fmla="*/ 2147483647 w 778"/>
              <a:gd name="T35" fmla="*/ 2147483647 h 603"/>
              <a:gd name="T36" fmla="*/ 2147483647 w 778"/>
              <a:gd name="T37" fmla="*/ 2147483647 h 603"/>
              <a:gd name="T38" fmla="*/ 2147483647 w 778"/>
              <a:gd name="T39" fmla="*/ 2147483647 h 603"/>
              <a:gd name="T40" fmla="*/ 2147483647 w 778"/>
              <a:gd name="T41" fmla="*/ 2147483647 h 603"/>
              <a:gd name="T42" fmla="*/ 2147483647 w 778"/>
              <a:gd name="T43" fmla="*/ 2147483647 h 603"/>
              <a:gd name="T44" fmla="*/ 2147483647 w 778"/>
              <a:gd name="T45" fmla="*/ 2147483647 h 603"/>
              <a:gd name="T46" fmla="*/ 2147483647 w 778"/>
              <a:gd name="T47" fmla="*/ 2147483647 h 603"/>
              <a:gd name="T48" fmla="*/ 2147483647 w 778"/>
              <a:gd name="T49" fmla="*/ 2147483647 h 603"/>
              <a:gd name="T50" fmla="*/ 2147483647 w 778"/>
              <a:gd name="T51" fmla="*/ 2147483647 h 603"/>
              <a:gd name="T52" fmla="*/ 2147483647 w 778"/>
              <a:gd name="T53" fmla="*/ 2147483647 h 603"/>
              <a:gd name="T54" fmla="*/ 2147483647 w 778"/>
              <a:gd name="T55" fmla="*/ 2147483647 h 603"/>
              <a:gd name="T56" fmla="*/ 2147483647 w 778"/>
              <a:gd name="T57" fmla="*/ 2147483647 h 603"/>
              <a:gd name="T58" fmla="*/ 2147483647 w 778"/>
              <a:gd name="T59" fmla="*/ 2147483647 h 603"/>
              <a:gd name="T60" fmla="*/ 2147483647 w 778"/>
              <a:gd name="T61" fmla="*/ 2147483647 h 603"/>
              <a:gd name="T62" fmla="*/ 2147483647 w 778"/>
              <a:gd name="T63" fmla="*/ 2147483647 h 603"/>
              <a:gd name="T64" fmla="*/ 2147483647 w 778"/>
              <a:gd name="T65" fmla="*/ 2147483647 h 603"/>
              <a:gd name="T66" fmla="*/ 0 w 778"/>
              <a:gd name="T67" fmla="*/ 2147483647 h 603"/>
              <a:gd name="T68" fmla="*/ 2147483647 w 778"/>
              <a:gd name="T69" fmla="*/ 2147483647 h 603"/>
              <a:gd name="T70" fmla="*/ 2147483647 w 778"/>
              <a:gd name="T71" fmla="*/ 2147483647 h 603"/>
              <a:gd name="T72" fmla="*/ 2147483647 w 778"/>
              <a:gd name="T73" fmla="*/ 2147483647 h 603"/>
              <a:gd name="T74" fmla="*/ 2147483647 w 778"/>
              <a:gd name="T75" fmla="*/ 2147483647 h 603"/>
              <a:gd name="T76" fmla="*/ 2147483647 w 778"/>
              <a:gd name="T77" fmla="*/ 2147483647 h 603"/>
              <a:gd name="T78" fmla="*/ 2147483647 w 778"/>
              <a:gd name="T79" fmla="*/ 2147483647 h 603"/>
              <a:gd name="T80" fmla="*/ 2147483647 w 778"/>
              <a:gd name="T81" fmla="*/ 2147483647 h 603"/>
              <a:gd name="T82" fmla="*/ 2147483647 w 778"/>
              <a:gd name="T83" fmla="*/ 2147483647 h 603"/>
              <a:gd name="T84" fmla="*/ 2147483647 w 778"/>
              <a:gd name="T85" fmla="*/ 2147483647 h 603"/>
              <a:gd name="T86" fmla="*/ 2147483647 w 778"/>
              <a:gd name="T87" fmla="*/ 2147483647 h 603"/>
              <a:gd name="T88" fmla="*/ 2147483647 w 778"/>
              <a:gd name="T89" fmla="*/ 2147483647 h 603"/>
              <a:gd name="T90" fmla="*/ 2147483647 w 778"/>
              <a:gd name="T91" fmla="*/ 2147483647 h 603"/>
              <a:gd name="T92" fmla="*/ 2147483647 w 778"/>
              <a:gd name="T93" fmla="*/ 2147483647 h 603"/>
              <a:gd name="T94" fmla="*/ 2147483647 w 778"/>
              <a:gd name="T95" fmla="*/ 2147483647 h 603"/>
              <a:gd name="T96" fmla="*/ 2147483647 w 778"/>
              <a:gd name="T97" fmla="*/ 2147483647 h 603"/>
              <a:gd name="T98" fmla="*/ 2147483647 w 778"/>
              <a:gd name="T99" fmla="*/ 0 h 603"/>
              <a:gd name="T100" fmla="*/ 2147483647 w 778"/>
              <a:gd name="T101" fmla="*/ 2147483647 h 603"/>
              <a:gd name="T102" fmla="*/ 2147483647 w 778"/>
              <a:gd name="T103" fmla="*/ 2147483647 h 603"/>
              <a:gd name="T104" fmla="*/ 2147483647 w 778"/>
              <a:gd name="T105" fmla="*/ 2147483647 h 603"/>
              <a:gd name="T106" fmla="*/ 2147483647 w 778"/>
              <a:gd name="T107" fmla="*/ 2147483647 h 603"/>
              <a:gd name="T108" fmla="*/ 2147483647 w 778"/>
              <a:gd name="T109" fmla="*/ 2147483647 h 603"/>
              <a:gd name="T110" fmla="*/ 2147483647 w 778"/>
              <a:gd name="T111" fmla="*/ 2147483647 h 603"/>
              <a:gd name="T112" fmla="*/ 2147483647 w 778"/>
              <a:gd name="T113" fmla="*/ 2147483647 h 603"/>
              <a:gd name="T114" fmla="*/ 2147483647 w 778"/>
              <a:gd name="T115" fmla="*/ 2147483647 h 603"/>
              <a:gd name="T116" fmla="*/ 2147483647 w 778"/>
              <a:gd name="T117" fmla="*/ 2147483647 h 603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778"/>
              <a:gd name="T178" fmla="*/ 0 h 603"/>
              <a:gd name="T179" fmla="*/ 778 w 778"/>
              <a:gd name="T180" fmla="*/ 603 h 603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778" h="603">
                <a:moveTo>
                  <a:pt x="706" y="90"/>
                </a:moveTo>
                <a:lnTo>
                  <a:pt x="710" y="96"/>
                </a:lnTo>
                <a:lnTo>
                  <a:pt x="714" y="104"/>
                </a:lnTo>
                <a:lnTo>
                  <a:pt x="712" y="110"/>
                </a:lnTo>
                <a:lnTo>
                  <a:pt x="708" y="117"/>
                </a:lnTo>
                <a:lnTo>
                  <a:pt x="704" y="123"/>
                </a:lnTo>
                <a:lnTo>
                  <a:pt x="700" y="130"/>
                </a:lnTo>
                <a:lnTo>
                  <a:pt x="695" y="138"/>
                </a:lnTo>
                <a:lnTo>
                  <a:pt x="692" y="143"/>
                </a:lnTo>
                <a:lnTo>
                  <a:pt x="691" y="151"/>
                </a:lnTo>
                <a:lnTo>
                  <a:pt x="692" y="158"/>
                </a:lnTo>
                <a:lnTo>
                  <a:pt x="697" y="164"/>
                </a:lnTo>
                <a:lnTo>
                  <a:pt x="702" y="172"/>
                </a:lnTo>
                <a:lnTo>
                  <a:pt x="710" y="178"/>
                </a:lnTo>
                <a:lnTo>
                  <a:pt x="718" y="185"/>
                </a:lnTo>
                <a:lnTo>
                  <a:pt x="727" y="192"/>
                </a:lnTo>
                <a:lnTo>
                  <a:pt x="736" y="198"/>
                </a:lnTo>
                <a:lnTo>
                  <a:pt x="744" y="205"/>
                </a:lnTo>
                <a:lnTo>
                  <a:pt x="748" y="212"/>
                </a:lnTo>
                <a:lnTo>
                  <a:pt x="749" y="219"/>
                </a:lnTo>
                <a:lnTo>
                  <a:pt x="746" y="226"/>
                </a:lnTo>
                <a:lnTo>
                  <a:pt x="740" y="232"/>
                </a:lnTo>
                <a:lnTo>
                  <a:pt x="729" y="239"/>
                </a:lnTo>
                <a:lnTo>
                  <a:pt x="718" y="242"/>
                </a:lnTo>
                <a:lnTo>
                  <a:pt x="700" y="245"/>
                </a:lnTo>
                <a:lnTo>
                  <a:pt x="679" y="243"/>
                </a:lnTo>
                <a:lnTo>
                  <a:pt x="656" y="242"/>
                </a:lnTo>
                <a:lnTo>
                  <a:pt x="631" y="239"/>
                </a:lnTo>
                <a:lnTo>
                  <a:pt x="611" y="236"/>
                </a:lnTo>
                <a:lnTo>
                  <a:pt x="591" y="237"/>
                </a:lnTo>
                <a:lnTo>
                  <a:pt x="570" y="239"/>
                </a:lnTo>
                <a:lnTo>
                  <a:pt x="554" y="245"/>
                </a:lnTo>
                <a:lnTo>
                  <a:pt x="544" y="249"/>
                </a:lnTo>
                <a:lnTo>
                  <a:pt x="538" y="256"/>
                </a:lnTo>
                <a:lnTo>
                  <a:pt x="532" y="263"/>
                </a:lnTo>
                <a:lnTo>
                  <a:pt x="528" y="273"/>
                </a:lnTo>
                <a:lnTo>
                  <a:pt x="525" y="282"/>
                </a:lnTo>
                <a:lnTo>
                  <a:pt x="524" y="293"/>
                </a:lnTo>
                <a:lnTo>
                  <a:pt x="526" y="302"/>
                </a:lnTo>
                <a:lnTo>
                  <a:pt x="530" y="311"/>
                </a:lnTo>
                <a:lnTo>
                  <a:pt x="538" y="320"/>
                </a:lnTo>
                <a:lnTo>
                  <a:pt x="547" y="328"/>
                </a:lnTo>
                <a:lnTo>
                  <a:pt x="557" y="335"/>
                </a:lnTo>
                <a:lnTo>
                  <a:pt x="568" y="341"/>
                </a:lnTo>
                <a:lnTo>
                  <a:pt x="582" y="346"/>
                </a:lnTo>
                <a:lnTo>
                  <a:pt x="597" y="350"/>
                </a:lnTo>
                <a:lnTo>
                  <a:pt x="618" y="353"/>
                </a:lnTo>
                <a:lnTo>
                  <a:pt x="650" y="353"/>
                </a:lnTo>
                <a:lnTo>
                  <a:pt x="675" y="353"/>
                </a:lnTo>
                <a:lnTo>
                  <a:pt x="697" y="354"/>
                </a:lnTo>
                <a:lnTo>
                  <a:pt x="712" y="357"/>
                </a:lnTo>
                <a:lnTo>
                  <a:pt x="727" y="361"/>
                </a:lnTo>
                <a:lnTo>
                  <a:pt x="740" y="367"/>
                </a:lnTo>
                <a:lnTo>
                  <a:pt x="752" y="373"/>
                </a:lnTo>
                <a:lnTo>
                  <a:pt x="761" y="379"/>
                </a:lnTo>
                <a:lnTo>
                  <a:pt x="768" y="387"/>
                </a:lnTo>
                <a:lnTo>
                  <a:pt x="771" y="396"/>
                </a:lnTo>
                <a:lnTo>
                  <a:pt x="774" y="405"/>
                </a:lnTo>
                <a:lnTo>
                  <a:pt x="775" y="414"/>
                </a:lnTo>
                <a:lnTo>
                  <a:pt x="777" y="424"/>
                </a:lnTo>
                <a:lnTo>
                  <a:pt x="775" y="435"/>
                </a:lnTo>
                <a:lnTo>
                  <a:pt x="774" y="442"/>
                </a:lnTo>
                <a:lnTo>
                  <a:pt x="771" y="450"/>
                </a:lnTo>
                <a:lnTo>
                  <a:pt x="768" y="458"/>
                </a:lnTo>
                <a:lnTo>
                  <a:pt x="761" y="487"/>
                </a:lnTo>
                <a:lnTo>
                  <a:pt x="768" y="554"/>
                </a:lnTo>
                <a:lnTo>
                  <a:pt x="761" y="601"/>
                </a:lnTo>
                <a:lnTo>
                  <a:pt x="0" y="602"/>
                </a:lnTo>
                <a:lnTo>
                  <a:pt x="0" y="80"/>
                </a:lnTo>
                <a:lnTo>
                  <a:pt x="9" y="78"/>
                </a:lnTo>
                <a:lnTo>
                  <a:pt x="17" y="76"/>
                </a:lnTo>
                <a:lnTo>
                  <a:pt x="26" y="75"/>
                </a:lnTo>
                <a:lnTo>
                  <a:pt x="35" y="75"/>
                </a:lnTo>
                <a:lnTo>
                  <a:pt x="45" y="76"/>
                </a:lnTo>
                <a:lnTo>
                  <a:pt x="53" y="78"/>
                </a:lnTo>
                <a:lnTo>
                  <a:pt x="59" y="81"/>
                </a:lnTo>
                <a:lnTo>
                  <a:pt x="73" y="83"/>
                </a:lnTo>
                <a:lnTo>
                  <a:pt x="86" y="86"/>
                </a:lnTo>
                <a:lnTo>
                  <a:pt x="97" y="89"/>
                </a:lnTo>
                <a:lnTo>
                  <a:pt x="106" y="94"/>
                </a:lnTo>
                <a:lnTo>
                  <a:pt x="146" y="106"/>
                </a:lnTo>
                <a:lnTo>
                  <a:pt x="173" y="114"/>
                </a:lnTo>
                <a:lnTo>
                  <a:pt x="188" y="116"/>
                </a:lnTo>
                <a:lnTo>
                  <a:pt x="209" y="117"/>
                </a:lnTo>
                <a:lnTo>
                  <a:pt x="230" y="117"/>
                </a:lnTo>
                <a:lnTo>
                  <a:pt x="243" y="115"/>
                </a:lnTo>
                <a:lnTo>
                  <a:pt x="255" y="113"/>
                </a:lnTo>
                <a:lnTo>
                  <a:pt x="267" y="109"/>
                </a:lnTo>
                <a:lnTo>
                  <a:pt x="283" y="101"/>
                </a:lnTo>
                <a:lnTo>
                  <a:pt x="289" y="88"/>
                </a:lnTo>
                <a:lnTo>
                  <a:pt x="288" y="81"/>
                </a:lnTo>
                <a:lnTo>
                  <a:pt x="285" y="73"/>
                </a:lnTo>
                <a:lnTo>
                  <a:pt x="273" y="58"/>
                </a:lnTo>
                <a:lnTo>
                  <a:pt x="263" y="43"/>
                </a:lnTo>
                <a:lnTo>
                  <a:pt x="260" y="34"/>
                </a:lnTo>
                <a:lnTo>
                  <a:pt x="260" y="26"/>
                </a:lnTo>
                <a:lnTo>
                  <a:pt x="270" y="13"/>
                </a:lnTo>
                <a:lnTo>
                  <a:pt x="291" y="3"/>
                </a:lnTo>
                <a:lnTo>
                  <a:pt x="308" y="0"/>
                </a:lnTo>
                <a:lnTo>
                  <a:pt x="346" y="0"/>
                </a:lnTo>
                <a:lnTo>
                  <a:pt x="379" y="4"/>
                </a:lnTo>
                <a:lnTo>
                  <a:pt x="407" y="13"/>
                </a:lnTo>
                <a:lnTo>
                  <a:pt x="425" y="24"/>
                </a:lnTo>
                <a:lnTo>
                  <a:pt x="431" y="30"/>
                </a:lnTo>
                <a:lnTo>
                  <a:pt x="439" y="43"/>
                </a:lnTo>
                <a:lnTo>
                  <a:pt x="446" y="60"/>
                </a:lnTo>
                <a:lnTo>
                  <a:pt x="451" y="67"/>
                </a:lnTo>
                <a:lnTo>
                  <a:pt x="469" y="79"/>
                </a:lnTo>
                <a:lnTo>
                  <a:pt x="497" y="87"/>
                </a:lnTo>
                <a:lnTo>
                  <a:pt x="512" y="89"/>
                </a:lnTo>
                <a:lnTo>
                  <a:pt x="555" y="91"/>
                </a:lnTo>
                <a:lnTo>
                  <a:pt x="578" y="91"/>
                </a:lnTo>
                <a:lnTo>
                  <a:pt x="601" y="90"/>
                </a:lnTo>
                <a:lnTo>
                  <a:pt x="626" y="89"/>
                </a:lnTo>
                <a:lnTo>
                  <a:pt x="654" y="89"/>
                </a:lnTo>
                <a:lnTo>
                  <a:pt x="679" y="89"/>
                </a:lnTo>
                <a:lnTo>
                  <a:pt x="695" y="89"/>
                </a:lnTo>
                <a:lnTo>
                  <a:pt x="706" y="90"/>
                </a:lnTo>
              </a:path>
            </a:pathLst>
          </a:custGeom>
          <a:solidFill>
            <a:schemeClr val="tx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10" name="Freeform 9"/>
          <p:cNvSpPr>
            <a:spLocks/>
          </p:cNvSpPr>
          <p:nvPr/>
        </p:nvSpPr>
        <p:spPr bwMode="blackWhite">
          <a:xfrm>
            <a:off x="2190750" y="1712913"/>
            <a:ext cx="4586288" cy="1165225"/>
          </a:xfrm>
          <a:custGeom>
            <a:avLst/>
            <a:gdLst>
              <a:gd name="T0" fmla="*/ 0 w 2214"/>
              <a:gd name="T1" fmla="*/ 0 h 576"/>
              <a:gd name="T2" fmla="*/ 2147483647 w 2214"/>
              <a:gd name="T3" fmla="*/ 0 h 576"/>
              <a:gd name="T4" fmla="*/ 2147483647 w 2214"/>
              <a:gd name="T5" fmla="*/ 2147483647 h 576"/>
              <a:gd name="T6" fmla="*/ 2147483647 w 2214"/>
              <a:gd name="T7" fmla="*/ 2147483647 h 576"/>
              <a:gd name="T8" fmla="*/ 2147483647 w 2214"/>
              <a:gd name="T9" fmla="*/ 2147483647 h 576"/>
              <a:gd name="T10" fmla="*/ 2147483647 w 2214"/>
              <a:gd name="T11" fmla="*/ 2147483647 h 576"/>
              <a:gd name="T12" fmla="*/ 2147483647 w 2214"/>
              <a:gd name="T13" fmla="*/ 2147483647 h 576"/>
              <a:gd name="T14" fmla="*/ 2147483647 w 2214"/>
              <a:gd name="T15" fmla="*/ 2147483647 h 576"/>
              <a:gd name="T16" fmla="*/ 2147483647 w 2214"/>
              <a:gd name="T17" fmla="*/ 2147483647 h 576"/>
              <a:gd name="T18" fmla="*/ 2147483647 w 2214"/>
              <a:gd name="T19" fmla="*/ 2147483647 h 576"/>
              <a:gd name="T20" fmla="*/ 0 w 2214"/>
              <a:gd name="T21" fmla="*/ 2147483647 h 576"/>
              <a:gd name="T22" fmla="*/ 0 w 2214"/>
              <a:gd name="T23" fmla="*/ 0 h 57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214"/>
              <a:gd name="T37" fmla="*/ 0 h 576"/>
              <a:gd name="T38" fmla="*/ 2214 w 2214"/>
              <a:gd name="T39" fmla="*/ 576 h 57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214" h="576">
                <a:moveTo>
                  <a:pt x="0" y="0"/>
                </a:moveTo>
                <a:lnTo>
                  <a:pt x="2213" y="0"/>
                </a:lnTo>
                <a:lnTo>
                  <a:pt x="2213" y="298"/>
                </a:lnTo>
                <a:lnTo>
                  <a:pt x="439" y="298"/>
                </a:lnTo>
                <a:lnTo>
                  <a:pt x="439" y="460"/>
                </a:lnTo>
                <a:lnTo>
                  <a:pt x="508" y="460"/>
                </a:lnTo>
                <a:lnTo>
                  <a:pt x="368" y="575"/>
                </a:lnTo>
                <a:lnTo>
                  <a:pt x="226" y="460"/>
                </a:lnTo>
                <a:lnTo>
                  <a:pt x="295" y="460"/>
                </a:lnTo>
                <a:lnTo>
                  <a:pt x="295" y="298"/>
                </a:lnTo>
                <a:lnTo>
                  <a:pt x="0" y="29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11" name="Freeform 10"/>
          <p:cNvSpPr>
            <a:spLocks/>
          </p:cNvSpPr>
          <p:nvPr/>
        </p:nvSpPr>
        <p:spPr bwMode="blackWhite">
          <a:xfrm>
            <a:off x="2192338" y="1931988"/>
            <a:ext cx="4584700" cy="1165225"/>
          </a:xfrm>
          <a:custGeom>
            <a:avLst/>
            <a:gdLst>
              <a:gd name="T0" fmla="*/ 2147483647 w 2214"/>
              <a:gd name="T1" fmla="*/ 2147483647 h 577"/>
              <a:gd name="T2" fmla="*/ 0 w 2214"/>
              <a:gd name="T3" fmla="*/ 2147483647 h 577"/>
              <a:gd name="T4" fmla="*/ 0 w 2214"/>
              <a:gd name="T5" fmla="*/ 2147483647 h 577"/>
              <a:gd name="T6" fmla="*/ 2147483647 w 2214"/>
              <a:gd name="T7" fmla="*/ 2147483647 h 577"/>
              <a:gd name="T8" fmla="*/ 2147483647 w 2214"/>
              <a:gd name="T9" fmla="*/ 2147483647 h 577"/>
              <a:gd name="T10" fmla="*/ 2147483647 w 2214"/>
              <a:gd name="T11" fmla="*/ 2147483647 h 577"/>
              <a:gd name="T12" fmla="*/ 2147483647 w 2214"/>
              <a:gd name="T13" fmla="*/ 2147483647 h 577"/>
              <a:gd name="T14" fmla="*/ 2147483647 w 2214"/>
              <a:gd name="T15" fmla="*/ 2147483647 h 577"/>
              <a:gd name="T16" fmla="*/ 2147483647 w 2214"/>
              <a:gd name="T17" fmla="*/ 2147483647 h 577"/>
              <a:gd name="T18" fmla="*/ 2147483647 w 2214"/>
              <a:gd name="T19" fmla="*/ 2147483647 h 577"/>
              <a:gd name="T20" fmla="*/ 2147483647 w 2214"/>
              <a:gd name="T21" fmla="*/ 2147483647 h 577"/>
              <a:gd name="T22" fmla="*/ 2147483647 w 2214"/>
              <a:gd name="T23" fmla="*/ 2147483647 h 577"/>
              <a:gd name="T24" fmla="*/ 2147483647 w 2214"/>
              <a:gd name="T25" fmla="*/ 2147483647 h 577"/>
              <a:gd name="T26" fmla="*/ 2147483647 w 2214"/>
              <a:gd name="T27" fmla="*/ 2147483647 h 577"/>
              <a:gd name="T28" fmla="*/ 2147483647 w 2214"/>
              <a:gd name="T29" fmla="*/ 2147483647 h 577"/>
              <a:gd name="T30" fmla="*/ 2147483647 w 2214"/>
              <a:gd name="T31" fmla="*/ 0 h 577"/>
              <a:gd name="T32" fmla="*/ 2147483647 w 2214"/>
              <a:gd name="T33" fmla="*/ 2147483647 h 577"/>
              <a:gd name="T34" fmla="*/ 2147483647 w 2214"/>
              <a:gd name="T35" fmla="*/ 2147483647 h 577"/>
              <a:gd name="T36" fmla="*/ 2147483647 w 2214"/>
              <a:gd name="T37" fmla="*/ 2147483647 h 577"/>
              <a:gd name="T38" fmla="*/ 2147483647 w 2214"/>
              <a:gd name="T39" fmla="*/ 2147483647 h 577"/>
              <a:gd name="T40" fmla="*/ 2147483647 w 2214"/>
              <a:gd name="T41" fmla="*/ 2147483647 h 57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214"/>
              <a:gd name="T64" fmla="*/ 0 h 577"/>
              <a:gd name="T65" fmla="*/ 2214 w 2214"/>
              <a:gd name="T66" fmla="*/ 577 h 57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214" h="577">
                <a:moveTo>
                  <a:pt x="2213" y="576"/>
                </a:moveTo>
                <a:lnTo>
                  <a:pt x="0" y="576"/>
                </a:lnTo>
                <a:lnTo>
                  <a:pt x="0" y="278"/>
                </a:lnTo>
                <a:lnTo>
                  <a:pt x="294" y="278"/>
                </a:lnTo>
                <a:lnTo>
                  <a:pt x="294" y="352"/>
                </a:lnTo>
                <a:lnTo>
                  <a:pt x="229" y="352"/>
                </a:lnTo>
                <a:lnTo>
                  <a:pt x="296" y="410"/>
                </a:lnTo>
                <a:lnTo>
                  <a:pt x="368" y="468"/>
                </a:lnTo>
                <a:lnTo>
                  <a:pt x="438" y="409"/>
                </a:lnTo>
                <a:lnTo>
                  <a:pt x="500" y="352"/>
                </a:lnTo>
                <a:lnTo>
                  <a:pt x="440" y="352"/>
                </a:lnTo>
                <a:lnTo>
                  <a:pt x="440" y="279"/>
                </a:lnTo>
                <a:lnTo>
                  <a:pt x="1784" y="278"/>
                </a:lnTo>
                <a:lnTo>
                  <a:pt x="1784" y="116"/>
                </a:lnTo>
                <a:lnTo>
                  <a:pt x="1717" y="116"/>
                </a:lnTo>
                <a:lnTo>
                  <a:pt x="1857" y="0"/>
                </a:lnTo>
                <a:lnTo>
                  <a:pt x="1999" y="116"/>
                </a:lnTo>
                <a:lnTo>
                  <a:pt x="1928" y="116"/>
                </a:lnTo>
                <a:lnTo>
                  <a:pt x="1928" y="278"/>
                </a:lnTo>
                <a:lnTo>
                  <a:pt x="2213" y="278"/>
                </a:lnTo>
                <a:lnTo>
                  <a:pt x="2213" y="576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2412" name="Rectangle 11"/>
          <p:cNvSpPr>
            <a:spLocks noChangeArrowheads="1"/>
          </p:cNvSpPr>
          <p:nvPr/>
        </p:nvSpPr>
        <p:spPr bwMode="blackWhite">
          <a:xfrm>
            <a:off x="3525838" y="1892300"/>
            <a:ext cx="1804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Business Strategy</a:t>
            </a:r>
          </a:p>
        </p:txBody>
      </p:sp>
      <p:sp>
        <p:nvSpPr>
          <p:cNvPr id="102413" name="Rectangle 12"/>
          <p:cNvSpPr>
            <a:spLocks noChangeArrowheads="1"/>
          </p:cNvSpPr>
          <p:nvPr/>
        </p:nvSpPr>
        <p:spPr bwMode="blackWhite">
          <a:xfrm>
            <a:off x="3444875" y="2665413"/>
            <a:ext cx="2295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Manufacturing Strategy</a:t>
            </a:r>
          </a:p>
        </p:txBody>
      </p:sp>
      <p:sp>
        <p:nvSpPr>
          <p:cNvPr id="102414" name="Rectangle 13"/>
          <p:cNvSpPr>
            <a:spLocks noChangeArrowheads="1"/>
          </p:cNvSpPr>
          <p:nvPr/>
        </p:nvSpPr>
        <p:spPr bwMode="blackWhite">
          <a:xfrm>
            <a:off x="2251075" y="3265488"/>
            <a:ext cx="1358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Configuration</a:t>
            </a:r>
          </a:p>
        </p:txBody>
      </p:sp>
      <p:sp>
        <p:nvSpPr>
          <p:cNvPr id="102415" name="Rectangle 14"/>
          <p:cNvSpPr>
            <a:spLocks noChangeArrowheads="1"/>
          </p:cNvSpPr>
          <p:nvPr/>
        </p:nvSpPr>
        <p:spPr bwMode="blackWhite">
          <a:xfrm>
            <a:off x="3803650" y="3449638"/>
            <a:ext cx="923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Systems</a:t>
            </a:r>
          </a:p>
        </p:txBody>
      </p:sp>
      <p:sp>
        <p:nvSpPr>
          <p:cNvPr id="102416" name="Rectangle 15"/>
          <p:cNvSpPr>
            <a:spLocks noChangeArrowheads="1"/>
          </p:cNvSpPr>
          <p:nvPr/>
        </p:nvSpPr>
        <p:spPr bwMode="blackWhite">
          <a:xfrm>
            <a:off x="5553075" y="3311525"/>
            <a:ext cx="94615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Research</a:t>
            </a:r>
          </a:p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Focus</a:t>
            </a:r>
          </a:p>
        </p:txBody>
      </p:sp>
      <p:sp>
        <p:nvSpPr>
          <p:cNvPr id="102417" name="Rectangle 16"/>
          <p:cNvSpPr>
            <a:spLocks noChangeArrowheads="1"/>
          </p:cNvSpPr>
          <p:nvPr/>
        </p:nvSpPr>
        <p:spPr bwMode="blackWhite">
          <a:xfrm>
            <a:off x="5792788" y="4241800"/>
            <a:ext cx="63341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Labor</a:t>
            </a:r>
          </a:p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Policy</a:t>
            </a:r>
          </a:p>
        </p:txBody>
      </p:sp>
      <p:sp>
        <p:nvSpPr>
          <p:cNvPr id="102418" name="Rectangle 17"/>
          <p:cNvSpPr>
            <a:spLocks noChangeArrowheads="1"/>
          </p:cNvSpPr>
          <p:nvPr/>
        </p:nvSpPr>
        <p:spPr bwMode="blackWhite">
          <a:xfrm>
            <a:off x="5635625" y="5213350"/>
            <a:ext cx="787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Product</a:t>
            </a:r>
          </a:p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Design</a:t>
            </a:r>
          </a:p>
        </p:txBody>
      </p:sp>
      <p:sp>
        <p:nvSpPr>
          <p:cNvPr id="102419" name="Rectangle 18"/>
          <p:cNvSpPr>
            <a:spLocks noChangeArrowheads="1"/>
          </p:cNvSpPr>
          <p:nvPr/>
        </p:nvSpPr>
        <p:spPr bwMode="blackWhite">
          <a:xfrm>
            <a:off x="4070350" y="4697413"/>
            <a:ext cx="673100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Make</a:t>
            </a:r>
          </a:p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vs.</a:t>
            </a:r>
          </a:p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ea typeface="宋体" pitchFamily="2" charset="-122"/>
              </a:rPr>
              <a:t>Buy</a:t>
            </a:r>
          </a:p>
        </p:txBody>
      </p:sp>
      <p:sp>
        <p:nvSpPr>
          <p:cNvPr id="102420" name="Rectangle 19"/>
          <p:cNvSpPr>
            <a:spLocks noChangeArrowheads="1"/>
          </p:cNvSpPr>
          <p:nvPr/>
        </p:nvSpPr>
        <p:spPr bwMode="blackWhite">
          <a:xfrm>
            <a:off x="2265363" y="4186238"/>
            <a:ext cx="1249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Organization</a:t>
            </a:r>
          </a:p>
        </p:txBody>
      </p:sp>
      <p:sp>
        <p:nvSpPr>
          <p:cNvPr id="102421" name="Rectangle 20"/>
          <p:cNvSpPr>
            <a:spLocks noChangeArrowheads="1"/>
          </p:cNvSpPr>
          <p:nvPr/>
        </p:nvSpPr>
        <p:spPr bwMode="blackWhite">
          <a:xfrm>
            <a:off x="2332038" y="5199063"/>
            <a:ext cx="85407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Process</a:t>
            </a:r>
          </a:p>
          <a:p>
            <a:pPr defTabSz="804863" eaLnBrk="0" hangingPunct="0">
              <a:lnSpc>
                <a:spcPct val="85000"/>
              </a:lnSpc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Design</a:t>
            </a:r>
          </a:p>
        </p:txBody>
      </p:sp>
      <p:sp>
        <p:nvSpPr>
          <p:cNvPr id="102422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MANUFACTURING STRATEGY</a:t>
            </a:r>
          </a:p>
        </p:txBody>
      </p:sp>
      <p:sp>
        <p:nvSpPr>
          <p:cNvPr id="10242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242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EA574D6-E2C5-4752-9E87-3AF358F4158D}" type="slidenum">
              <a:rPr lang="zh-CN" altLang="en-US" smtClean="0"/>
              <a:pPr defTabSz="895350"/>
              <a:t>98</a:t>
            </a:fld>
            <a:endParaRPr lang="en-US" altLang="zh-CN"/>
          </a:p>
        </p:txBody>
      </p:sp>
      <p:sp>
        <p:nvSpPr>
          <p:cNvPr id="103427" name="Freeform 2"/>
          <p:cNvSpPr>
            <a:spLocks/>
          </p:cNvSpPr>
          <p:nvPr/>
        </p:nvSpPr>
        <p:spPr bwMode="blackWhite">
          <a:xfrm>
            <a:off x="2819400" y="2284413"/>
            <a:ext cx="3352800" cy="2843212"/>
          </a:xfrm>
          <a:custGeom>
            <a:avLst/>
            <a:gdLst>
              <a:gd name="T0" fmla="*/ 2147483647 w 1009"/>
              <a:gd name="T1" fmla="*/ 2147483647 h 881"/>
              <a:gd name="T2" fmla="*/ 2147483647 w 1009"/>
              <a:gd name="T3" fmla="*/ 2147483647 h 881"/>
              <a:gd name="T4" fmla="*/ 2147483647 w 1009"/>
              <a:gd name="T5" fmla="*/ 2147483647 h 881"/>
              <a:gd name="T6" fmla="*/ 2147483647 w 1009"/>
              <a:gd name="T7" fmla="*/ 0 h 881"/>
              <a:gd name="T8" fmla="*/ 0 w 1009"/>
              <a:gd name="T9" fmla="*/ 2147483647 h 881"/>
              <a:gd name="T10" fmla="*/ 2147483647 w 1009"/>
              <a:gd name="T11" fmla="*/ 2147483647 h 88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9"/>
              <a:gd name="T19" fmla="*/ 0 h 881"/>
              <a:gd name="T20" fmla="*/ 1009 w 1009"/>
              <a:gd name="T21" fmla="*/ 881 h 88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9" h="881">
                <a:moveTo>
                  <a:pt x="184" y="880"/>
                </a:moveTo>
                <a:lnTo>
                  <a:pt x="840" y="880"/>
                </a:lnTo>
                <a:lnTo>
                  <a:pt x="1008" y="360"/>
                </a:lnTo>
                <a:lnTo>
                  <a:pt x="504" y="0"/>
                </a:lnTo>
                <a:lnTo>
                  <a:pt x="0" y="360"/>
                </a:lnTo>
                <a:lnTo>
                  <a:pt x="184" y="88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3428" name="Rectangle 3"/>
          <p:cNvSpPr>
            <a:spLocks noChangeArrowheads="1"/>
          </p:cNvSpPr>
          <p:nvPr/>
        </p:nvSpPr>
        <p:spPr bwMode="blackWhite">
          <a:xfrm>
            <a:off x="3308350" y="3559175"/>
            <a:ext cx="2363788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804863" eaLnBrk="0" hangingPunct="0"/>
            <a:r>
              <a:rPr lang="en-US" altLang="zh-CN" b="1">
                <a:ea typeface="宋体" pitchFamily="2" charset="-122"/>
              </a:rPr>
              <a:t>Restructuring framework </a:t>
            </a:r>
          </a:p>
        </p:txBody>
      </p:sp>
      <p:sp>
        <p:nvSpPr>
          <p:cNvPr id="103429" name="Oval 4"/>
          <p:cNvSpPr>
            <a:spLocks noChangeArrowheads="1"/>
          </p:cNvSpPr>
          <p:nvPr/>
        </p:nvSpPr>
        <p:spPr bwMode="blackWhite">
          <a:xfrm>
            <a:off x="4268788" y="2143125"/>
            <a:ext cx="458787" cy="4460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3430" name="Rectangle 5"/>
          <p:cNvSpPr>
            <a:spLocks noChangeArrowheads="1"/>
          </p:cNvSpPr>
          <p:nvPr/>
        </p:nvSpPr>
        <p:spPr bwMode="blackWhite">
          <a:xfrm>
            <a:off x="4368800" y="2243138"/>
            <a:ext cx="260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>
                <a:ea typeface="宋体" pitchFamily="2" charset="-122"/>
              </a:rPr>
              <a:t>1 </a:t>
            </a:r>
          </a:p>
        </p:txBody>
      </p:sp>
      <p:sp>
        <p:nvSpPr>
          <p:cNvPr id="103431" name="Oval 6"/>
          <p:cNvSpPr>
            <a:spLocks noChangeArrowheads="1"/>
          </p:cNvSpPr>
          <p:nvPr/>
        </p:nvSpPr>
        <p:spPr bwMode="blackWhite">
          <a:xfrm>
            <a:off x="5918200" y="3227388"/>
            <a:ext cx="458788" cy="44608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3432" name="Rectangle 7"/>
          <p:cNvSpPr>
            <a:spLocks noChangeArrowheads="1"/>
          </p:cNvSpPr>
          <p:nvPr/>
        </p:nvSpPr>
        <p:spPr bwMode="blackWhite">
          <a:xfrm>
            <a:off x="6019800" y="3327400"/>
            <a:ext cx="257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>
                <a:ea typeface="宋体" pitchFamily="2" charset="-122"/>
              </a:rPr>
              <a:t>5 </a:t>
            </a:r>
          </a:p>
        </p:txBody>
      </p:sp>
      <p:sp>
        <p:nvSpPr>
          <p:cNvPr id="103433" name="Oval 8"/>
          <p:cNvSpPr>
            <a:spLocks noChangeArrowheads="1"/>
          </p:cNvSpPr>
          <p:nvPr/>
        </p:nvSpPr>
        <p:spPr bwMode="blackWhite">
          <a:xfrm>
            <a:off x="5411788" y="4878388"/>
            <a:ext cx="458787" cy="44608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3434" name="Rectangle 9"/>
          <p:cNvSpPr>
            <a:spLocks noChangeArrowheads="1"/>
          </p:cNvSpPr>
          <p:nvPr/>
        </p:nvSpPr>
        <p:spPr bwMode="blackWhite">
          <a:xfrm>
            <a:off x="5511800" y="4978400"/>
            <a:ext cx="260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>
                <a:ea typeface="宋体" pitchFamily="2" charset="-122"/>
              </a:rPr>
              <a:t>4 </a:t>
            </a:r>
          </a:p>
        </p:txBody>
      </p:sp>
      <p:sp>
        <p:nvSpPr>
          <p:cNvPr id="103435" name="Oval 10"/>
          <p:cNvSpPr>
            <a:spLocks noChangeArrowheads="1"/>
          </p:cNvSpPr>
          <p:nvPr/>
        </p:nvSpPr>
        <p:spPr bwMode="blackWhite">
          <a:xfrm>
            <a:off x="3070225" y="4878388"/>
            <a:ext cx="460375" cy="44608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3436" name="Rectangle 11"/>
          <p:cNvSpPr>
            <a:spLocks noChangeArrowheads="1"/>
          </p:cNvSpPr>
          <p:nvPr/>
        </p:nvSpPr>
        <p:spPr bwMode="blackWhite">
          <a:xfrm>
            <a:off x="3171825" y="4978400"/>
            <a:ext cx="258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>
                <a:ea typeface="宋体" pitchFamily="2" charset="-122"/>
              </a:rPr>
              <a:t>3 </a:t>
            </a:r>
          </a:p>
        </p:txBody>
      </p:sp>
      <p:sp>
        <p:nvSpPr>
          <p:cNvPr id="103437" name="Oval 12"/>
          <p:cNvSpPr>
            <a:spLocks noChangeArrowheads="1"/>
          </p:cNvSpPr>
          <p:nvPr/>
        </p:nvSpPr>
        <p:spPr bwMode="blackWhite">
          <a:xfrm>
            <a:off x="2566988" y="3227388"/>
            <a:ext cx="458787" cy="44608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3438" name="Rectangle 13"/>
          <p:cNvSpPr>
            <a:spLocks noChangeArrowheads="1"/>
          </p:cNvSpPr>
          <p:nvPr/>
        </p:nvSpPr>
        <p:spPr bwMode="blackWhite">
          <a:xfrm>
            <a:off x="2668588" y="3327400"/>
            <a:ext cx="257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>
                <a:ea typeface="宋体" pitchFamily="2" charset="-122"/>
              </a:rPr>
              <a:t>2 </a:t>
            </a:r>
          </a:p>
        </p:txBody>
      </p:sp>
      <p:sp>
        <p:nvSpPr>
          <p:cNvPr id="103439" name="Arc 14"/>
          <p:cNvSpPr>
            <a:spLocks/>
          </p:cNvSpPr>
          <p:nvPr/>
        </p:nvSpPr>
        <p:spPr bwMode="blackWhite">
          <a:xfrm>
            <a:off x="2017713" y="1554163"/>
            <a:ext cx="4943475" cy="4738687"/>
          </a:xfrm>
          <a:custGeom>
            <a:avLst/>
            <a:gdLst>
              <a:gd name="T0" fmla="*/ 2147483647 w 43200"/>
              <a:gd name="T1" fmla="*/ 0 h 40309"/>
              <a:gd name="T2" fmla="*/ 2147483647 w 43200"/>
              <a:gd name="T3" fmla="*/ 1337110899 h 40309"/>
              <a:gd name="T4" fmla="*/ 2147483647 w 43200"/>
              <a:gd name="T5" fmla="*/ 2147483647 h 40309"/>
              <a:gd name="T6" fmla="*/ 0 60000 65536"/>
              <a:gd name="T7" fmla="*/ 0 60000 65536"/>
              <a:gd name="T8" fmla="*/ 0 60000 65536"/>
              <a:gd name="T9" fmla="*/ 0 w 43200"/>
              <a:gd name="T10" fmla="*/ 0 h 40309"/>
              <a:gd name="T11" fmla="*/ 43200 w 43200"/>
              <a:gd name="T12" fmla="*/ 40309 h 403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0309" fill="none" extrusionOk="0">
                <a:moveTo>
                  <a:pt x="32395" y="-1"/>
                </a:moveTo>
                <a:cubicBezTo>
                  <a:pt x="39080" y="3857"/>
                  <a:pt x="43200" y="10990"/>
                  <a:pt x="43200" y="18709"/>
                </a:cubicBezTo>
                <a:cubicBezTo>
                  <a:pt x="43200" y="30638"/>
                  <a:pt x="33529" y="40309"/>
                  <a:pt x="21600" y="40309"/>
                </a:cubicBezTo>
                <a:cubicBezTo>
                  <a:pt x="9670" y="40309"/>
                  <a:pt x="0" y="30638"/>
                  <a:pt x="0" y="18709"/>
                </a:cubicBezTo>
                <a:cubicBezTo>
                  <a:pt x="-1" y="10995"/>
                  <a:pt x="4113" y="3866"/>
                  <a:pt x="10792" y="7"/>
                </a:cubicBezTo>
              </a:path>
              <a:path w="43200" h="40309" stroke="0" extrusionOk="0">
                <a:moveTo>
                  <a:pt x="32395" y="-1"/>
                </a:moveTo>
                <a:cubicBezTo>
                  <a:pt x="39080" y="3857"/>
                  <a:pt x="43200" y="10990"/>
                  <a:pt x="43200" y="18709"/>
                </a:cubicBezTo>
                <a:cubicBezTo>
                  <a:pt x="43200" y="30638"/>
                  <a:pt x="33529" y="40309"/>
                  <a:pt x="21600" y="40309"/>
                </a:cubicBezTo>
                <a:cubicBezTo>
                  <a:pt x="9670" y="40309"/>
                  <a:pt x="0" y="30638"/>
                  <a:pt x="0" y="18709"/>
                </a:cubicBezTo>
                <a:cubicBezTo>
                  <a:pt x="-1" y="10995"/>
                  <a:pt x="4113" y="3866"/>
                  <a:pt x="10792" y="7"/>
                </a:cubicBezTo>
                <a:lnTo>
                  <a:pt x="21600" y="18709"/>
                </a:lnTo>
                <a:lnTo>
                  <a:pt x="32395" y="-1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triangle" w="med" len="lg"/>
            <a:tailEnd type="none" w="sm" len="sm"/>
          </a:ln>
        </p:spPr>
        <p:txBody>
          <a:bodyPr lIns="0" tIns="0" rIns="0" bIns="0"/>
          <a:lstStyle/>
          <a:p>
            <a:endParaRPr lang="nl-NL"/>
          </a:p>
        </p:txBody>
      </p:sp>
      <p:sp>
        <p:nvSpPr>
          <p:cNvPr id="10344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PENTAGON</a:t>
            </a:r>
          </a:p>
        </p:txBody>
      </p:sp>
      <p:sp>
        <p:nvSpPr>
          <p:cNvPr id="10344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344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4998BF0-738A-4922-919D-4AA05C141E67}" type="slidenum">
              <a:rPr lang="zh-CN" altLang="en-US" smtClean="0"/>
              <a:pPr defTabSz="895350"/>
              <a:t>99</a:t>
            </a:fld>
            <a:endParaRPr lang="en-US" altLang="zh-CN"/>
          </a:p>
        </p:txBody>
      </p:sp>
      <p:sp>
        <p:nvSpPr>
          <p:cNvPr id="104451" name="Rectangle 2"/>
          <p:cNvSpPr>
            <a:spLocks noChangeArrowheads="1"/>
          </p:cNvSpPr>
          <p:nvPr/>
        </p:nvSpPr>
        <p:spPr bwMode="blackWhite">
          <a:xfrm>
            <a:off x="2982913" y="1747838"/>
            <a:ext cx="3209925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blackWhite">
          <a:xfrm>
            <a:off x="2952750" y="1465263"/>
            <a:ext cx="10779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Benefit </a:t>
            </a:r>
          </a:p>
        </p:txBody>
      </p:sp>
      <p:sp>
        <p:nvSpPr>
          <p:cNvPr id="104453" name="Rectangle 4"/>
          <p:cNvSpPr>
            <a:spLocks noChangeArrowheads="1"/>
          </p:cNvSpPr>
          <p:nvPr/>
        </p:nvSpPr>
        <p:spPr bwMode="blackWhite">
          <a:xfrm>
            <a:off x="2955925" y="4972050"/>
            <a:ext cx="3244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Price </a:t>
            </a:r>
          </a:p>
        </p:txBody>
      </p:sp>
      <p:sp>
        <p:nvSpPr>
          <p:cNvPr id="104454" name="Freeform 5"/>
          <p:cNvSpPr>
            <a:spLocks/>
          </p:cNvSpPr>
          <p:nvPr/>
        </p:nvSpPr>
        <p:spPr bwMode="blackWhite">
          <a:xfrm>
            <a:off x="2976563" y="1749425"/>
            <a:ext cx="3225800" cy="3140075"/>
          </a:xfrm>
          <a:custGeom>
            <a:avLst/>
            <a:gdLst>
              <a:gd name="T0" fmla="*/ 0 w 1812"/>
              <a:gd name="T1" fmla="*/ 2147483647 h 1817"/>
              <a:gd name="T2" fmla="*/ 2147483647 w 1812"/>
              <a:gd name="T3" fmla="*/ 2147483647 h 1817"/>
              <a:gd name="T4" fmla="*/ 2147483647 w 1812"/>
              <a:gd name="T5" fmla="*/ 0 h 1817"/>
              <a:gd name="T6" fmla="*/ 0 w 1812"/>
              <a:gd name="T7" fmla="*/ 2147483647 h 1817"/>
              <a:gd name="T8" fmla="*/ 0 60000 65536"/>
              <a:gd name="T9" fmla="*/ 0 60000 65536"/>
              <a:gd name="T10" fmla="*/ 0 60000 65536"/>
              <a:gd name="T11" fmla="*/ 0 60000 65536"/>
              <a:gd name="T12" fmla="*/ 0 w 1812"/>
              <a:gd name="T13" fmla="*/ 0 h 1817"/>
              <a:gd name="T14" fmla="*/ 1812 w 1812"/>
              <a:gd name="T15" fmla="*/ 1817 h 18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12" h="1817">
                <a:moveTo>
                  <a:pt x="0" y="1816"/>
                </a:moveTo>
                <a:lnTo>
                  <a:pt x="1811" y="1816"/>
                </a:lnTo>
                <a:lnTo>
                  <a:pt x="1811" y="0"/>
                </a:lnTo>
                <a:lnTo>
                  <a:pt x="0" y="1816"/>
                </a:lnTo>
              </a:path>
            </a:pathLst>
          </a:custGeom>
          <a:solidFill>
            <a:schemeClr val="accent2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4455" name="Rectangle 6"/>
          <p:cNvSpPr>
            <a:spLocks noChangeArrowheads="1"/>
          </p:cNvSpPr>
          <p:nvPr/>
        </p:nvSpPr>
        <p:spPr bwMode="blackWhite">
          <a:xfrm>
            <a:off x="4630738" y="4178300"/>
            <a:ext cx="13811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Competitive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disadvantage </a:t>
            </a:r>
          </a:p>
        </p:txBody>
      </p:sp>
      <p:sp>
        <p:nvSpPr>
          <p:cNvPr id="104456" name="Rectangle 7"/>
          <p:cNvSpPr>
            <a:spLocks noChangeArrowheads="1"/>
          </p:cNvSpPr>
          <p:nvPr/>
        </p:nvSpPr>
        <p:spPr bwMode="blackWhite">
          <a:xfrm>
            <a:off x="3260725" y="2089150"/>
            <a:ext cx="1265238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Competitive</a:t>
            </a:r>
            <a:br>
              <a:rPr lang="en-US" altLang="zh-CN">
                <a:ea typeface="宋体" pitchFamily="2" charset="-122"/>
              </a:rPr>
            </a:br>
            <a:r>
              <a:rPr lang="en-US" altLang="zh-CN">
                <a:ea typeface="宋体" pitchFamily="2" charset="-122"/>
              </a:rPr>
              <a:t>advantage </a:t>
            </a:r>
          </a:p>
        </p:txBody>
      </p:sp>
      <p:sp>
        <p:nvSpPr>
          <p:cNvPr id="104457" name="Line 8"/>
          <p:cNvSpPr>
            <a:spLocks noChangeShapeType="1"/>
          </p:cNvSpPr>
          <p:nvPr/>
        </p:nvSpPr>
        <p:spPr bwMode="blackWhite">
          <a:xfrm>
            <a:off x="4186238" y="2811463"/>
            <a:ext cx="881062" cy="9191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4458" name="Line 9"/>
          <p:cNvSpPr>
            <a:spLocks noChangeShapeType="1"/>
          </p:cNvSpPr>
          <p:nvPr/>
        </p:nvSpPr>
        <p:spPr bwMode="blackWhite">
          <a:xfrm flipV="1">
            <a:off x="2979738" y="1758950"/>
            <a:ext cx="3214687" cy="31210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4459" name="Line 10"/>
          <p:cNvSpPr>
            <a:spLocks noChangeShapeType="1"/>
          </p:cNvSpPr>
          <p:nvPr/>
        </p:nvSpPr>
        <p:spPr bwMode="auto">
          <a:xfrm>
            <a:off x="2976563" y="4894263"/>
            <a:ext cx="3243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4460" name="Line 11"/>
          <p:cNvSpPr>
            <a:spLocks noChangeShapeType="1"/>
          </p:cNvSpPr>
          <p:nvPr/>
        </p:nvSpPr>
        <p:spPr bwMode="auto">
          <a:xfrm flipV="1">
            <a:off x="2981325" y="1743075"/>
            <a:ext cx="0" cy="3152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446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PRICE BENEFIT</a:t>
            </a:r>
          </a:p>
        </p:txBody>
      </p:sp>
      <p:sp>
        <p:nvSpPr>
          <p:cNvPr id="10446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446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FB6DE69-3DFC-474F-93BA-E0D09731B158}" type="slidenum">
              <a:rPr lang="zh-CN" altLang="en-US" smtClean="0"/>
              <a:pPr defTabSz="895350"/>
              <a:t>100</a:t>
            </a:fld>
            <a:endParaRPr lang="en-US" altLang="zh-CN"/>
          </a:p>
        </p:txBody>
      </p:sp>
      <p:sp>
        <p:nvSpPr>
          <p:cNvPr id="105475" name="Arc 2"/>
          <p:cNvSpPr>
            <a:spLocks/>
          </p:cNvSpPr>
          <p:nvPr/>
        </p:nvSpPr>
        <p:spPr bwMode="auto">
          <a:xfrm>
            <a:off x="2813050" y="2549525"/>
            <a:ext cx="3222625" cy="2679700"/>
          </a:xfrm>
          <a:custGeom>
            <a:avLst/>
            <a:gdLst>
              <a:gd name="T0" fmla="*/ 2147483647 w 43200"/>
              <a:gd name="T1" fmla="*/ 2147483647 h 37133"/>
              <a:gd name="T2" fmla="*/ 2147483647 w 43200"/>
              <a:gd name="T3" fmla="*/ 0 h 37133"/>
              <a:gd name="T4" fmla="*/ 2147483647 w 43200"/>
              <a:gd name="T5" fmla="*/ 2147483647 h 37133"/>
              <a:gd name="T6" fmla="*/ 0 60000 65536"/>
              <a:gd name="T7" fmla="*/ 0 60000 65536"/>
              <a:gd name="T8" fmla="*/ 0 60000 65536"/>
              <a:gd name="T9" fmla="*/ 0 w 43200"/>
              <a:gd name="T10" fmla="*/ 0 h 37133"/>
              <a:gd name="T11" fmla="*/ 43200 w 43200"/>
              <a:gd name="T12" fmla="*/ 37133 h 371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7133" fill="none" extrusionOk="0">
                <a:moveTo>
                  <a:pt x="36865" y="250"/>
                </a:moveTo>
                <a:cubicBezTo>
                  <a:pt x="40920" y="4302"/>
                  <a:pt x="43200" y="9800"/>
                  <a:pt x="43200" y="15533"/>
                </a:cubicBezTo>
                <a:cubicBezTo>
                  <a:pt x="43200" y="27462"/>
                  <a:pt x="33529" y="37133"/>
                  <a:pt x="21600" y="37133"/>
                </a:cubicBezTo>
                <a:cubicBezTo>
                  <a:pt x="9670" y="37133"/>
                  <a:pt x="0" y="27462"/>
                  <a:pt x="0" y="15533"/>
                </a:cubicBezTo>
                <a:cubicBezTo>
                  <a:pt x="-1" y="9675"/>
                  <a:pt x="2378" y="4069"/>
                  <a:pt x="6590" y="-1"/>
                </a:cubicBezTo>
              </a:path>
              <a:path w="43200" h="37133" stroke="0" extrusionOk="0">
                <a:moveTo>
                  <a:pt x="36865" y="250"/>
                </a:moveTo>
                <a:cubicBezTo>
                  <a:pt x="40920" y="4302"/>
                  <a:pt x="43200" y="9800"/>
                  <a:pt x="43200" y="15533"/>
                </a:cubicBezTo>
                <a:cubicBezTo>
                  <a:pt x="43200" y="27462"/>
                  <a:pt x="33529" y="37133"/>
                  <a:pt x="21600" y="37133"/>
                </a:cubicBezTo>
                <a:cubicBezTo>
                  <a:pt x="9670" y="37133"/>
                  <a:pt x="0" y="27462"/>
                  <a:pt x="0" y="15533"/>
                </a:cubicBezTo>
                <a:cubicBezTo>
                  <a:pt x="-1" y="9675"/>
                  <a:pt x="2378" y="4069"/>
                  <a:pt x="6590" y="-1"/>
                </a:cubicBezTo>
                <a:lnTo>
                  <a:pt x="21600" y="15533"/>
                </a:lnTo>
                <a:lnTo>
                  <a:pt x="36865" y="25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/>
          <a:lstStyle/>
          <a:p>
            <a:endParaRPr lang="nl-NL"/>
          </a:p>
        </p:txBody>
      </p:sp>
      <p:sp>
        <p:nvSpPr>
          <p:cNvPr id="105476" name="Freeform 3"/>
          <p:cNvSpPr>
            <a:spLocks/>
          </p:cNvSpPr>
          <p:nvPr/>
        </p:nvSpPr>
        <p:spPr bwMode="auto">
          <a:xfrm>
            <a:off x="4378325" y="5175250"/>
            <a:ext cx="122238" cy="112713"/>
          </a:xfrm>
          <a:custGeom>
            <a:avLst/>
            <a:gdLst>
              <a:gd name="T0" fmla="*/ 2147483647 w 77"/>
              <a:gd name="T1" fmla="*/ 2147483647 h 74"/>
              <a:gd name="T2" fmla="*/ 0 w 77"/>
              <a:gd name="T3" fmla="*/ 0 h 74"/>
              <a:gd name="T4" fmla="*/ 0 w 77"/>
              <a:gd name="T5" fmla="*/ 2147483647 h 74"/>
              <a:gd name="T6" fmla="*/ 2147483647 w 77"/>
              <a:gd name="T7" fmla="*/ 2147483647 h 74"/>
              <a:gd name="T8" fmla="*/ 0 60000 65536"/>
              <a:gd name="T9" fmla="*/ 0 60000 65536"/>
              <a:gd name="T10" fmla="*/ 0 60000 65536"/>
              <a:gd name="T11" fmla="*/ 0 60000 65536"/>
              <a:gd name="T12" fmla="*/ 0 w 77"/>
              <a:gd name="T13" fmla="*/ 0 h 74"/>
              <a:gd name="T14" fmla="*/ 77 w 77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" h="74">
                <a:moveTo>
                  <a:pt x="76" y="34"/>
                </a:moveTo>
                <a:lnTo>
                  <a:pt x="0" y="0"/>
                </a:lnTo>
                <a:lnTo>
                  <a:pt x="0" y="73"/>
                </a:lnTo>
                <a:lnTo>
                  <a:pt x="76" y="34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77" name="Rectangle 4"/>
          <p:cNvSpPr>
            <a:spLocks noChangeArrowheads="1"/>
          </p:cNvSpPr>
          <p:nvPr/>
        </p:nvSpPr>
        <p:spPr bwMode="auto">
          <a:xfrm>
            <a:off x="1636713" y="2135188"/>
            <a:ext cx="21161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Appraise performance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and prospects </a:t>
            </a:r>
          </a:p>
        </p:txBody>
      </p:sp>
      <p:sp>
        <p:nvSpPr>
          <p:cNvPr id="105478" name="Rectangle 5"/>
          <p:cNvSpPr>
            <a:spLocks noChangeArrowheads="1"/>
          </p:cNvSpPr>
          <p:nvPr/>
        </p:nvSpPr>
        <p:spPr bwMode="auto">
          <a:xfrm>
            <a:off x="1636713" y="3001963"/>
            <a:ext cx="841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Develop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strategy </a:t>
            </a:r>
          </a:p>
        </p:txBody>
      </p:sp>
      <p:sp>
        <p:nvSpPr>
          <p:cNvPr id="105479" name="Rectangle 6"/>
          <p:cNvSpPr>
            <a:spLocks noChangeArrowheads="1"/>
          </p:cNvSpPr>
          <p:nvPr/>
        </p:nvSpPr>
        <p:spPr bwMode="auto">
          <a:xfrm>
            <a:off x="2284413" y="4741863"/>
            <a:ext cx="12430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Redesign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pivotal jobs </a:t>
            </a:r>
          </a:p>
        </p:txBody>
      </p:sp>
      <p:sp>
        <p:nvSpPr>
          <p:cNvPr id="105480" name="Rectangle 7"/>
          <p:cNvSpPr>
            <a:spLocks noChangeArrowheads="1"/>
          </p:cNvSpPr>
          <p:nvPr/>
        </p:nvSpPr>
        <p:spPr bwMode="auto">
          <a:xfrm>
            <a:off x="3792538" y="5372100"/>
            <a:ext cx="151606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Design the skill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building process </a:t>
            </a:r>
          </a:p>
        </p:txBody>
      </p:sp>
      <p:sp>
        <p:nvSpPr>
          <p:cNvPr id="105481" name="Rectangle 8"/>
          <p:cNvSpPr>
            <a:spLocks noChangeArrowheads="1"/>
          </p:cNvSpPr>
          <p:nvPr/>
        </p:nvSpPr>
        <p:spPr bwMode="auto">
          <a:xfrm>
            <a:off x="5780088" y="4729163"/>
            <a:ext cx="1447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Assess change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readiness </a:t>
            </a:r>
          </a:p>
        </p:txBody>
      </p:sp>
      <p:sp>
        <p:nvSpPr>
          <p:cNvPr id="105482" name="Rectangle 9"/>
          <p:cNvSpPr>
            <a:spLocks noChangeArrowheads="1"/>
          </p:cNvSpPr>
          <p:nvPr/>
        </p:nvSpPr>
        <p:spPr bwMode="auto">
          <a:xfrm>
            <a:off x="6207125" y="3502025"/>
            <a:ext cx="1493838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Top down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action programs </a:t>
            </a:r>
          </a:p>
        </p:txBody>
      </p:sp>
      <p:sp>
        <p:nvSpPr>
          <p:cNvPr id="105483" name="Rectangle 10"/>
          <p:cNvSpPr>
            <a:spLocks noChangeArrowheads="1"/>
          </p:cNvSpPr>
          <p:nvPr/>
        </p:nvSpPr>
        <p:spPr bwMode="auto">
          <a:xfrm>
            <a:off x="5894388" y="2135188"/>
            <a:ext cx="15081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Bottom up action programs </a:t>
            </a:r>
          </a:p>
        </p:txBody>
      </p:sp>
      <p:sp>
        <p:nvSpPr>
          <p:cNvPr id="105484" name="Rectangle 11"/>
          <p:cNvSpPr>
            <a:spLocks noChangeArrowheads="1"/>
          </p:cNvSpPr>
          <p:nvPr/>
        </p:nvSpPr>
        <p:spPr bwMode="auto">
          <a:xfrm>
            <a:off x="3414713" y="2579688"/>
            <a:ext cx="123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1 </a:t>
            </a:r>
          </a:p>
        </p:txBody>
      </p:sp>
      <p:sp>
        <p:nvSpPr>
          <p:cNvPr id="105485" name="Rectangle 12"/>
          <p:cNvSpPr>
            <a:spLocks noChangeArrowheads="1"/>
          </p:cNvSpPr>
          <p:nvPr/>
        </p:nvSpPr>
        <p:spPr bwMode="auto">
          <a:xfrm>
            <a:off x="2938463" y="3309938"/>
            <a:ext cx="122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2 </a:t>
            </a:r>
          </a:p>
        </p:txBody>
      </p:sp>
      <p:sp>
        <p:nvSpPr>
          <p:cNvPr id="105486" name="Rectangle 13"/>
          <p:cNvSpPr>
            <a:spLocks noChangeArrowheads="1"/>
          </p:cNvSpPr>
          <p:nvPr/>
        </p:nvSpPr>
        <p:spPr bwMode="auto">
          <a:xfrm>
            <a:off x="3289300" y="4479925"/>
            <a:ext cx="1222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4 </a:t>
            </a:r>
          </a:p>
        </p:txBody>
      </p:sp>
      <p:sp>
        <p:nvSpPr>
          <p:cNvPr id="105487" name="Rectangle 14"/>
          <p:cNvSpPr>
            <a:spLocks noChangeArrowheads="1"/>
          </p:cNvSpPr>
          <p:nvPr/>
        </p:nvSpPr>
        <p:spPr bwMode="auto">
          <a:xfrm>
            <a:off x="4381500" y="4929188"/>
            <a:ext cx="1254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5 </a:t>
            </a:r>
          </a:p>
        </p:txBody>
      </p:sp>
      <p:sp>
        <p:nvSpPr>
          <p:cNvPr id="105488" name="Rectangle 15"/>
          <p:cNvSpPr>
            <a:spLocks noChangeArrowheads="1"/>
          </p:cNvSpPr>
          <p:nvPr/>
        </p:nvSpPr>
        <p:spPr bwMode="auto">
          <a:xfrm>
            <a:off x="5440363" y="4494213"/>
            <a:ext cx="123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6 </a:t>
            </a:r>
          </a:p>
        </p:txBody>
      </p:sp>
      <p:sp>
        <p:nvSpPr>
          <p:cNvPr id="105489" name="Rectangle 16"/>
          <p:cNvSpPr>
            <a:spLocks noChangeArrowheads="1"/>
          </p:cNvSpPr>
          <p:nvPr/>
        </p:nvSpPr>
        <p:spPr bwMode="auto">
          <a:xfrm>
            <a:off x="5819775" y="3505200"/>
            <a:ext cx="120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7 </a:t>
            </a:r>
          </a:p>
        </p:txBody>
      </p:sp>
      <p:sp>
        <p:nvSpPr>
          <p:cNvPr id="105490" name="Rectangle 17"/>
          <p:cNvSpPr>
            <a:spLocks noChangeArrowheads="1"/>
          </p:cNvSpPr>
          <p:nvPr/>
        </p:nvSpPr>
        <p:spPr bwMode="auto">
          <a:xfrm>
            <a:off x="5416550" y="2640013"/>
            <a:ext cx="1222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8 </a:t>
            </a:r>
          </a:p>
        </p:txBody>
      </p:sp>
      <p:sp>
        <p:nvSpPr>
          <p:cNvPr id="105491" name="Rectangle 18"/>
          <p:cNvSpPr>
            <a:spLocks noChangeArrowheads="1"/>
          </p:cNvSpPr>
          <p:nvPr/>
        </p:nvSpPr>
        <p:spPr bwMode="auto">
          <a:xfrm>
            <a:off x="2938463" y="3519488"/>
            <a:ext cx="122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zh-CN" altLang="en-US" b="1">
                <a:solidFill>
                  <a:schemeClr val="tx2"/>
                </a:solidFill>
                <a:ea typeface="宋体" pitchFamily="2" charset="-122"/>
              </a:rPr>
              <a:t>3 </a:t>
            </a:r>
          </a:p>
        </p:txBody>
      </p:sp>
      <p:sp>
        <p:nvSpPr>
          <p:cNvPr id="105492" name="Freeform 19"/>
          <p:cNvSpPr>
            <a:spLocks/>
          </p:cNvSpPr>
          <p:nvPr/>
        </p:nvSpPr>
        <p:spPr bwMode="auto">
          <a:xfrm>
            <a:off x="5594350" y="4610100"/>
            <a:ext cx="115888" cy="128588"/>
          </a:xfrm>
          <a:custGeom>
            <a:avLst/>
            <a:gdLst>
              <a:gd name="T0" fmla="*/ 2147483647 w 74"/>
              <a:gd name="T1" fmla="*/ 0 h 84"/>
              <a:gd name="T2" fmla="*/ 0 w 74"/>
              <a:gd name="T3" fmla="*/ 2147483647 h 84"/>
              <a:gd name="T4" fmla="*/ 2147483647 w 74"/>
              <a:gd name="T5" fmla="*/ 2147483647 h 84"/>
              <a:gd name="T6" fmla="*/ 2147483647 w 7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74"/>
              <a:gd name="T13" fmla="*/ 0 h 84"/>
              <a:gd name="T14" fmla="*/ 74 w 7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4" h="84">
                <a:moveTo>
                  <a:pt x="73" y="0"/>
                </a:moveTo>
                <a:lnTo>
                  <a:pt x="0" y="39"/>
                </a:lnTo>
                <a:lnTo>
                  <a:pt x="59" y="83"/>
                </a:lnTo>
                <a:lnTo>
                  <a:pt x="73" y="0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3" name="Freeform 20"/>
          <p:cNvSpPr>
            <a:spLocks/>
          </p:cNvSpPr>
          <p:nvPr/>
        </p:nvSpPr>
        <p:spPr bwMode="auto">
          <a:xfrm>
            <a:off x="5988050" y="3502025"/>
            <a:ext cx="114300" cy="123825"/>
          </a:xfrm>
          <a:custGeom>
            <a:avLst/>
            <a:gdLst>
              <a:gd name="T0" fmla="*/ 2147483647 w 73"/>
              <a:gd name="T1" fmla="*/ 0 h 81"/>
              <a:gd name="T2" fmla="*/ 0 w 73"/>
              <a:gd name="T3" fmla="*/ 2147483647 h 81"/>
              <a:gd name="T4" fmla="*/ 2147483647 w 73"/>
              <a:gd name="T5" fmla="*/ 2147483647 h 81"/>
              <a:gd name="T6" fmla="*/ 2147483647 w 73"/>
              <a:gd name="T7" fmla="*/ 0 h 81"/>
              <a:gd name="T8" fmla="*/ 0 60000 65536"/>
              <a:gd name="T9" fmla="*/ 0 60000 65536"/>
              <a:gd name="T10" fmla="*/ 0 60000 65536"/>
              <a:gd name="T11" fmla="*/ 0 60000 65536"/>
              <a:gd name="T12" fmla="*/ 0 w 73"/>
              <a:gd name="T13" fmla="*/ 0 h 81"/>
              <a:gd name="T14" fmla="*/ 73 w 73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" h="81">
                <a:moveTo>
                  <a:pt x="23" y="0"/>
                </a:moveTo>
                <a:lnTo>
                  <a:pt x="0" y="80"/>
                </a:lnTo>
                <a:lnTo>
                  <a:pt x="72" y="67"/>
                </a:lnTo>
                <a:lnTo>
                  <a:pt x="23" y="0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4" name="Freeform 21"/>
          <p:cNvSpPr>
            <a:spLocks/>
          </p:cNvSpPr>
          <p:nvPr/>
        </p:nvSpPr>
        <p:spPr bwMode="auto">
          <a:xfrm>
            <a:off x="5524500" y="2528888"/>
            <a:ext cx="119063" cy="125412"/>
          </a:xfrm>
          <a:custGeom>
            <a:avLst/>
            <a:gdLst>
              <a:gd name="T0" fmla="*/ 0 w 75"/>
              <a:gd name="T1" fmla="*/ 0 h 82"/>
              <a:gd name="T2" fmla="*/ 2147483647 w 75"/>
              <a:gd name="T3" fmla="*/ 2147483647 h 82"/>
              <a:gd name="T4" fmla="*/ 2147483647 w 75"/>
              <a:gd name="T5" fmla="*/ 2147483647 h 82"/>
              <a:gd name="T6" fmla="*/ 0 w 75"/>
              <a:gd name="T7" fmla="*/ 0 h 82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82"/>
              <a:gd name="T14" fmla="*/ 75 w 75"/>
              <a:gd name="T15" fmla="*/ 82 h 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82">
                <a:moveTo>
                  <a:pt x="0" y="0"/>
                </a:moveTo>
                <a:lnTo>
                  <a:pt x="18" y="81"/>
                </a:lnTo>
                <a:lnTo>
                  <a:pt x="74" y="36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5" name="Freeform 22"/>
          <p:cNvSpPr>
            <a:spLocks/>
          </p:cNvSpPr>
          <p:nvPr/>
        </p:nvSpPr>
        <p:spPr bwMode="auto">
          <a:xfrm>
            <a:off x="3236913" y="2500313"/>
            <a:ext cx="119062" cy="125412"/>
          </a:xfrm>
          <a:custGeom>
            <a:avLst/>
            <a:gdLst>
              <a:gd name="T0" fmla="*/ 0 w 75"/>
              <a:gd name="T1" fmla="*/ 2147483647 h 82"/>
              <a:gd name="T2" fmla="*/ 2147483647 w 75"/>
              <a:gd name="T3" fmla="*/ 2147483647 h 82"/>
              <a:gd name="T4" fmla="*/ 2147483647 w 75"/>
              <a:gd name="T5" fmla="*/ 0 h 82"/>
              <a:gd name="T6" fmla="*/ 0 w 75"/>
              <a:gd name="T7" fmla="*/ 2147483647 h 82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82"/>
              <a:gd name="T14" fmla="*/ 75 w 75"/>
              <a:gd name="T15" fmla="*/ 82 h 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82">
                <a:moveTo>
                  <a:pt x="0" y="81"/>
                </a:moveTo>
                <a:lnTo>
                  <a:pt x="74" y="42"/>
                </a:lnTo>
                <a:lnTo>
                  <a:pt x="15" y="0"/>
                </a:lnTo>
                <a:lnTo>
                  <a:pt x="0" y="81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6" name="Freeform 23"/>
          <p:cNvSpPr>
            <a:spLocks/>
          </p:cNvSpPr>
          <p:nvPr/>
        </p:nvSpPr>
        <p:spPr bwMode="auto">
          <a:xfrm>
            <a:off x="2800350" y="3365500"/>
            <a:ext cx="112713" cy="123825"/>
          </a:xfrm>
          <a:custGeom>
            <a:avLst/>
            <a:gdLst>
              <a:gd name="T0" fmla="*/ 2147483647 w 72"/>
              <a:gd name="T1" fmla="*/ 2147483647 h 81"/>
              <a:gd name="T2" fmla="*/ 2147483647 w 72"/>
              <a:gd name="T3" fmla="*/ 2147483647 h 81"/>
              <a:gd name="T4" fmla="*/ 0 w 72"/>
              <a:gd name="T5" fmla="*/ 0 h 81"/>
              <a:gd name="T6" fmla="*/ 2147483647 w 72"/>
              <a:gd name="T7" fmla="*/ 2147483647 h 81"/>
              <a:gd name="T8" fmla="*/ 0 60000 65536"/>
              <a:gd name="T9" fmla="*/ 0 60000 65536"/>
              <a:gd name="T10" fmla="*/ 0 60000 65536"/>
              <a:gd name="T11" fmla="*/ 0 60000 65536"/>
              <a:gd name="T12" fmla="*/ 0 w 72"/>
              <a:gd name="T13" fmla="*/ 0 h 81"/>
              <a:gd name="T14" fmla="*/ 72 w 72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" h="81">
                <a:moveTo>
                  <a:pt x="19" y="80"/>
                </a:moveTo>
                <a:lnTo>
                  <a:pt x="71" y="15"/>
                </a:lnTo>
                <a:lnTo>
                  <a:pt x="0" y="0"/>
                </a:lnTo>
                <a:lnTo>
                  <a:pt x="19" y="80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7" name="Freeform 24"/>
          <p:cNvSpPr>
            <a:spLocks/>
          </p:cNvSpPr>
          <p:nvPr/>
        </p:nvSpPr>
        <p:spPr bwMode="auto">
          <a:xfrm>
            <a:off x="2752725" y="3508375"/>
            <a:ext cx="112713" cy="122238"/>
          </a:xfrm>
          <a:custGeom>
            <a:avLst/>
            <a:gdLst>
              <a:gd name="T0" fmla="*/ 2147483647 w 72"/>
              <a:gd name="T1" fmla="*/ 0 h 80"/>
              <a:gd name="T2" fmla="*/ 2147483647 w 72"/>
              <a:gd name="T3" fmla="*/ 2147483647 h 80"/>
              <a:gd name="T4" fmla="*/ 0 w 72"/>
              <a:gd name="T5" fmla="*/ 2147483647 h 80"/>
              <a:gd name="T6" fmla="*/ 2147483647 w 72"/>
              <a:gd name="T7" fmla="*/ 0 h 80"/>
              <a:gd name="T8" fmla="*/ 0 60000 65536"/>
              <a:gd name="T9" fmla="*/ 0 60000 65536"/>
              <a:gd name="T10" fmla="*/ 0 60000 65536"/>
              <a:gd name="T11" fmla="*/ 0 60000 65536"/>
              <a:gd name="T12" fmla="*/ 0 w 72"/>
              <a:gd name="T13" fmla="*/ 0 h 80"/>
              <a:gd name="T14" fmla="*/ 72 w 72"/>
              <a:gd name="T15" fmla="*/ 80 h 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" h="80">
                <a:moveTo>
                  <a:pt x="47" y="0"/>
                </a:moveTo>
                <a:lnTo>
                  <a:pt x="71" y="79"/>
                </a:lnTo>
                <a:lnTo>
                  <a:pt x="0" y="67"/>
                </a:lnTo>
                <a:lnTo>
                  <a:pt x="47" y="0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8" name="Freeform 25"/>
          <p:cNvSpPr>
            <a:spLocks/>
          </p:cNvSpPr>
          <p:nvPr/>
        </p:nvSpPr>
        <p:spPr bwMode="auto">
          <a:xfrm>
            <a:off x="3108325" y="4598988"/>
            <a:ext cx="123825" cy="119062"/>
          </a:xfrm>
          <a:custGeom>
            <a:avLst/>
            <a:gdLst>
              <a:gd name="T0" fmla="*/ 2147483647 w 79"/>
              <a:gd name="T1" fmla="*/ 2147483647 h 78"/>
              <a:gd name="T2" fmla="*/ 0 w 79"/>
              <a:gd name="T3" fmla="*/ 2147483647 h 78"/>
              <a:gd name="T4" fmla="*/ 2147483647 w 79"/>
              <a:gd name="T5" fmla="*/ 0 h 78"/>
              <a:gd name="T6" fmla="*/ 2147483647 w 79"/>
              <a:gd name="T7" fmla="*/ 2147483647 h 78"/>
              <a:gd name="T8" fmla="*/ 0 60000 65536"/>
              <a:gd name="T9" fmla="*/ 0 60000 65536"/>
              <a:gd name="T10" fmla="*/ 0 60000 65536"/>
              <a:gd name="T11" fmla="*/ 0 60000 65536"/>
              <a:gd name="T12" fmla="*/ 0 w 79"/>
              <a:gd name="T13" fmla="*/ 0 h 78"/>
              <a:gd name="T14" fmla="*/ 79 w 79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" h="78">
                <a:moveTo>
                  <a:pt x="78" y="77"/>
                </a:moveTo>
                <a:lnTo>
                  <a:pt x="0" y="51"/>
                </a:lnTo>
                <a:lnTo>
                  <a:pt x="50" y="0"/>
                </a:lnTo>
                <a:lnTo>
                  <a:pt x="78" y="77"/>
                </a:lnTo>
              </a:path>
            </a:pathLst>
          </a:custGeom>
          <a:solidFill>
            <a:schemeClr val="tx1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5499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SMILE CHART</a:t>
            </a:r>
          </a:p>
        </p:txBody>
      </p:sp>
      <p:sp>
        <p:nvSpPr>
          <p:cNvPr id="10550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550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53361EE-B86A-480C-AB4A-248617599B14}" type="slidenum">
              <a:rPr lang="zh-CN" altLang="en-US" smtClean="0"/>
              <a:pPr defTabSz="895350"/>
              <a:t>101</a:t>
            </a:fld>
            <a:endParaRPr lang="en-US" altLang="zh-CN"/>
          </a:p>
        </p:txBody>
      </p:sp>
      <p:sp>
        <p:nvSpPr>
          <p:cNvPr id="106499" name="Freeform 2"/>
          <p:cNvSpPr>
            <a:spLocks/>
          </p:cNvSpPr>
          <p:nvPr/>
        </p:nvSpPr>
        <p:spPr bwMode="blackWhite">
          <a:xfrm>
            <a:off x="1849438" y="3675063"/>
            <a:ext cx="4872037" cy="1874837"/>
          </a:xfrm>
          <a:custGeom>
            <a:avLst/>
            <a:gdLst>
              <a:gd name="T0" fmla="*/ 0 w 2503"/>
              <a:gd name="T1" fmla="*/ 2147483647 h 992"/>
              <a:gd name="T2" fmla="*/ 2147483647 w 2503"/>
              <a:gd name="T3" fmla="*/ 0 h 992"/>
              <a:gd name="T4" fmla="*/ 2147483647 w 2503"/>
              <a:gd name="T5" fmla="*/ 2147483647 h 992"/>
              <a:gd name="T6" fmla="*/ 2147483647 w 2503"/>
              <a:gd name="T7" fmla="*/ 2147483647 h 992"/>
              <a:gd name="T8" fmla="*/ 2147483647 w 2503"/>
              <a:gd name="T9" fmla="*/ 2147483647 h 992"/>
              <a:gd name="T10" fmla="*/ 0 w 2503"/>
              <a:gd name="T11" fmla="*/ 2147483647 h 9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03"/>
              <a:gd name="T19" fmla="*/ 0 h 992"/>
              <a:gd name="T20" fmla="*/ 2503 w 2503"/>
              <a:gd name="T21" fmla="*/ 992 h 9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03" h="992">
                <a:moveTo>
                  <a:pt x="0" y="56"/>
                </a:moveTo>
                <a:lnTo>
                  <a:pt x="72" y="0"/>
                </a:lnTo>
                <a:lnTo>
                  <a:pt x="2463" y="32"/>
                </a:lnTo>
                <a:lnTo>
                  <a:pt x="2502" y="64"/>
                </a:lnTo>
                <a:lnTo>
                  <a:pt x="1255" y="991"/>
                </a:lnTo>
                <a:lnTo>
                  <a:pt x="0" y="56"/>
                </a:lnTo>
              </a:path>
            </a:pathLst>
          </a:custGeom>
          <a:solidFill>
            <a:srgbClr val="0066CC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0" name="Freeform 3"/>
          <p:cNvSpPr>
            <a:spLocks/>
          </p:cNvSpPr>
          <p:nvPr/>
        </p:nvSpPr>
        <p:spPr bwMode="blackWhite">
          <a:xfrm>
            <a:off x="1852613" y="3786188"/>
            <a:ext cx="2441575" cy="2170112"/>
          </a:xfrm>
          <a:custGeom>
            <a:avLst/>
            <a:gdLst>
              <a:gd name="T0" fmla="*/ 2147483647 w 1255"/>
              <a:gd name="T1" fmla="*/ 2147483647 h 1149"/>
              <a:gd name="T2" fmla="*/ 2147483647 w 1255"/>
              <a:gd name="T3" fmla="*/ 2147483647 h 1149"/>
              <a:gd name="T4" fmla="*/ 0 w 1255"/>
              <a:gd name="T5" fmla="*/ 2147483647 h 1149"/>
              <a:gd name="T6" fmla="*/ 0 w 1255"/>
              <a:gd name="T7" fmla="*/ 0 h 1149"/>
              <a:gd name="T8" fmla="*/ 2147483647 w 1255"/>
              <a:gd name="T9" fmla="*/ 2147483647 h 1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55"/>
              <a:gd name="T16" fmla="*/ 0 h 1149"/>
              <a:gd name="T17" fmla="*/ 1255 w 1255"/>
              <a:gd name="T18" fmla="*/ 1149 h 11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55" h="1149">
                <a:moveTo>
                  <a:pt x="1254" y="933"/>
                </a:moveTo>
                <a:lnTo>
                  <a:pt x="1254" y="1148"/>
                </a:lnTo>
                <a:lnTo>
                  <a:pt x="0" y="178"/>
                </a:lnTo>
                <a:lnTo>
                  <a:pt x="0" y="0"/>
                </a:lnTo>
                <a:lnTo>
                  <a:pt x="1254" y="933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1" name="Freeform 4"/>
          <p:cNvSpPr>
            <a:spLocks/>
          </p:cNvSpPr>
          <p:nvPr/>
        </p:nvSpPr>
        <p:spPr bwMode="blackWhite">
          <a:xfrm>
            <a:off x="1833563" y="3251200"/>
            <a:ext cx="4887912" cy="1782763"/>
          </a:xfrm>
          <a:custGeom>
            <a:avLst/>
            <a:gdLst>
              <a:gd name="T0" fmla="*/ 0 w 2511"/>
              <a:gd name="T1" fmla="*/ 2147483647 h 944"/>
              <a:gd name="T2" fmla="*/ 2147483647 w 2511"/>
              <a:gd name="T3" fmla="*/ 0 h 944"/>
              <a:gd name="T4" fmla="*/ 2147483647 w 2511"/>
              <a:gd name="T5" fmla="*/ 2147483647 h 944"/>
              <a:gd name="T6" fmla="*/ 2147483647 w 2511"/>
              <a:gd name="T7" fmla="*/ 2147483647 h 944"/>
              <a:gd name="T8" fmla="*/ 2147483647 w 2511"/>
              <a:gd name="T9" fmla="*/ 2147483647 h 944"/>
              <a:gd name="T10" fmla="*/ 0 w 2511"/>
              <a:gd name="T11" fmla="*/ 2147483647 h 9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11"/>
              <a:gd name="T19" fmla="*/ 0 h 944"/>
              <a:gd name="T20" fmla="*/ 2511 w 2511"/>
              <a:gd name="T21" fmla="*/ 944 h 9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11" h="944">
                <a:moveTo>
                  <a:pt x="0" y="40"/>
                </a:moveTo>
                <a:lnTo>
                  <a:pt x="56" y="0"/>
                </a:lnTo>
                <a:lnTo>
                  <a:pt x="2463" y="24"/>
                </a:lnTo>
                <a:lnTo>
                  <a:pt x="2510" y="56"/>
                </a:lnTo>
                <a:lnTo>
                  <a:pt x="1263" y="943"/>
                </a:lnTo>
                <a:lnTo>
                  <a:pt x="0" y="40"/>
                </a:lnTo>
              </a:path>
            </a:pathLst>
          </a:custGeom>
          <a:solidFill>
            <a:srgbClr val="0066CC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2" name="Freeform 5"/>
          <p:cNvSpPr>
            <a:spLocks/>
          </p:cNvSpPr>
          <p:nvPr/>
        </p:nvSpPr>
        <p:spPr bwMode="blackWhite">
          <a:xfrm>
            <a:off x="1849438" y="2919413"/>
            <a:ext cx="1231900" cy="1165225"/>
          </a:xfrm>
          <a:custGeom>
            <a:avLst/>
            <a:gdLst>
              <a:gd name="T0" fmla="*/ 0 w 633"/>
              <a:gd name="T1" fmla="*/ 0 h 617"/>
              <a:gd name="T2" fmla="*/ 0 w 633"/>
              <a:gd name="T3" fmla="*/ 2147483647 h 617"/>
              <a:gd name="T4" fmla="*/ 2147483647 w 633"/>
              <a:gd name="T5" fmla="*/ 2147483647 h 617"/>
              <a:gd name="T6" fmla="*/ 2147483647 w 633"/>
              <a:gd name="T7" fmla="*/ 2147483647 h 617"/>
              <a:gd name="T8" fmla="*/ 0 w 633"/>
              <a:gd name="T9" fmla="*/ 0 h 6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3"/>
              <a:gd name="T16" fmla="*/ 0 h 617"/>
              <a:gd name="T17" fmla="*/ 633 w 633"/>
              <a:gd name="T18" fmla="*/ 617 h 6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3" h="617">
                <a:moveTo>
                  <a:pt x="0" y="0"/>
                </a:moveTo>
                <a:lnTo>
                  <a:pt x="0" y="168"/>
                </a:lnTo>
                <a:lnTo>
                  <a:pt x="632" y="616"/>
                </a:lnTo>
                <a:lnTo>
                  <a:pt x="632" y="424"/>
                </a:lnTo>
                <a:lnTo>
                  <a:pt x="0" y="0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3" name="Freeform 6"/>
          <p:cNvSpPr>
            <a:spLocks/>
          </p:cNvSpPr>
          <p:nvPr/>
        </p:nvSpPr>
        <p:spPr bwMode="blackWhite">
          <a:xfrm>
            <a:off x="4291013" y="3714750"/>
            <a:ext cx="1200150" cy="1209675"/>
          </a:xfrm>
          <a:custGeom>
            <a:avLst/>
            <a:gdLst>
              <a:gd name="T0" fmla="*/ 0 w 617"/>
              <a:gd name="T1" fmla="*/ 2147483647 h 640"/>
              <a:gd name="T2" fmla="*/ 0 w 617"/>
              <a:gd name="T3" fmla="*/ 2147483647 h 640"/>
              <a:gd name="T4" fmla="*/ 2147483647 w 617"/>
              <a:gd name="T5" fmla="*/ 2147483647 h 640"/>
              <a:gd name="T6" fmla="*/ 2147483647 w 617"/>
              <a:gd name="T7" fmla="*/ 0 h 640"/>
              <a:gd name="T8" fmla="*/ 0 w 617"/>
              <a:gd name="T9" fmla="*/ 2147483647 h 6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7"/>
              <a:gd name="T16" fmla="*/ 0 h 640"/>
              <a:gd name="T17" fmla="*/ 617 w 617"/>
              <a:gd name="T18" fmla="*/ 640 h 6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7" h="640">
                <a:moveTo>
                  <a:pt x="0" y="416"/>
                </a:moveTo>
                <a:lnTo>
                  <a:pt x="0" y="639"/>
                </a:lnTo>
                <a:lnTo>
                  <a:pt x="616" y="200"/>
                </a:lnTo>
                <a:lnTo>
                  <a:pt x="616" y="0"/>
                </a:lnTo>
                <a:lnTo>
                  <a:pt x="0" y="416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4" name="Freeform 7"/>
          <p:cNvSpPr>
            <a:spLocks/>
          </p:cNvSpPr>
          <p:nvPr/>
        </p:nvSpPr>
        <p:spPr bwMode="blackWhite">
          <a:xfrm>
            <a:off x="5489575" y="2919413"/>
            <a:ext cx="1231900" cy="1179512"/>
          </a:xfrm>
          <a:custGeom>
            <a:avLst/>
            <a:gdLst>
              <a:gd name="T0" fmla="*/ 0 w 632"/>
              <a:gd name="T1" fmla="*/ 2147483647 h 625"/>
              <a:gd name="T2" fmla="*/ 0 w 632"/>
              <a:gd name="T3" fmla="*/ 2147483647 h 625"/>
              <a:gd name="T4" fmla="*/ 2147483647 w 632"/>
              <a:gd name="T5" fmla="*/ 2147483647 h 625"/>
              <a:gd name="T6" fmla="*/ 2147483647 w 632"/>
              <a:gd name="T7" fmla="*/ 0 h 625"/>
              <a:gd name="T8" fmla="*/ 0 w 632"/>
              <a:gd name="T9" fmla="*/ 2147483647 h 6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2"/>
              <a:gd name="T16" fmla="*/ 0 h 625"/>
              <a:gd name="T17" fmla="*/ 632 w 632"/>
              <a:gd name="T18" fmla="*/ 625 h 6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2" h="625">
                <a:moveTo>
                  <a:pt x="0" y="424"/>
                </a:moveTo>
                <a:lnTo>
                  <a:pt x="0" y="624"/>
                </a:lnTo>
                <a:lnTo>
                  <a:pt x="631" y="168"/>
                </a:lnTo>
                <a:lnTo>
                  <a:pt x="631" y="0"/>
                </a:lnTo>
                <a:lnTo>
                  <a:pt x="0" y="424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5" name="Freeform 8"/>
          <p:cNvSpPr>
            <a:spLocks/>
          </p:cNvSpPr>
          <p:nvPr/>
        </p:nvSpPr>
        <p:spPr bwMode="blackWhite">
          <a:xfrm>
            <a:off x="3078163" y="3719513"/>
            <a:ext cx="1216025" cy="1209675"/>
          </a:xfrm>
          <a:custGeom>
            <a:avLst/>
            <a:gdLst>
              <a:gd name="T0" fmla="*/ 0 w 624"/>
              <a:gd name="T1" fmla="*/ 0 h 640"/>
              <a:gd name="T2" fmla="*/ 0 w 624"/>
              <a:gd name="T3" fmla="*/ 2147483647 h 640"/>
              <a:gd name="T4" fmla="*/ 2147483647 w 624"/>
              <a:gd name="T5" fmla="*/ 2147483647 h 640"/>
              <a:gd name="T6" fmla="*/ 2147483647 w 624"/>
              <a:gd name="T7" fmla="*/ 2147483647 h 640"/>
              <a:gd name="T8" fmla="*/ 0 w 624"/>
              <a:gd name="T9" fmla="*/ 0 h 6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4"/>
              <a:gd name="T16" fmla="*/ 0 h 640"/>
              <a:gd name="T17" fmla="*/ 624 w 624"/>
              <a:gd name="T18" fmla="*/ 640 h 6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4" h="640">
                <a:moveTo>
                  <a:pt x="0" y="0"/>
                </a:moveTo>
                <a:lnTo>
                  <a:pt x="0" y="192"/>
                </a:lnTo>
                <a:lnTo>
                  <a:pt x="623" y="639"/>
                </a:lnTo>
                <a:lnTo>
                  <a:pt x="623" y="416"/>
                </a:lnTo>
                <a:lnTo>
                  <a:pt x="0" y="0"/>
                </a:lnTo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6" name="Freeform 9"/>
          <p:cNvSpPr>
            <a:spLocks/>
          </p:cNvSpPr>
          <p:nvPr/>
        </p:nvSpPr>
        <p:spPr bwMode="blackWhite">
          <a:xfrm>
            <a:off x="4291013" y="3795713"/>
            <a:ext cx="2430462" cy="2160587"/>
          </a:xfrm>
          <a:custGeom>
            <a:avLst/>
            <a:gdLst>
              <a:gd name="T0" fmla="*/ 2147483647 w 1248"/>
              <a:gd name="T1" fmla="*/ 0 h 1144"/>
              <a:gd name="T2" fmla="*/ 2147483647 w 1248"/>
              <a:gd name="T3" fmla="*/ 2147483647 h 1144"/>
              <a:gd name="T4" fmla="*/ 0 w 1248"/>
              <a:gd name="T5" fmla="*/ 2147483647 h 1144"/>
              <a:gd name="T6" fmla="*/ 0 w 1248"/>
              <a:gd name="T7" fmla="*/ 2147483647 h 1144"/>
              <a:gd name="T8" fmla="*/ 2147483647 w 1248"/>
              <a:gd name="T9" fmla="*/ 0 h 1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1144"/>
              <a:gd name="T17" fmla="*/ 1248 w 1248"/>
              <a:gd name="T18" fmla="*/ 1144 h 1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1144">
                <a:moveTo>
                  <a:pt x="1247" y="0"/>
                </a:moveTo>
                <a:lnTo>
                  <a:pt x="1247" y="176"/>
                </a:lnTo>
                <a:lnTo>
                  <a:pt x="0" y="1143"/>
                </a:lnTo>
                <a:lnTo>
                  <a:pt x="0" y="927"/>
                </a:lnTo>
                <a:lnTo>
                  <a:pt x="1247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7" name="Freeform 10"/>
          <p:cNvSpPr>
            <a:spLocks/>
          </p:cNvSpPr>
          <p:nvPr/>
        </p:nvSpPr>
        <p:spPr bwMode="blackWhite">
          <a:xfrm>
            <a:off x="4291013" y="3357563"/>
            <a:ext cx="2430462" cy="2085975"/>
          </a:xfrm>
          <a:custGeom>
            <a:avLst/>
            <a:gdLst>
              <a:gd name="T0" fmla="*/ 2147483647 w 1248"/>
              <a:gd name="T1" fmla="*/ 0 h 1104"/>
              <a:gd name="T2" fmla="*/ 2147483647 w 1248"/>
              <a:gd name="T3" fmla="*/ 2147483647 h 1104"/>
              <a:gd name="T4" fmla="*/ 0 w 1248"/>
              <a:gd name="T5" fmla="*/ 2147483647 h 1104"/>
              <a:gd name="T6" fmla="*/ 0 w 1248"/>
              <a:gd name="T7" fmla="*/ 2147483647 h 1104"/>
              <a:gd name="T8" fmla="*/ 2147483647 w 1248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1104"/>
              <a:gd name="T17" fmla="*/ 1248 w 1248"/>
              <a:gd name="T18" fmla="*/ 1104 h 1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1104">
                <a:moveTo>
                  <a:pt x="1247" y="0"/>
                </a:moveTo>
                <a:lnTo>
                  <a:pt x="1247" y="176"/>
                </a:lnTo>
                <a:lnTo>
                  <a:pt x="0" y="1103"/>
                </a:lnTo>
                <a:lnTo>
                  <a:pt x="0" y="887"/>
                </a:lnTo>
                <a:lnTo>
                  <a:pt x="1247" y="0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8" name="Freeform 11"/>
          <p:cNvSpPr>
            <a:spLocks/>
          </p:cNvSpPr>
          <p:nvPr/>
        </p:nvSpPr>
        <p:spPr bwMode="blackWhite">
          <a:xfrm>
            <a:off x="1833563" y="3327400"/>
            <a:ext cx="2460625" cy="2116138"/>
          </a:xfrm>
          <a:custGeom>
            <a:avLst/>
            <a:gdLst>
              <a:gd name="T0" fmla="*/ 2147483647 w 1264"/>
              <a:gd name="T1" fmla="*/ 2147483647 h 1120"/>
              <a:gd name="T2" fmla="*/ 2147483647 w 1264"/>
              <a:gd name="T3" fmla="*/ 2147483647 h 1120"/>
              <a:gd name="T4" fmla="*/ 0 w 1264"/>
              <a:gd name="T5" fmla="*/ 2147483647 h 1120"/>
              <a:gd name="T6" fmla="*/ 0 w 1264"/>
              <a:gd name="T7" fmla="*/ 0 h 1120"/>
              <a:gd name="T8" fmla="*/ 2147483647 w 1264"/>
              <a:gd name="T9" fmla="*/ 2147483647 h 11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4"/>
              <a:gd name="T16" fmla="*/ 0 h 1120"/>
              <a:gd name="T17" fmla="*/ 1264 w 1264"/>
              <a:gd name="T18" fmla="*/ 1120 h 11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4" h="1120">
                <a:moveTo>
                  <a:pt x="1263" y="903"/>
                </a:moveTo>
                <a:lnTo>
                  <a:pt x="1263" y="1119"/>
                </a:lnTo>
                <a:lnTo>
                  <a:pt x="0" y="192"/>
                </a:lnTo>
                <a:lnTo>
                  <a:pt x="0" y="0"/>
                </a:lnTo>
                <a:lnTo>
                  <a:pt x="1263" y="903"/>
                </a:lnTo>
              </a:path>
            </a:pathLst>
          </a:custGeom>
          <a:solidFill>
            <a:schemeClr val="accent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09" name="Freeform 12"/>
          <p:cNvSpPr>
            <a:spLocks/>
          </p:cNvSpPr>
          <p:nvPr/>
        </p:nvSpPr>
        <p:spPr bwMode="blackWhite">
          <a:xfrm>
            <a:off x="3078163" y="1335088"/>
            <a:ext cx="2430462" cy="1587500"/>
          </a:xfrm>
          <a:custGeom>
            <a:avLst/>
            <a:gdLst>
              <a:gd name="T0" fmla="*/ 0 w 1248"/>
              <a:gd name="T1" fmla="*/ 2147483647 h 840"/>
              <a:gd name="T2" fmla="*/ 2147483647 w 1248"/>
              <a:gd name="T3" fmla="*/ 0 h 840"/>
              <a:gd name="T4" fmla="*/ 2147483647 w 1248"/>
              <a:gd name="T5" fmla="*/ 2147483647 h 840"/>
              <a:gd name="T6" fmla="*/ 2147483647 w 1248"/>
              <a:gd name="T7" fmla="*/ 2147483647 h 840"/>
              <a:gd name="T8" fmla="*/ 0 w 1248"/>
              <a:gd name="T9" fmla="*/ 2147483647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840"/>
              <a:gd name="T17" fmla="*/ 1248 w 1248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840">
                <a:moveTo>
                  <a:pt x="0" y="424"/>
                </a:moveTo>
                <a:lnTo>
                  <a:pt x="623" y="0"/>
                </a:lnTo>
                <a:lnTo>
                  <a:pt x="1247" y="424"/>
                </a:lnTo>
                <a:lnTo>
                  <a:pt x="623" y="839"/>
                </a:lnTo>
                <a:lnTo>
                  <a:pt x="0" y="42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10" name="Freeform 13"/>
          <p:cNvSpPr>
            <a:spLocks/>
          </p:cNvSpPr>
          <p:nvPr/>
        </p:nvSpPr>
        <p:spPr bwMode="blackWhite">
          <a:xfrm>
            <a:off x="4291013" y="2136775"/>
            <a:ext cx="2430462" cy="1584325"/>
          </a:xfrm>
          <a:custGeom>
            <a:avLst/>
            <a:gdLst>
              <a:gd name="T0" fmla="*/ 0 w 1248"/>
              <a:gd name="T1" fmla="*/ 2147483647 h 840"/>
              <a:gd name="T2" fmla="*/ 2147483647 w 1248"/>
              <a:gd name="T3" fmla="*/ 0 h 840"/>
              <a:gd name="T4" fmla="*/ 2147483647 w 1248"/>
              <a:gd name="T5" fmla="*/ 2147483647 h 840"/>
              <a:gd name="T6" fmla="*/ 2147483647 w 1248"/>
              <a:gd name="T7" fmla="*/ 2147483647 h 840"/>
              <a:gd name="T8" fmla="*/ 0 w 1248"/>
              <a:gd name="T9" fmla="*/ 2147483647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840"/>
              <a:gd name="T17" fmla="*/ 1248 w 1248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840">
                <a:moveTo>
                  <a:pt x="0" y="415"/>
                </a:moveTo>
                <a:lnTo>
                  <a:pt x="624" y="0"/>
                </a:lnTo>
                <a:lnTo>
                  <a:pt x="1247" y="415"/>
                </a:lnTo>
                <a:lnTo>
                  <a:pt x="624" y="839"/>
                </a:lnTo>
                <a:lnTo>
                  <a:pt x="0" y="41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11" name="Freeform 14"/>
          <p:cNvSpPr>
            <a:spLocks/>
          </p:cNvSpPr>
          <p:nvPr/>
        </p:nvSpPr>
        <p:spPr bwMode="blackWhite">
          <a:xfrm>
            <a:off x="1849438" y="2136775"/>
            <a:ext cx="2444750" cy="1584325"/>
          </a:xfrm>
          <a:custGeom>
            <a:avLst/>
            <a:gdLst>
              <a:gd name="T0" fmla="*/ 0 w 1256"/>
              <a:gd name="T1" fmla="*/ 2147483647 h 840"/>
              <a:gd name="T2" fmla="*/ 2147483647 w 1256"/>
              <a:gd name="T3" fmla="*/ 0 h 840"/>
              <a:gd name="T4" fmla="*/ 2147483647 w 1256"/>
              <a:gd name="T5" fmla="*/ 2147483647 h 840"/>
              <a:gd name="T6" fmla="*/ 2147483647 w 1256"/>
              <a:gd name="T7" fmla="*/ 2147483647 h 840"/>
              <a:gd name="T8" fmla="*/ 0 w 1256"/>
              <a:gd name="T9" fmla="*/ 2147483647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56"/>
              <a:gd name="T16" fmla="*/ 0 h 840"/>
              <a:gd name="T17" fmla="*/ 1256 w 125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56" h="840">
                <a:moveTo>
                  <a:pt x="0" y="415"/>
                </a:moveTo>
                <a:lnTo>
                  <a:pt x="632" y="0"/>
                </a:lnTo>
                <a:lnTo>
                  <a:pt x="1255" y="415"/>
                </a:lnTo>
                <a:lnTo>
                  <a:pt x="632" y="839"/>
                </a:lnTo>
                <a:lnTo>
                  <a:pt x="0" y="415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12" name="Freeform 15"/>
          <p:cNvSpPr>
            <a:spLocks/>
          </p:cNvSpPr>
          <p:nvPr/>
        </p:nvSpPr>
        <p:spPr bwMode="blackWhite">
          <a:xfrm>
            <a:off x="3078163" y="2919413"/>
            <a:ext cx="2430462" cy="1589087"/>
          </a:xfrm>
          <a:custGeom>
            <a:avLst/>
            <a:gdLst>
              <a:gd name="T0" fmla="*/ 0 w 1248"/>
              <a:gd name="T1" fmla="*/ 2147483647 h 841"/>
              <a:gd name="T2" fmla="*/ 2147483647 w 1248"/>
              <a:gd name="T3" fmla="*/ 0 h 841"/>
              <a:gd name="T4" fmla="*/ 2147483647 w 1248"/>
              <a:gd name="T5" fmla="*/ 2147483647 h 841"/>
              <a:gd name="T6" fmla="*/ 2147483647 w 1248"/>
              <a:gd name="T7" fmla="*/ 2147483647 h 841"/>
              <a:gd name="T8" fmla="*/ 0 w 1248"/>
              <a:gd name="T9" fmla="*/ 2147483647 h 8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841"/>
              <a:gd name="T17" fmla="*/ 1248 w 1248"/>
              <a:gd name="T18" fmla="*/ 841 h 8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841">
                <a:moveTo>
                  <a:pt x="0" y="424"/>
                </a:moveTo>
                <a:lnTo>
                  <a:pt x="623" y="0"/>
                </a:lnTo>
                <a:lnTo>
                  <a:pt x="1247" y="424"/>
                </a:lnTo>
                <a:lnTo>
                  <a:pt x="623" y="840"/>
                </a:lnTo>
                <a:lnTo>
                  <a:pt x="0" y="424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13" name="Rectangle 16"/>
          <p:cNvSpPr>
            <a:spLocks noChangeArrowheads="1"/>
          </p:cNvSpPr>
          <p:nvPr/>
        </p:nvSpPr>
        <p:spPr bwMode="blackWhite">
          <a:xfrm>
            <a:off x="4246563" y="1417638"/>
            <a:ext cx="2492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 b="1">
                <a:ea typeface="宋体" pitchFamily="2" charset="-122"/>
              </a:rPr>
              <a:t>3.</a:t>
            </a:r>
          </a:p>
        </p:txBody>
      </p:sp>
      <p:sp>
        <p:nvSpPr>
          <p:cNvPr id="106514" name="Rectangle 17"/>
          <p:cNvSpPr>
            <a:spLocks noChangeArrowheads="1"/>
          </p:cNvSpPr>
          <p:nvPr/>
        </p:nvSpPr>
        <p:spPr bwMode="blackWhite">
          <a:xfrm>
            <a:off x="3600450" y="1768475"/>
            <a:ext cx="15319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Create and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pursue a unique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advantage </a:t>
            </a:r>
          </a:p>
        </p:txBody>
      </p:sp>
      <p:sp>
        <p:nvSpPr>
          <p:cNvPr id="106515" name="Rectangle 18"/>
          <p:cNvSpPr>
            <a:spLocks noChangeArrowheads="1"/>
          </p:cNvSpPr>
          <p:nvPr/>
        </p:nvSpPr>
        <p:spPr bwMode="blackWhite">
          <a:xfrm>
            <a:off x="2946400" y="2322513"/>
            <a:ext cx="285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 b="1">
                <a:ea typeface="宋体" pitchFamily="2" charset="-122"/>
              </a:rPr>
              <a:t>2.</a:t>
            </a:r>
          </a:p>
        </p:txBody>
      </p:sp>
      <p:sp>
        <p:nvSpPr>
          <p:cNvPr id="106516" name="Rectangle 19"/>
          <p:cNvSpPr>
            <a:spLocks noChangeArrowheads="1"/>
          </p:cNvSpPr>
          <p:nvPr/>
        </p:nvSpPr>
        <p:spPr bwMode="blackWhite">
          <a:xfrm>
            <a:off x="2209800" y="2632075"/>
            <a:ext cx="17240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Resegment the market to create a niche</a:t>
            </a:r>
          </a:p>
        </p:txBody>
      </p:sp>
      <p:sp>
        <p:nvSpPr>
          <p:cNvPr id="106517" name="Rectangle 20"/>
          <p:cNvSpPr>
            <a:spLocks noChangeArrowheads="1"/>
          </p:cNvSpPr>
          <p:nvPr/>
        </p:nvSpPr>
        <p:spPr bwMode="blackWhite">
          <a:xfrm>
            <a:off x="5437188" y="2322513"/>
            <a:ext cx="29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 b="1">
                <a:ea typeface="宋体" pitchFamily="2" charset="-122"/>
              </a:rPr>
              <a:t>4.</a:t>
            </a:r>
          </a:p>
        </p:txBody>
      </p:sp>
      <p:sp>
        <p:nvSpPr>
          <p:cNvPr id="106518" name="Rectangle 21"/>
          <p:cNvSpPr>
            <a:spLocks noChangeArrowheads="1"/>
          </p:cNvSpPr>
          <p:nvPr/>
        </p:nvSpPr>
        <p:spPr bwMode="blackWhite">
          <a:xfrm>
            <a:off x="4826000" y="2608263"/>
            <a:ext cx="1419225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Exploit unique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advantage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industrywide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 </a:t>
            </a:r>
          </a:p>
        </p:txBody>
      </p:sp>
      <p:sp>
        <p:nvSpPr>
          <p:cNvPr id="106519" name="Rectangle 22"/>
          <p:cNvSpPr>
            <a:spLocks noChangeArrowheads="1"/>
          </p:cNvSpPr>
          <p:nvPr/>
        </p:nvSpPr>
        <p:spPr bwMode="blackWhite">
          <a:xfrm>
            <a:off x="4165600" y="3074988"/>
            <a:ext cx="333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zh-CN" altLang="en-US" b="1">
                <a:ea typeface="宋体" pitchFamily="2" charset="-122"/>
              </a:rPr>
              <a:t>1.</a:t>
            </a:r>
          </a:p>
        </p:txBody>
      </p:sp>
      <p:sp>
        <p:nvSpPr>
          <p:cNvPr id="106520" name="Rectangle 23"/>
          <p:cNvSpPr>
            <a:spLocks noChangeArrowheads="1"/>
          </p:cNvSpPr>
          <p:nvPr/>
        </p:nvSpPr>
        <p:spPr bwMode="blackWhite">
          <a:xfrm>
            <a:off x="3687763" y="3340100"/>
            <a:ext cx="123031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Do more and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better of the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same</a:t>
            </a:r>
          </a:p>
        </p:txBody>
      </p:sp>
      <p:sp>
        <p:nvSpPr>
          <p:cNvPr id="106521" name="Line 24"/>
          <p:cNvSpPr>
            <a:spLocks noChangeShapeType="1"/>
          </p:cNvSpPr>
          <p:nvPr/>
        </p:nvSpPr>
        <p:spPr bwMode="blackWhite">
          <a:xfrm>
            <a:off x="6891338" y="2897188"/>
            <a:ext cx="0" cy="1235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6522" name="Rectangle 25"/>
          <p:cNvSpPr>
            <a:spLocks noChangeArrowheads="1"/>
          </p:cNvSpPr>
          <p:nvPr/>
        </p:nvSpPr>
        <p:spPr bwMode="blackWhite">
          <a:xfrm>
            <a:off x="7100888" y="3225800"/>
            <a:ext cx="13446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When to</a:t>
            </a:r>
          </a:p>
          <a:p>
            <a:pPr defTabSz="804863" eaLnBrk="0" hangingPunct="0"/>
            <a:r>
              <a:rPr lang="en-US" altLang="zh-CN">
                <a:ea typeface="宋体" pitchFamily="2" charset="-122"/>
              </a:rPr>
              <a:t>compete </a:t>
            </a:r>
          </a:p>
        </p:txBody>
      </p:sp>
      <p:sp>
        <p:nvSpPr>
          <p:cNvPr id="106523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STRAT GAMEBOARD</a:t>
            </a:r>
          </a:p>
        </p:txBody>
      </p:sp>
      <p:sp>
        <p:nvSpPr>
          <p:cNvPr id="10652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652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E347207-FC8B-41B2-B75C-16E284E654DF}" type="slidenum">
              <a:rPr lang="zh-CN" altLang="en-US" smtClean="0"/>
              <a:pPr defTabSz="895350"/>
              <a:t>102</a:t>
            </a:fld>
            <a:endParaRPr lang="en-US" altLang="zh-CN"/>
          </a:p>
        </p:txBody>
      </p:sp>
      <p:sp>
        <p:nvSpPr>
          <p:cNvPr id="107523" name="Freeform 2"/>
          <p:cNvSpPr>
            <a:spLocks/>
          </p:cNvSpPr>
          <p:nvPr/>
        </p:nvSpPr>
        <p:spPr bwMode="blackWhite">
          <a:xfrm>
            <a:off x="5614988" y="1287463"/>
            <a:ext cx="1177925" cy="3149600"/>
          </a:xfrm>
          <a:custGeom>
            <a:avLst/>
            <a:gdLst>
              <a:gd name="T0" fmla="*/ 0 w 633"/>
              <a:gd name="T1" fmla="*/ 2147483647 h 1744"/>
              <a:gd name="T2" fmla="*/ 2147483647 w 633"/>
              <a:gd name="T3" fmla="*/ 2147483647 h 1744"/>
              <a:gd name="T4" fmla="*/ 2147483647 w 633"/>
              <a:gd name="T5" fmla="*/ 2147483647 h 1744"/>
              <a:gd name="T6" fmla="*/ 2147483647 w 633"/>
              <a:gd name="T7" fmla="*/ 0 h 1744"/>
              <a:gd name="T8" fmla="*/ 2147483647 w 633"/>
              <a:gd name="T9" fmla="*/ 2147483647 h 1744"/>
              <a:gd name="T10" fmla="*/ 2147483647 w 633"/>
              <a:gd name="T11" fmla="*/ 2147483647 h 1744"/>
              <a:gd name="T12" fmla="*/ 2147483647 w 633"/>
              <a:gd name="T13" fmla="*/ 2147483647 h 1744"/>
              <a:gd name="T14" fmla="*/ 2147483647 w 633"/>
              <a:gd name="T15" fmla="*/ 2147483647 h 1744"/>
              <a:gd name="T16" fmla="*/ 2147483647 w 633"/>
              <a:gd name="T17" fmla="*/ 2147483647 h 1744"/>
              <a:gd name="T18" fmla="*/ 2147483647 w 633"/>
              <a:gd name="T19" fmla="*/ 2147483647 h 1744"/>
              <a:gd name="T20" fmla="*/ 2147483647 w 633"/>
              <a:gd name="T21" fmla="*/ 2147483647 h 1744"/>
              <a:gd name="T22" fmla="*/ 0 w 633"/>
              <a:gd name="T23" fmla="*/ 2147483647 h 174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33"/>
              <a:gd name="T37" fmla="*/ 0 h 1744"/>
              <a:gd name="T38" fmla="*/ 633 w 633"/>
              <a:gd name="T39" fmla="*/ 1744 h 174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33" h="1744">
                <a:moveTo>
                  <a:pt x="0" y="499"/>
                </a:moveTo>
                <a:lnTo>
                  <a:pt x="1" y="1743"/>
                </a:lnTo>
                <a:lnTo>
                  <a:pt x="632" y="1743"/>
                </a:lnTo>
                <a:lnTo>
                  <a:pt x="632" y="0"/>
                </a:lnTo>
                <a:lnTo>
                  <a:pt x="591" y="55"/>
                </a:lnTo>
                <a:lnTo>
                  <a:pt x="537" y="109"/>
                </a:lnTo>
                <a:lnTo>
                  <a:pt x="468" y="172"/>
                </a:lnTo>
                <a:lnTo>
                  <a:pt x="378" y="244"/>
                </a:lnTo>
                <a:lnTo>
                  <a:pt x="288" y="313"/>
                </a:lnTo>
                <a:lnTo>
                  <a:pt x="207" y="367"/>
                </a:lnTo>
                <a:lnTo>
                  <a:pt x="90" y="442"/>
                </a:lnTo>
                <a:lnTo>
                  <a:pt x="0" y="49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7524" name="Freeform 3"/>
          <p:cNvSpPr>
            <a:spLocks/>
          </p:cNvSpPr>
          <p:nvPr/>
        </p:nvSpPr>
        <p:spPr bwMode="blackWhite">
          <a:xfrm>
            <a:off x="4440238" y="2187575"/>
            <a:ext cx="1179512" cy="2249488"/>
          </a:xfrm>
          <a:custGeom>
            <a:avLst/>
            <a:gdLst>
              <a:gd name="T0" fmla="*/ 0 w 634"/>
              <a:gd name="T1" fmla="*/ 2147483647 h 1246"/>
              <a:gd name="T2" fmla="*/ 0 w 634"/>
              <a:gd name="T3" fmla="*/ 2147483647 h 1246"/>
              <a:gd name="T4" fmla="*/ 2147483647 w 634"/>
              <a:gd name="T5" fmla="*/ 2147483647 h 1246"/>
              <a:gd name="T6" fmla="*/ 2147483647 w 634"/>
              <a:gd name="T7" fmla="*/ 0 h 1246"/>
              <a:gd name="T8" fmla="*/ 2147483647 w 634"/>
              <a:gd name="T9" fmla="*/ 2147483647 h 1246"/>
              <a:gd name="T10" fmla="*/ 2147483647 w 634"/>
              <a:gd name="T11" fmla="*/ 2147483647 h 1246"/>
              <a:gd name="T12" fmla="*/ 2147483647 w 634"/>
              <a:gd name="T13" fmla="*/ 2147483647 h 1246"/>
              <a:gd name="T14" fmla="*/ 2147483647 w 634"/>
              <a:gd name="T15" fmla="*/ 2147483647 h 1246"/>
              <a:gd name="T16" fmla="*/ 2147483647 w 634"/>
              <a:gd name="T17" fmla="*/ 2147483647 h 1246"/>
              <a:gd name="T18" fmla="*/ 2147483647 w 634"/>
              <a:gd name="T19" fmla="*/ 2147483647 h 1246"/>
              <a:gd name="T20" fmla="*/ 2147483647 w 634"/>
              <a:gd name="T21" fmla="*/ 2147483647 h 1246"/>
              <a:gd name="T22" fmla="*/ 0 w 634"/>
              <a:gd name="T23" fmla="*/ 2147483647 h 124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34"/>
              <a:gd name="T37" fmla="*/ 0 h 1246"/>
              <a:gd name="T38" fmla="*/ 634 w 634"/>
              <a:gd name="T39" fmla="*/ 1246 h 124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34" h="1246">
                <a:moveTo>
                  <a:pt x="0" y="269"/>
                </a:moveTo>
                <a:lnTo>
                  <a:pt x="0" y="1245"/>
                </a:lnTo>
                <a:lnTo>
                  <a:pt x="632" y="1245"/>
                </a:lnTo>
                <a:lnTo>
                  <a:pt x="633" y="0"/>
                </a:lnTo>
                <a:lnTo>
                  <a:pt x="571" y="34"/>
                </a:lnTo>
                <a:lnTo>
                  <a:pt x="509" y="66"/>
                </a:lnTo>
                <a:lnTo>
                  <a:pt x="435" y="100"/>
                </a:lnTo>
                <a:lnTo>
                  <a:pt x="359" y="134"/>
                </a:lnTo>
                <a:lnTo>
                  <a:pt x="257" y="176"/>
                </a:lnTo>
                <a:lnTo>
                  <a:pt x="167" y="212"/>
                </a:lnTo>
                <a:lnTo>
                  <a:pt x="69" y="246"/>
                </a:lnTo>
                <a:lnTo>
                  <a:pt x="0" y="26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7525" name="Freeform 4"/>
          <p:cNvSpPr>
            <a:spLocks/>
          </p:cNvSpPr>
          <p:nvPr/>
        </p:nvSpPr>
        <p:spPr bwMode="blackWhite">
          <a:xfrm>
            <a:off x="3251200" y="3163888"/>
            <a:ext cx="1190625" cy="1273175"/>
          </a:xfrm>
          <a:custGeom>
            <a:avLst/>
            <a:gdLst>
              <a:gd name="T0" fmla="*/ 0 w 640"/>
              <a:gd name="T1" fmla="*/ 2147483647 h 705"/>
              <a:gd name="T2" fmla="*/ 0 w 640"/>
              <a:gd name="T3" fmla="*/ 2147483647 h 705"/>
              <a:gd name="T4" fmla="*/ 2147483647 w 640"/>
              <a:gd name="T5" fmla="*/ 2147483647 h 705"/>
              <a:gd name="T6" fmla="*/ 2147483647 w 640"/>
              <a:gd name="T7" fmla="*/ 0 h 705"/>
              <a:gd name="T8" fmla="*/ 2147483647 w 640"/>
              <a:gd name="T9" fmla="*/ 2147483647 h 705"/>
              <a:gd name="T10" fmla="*/ 2147483647 w 640"/>
              <a:gd name="T11" fmla="*/ 2147483647 h 705"/>
              <a:gd name="T12" fmla="*/ 2147483647 w 640"/>
              <a:gd name="T13" fmla="*/ 2147483647 h 705"/>
              <a:gd name="T14" fmla="*/ 2147483647 w 640"/>
              <a:gd name="T15" fmla="*/ 2147483647 h 705"/>
              <a:gd name="T16" fmla="*/ 2147483647 w 640"/>
              <a:gd name="T17" fmla="*/ 2147483647 h 705"/>
              <a:gd name="T18" fmla="*/ 2147483647 w 640"/>
              <a:gd name="T19" fmla="*/ 2147483647 h 705"/>
              <a:gd name="T20" fmla="*/ 2147483647 w 640"/>
              <a:gd name="T21" fmla="*/ 2147483647 h 705"/>
              <a:gd name="T22" fmla="*/ 0 w 640"/>
              <a:gd name="T23" fmla="*/ 2147483647 h 70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40"/>
              <a:gd name="T37" fmla="*/ 0 h 705"/>
              <a:gd name="T38" fmla="*/ 640 w 640"/>
              <a:gd name="T39" fmla="*/ 705 h 70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40" h="705">
                <a:moveTo>
                  <a:pt x="0" y="159"/>
                </a:moveTo>
                <a:lnTo>
                  <a:pt x="0" y="704"/>
                </a:lnTo>
                <a:lnTo>
                  <a:pt x="639" y="704"/>
                </a:lnTo>
                <a:lnTo>
                  <a:pt x="639" y="0"/>
                </a:lnTo>
                <a:lnTo>
                  <a:pt x="599" y="16"/>
                </a:lnTo>
                <a:lnTo>
                  <a:pt x="556" y="33"/>
                </a:lnTo>
                <a:lnTo>
                  <a:pt x="493" y="54"/>
                </a:lnTo>
                <a:lnTo>
                  <a:pt x="403" y="78"/>
                </a:lnTo>
                <a:lnTo>
                  <a:pt x="308" y="101"/>
                </a:lnTo>
                <a:lnTo>
                  <a:pt x="218" y="119"/>
                </a:lnTo>
                <a:lnTo>
                  <a:pt x="112" y="138"/>
                </a:lnTo>
                <a:lnTo>
                  <a:pt x="0" y="159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7526" name="Freeform 5"/>
          <p:cNvSpPr>
            <a:spLocks/>
          </p:cNvSpPr>
          <p:nvPr/>
        </p:nvSpPr>
        <p:spPr bwMode="blackWhite">
          <a:xfrm>
            <a:off x="2074863" y="3448050"/>
            <a:ext cx="1203325" cy="989013"/>
          </a:xfrm>
          <a:custGeom>
            <a:avLst/>
            <a:gdLst>
              <a:gd name="T0" fmla="*/ 0 w 647"/>
              <a:gd name="T1" fmla="*/ 2147483647 h 548"/>
              <a:gd name="T2" fmla="*/ 0 w 647"/>
              <a:gd name="T3" fmla="*/ 2147483647 h 548"/>
              <a:gd name="T4" fmla="*/ 2147483647 w 647"/>
              <a:gd name="T5" fmla="*/ 2147483647 h 548"/>
              <a:gd name="T6" fmla="*/ 2147483647 w 647"/>
              <a:gd name="T7" fmla="*/ 0 h 548"/>
              <a:gd name="T8" fmla="*/ 2147483647 w 647"/>
              <a:gd name="T9" fmla="*/ 2147483647 h 548"/>
              <a:gd name="T10" fmla="*/ 2147483647 w 647"/>
              <a:gd name="T11" fmla="*/ 2147483647 h 548"/>
              <a:gd name="T12" fmla="*/ 2147483647 w 647"/>
              <a:gd name="T13" fmla="*/ 2147483647 h 548"/>
              <a:gd name="T14" fmla="*/ 2147483647 w 647"/>
              <a:gd name="T15" fmla="*/ 2147483647 h 548"/>
              <a:gd name="T16" fmla="*/ 2147483647 w 647"/>
              <a:gd name="T17" fmla="*/ 2147483647 h 548"/>
              <a:gd name="T18" fmla="*/ 2147483647 w 647"/>
              <a:gd name="T19" fmla="*/ 2147483647 h 548"/>
              <a:gd name="T20" fmla="*/ 2147483647 w 647"/>
              <a:gd name="T21" fmla="*/ 2147483647 h 548"/>
              <a:gd name="T22" fmla="*/ 0 w 647"/>
              <a:gd name="T23" fmla="*/ 2147483647 h 54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47"/>
              <a:gd name="T37" fmla="*/ 0 h 548"/>
              <a:gd name="T38" fmla="*/ 647 w 647"/>
              <a:gd name="T39" fmla="*/ 548 h 54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47" h="548">
                <a:moveTo>
                  <a:pt x="0" y="78"/>
                </a:moveTo>
                <a:lnTo>
                  <a:pt x="0" y="547"/>
                </a:lnTo>
                <a:lnTo>
                  <a:pt x="646" y="546"/>
                </a:lnTo>
                <a:lnTo>
                  <a:pt x="646" y="0"/>
                </a:lnTo>
                <a:lnTo>
                  <a:pt x="582" y="10"/>
                </a:lnTo>
                <a:lnTo>
                  <a:pt x="490" y="24"/>
                </a:lnTo>
                <a:lnTo>
                  <a:pt x="414" y="34"/>
                </a:lnTo>
                <a:lnTo>
                  <a:pt x="348" y="42"/>
                </a:lnTo>
                <a:lnTo>
                  <a:pt x="278" y="50"/>
                </a:lnTo>
                <a:lnTo>
                  <a:pt x="192" y="58"/>
                </a:lnTo>
                <a:lnTo>
                  <a:pt x="82" y="70"/>
                </a:lnTo>
                <a:lnTo>
                  <a:pt x="0" y="78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7527" name="Rectangle 6"/>
          <p:cNvSpPr>
            <a:spLocks noChangeArrowheads="1"/>
          </p:cNvSpPr>
          <p:nvPr/>
        </p:nvSpPr>
        <p:spPr bwMode="blackWhite">
          <a:xfrm>
            <a:off x="2239963" y="3211513"/>
            <a:ext cx="758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Stage 1 </a:t>
            </a:r>
          </a:p>
        </p:txBody>
      </p:sp>
      <p:sp>
        <p:nvSpPr>
          <p:cNvPr id="107528" name="Rectangle 7"/>
          <p:cNvSpPr>
            <a:spLocks noChangeArrowheads="1"/>
          </p:cNvSpPr>
          <p:nvPr/>
        </p:nvSpPr>
        <p:spPr bwMode="blackWhite">
          <a:xfrm>
            <a:off x="3414713" y="2965450"/>
            <a:ext cx="758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Stage 2 </a:t>
            </a:r>
          </a:p>
        </p:txBody>
      </p:sp>
      <p:sp>
        <p:nvSpPr>
          <p:cNvPr id="107529" name="Rectangle 8"/>
          <p:cNvSpPr>
            <a:spLocks noChangeArrowheads="1"/>
          </p:cNvSpPr>
          <p:nvPr/>
        </p:nvSpPr>
        <p:spPr bwMode="blackWhite">
          <a:xfrm>
            <a:off x="4589463" y="2071688"/>
            <a:ext cx="7604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Stage 3 </a:t>
            </a:r>
          </a:p>
        </p:txBody>
      </p:sp>
      <p:sp>
        <p:nvSpPr>
          <p:cNvPr id="107530" name="Rectangle 9"/>
          <p:cNvSpPr>
            <a:spLocks noChangeArrowheads="1"/>
          </p:cNvSpPr>
          <p:nvPr/>
        </p:nvSpPr>
        <p:spPr bwMode="blackWhite">
          <a:xfrm>
            <a:off x="5780088" y="1335088"/>
            <a:ext cx="758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Stage 4 </a:t>
            </a:r>
          </a:p>
        </p:txBody>
      </p:sp>
      <p:sp>
        <p:nvSpPr>
          <p:cNvPr id="107531" name="Rectangle 10"/>
          <p:cNvSpPr>
            <a:spLocks noChangeArrowheads="1"/>
          </p:cNvSpPr>
          <p:nvPr/>
        </p:nvSpPr>
        <p:spPr bwMode="auto">
          <a:xfrm>
            <a:off x="3808413" y="5608638"/>
            <a:ext cx="1352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Value system</a:t>
            </a:r>
            <a:r>
              <a:rPr lang="en-US" altLang="zh-CN" sz="1100">
                <a:solidFill>
                  <a:schemeClr val="tx2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07532" name="Rectangle 11"/>
          <p:cNvSpPr>
            <a:spLocks noChangeArrowheads="1"/>
          </p:cNvSpPr>
          <p:nvPr/>
        </p:nvSpPr>
        <p:spPr bwMode="blackWhite">
          <a:xfrm>
            <a:off x="5727700" y="3624263"/>
            <a:ext cx="9715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Strategic manage-</a:t>
            </a:r>
          </a:p>
          <a:p>
            <a:pPr defTabSz="895350">
              <a:buSzPct val="120000"/>
            </a:pPr>
            <a:r>
              <a:rPr lang="en-US" altLang="zh-CN"/>
              <a:t>ment</a:t>
            </a:r>
          </a:p>
        </p:txBody>
      </p:sp>
      <p:sp>
        <p:nvSpPr>
          <p:cNvPr id="107533" name="Rectangle 12"/>
          <p:cNvSpPr>
            <a:spLocks noChangeArrowheads="1"/>
          </p:cNvSpPr>
          <p:nvPr/>
        </p:nvSpPr>
        <p:spPr bwMode="blackWhite">
          <a:xfrm>
            <a:off x="4546600" y="3624263"/>
            <a:ext cx="9715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Externally orientated planning</a:t>
            </a:r>
          </a:p>
        </p:txBody>
      </p:sp>
      <p:sp>
        <p:nvSpPr>
          <p:cNvPr id="107534" name="Rectangle 13"/>
          <p:cNvSpPr>
            <a:spLocks noChangeArrowheads="1"/>
          </p:cNvSpPr>
          <p:nvPr/>
        </p:nvSpPr>
        <p:spPr bwMode="blackWhite">
          <a:xfrm>
            <a:off x="3398838" y="3624263"/>
            <a:ext cx="9715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Forecast based planning</a:t>
            </a:r>
          </a:p>
        </p:txBody>
      </p:sp>
      <p:sp>
        <p:nvSpPr>
          <p:cNvPr id="107535" name="Rectangle 14"/>
          <p:cNvSpPr>
            <a:spLocks noChangeArrowheads="1"/>
          </p:cNvSpPr>
          <p:nvPr/>
        </p:nvSpPr>
        <p:spPr bwMode="blackWhite">
          <a:xfrm>
            <a:off x="2184400" y="3868738"/>
            <a:ext cx="9715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Budget planning</a:t>
            </a:r>
          </a:p>
        </p:txBody>
      </p:sp>
      <p:sp>
        <p:nvSpPr>
          <p:cNvPr id="107536" name="Rectangle 15"/>
          <p:cNvSpPr>
            <a:spLocks noChangeArrowheads="1"/>
          </p:cNvSpPr>
          <p:nvPr/>
        </p:nvSpPr>
        <p:spPr bwMode="auto">
          <a:xfrm>
            <a:off x="2184400" y="4554538"/>
            <a:ext cx="11049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Meet budget and schedule</a:t>
            </a:r>
          </a:p>
        </p:txBody>
      </p:sp>
      <p:sp>
        <p:nvSpPr>
          <p:cNvPr id="107537" name="Rectangle 16"/>
          <p:cNvSpPr>
            <a:spLocks noChangeArrowheads="1"/>
          </p:cNvSpPr>
          <p:nvPr/>
        </p:nvSpPr>
        <p:spPr bwMode="auto">
          <a:xfrm>
            <a:off x="3398838" y="4554538"/>
            <a:ext cx="11049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Predict the future</a:t>
            </a:r>
          </a:p>
        </p:txBody>
      </p:sp>
      <p:sp>
        <p:nvSpPr>
          <p:cNvPr id="107538" name="Rectangle 17"/>
          <p:cNvSpPr>
            <a:spLocks noChangeArrowheads="1"/>
          </p:cNvSpPr>
          <p:nvPr/>
        </p:nvSpPr>
        <p:spPr bwMode="auto">
          <a:xfrm>
            <a:off x="4546600" y="4554538"/>
            <a:ext cx="11049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Think strategically</a:t>
            </a:r>
          </a:p>
        </p:txBody>
      </p:sp>
      <p:sp>
        <p:nvSpPr>
          <p:cNvPr id="107539" name="Rectangle 18"/>
          <p:cNvSpPr>
            <a:spLocks noChangeArrowheads="1"/>
          </p:cNvSpPr>
          <p:nvPr/>
        </p:nvSpPr>
        <p:spPr bwMode="auto">
          <a:xfrm>
            <a:off x="5727700" y="4554538"/>
            <a:ext cx="11049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Create the future</a:t>
            </a:r>
          </a:p>
        </p:txBody>
      </p:sp>
      <p:sp>
        <p:nvSpPr>
          <p:cNvPr id="107540" name="Line 19"/>
          <p:cNvSpPr>
            <a:spLocks noChangeShapeType="1"/>
          </p:cNvSpPr>
          <p:nvPr/>
        </p:nvSpPr>
        <p:spPr bwMode="auto">
          <a:xfrm>
            <a:off x="2095500" y="5522913"/>
            <a:ext cx="4762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sp>
        <p:nvSpPr>
          <p:cNvPr id="107541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STRAT MANAGE</a:t>
            </a:r>
          </a:p>
        </p:txBody>
      </p:sp>
      <p:sp>
        <p:nvSpPr>
          <p:cNvPr id="10754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754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A9143DB-5666-4B94-B22F-F81E7515D3EE}" type="slidenum">
              <a:rPr lang="zh-CN" altLang="en-US" smtClean="0"/>
              <a:pPr defTabSz="895350"/>
              <a:t>103</a:t>
            </a:fld>
            <a:endParaRPr lang="en-US" altLang="zh-CN"/>
          </a:p>
        </p:txBody>
      </p:sp>
      <p:cxnSp>
        <p:nvCxnSpPr>
          <p:cNvPr id="108547" name="AutoShape 2"/>
          <p:cNvCxnSpPr>
            <a:cxnSpLocks noChangeShapeType="1"/>
          </p:cNvCxnSpPr>
          <p:nvPr/>
        </p:nvCxnSpPr>
        <p:spPr bwMode="auto">
          <a:xfrm>
            <a:off x="2474913" y="3194050"/>
            <a:ext cx="776287" cy="1549400"/>
          </a:xfrm>
          <a:prstGeom prst="bentConnector3">
            <a:avLst>
              <a:gd name="adj1" fmla="val 49898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548" name="Rectangle 3"/>
          <p:cNvSpPr>
            <a:spLocks noChangeArrowheads="1"/>
          </p:cNvSpPr>
          <p:nvPr/>
        </p:nvSpPr>
        <p:spPr bwMode="blackWhite">
          <a:xfrm>
            <a:off x="5815013" y="788988"/>
            <a:ext cx="2359025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49" name="Rectangle 4"/>
          <p:cNvSpPr>
            <a:spLocks noChangeArrowheads="1"/>
          </p:cNvSpPr>
          <p:nvPr/>
        </p:nvSpPr>
        <p:spPr bwMode="blackWhite">
          <a:xfrm>
            <a:off x="5915025" y="844550"/>
            <a:ext cx="18986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Selling margin </a:t>
            </a:r>
          </a:p>
          <a:p>
            <a:pPr defTabSz="804863" eaLnBrk="0" hangingPunct="0">
              <a:lnSpc>
                <a:spcPct val="125000"/>
              </a:lnSpc>
            </a:pPr>
            <a:r>
              <a:rPr lang="en-US" altLang="zh-CN">
                <a:ea typeface="宋体" pitchFamily="2" charset="-122"/>
              </a:rPr>
              <a:t>Contribution</a:t>
            </a:r>
          </a:p>
          <a:p>
            <a:pPr defTabSz="804863" eaLnBrk="0" hangingPunct="0">
              <a:lnSpc>
                <a:spcPct val="125000"/>
              </a:lnSpc>
            </a:pPr>
            <a:r>
              <a:rPr lang="en-US" altLang="zh-CN">
                <a:ea typeface="宋体" pitchFamily="2" charset="-122"/>
              </a:rPr>
              <a:t>Sales</a:t>
            </a:r>
            <a:endParaRPr lang="en-US" altLang="zh-CN" sz="900">
              <a:ea typeface="宋体" pitchFamily="2" charset="-122"/>
            </a:endParaRPr>
          </a:p>
        </p:txBody>
      </p:sp>
      <p:sp>
        <p:nvSpPr>
          <p:cNvPr id="108550" name="Rectangle 5"/>
          <p:cNvSpPr>
            <a:spLocks noChangeArrowheads="1"/>
          </p:cNvSpPr>
          <p:nvPr/>
        </p:nvSpPr>
        <p:spPr bwMode="blackWhite">
          <a:xfrm>
            <a:off x="5815013" y="1949450"/>
            <a:ext cx="2359025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51" name="Rectangle 6"/>
          <p:cNvSpPr>
            <a:spLocks noChangeArrowheads="1"/>
          </p:cNvSpPr>
          <p:nvPr/>
        </p:nvSpPr>
        <p:spPr bwMode="blackWhite">
          <a:xfrm>
            <a:off x="5915025" y="1993900"/>
            <a:ext cx="21971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>
              <a:lnSpc>
                <a:spcPct val="110000"/>
              </a:lnSpc>
            </a:pP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Selling rate</a:t>
            </a:r>
          </a:p>
          <a:p>
            <a:pPr defTabSz="804863" eaLnBrk="0" hangingPunct="0">
              <a:lnSpc>
                <a:spcPct val="115000"/>
              </a:lnSpc>
            </a:pPr>
            <a:r>
              <a:rPr lang="en-US" altLang="zh-CN">
                <a:ea typeface="宋体" pitchFamily="2" charset="-122"/>
              </a:rPr>
              <a:t>Sales</a:t>
            </a:r>
          </a:p>
          <a:p>
            <a:pPr defTabSz="804863" eaLnBrk="0" hangingPunct="0">
              <a:lnSpc>
                <a:spcPct val="115000"/>
              </a:lnSpc>
            </a:pPr>
            <a:r>
              <a:rPr lang="en-US" altLang="zh-CN">
                <a:ea typeface="宋体" pitchFamily="2" charset="-122"/>
              </a:rPr>
              <a:t>Available selling time </a:t>
            </a:r>
          </a:p>
        </p:txBody>
      </p:sp>
      <p:sp>
        <p:nvSpPr>
          <p:cNvPr id="108552" name="Line 7"/>
          <p:cNvSpPr>
            <a:spLocks noChangeShapeType="1"/>
          </p:cNvSpPr>
          <p:nvPr/>
        </p:nvSpPr>
        <p:spPr bwMode="blackWhite">
          <a:xfrm>
            <a:off x="5924550" y="2565400"/>
            <a:ext cx="1797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8553" name="Line 8"/>
          <p:cNvSpPr>
            <a:spLocks noChangeShapeType="1"/>
          </p:cNvSpPr>
          <p:nvPr/>
        </p:nvSpPr>
        <p:spPr bwMode="auto">
          <a:xfrm>
            <a:off x="5924550" y="1428750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nl-NL"/>
          </a:p>
        </p:txBody>
      </p:sp>
      <p:cxnSp>
        <p:nvCxnSpPr>
          <p:cNvPr id="108554" name="AutoShape 9"/>
          <p:cNvCxnSpPr>
            <a:cxnSpLocks noChangeShapeType="1"/>
          </p:cNvCxnSpPr>
          <p:nvPr/>
        </p:nvCxnSpPr>
        <p:spPr bwMode="auto">
          <a:xfrm flipV="1">
            <a:off x="2524125" y="1897063"/>
            <a:ext cx="576263" cy="1296987"/>
          </a:xfrm>
          <a:prstGeom prst="bentConnector3">
            <a:avLst>
              <a:gd name="adj1" fmla="val 58949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555" name="Rectangle 10"/>
          <p:cNvSpPr>
            <a:spLocks noChangeArrowheads="1"/>
          </p:cNvSpPr>
          <p:nvPr/>
        </p:nvSpPr>
        <p:spPr bwMode="blackWhite">
          <a:xfrm>
            <a:off x="3100388" y="1419225"/>
            <a:ext cx="2139950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56" name="Rectangle 11"/>
          <p:cNvSpPr>
            <a:spLocks noChangeArrowheads="1"/>
          </p:cNvSpPr>
          <p:nvPr/>
        </p:nvSpPr>
        <p:spPr bwMode="blackWhite">
          <a:xfrm>
            <a:off x="3213100" y="1460500"/>
            <a:ext cx="195738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Effectiveness</a:t>
            </a:r>
          </a:p>
          <a:p>
            <a:pPr defTabSz="804863" eaLnBrk="0" hangingPunct="0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Contribution Available selling time </a:t>
            </a:r>
          </a:p>
        </p:txBody>
      </p:sp>
      <p:sp>
        <p:nvSpPr>
          <p:cNvPr id="108557" name="Line 12"/>
          <p:cNvSpPr>
            <a:spLocks noChangeShapeType="1"/>
          </p:cNvSpPr>
          <p:nvPr/>
        </p:nvSpPr>
        <p:spPr bwMode="blackWhite">
          <a:xfrm>
            <a:off x="3201988" y="2032000"/>
            <a:ext cx="1908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8558" name="Rectangle 13"/>
          <p:cNvSpPr>
            <a:spLocks noChangeArrowheads="1"/>
          </p:cNvSpPr>
          <p:nvPr/>
        </p:nvSpPr>
        <p:spPr bwMode="blackWhite">
          <a:xfrm>
            <a:off x="566738" y="2716213"/>
            <a:ext cx="1957387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59" name="Rectangle 14"/>
          <p:cNvSpPr>
            <a:spLocks noChangeArrowheads="1"/>
          </p:cNvSpPr>
          <p:nvPr/>
        </p:nvSpPr>
        <p:spPr bwMode="blackWhite">
          <a:xfrm>
            <a:off x="688975" y="2778125"/>
            <a:ext cx="178593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Productivity </a:t>
            </a:r>
          </a:p>
          <a:p>
            <a:pPr defTabSz="804863" eaLnBrk="0" hangingPunct="0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Contribution</a:t>
            </a:r>
          </a:p>
          <a:p>
            <a:pPr defTabSz="804863" eaLnBrk="0" hangingPunct="0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Total selling costs</a:t>
            </a:r>
          </a:p>
        </p:txBody>
      </p:sp>
      <p:sp>
        <p:nvSpPr>
          <p:cNvPr id="108560" name="Line 15"/>
          <p:cNvSpPr>
            <a:spLocks noChangeShapeType="1"/>
          </p:cNvSpPr>
          <p:nvPr/>
        </p:nvSpPr>
        <p:spPr bwMode="blackWhite">
          <a:xfrm>
            <a:off x="669925" y="3321050"/>
            <a:ext cx="1797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cxnSp>
        <p:nvCxnSpPr>
          <p:cNvPr id="108561" name="AutoShape 16"/>
          <p:cNvCxnSpPr>
            <a:cxnSpLocks noChangeShapeType="1"/>
            <a:stCxn id="108565" idx="3"/>
            <a:endCxn id="108566" idx="1"/>
          </p:cNvCxnSpPr>
          <p:nvPr/>
        </p:nvCxnSpPr>
        <p:spPr bwMode="auto">
          <a:xfrm flipV="1">
            <a:off x="5159375" y="3238500"/>
            <a:ext cx="655638" cy="1504950"/>
          </a:xfrm>
          <a:prstGeom prst="bentConnector3">
            <a:avLst>
              <a:gd name="adj1" fmla="val 4988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08562" name="AutoShape 17"/>
          <p:cNvCxnSpPr>
            <a:cxnSpLocks noChangeShapeType="1"/>
          </p:cNvCxnSpPr>
          <p:nvPr/>
        </p:nvCxnSpPr>
        <p:spPr bwMode="auto">
          <a:xfrm>
            <a:off x="5178425" y="4743450"/>
            <a:ext cx="658813" cy="1196975"/>
          </a:xfrm>
          <a:prstGeom prst="bentConnector3">
            <a:avLst>
              <a:gd name="adj1" fmla="val 4988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563" name="Rectangle 18"/>
          <p:cNvSpPr>
            <a:spLocks noChangeArrowheads="1"/>
          </p:cNvSpPr>
          <p:nvPr/>
        </p:nvSpPr>
        <p:spPr bwMode="blackWhite">
          <a:xfrm>
            <a:off x="3100388" y="4273550"/>
            <a:ext cx="2057400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64" name="Line 19"/>
          <p:cNvSpPr>
            <a:spLocks noChangeShapeType="1"/>
          </p:cNvSpPr>
          <p:nvPr/>
        </p:nvSpPr>
        <p:spPr bwMode="blackWhite">
          <a:xfrm>
            <a:off x="3201988" y="4899025"/>
            <a:ext cx="1897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8565" name="Rectangle 20"/>
          <p:cNvSpPr>
            <a:spLocks noChangeArrowheads="1"/>
          </p:cNvSpPr>
          <p:nvPr/>
        </p:nvSpPr>
        <p:spPr bwMode="auto">
          <a:xfrm>
            <a:off x="3213100" y="4340225"/>
            <a:ext cx="1946275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lnSpc>
                <a:spcPct val="110000"/>
              </a:lnSpc>
              <a:buSzPct val="120000"/>
            </a:pPr>
            <a:r>
              <a:rPr lang="en-US" altLang="zh-CN">
                <a:solidFill>
                  <a:schemeClr val="tx2"/>
                </a:solidFill>
              </a:rPr>
              <a:t>Efficiency</a:t>
            </a:r>
            <a:endParaRPr lang="en-US" altLang="zh-CN"/>
          </a:p>
          <a:p>
            <a:pPr defTabSz="895350">
              <a:lnSpc>
                <a:spcPct val="110000"/>
              </a:lnSpc>
              <a:buSzPct val="120000"/>
            </a:pPr>
            <a:r>
              <a:rPr lang="en-US" altLang="zh-CN"/>
              <a:t>Available selling time</a:t>
            </a:r>
          </a:p>
          <a:p>
            <a:pPr defTabSz="895350">
              <a:lnSpc>
                <a:spcPct val="110000"/>
              </a:lnSpc>
              <a:buSzPct val="120000"/>
            </a:pPr>
            <a:r>
              <a:rPr lang="en-US" altLang="zh-CN"/>
              <a:t>Total selling costs</a:t>
            </a:r>
          </a:p>
        </p:txBody>
      </p:sp>
      <p:sp>
        <p:nvSpPr>
          <p:cNvPr id="108566" name="Rectangle 21"/>
          <p:cNvSpPr>
            <a:spLocks noChangeArrowheads="1"/>
          </p:cNvSpPr>
          <p:nvPr/>
        </p:nvSpPr>
        <p:spPr bwMode="blackWhite">
          <a:xfrm>
            <a:off x="5815013" y="3109913"/>
            <a:ext cx="2359025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67" name="Rectangle 22"/>
          <p:cNvSpPr>
            <a:spLocks noChangeArrowheads="1"/>
          </p:cNvSpPr>
          <p:nvPr/>
        </p:nvSpPr>
        <p:spPr bwMode="blackWhite">
          <a:xfrm>
            <a:off x="5915025" y="3125788"/>
            <a:ext cx="2179638" cy="85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>
              <a:lnSpc>
                <a:spcPct val="110000"/>
              </a:lnSpc>
            </a:pP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Utilization</a:t>
            </a:r>
          </a:p>
          <a:p>
            <a:pPr defTabSz="804863" eaLnBrk="0" hangingPunct="0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Available selling time</a:t>
            </a:r>
          </a:p>
          <a:p>
            <a:pPr defTabSz="804863" eaLnBrk="0" hangingPunct="0">
              <a:lnSpc>
                <a:spcPct val="120000"/>
              </a:lnSpc>
            </a:pPr>
            <a:r>
              <a:rPr lang="en-US" altLang="zh-CN">
                <a:ea typeface="宋体" pitchFamily="2" charset="-122"/>
              </a:rPr>
              <a:t>Total sales time</a:t>
            </a:r>
            <a:r>
              <a:rPr lang="en-US" altLang="zh-CN" sz="900">
                <a:ea typeface="宋体" pitchFamily="2" charset="-122"/>
              </a:rPr>
              <a:t> </a:t>
            </a:r>
          </a:p>
        </p:txBody>
      </p:sp>
      <p:sp>
        <p:nvSpPr>
          <p:cNvPr id="108568" name="Line 23"/>
          <p:cNvSpPr>
            <a:spLocks noChangeShapeType="1"/>
          </p:cNvSpPr>
          <p:nvPr/>
        </p:nvSpPr>
        <p:spPr bwMode="blackWhite">
          <a:xfrm>
            <a:off x="5924550" y="3717925"/>
            <a:ext cx="1797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cxnSp>
        <p:nvCxnSpPr>
          <p:cNvPr id="108569" name="AutoShape 24"/>
          <p:cNvCxnSpPr>
            <a:cxnSpLocks noChangeShapeType="1"/>
          </p:cNvCxnSpPr>
          <p:nvPr/>
        </p:nvCxnSpPr>
        <p:spPr bwMode="auto">
          <a:xfrm>
            <a:off x="5197475" y="4743450"/>
            <a:ext cx="619125" cy="3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8570" name="AutoShape 25"/>
          <p:cNvCxnSpPr>
            <a:cxnSpLocks noChangeShapeType="1"/>
          </p:cNvCxnSpPr>
          <p:nvPr/>
        </p:nvCxnSpPr>
        <p:spPr bwMode="auto">
          <a:xfrm flipV="1">
            <a:off x="5249863" y="1254125"/>
            <a:ext cx="574675" cy="63023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08571" name="AutoShape 26"/>
          <p:cNvCxnSpPr>
            <a:cxnSpLocks noChangeShapeType="1"/>
            <a:stCxn id="108555" idx="3"/>
            <a:endCxn id="108550" idx="1"/>
          </p:cNvCxnSpPr>
          <p:nvPr/>
        </p:nvCxnSpPr>
        <p:spPr bwMode="auto">
          <a:xfrm>
            <a:off x="5240338" y="1547813"/>
            <a:ext cx="574675" cy="530225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8572" name="Rectangle 27"/>
          <p:cNvSpPr>
            <a:spLocks noChangeArrowheads="1"/>
          </p:cNvSpPr>
          <p:nvPr/>
        </p:nvSpPr>
        <p:spPr bwMode="blackWhite">
          <a:xfrm>
            <a:off x="5815013" y="5475288"/>
            <a:ext cx="2359025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73" name="Rectangle 28"/>
          <p:cNvSpPr>
            <a:spLocks noChangeArrowheads="1"/>
          </p:cNvSpPr>
          <p:nvPr/>
        </p:nvSpPr>
        <p:spPr bwMode="blackWhite">
          <a:xfrm>
            <a:off x="5915025" y="5530850"/>
            <a:ext cx="2106613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>
              <a:lnSpc>
                <a:spcPct val="110000"/>
              </a:lnSpc>
            </a:pP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Support intensity</a:t>
            </a:r>
          </a:p>
          <a:p>
            <a:pPr defTabSz="804863" eaLnBrk="0" hangingPunct="0">
              <a:lnSpc>
                <a:spcPct val="125000"/>
              </a:lnSpc>
            </a:pPr>
            <a:r>
              <a:rPr lang="en-US" altLang="zh-CN">
                <a:ea typeface="宋体" pitchFamily="2" charset="-122"/>
              </a:rPr>
              <a:t>Support costs</a:t>
            </a:r>
          </a:p>
          <a:p>
            <a:pPr defTabSz="804863" eaLnBrk="0" hangingPunct="0">
              <a:lnSpc>
                <a:spcPct val="125000"/>
              </a:lnSpc>
            </a:pPr>
            <a:r>
              <a:rPr lang="en-US" altLang="zh-CN">
                <a:ea typeface="宋体" pitchFamily="2" charset="-122"/>
              </a:rPr>
              <a:t>Total selling costs</a:t>
            </a:r>
          </a:p>
        </p:txBody>
      </p:sp>
      <p:sp>
        <p:nvSpPr>
          <p:cNvPr id="108574" name="Line 29"/>
          <p:cNvSpPr>
            <a:spLocks noChangeShapeType="1"/>
          </p:cNvSpPr>
          <p:nvPr/>
        </p:nvSpPr>
        <p:spPr bwMode="blackWhite">
          <a:xfrm>
            <a:off x="5924550" y="6146800"/>
            <a:ext cx="1797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8575" name="Rectangle 30"/>
          <p:cNvSpPr>
            <a:spLocks noChangeArrowheads="1"/>
          </p:cNvSpPr>
          <p:nvPr/>
        </p:nvSpPr>
        <p:spPr bwMode="blackWhite">
          <a:xfrm>
            <a:off x="5815013" y="4271963"/>
            <a:ext cx="2359025" cy="2571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08576" name="Rectangle 31"/>
          <p:cNvSpPr>
            <a:spLocks noChangeArrowheads="1"/>
          </p:cNvSpPr>
          <p:nvPr/>
        </p:nvSpPr>
        <p:spPr bwMode="blackWhite">
          <a:xfrm>
            <a:off x="5915025" y="4311650"/>
            <a:ext cx="2074863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>
              <a:lnSpc>
                <a:spcPct val="110000"/>
              </a:lnSpc>
            </a:pP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Support leverage</a:t>
            </a:r>
          </a:p>
          <a:p>
            <a:pPr defTabSz="804863" eaLnBrk="0" hangingPunct="0">
              <a:lnSpc>
                <a:spcPct val="125000"/>
              </a:lnSpc>
            </a:pPr>
            <a:r>
              <a:rPr lang="en-US" altLang="zh-CN">
                <a:ea typeface="宋体" pitchFamily="2" charset="-122"/>
              </a:rPr>
              <a:t>Total sales time</a:t>
            </a:r>
          </a:p>
          <a:p>
            <a:pPr defTabSz="804863" eaLnBrk="0" hangingPunct="0">
              <a:lnSpc>
                <a:spcPct val="125000"/>
              </a:lnSpc>
            </a:pPr>
            <a:r>
              <a:rPr lang="en-US" altLang="zh-CN">
                <a:ea typeface="宋体" pitchFamily="2" charset="-122"/>
              </a:rPr>
              <a:t>Support costs</a:t>
            </a:r>
          </a:p>
        </p:txBody>
      </p:sp>
      <p:sp>
        <p:nvSpPr>
          <p:cNvPr id="108577" name="Line 32"/>
          <p:cNvSpPr>
            <a:spLocks noChangeShapeType="1"/>
          </p:cNvSpPr>
          <p:nvPr/>
        </p:nvSpPr>
        <p:spPr bwMode="blackWhite">
          <a:xfrm>
            <a:off x="5924550" y="4884738"/>
            <a:ext cx="1797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08578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TREE PRODUCTIVITY</a:t>
            </a:r>
          </a:p>
        </p:txBody>
      </p:sp>
      <p:sp>
        <p:nvSpPr>
          <p:cNvPr id="10857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858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EA2F9FA-6E9E-4015-A5BD-4091D857A089}" type="slidenum">
              <a:rPr lang="zh-CN" altLang="en-US" smtClean="0"/>
              <a:pPr defTabSz="895350"/>
              <a:t>104</a:t>
            </a:fld>
            <a:endParaRPr lang="en-US" altLang="zh-CN"/>
          </a:p>
        </p:txBody>
      </p:sp>
      <p:sp>
        <p:nvSpPr>
          <p:cNvPr id="109571" name="Line 2"/>
          <p:cNvSpPr>
            <a:spLocks noChangeShapeType="1"/>
          </p:cNvSpPr>
          <p:nvPr/>
        </p:nvSpPr>
        <p:spPr bwMode="blackWhite">
          <a:xfrm>
            <a:off x="4654550" y="3209925"/>
            <a:ext cx="0" cy="1939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109572" name="Line 3"/>
          <p:cNvSpPr>
            <a:spLocks noChangeShapeType="1"/>
          </p:cNvSpPr>
          <p:nvPr/>
        </p:nvSpPr>
        <p:spPr bwMode="blackWhite">
          <a:xfrm>
            <a:off x="2867025" y="2155825"/>
            <a:ext cx="3381375" cy="20907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109573" name="Line 4"/>
          <p:cNvSpPr>
            <a:spLocks noChangeShapeType="1"/>
          </p:cNvSpPr>
          <p:nvPr/>
        </p:nvSpPr>
        <p:spPr bwMode="blackWhite">
          <a:xfrm flipV="1">
            <a:off x="2867025" y="2157413"/>
            <a:ext cx="3381375" cy="2092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109574" name="Oval 5"/>
          <p:cNvSpPr>
            <a:spLocks noChangeArrowheads="1"/>
          </p:cNvSpPr>
          <p:nvPr/>
        </p:nvSpPr>
        <p:spPr bwMode="blackWhite">
          <a:xfrm>
            <a:off x="3644900" y="2549525"/>
            <a:ext cx="2032000" cy="10509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Maximize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shareholder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value</a:t>
            </a:r>
          </a:p>
        </p:txBody>
      </p:sp>
      <p:sp>
        <p:nvSpPr>
          <p:cNvPr id="109575" name="Oval 6"/>
          <p:cNvSpPr>
            <a:spLocks noChangeArrowheads="1"/>
          </p:cNvSpPr>
          <p:nvPr/>
        </p:nvSpPr>
        <p:spPr bwMode="blackWhite">
          <a:xfrm>
            <a:off x="3640138" y="4519613"/>
            <a:ext cx="2032000" cy="1047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Grow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through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cultural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initiative</a:t>
            </a:r>
          </a:p>
        </p:txBody>
      </p:sp>
      <p:sp>
        <p:nvSpPr>
          <p:cNvPr id="109576" name="Oval 7"/>
          <p:cNvSpPr>
            <a:spLocks noChangeArrowheads="1"/>
          </p:cNvSpPr>
          <p:nvPr/>
        </p:nvSpPr>
        <p:spPr bwMode="blackWhite">
          <a:xfrm>
            <a:off x="5338763" y="1355725"/>
            <a:ext cx="2046287" cy="10509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Redeploy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assets</a:t>
            </a:r>
          </a:p>
        </p:txBody>
      </p:sp>
      <p:sp>
        <p:nvSpPr>
          <p:cNvPr id="109577" name="Oval 8"/>
          <p:cNvSpPr>
            <a:spLocks noChangeArrowheads="1"/>
          </p:cNvSpPr>
          <p:nvPr/>
        </p:nvSpPr>
        <p:spPr bwMode="blackWhite">
          <a:xfrm>
            <a:off x="1814513" y="1355725"/>
            <a:ext cx="2046287" cy="10509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Improve core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business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performance</a:t>
            </a:r>
          </a:p>
        </p:txBody>
      </p:sp>
      <p:sp>
        <p:nvSpPr>
          <p:cNvPr id="109578" name="Oval 9"/>
          <p:cNvSpPr>
            <a:spLocks noChangeArrowheads="1"/>
          </p:cNvSpPr>
          <p:nvPr/>
        </p:nvSpPr>
        <p:spPr bwMode="blackWhite">
          <a:xfrm>
            <a:off x="5345113" y="3743325"/>
            <a:ext cx="2039937" cy="10509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Grow through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acquisition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and/or merger</a:t>
            </a:r>
          </a:p>
        </p:txBody>
      </p:sp>
      <p:sp>
        <p:nvSpPr>
          <p:cNvPr id="109579" name="Oval 10"/>
          <p:cNvSpPr>
            <a:spLocks noChangeArrowheads="1"/>
          </p:cNvSpPr>
          <p:nvPr/>
        </p:nvSpPr>
        <p:spPr bwMode="blackWhite">
          <a:xfrm>
            <a:off x="1814513" y="3743325"/>
            <a:ext cx="2046287" cy="10509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Adopt sound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financing</a:t>
            </a:r>
          </a:p>
          <a:p>
            <a:pPr algn="ctr" defTabSz="804863" eaLnBrk="0" hangingPunct="0"/>
            <a:r>
              <a:rPr lang="en-US" altLang="zh-CN">
                <a:ea typeface="宋体" pitchFamily="2" charset="-122"/>
              </a:rPr>
              <a:t>approach</a:t>
            </a:r>
          </a:p>
        </p:txBody>
      </p:sp>
      <p:sp>
        <p:nvSpPr>
          <p:cNvPr id="10958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VALUE CREATION</a:t>
            </a:r>
          </a:p>
        </p:txBody>
      </p:sp>
      <p:sp>
        <p:nvSpPr>
          <p:cNvPr id="10958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0958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00F2AF9-3AE4-4A10-8B43-B42DEB58D3F9}" type="slidenum">
              <a:rPr lang="zh-CN" altLang="en-US" smtClean="0"/>
              <a:pPr defTabSz="895350"/>
              <a:t>105</a:t>
            </a:fld>
            <a:endParaRPr lang="en-US" altLang="zh-CN"/>
          </a:p>
        </p:txBody>
      </p:sp>
      <p:sp>
        <p:nvSpPr>
          <p:cNvPr id="110595" name="Rectangle 2"/>
          <p:cNvSpPr>
            <a:spLocks noChangeArrowheads="1"/>
          </p:cNvSpPr>
          <p:nvPr/>
        </p:nvSpPr>
        <p:spPr bwMode="auto">
          <a:xfrm>
            <a:off x="3987800" y="3857625"/>
            <a:ext cx="6556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Real </a:t>
            </a:r>
          </a:p>
        </p:txBody>
      </p:sp>
      <p:sp>
        <p:nvSpPr>
          <p:cNvPr id="110596" name="Rectangle 3"/>
          <p:cNvSpPr>
            <a:spLocks noChangeArrowheads="1"/>
          </p:cNvSpPr>
          <p:nvPr/>
        </p:nvSpPr>
        <p:spPr bwMode="auto">
          <a:xfrm>
            <a:off x="3987800" y="4951413"/>
            <a:ext cx="1004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04863" eaLnBrk="0" hangingPunct="0"/>
            <a:r>
              <a:rPr lang="en-US" altLang="zh-CN">
                <a:ea typeface="宋体" pitchFamily="2" charset="-122"/>
              </a:rPr>
              <a:t>Perceived </a:t>
            </a:r>
          </a:p>
        </p:txBody>
      </p:sp>
      <p:sp>
        <p:nvSpPr>
          <p:cNvPr id="110597" name="Line 4"/>
          <p:cNvSpPr>
            <a:spLocks noChangeShapeType="1"/>
          </p:cNvSpPr>
          <p:nvPr/>
        </p:nvSpPr>
        <p:spPr bwMode="auto">
          <a:xfrm flipH="1">
            <a:off x="1766888" y="3327400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grpSp>
        <p:nvGrpSpPr>
          <p:cNvPr id="110598" name="Group 5"/>
          <p:cNvGrpSpPr>
            <a:grpSpLocks/>
          </p:cNvGrpSpPr>
          <p:nvPr/>
        </p:nvGrpSpPr>
        <p:grpSpPr bwMode="auto">
          <a:xfrm>
            <a:off x="3400425" y="1181100"/>
            <a:ext cx="2049463" cy="393700"/>
            <a:chOff x="2775" y="1975"/>
            <a:chExt cx="1190" cy="235"/>
          </a:xfrm>
        </p:grpSpPr>
        <p:sp>
          <p:nvSpPr>
            <p:cNvPr id="110627" name="Line 6"/>
            <p:cNvSpPr>
              <a:spLocks noChangeShapeType="1"/>
            </p:cNvSpPr>
            <p:nvPr/>
          </p:nvSpPr>
          <p:spPr bwMode="auto">
            <a:xfrm flipH="1">
              <a:off x="2775" y="2092"/>
              <a:ext cx="10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>
              <a:spAutoFit/>
            </a:bodyPr>
            <a:lstStyle/>
            <a:p>
              <a:endParaRPr lang="nl-NL"/>
            </a:p>
          </p:txBody>
        </p:sp>
        <p:sp>
          <p:nvSpPr>
            <p:cNvPr id="110628" name="Freeform 7"/>
            <p:cNvSpPr>
              <a:spLocks/>
            </p:cNvSpPr>
            <p:nvPr/>
          </p:nvSpPr>
          <p:spPr bwMode="auto">
            <a:xfrm>
              <a:off x="3823" y="1975"/>
              <a:ext cx="142" cy="235"/>
            </a:xfrm>
            <a:custGeom>
              <a:avLst/>
              <a:gdLst>
                <a:gd name="T0" fmla="*/ 141 w 142"/>
                <a:gd name="T1" fmla="*/ 0 h 235"/>
                <a:gd name="T2" fmla="*/ 0 w 142"/>
                <a:gd name="T3" fmla="*/ 0 h 235"/>
                <a:gd name="T4" fmla="*/ 0 w 142"/>
                <a:gd name="T5" fmla="*/ 234 h 235"/>
                <a:gd name="T6" fmla="*/ 141 w 142"/>
                <a:gd name="T7" fmla="*/ 234 h 2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2"/>
                <a:gd name="T13" fmla="*/ 0 h 235"/>
                <a:gd name="T14" fmla="*/ 142 w 142"/>
                <a:gd name="T15" fmla="*/ 235 h 2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2" h="235">
                  <a:moveTo>
                    <a:pt x="141" y="0"/>
                  </a:moveTo>
                  <a:lnTo>
                    <a:pt x="0" y="0"/>
                  </a:lnTo>
                  <a:lnTo>
                    <a:pt x="0" y="234"/>
                  </a:lnTo>
                  <a:lnTo>
                    <a:pt x="141" y="23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>
              <a:spAutoFit/>
            </a:bodyPr>
            <a:lstStyle/>
            <a:p>
              <a:endParaRPr lang="nl-NL"/>
            </a:p>
          </p:txBody>
        </p:sp>
      </p:grpSp>
      <p:grpSp>
        <p:nvGrpSpPr>
          <p:cNvPr id="110599" name="Group 8"/>
          <p:cNvGrpSpPr>
            <a:grpSpLocks/>
          </p:cNvGrpSpPr>
          <p:nvPr/>
        </p:nvGrpSpPr>
        <p:grpSpPr bwMode="auto">
          <a:xfrm>
            <a:off x="4946650" y="3740150"/>
            <a:ext cx="503238" cy="503238"/>
            <a:chOff x="3673" y="3013"/>
            <a:chExt cx="292" cy="301"/>
          </a:xfrm>
        </p:grpSpPr>
        <p:sp>
          <p:nvSpPr>
            <p:cNvPr id="110625" name="Line 9"/>
            <p:cNvSpPr>
              <a:spLocks noChangeShapeType="1"/>
            </p:cNvSpPr>
            <p:nvPr/>
          </p:nvSpPr>
          <p:spPr bwMode="auto">
            <a:xfrm flipH="1">
              <a:off x="3673" y="3163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>
              <a:spAutoFit/>
            </a:bodyPr>
            <a:lstStyle/>
            <a:p>
              <a:endParaRPr lang="nl-NL"/>
            </a:p>
          </p:txBody>
        </p:sp>
        <p:sp>
          <p:nvSpPr>
            <p:cNvPr id="110626" name="Freeform 10"/>
            <p:cNvSpPr>
              <a:spLocks/>
            </p:cNvSpPr>
            <p:nvPr/>
          </p:nvSpPr>
          <p:spPr bwMode="auto">
            <a:xfrm>
              <a:off x="3823" y="3013"/>
              <a:ext cx="142" cy="301"/>
            </a:xfrm>
            <a:custGeom>
              <a:avLst/>
              <a:gdLst>
                <a:gd name="T0" fmla="*/ 141 w 142"/>
                <a:gd name="T1" fmla="*/ 0 h 301"/>
                <a:gd name="T2" fmla="*/ 0 w 142"/>
                <a:gd name="T3" fmla="*/ 0 h 301"/>
                <a:gd name="T4" fmla="*/ 0 w 142"/>
                <a:gd name="T5" fmla="*/ 300 h 301"/>
                <a:gd name="T6" fmla="*/ 141 w 142"/>
                <a:gd name="T7" fmla="*/ 300 h 3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2"/>
                <a:gd name="T13" fmla="*/ 0 h 301"/>
                <a:gd name="T14" fmla="*/ 142 w 142"/>
                <a:gd name="T15" fmla="*/ 301 h 3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2" h="301">
                  <a:moveTo>
                    <a:pt x="141" y="0"/>
                  </a:moveTo>
                  <a:lnTo>
                    <a:pt x="0" y="0"/>
                  </a:lnTo>
                  <a:lnTo>
                    <a:pt x="0" y="300"/>
                  </a:lnTo>
                  <a:lnTo>
                    <a:pt x="141" y="30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>
              <a:spAutoFit/>
            </a:bodyPr>
            <a:lstStyle/>
            <a:p>
              <a:endParaRPr lang="nl-NL"/>
            </a:p>
          </p:txBody>
        </p:sp>
      </p:grpSp>
      <p:sp>
        <p:nvSpPr>
          <p:cNvPr id="110600" name="Line 11"/>
          <p:cNvSpPr>
            <a:spLocks noChangeShapeType="1"/>
          </p:cNvSpPr>
          <p:nvPr/>
        </p:nvSpPr>
        <p:spPr bwMode="auto">
          <a:xfrm flipH="1">
            <a:off x="3343275" y="4532313"/>
            <a:ext cx="358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10601" name="Freeform 12"/>
          <p:cNvSpPr>
            <a:spLocks/>
          </p:cNvSpPr>
          <p:nvPr/>
        </p:nvSpPr>
        <p:spPr bwMode="auto">
          <a:xfrm>
            <a:off x="3702050" y="3981450"/>
            <a:ext cx="244475" cy="1100138"/>
          </a:xfrm>
          <a:custGeom>
            <a:avLst/>
            <a:gdLst>
              <a:gd name="T0" fmla="*/ 2147483647 w 142"/>
              <a:gd name="T1" fmla="*/ 0 h 658"/>
              <a:gd name="T2" fmla="*/ 0 w 142"/>
              <a:gd name="T3" fmla="*/ 0 h 658"/>
              <a:gd name="T4" fmla="*/ 0 w 142"/>
              <a:gd name="T5" fmla="*/ 2147483647 h 658"/>
              <a:gd name="T6" fmla="*/ 2147483647 w 142"/>
              <a:gd name="T7" fmla="*/ 2147483647 h 658"/>
              <a:gd name="T8" fmla="*/ 0 60000 65536"/>
              <a:gd name="T9" fmla="*/ 0 60000 65536"/>
              <a:gd name="T10" fmla="*/ 0 60000 65536"/>
              <a:gd name="T11" fmla="*/ 0 60000 65536"/>
              <a:gd name="T12" fmla="*/ 0 w 142"/>
              <a:gd name="T13" fmla="*/ 0 h 658"/>
              <a:gd name="T14" fmla="*/ 142 w 142"/>
              <a:gd name="T15" fmla="*/ 658 h 6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" h="658">
                <a:moveTo>
                  <a:pt x="141" y="0"/>
                </a:moveTo>
                <a:lnTo>
                  <a:pt x="0" y="0"/>
                </a:lnTo>
                <a:lnTo>
                  <a:pt x="0" y="657"/>
                </a:lnTo>
                <a:lnTo>
                  <a:pt x="141" y="657"/>
                </a:lnTo>
              </a:path>
            </a:pathLst>
          </a:custGeom>
          <a:noFill/>
          <a:ln w="2857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10602" name="Line 13"/>
          <p:cNvSpPr>
            <a:spLocks noChangeShapeType="1"/>
          </p:cNvSpPr>
          <p:nvPr/>
        </p:nvSpPr>
        <p:spPr bwMode="auto">
          <a:xfrm flipH="1">
            <a:off x="4957763" y="5080000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10603" name="Freeform 14"/>
          <p:cNvSpPr>
            <a:spLocks/>
          </p:cNvSpPr>
          <p:nvPr/>
        </p:nvSpPr>
        <p:spPr bwMode="auto">
          <a:xfrm>
            <a:off x="5205413" y="4794250"/>
            <a:ext cx="244475" cy="568325"/>
          </a:xfrm>
          <a:custGeom>
            <a:avLst/>
            <a:gdLst>
              <a:gd name="T0" fmla="*/ 2147483647 w 142"/>
              <a:gd name="T1" fmla="*/ 0 h 340"/>
              <a:gd name="T2" fmla="*/ 0 w 142"/>
              <a:gd name="T3" fmla="*/ 0 h 340"/>
              <a:gd name="T4" fmla="*/ 0 w 142"/>
              <a:gd name="T5" fmla="*/ 2147483647 h 340"/>
              <a:gd name="T6" fmla="*/ 2147483647 w 142"/>
              <a:gd name="T7" fmla="*/ 2147483647 h 340"/>
              <a:gd name="T8" fmla="*/ 0 60000 65536"/>
              <a:gd name="T9" fmla="*/ 0 60000 65536"/>
              <a:gd name="T10" fmla="*/ 0 60000 65536"/>
              <a:gd name="T11" fmla="*/ 0 60000 65536"/>
              <a:gd name="T12" fmla="*/ 0 w 142"/>
              <a:gd name="T13" fmla="*/ 0 h 340"/>
              <a:gd name="T14" fmla="*/ 142 w 142"/>
              <a:gd name="T15" fmla="*/ 340 h 3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" h="340">
                <a:moveTo>
                  <a:pt x="141" y="0"/>
                </a:moveTo>
                <a:lnTo>
                  <a:pt x="0" y="0"/>
                </a:lnTo>
                <a:lnTo>
                  <a:pt x="0" y="339"/>
                </a:lnTo>
                <a:lnTo>
                  <a:pt x="141" y="339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10604" name="Freeform 15"/>
          <p:cNvSpPr>
            <a:spLocks/>
          </p:cNvSpPr>
          <p:nvPr/>
        </p:nvSpPr>
        <p:spPr bwMode="auto">
          <a:xfrm>
            <a:off x="2009775" y="1404938"/>
            <a:ext cx="244475" cy="3175000"/>
          </a:xfrm>
          <a:custGeom>
            <a:avLst/>
            <a:gdLst>
              <a:gd name="T0" fmla="*/ 2147483647 w 142"/>
              <a:gd name="T1" fmla="*/ 0 h 1405"/>
              <a:gd name="T2" fmla="*/ 0 w 142"/>
              <a:gd name="T3" fmla="*/ 0 h 1405"/>
              <a:gd name="T4" fmla="*/ 0 w 142"/>
              <a:gd name="T5" fmla="*/ 2147483647 h 1405"/>
              <a:gd name="T6" fmla="*/ 2147483647 w 142"/>
              <a:gd name="T7" fmla="*/ 2147483647 h 1405"/>
              <a:gd name="T8" fmla="*/ 0 60000 65536"/>
              <a:gd name="T9" fmla="*/ 0 60000 65536"/>
              <a:gd name="T10" fmla="*/ 0 60000 65536"/>
              <a:gd name="T11" fmla="*/ 0 60000 65536"/>
              <a:gd name="T12" fmla="*/ 0 w 142"/>
              <a:gd name="T13" fmla="*/ 0 h 1405"/>
              <a:gd name="T14" fmla="*/ 142 w 142"/>
              <a:gd name="T15" fmla="*/ 1405 h 14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" h="1405">
                <a:moveTo>
                  <a:pt x="141" y="0"/>
                </a:moveTo>
                <a:lnTo>
                  <a:pt x="0" y="0"/>
                </a:lnTo>
                <a:lnTo>
                  <a:pt x="0" y="1404"/>
                </a:lnTo>
                <a:lnTo>
                  <a:pt x="141" y="140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10605" name="Line 16"/>
          <p:cNvSpPr>
            <a:spLocks noChangeShapeType="1"/>
          </p:cNvSpPr>
          <p:nvPr/>
        </p:nvSpPr>
        <p:spPr bwMode="auto">
          <a:xfrm>
            <a:off x="2014538" y="2684463"/>
            <a:ext cx="227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110606" name="Rectangle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3375" y="2955925"/>
            <a:ext cx="15303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Client’s relative ability to extract value</a:t>
            </a:r>
          </a:p>
        </p:txBody>
      </p:sp>
      <p:sp>
        <p:nvSpPr>
          <p:cNvPr id="110607" name="Rectangle 1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95525" y="1158875"/>
            <a:ext cx="12350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Corporate center skills</a:t>
            </a:r>
          </a:p>
        </p:txBody>
      </p:sp>
      <p:sp>
        <p:nvSpPr>
          <p:cNvPr id="110608" name="Rectangle 1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95525" y="2320925"/>
            <a:ext cx="14557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Linkages between business units</a:t>
            </a:r>
          </a:p>
        </p:txBody>
      </p:sp>
      <p:sp>
        <p:nvSpPr>
          <p:cNvPr id="110609" name="Rectangle 2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95525" y="4330700"/>
            <a:ext cx="12858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Financial ownership fit</a:t>
            </a:r>
          </a:p>
        </p:txBody>
      </p:sp>
      <p:sp>
        <p:nvSpPr>
          <p:cNvPr id="110610" name="Rectangle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14975" y="1057275"/>
            <a:ext cx="2274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Industry restructure</a:t>
            </a:r>
          </a:p>
        </p:txBody>
      </p:sp>
      <p:sp>
        <p:nvSpPr>
          <p:cNvPr id="110611" name="Rectangle 2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4975" y="1444625"/>
            <a:ext cx="2274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Internal controller</a:t>
            </a:r>
          </a:p>
        </p:txBody>
      </p:sp>
      <p:sp>
        <p:nvSpPr>
          <p:cNvPr id="110612" name="Rectangle 2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14975" y="2166938"/>
            <a:ext cx="2274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Shared resources</a:t>
            </a:r>
          </a:p>
        </p:txBody>
      </p:sp>
      <p:sp>
        <p:nvSpPr>
          <p:cNvPr id="110613" name="Rectangle 2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14975" y="2540000"/>
            <a:ext cx="2274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Transfer of capability</a:t>
            </a:r>
          </a:p>
        </p:txBody>
      </p:sp>
      <p:sp>
        <p:nvSpPr>
          <p:cNvPr id="110614" name="Rectangle 2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14975" y="2906713"/>
            <a:ext cx="22748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Vertical integration</a:t>
            </a:r>
          </a:p>
        </p:txBody>
      </p:sp>
      <p:sp>
        <p:nvSpPr>
          <p:cNvPr id="110615" name="Rectangle 2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14975" y="3619500"/>
            <a:ext cx="2640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Differences in tax position</a:t>
            </a:r>
          </a:p>
        </p:txBody>
      </p:sp>
      <p:sp>
        <p:nvSpPr>
          <p:cNvPr id="110616" name="Rectangle 2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14975" y="4119563"/>
            <a:ext cx="33797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Existence of non-cases objectives</a:t>
            </a:r>
          </a:p>
        </p:txBody>
      </p:sp>
      <p:sp>
        <p:nvSpPr>
          <p:cNvPr id="110617" name="Rectangle 2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14975" y="4657725"/>
            <a:ext cx="33797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Inefficiencies in financial markets</a:t>
            </a:r>
          </a:p>
        </p:txBody>
      </p:sp>
      <p:sp>
        <p:nvSpPr>
          <p:cNvPr id="110618" name="Rectangle 2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14975" y="5230813"/>
            <a:ext cx="33797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/>
              <a:t>Difference in valuation technique</a:t>
            </a:r>
          </a:p>
        </p:txBody>
      </p:sp>
      <p:grpSp>
        <p:nvGrpSpPr>
          <p:cNvPr id="110619" name="Group 30"/>
          <p:cNvGrpSpPr>
            <a:grpSpLocks/>
          </p:cNvGrpSpPr>
          <p:nvPr/>
        </p:nvGrpSpPr>
        <p:grpSpPr bwMode="auto">
          <a:xfrm>
            <a:off x="3427413" y="2287588"/>
            <a:ext cx="2022475" cy="739775"/>
            <a:chOff x="2791" y="2386"/>
            <a:chExt cx="1174" cy="442"/>
          </a:xfrm>
        </p:grpSpPr>
        <p:sp>
          <p:nvSpPr>
            <p:cNvPr id="110623" name="Line 31"/>
            <p:cNvSpPr>
              <a:spLocks noChangeShapeType="1"/>
            </p:cNvSpPr>
            <p:nvPr/>
          </p:nvSpPr>
          <p:spPr bwMode="auto">
            <a:xfrm flipH="1">
              <a:off x="2791" y="2613"/>
              <a:ext cx="11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>
              <a:spAutoFit/>
            </a:bodyPr>
            <a:lstStyle/>
            <a:p>
              <a:endParaRPr lang="nl-NL"/>
            </a:p>
          </p:txBody>
        </p:sp>
        <p:sp>
          <p:nvSpPr>
            <p:cNvPr id="110624" name="Freeform 32"/>
            <p:cNvSpPr>
              <a:spLocks/>
            </p:cNvSpPr>
            <p:nvPr/>
          </p:nvSpPr>
          <p:spPr bwMode="auto">
            <a:xfrm>
              <a:off x="3811" y="2386"/>
              <a:ext cx="154" cy="442"/>
            </a:xfrm>
            <a:custGeom>
              <a:avLst/>
              <a:gdLst>
                <a:gd name="T0" fmla="*/ 153 w 154"/>
                <a:gd name="T1" fmla="*/ 0 h 442"/>
                <a:gd name="T2" fmla="*/ 0 w 154"/>
                <a:gd name="T3" fmla="*/ 0 h 442"/>
                <a:gd name="T4" fmla="*/ 0 w 154"/>
                <a:gd name="T5" fmla="*/ 441 h 442"/>
                <a:gd name="T6" fmla="*/ 144 w 154"/>
                <a:gd name="T7" fmla="*/ 441 h 4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42"/>
                <a:gd name="T14" fmla="*/ 154 w 154"/>
                <a:gd name="T15" fmla="*/ 442 h 4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42">
                  <a:moveTo>
                    <a:pt x="153" y="0"/>
                  </a:moveTo>
                  <a:lnTo>
                    <a:pt x="0" y="0"/>
                  </a:lnTo>
                  <a:lnTo>
                    <a:pt x="0" y="441"/>
                  </a:lnTo>
                  <a:lnTo>
                    <a:pt x="144" y="441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>
              <a:spAutoFit/>
            </a:bodyPr>
            <a:lstStyle/>
            <a:p>
              <a:endParaRPr lang="nl-NL"/>
            </a:p>
          </p:txBody>
        </p:sp>
      </p:grpSp>
      <p:sp>
        <p:nvSpPr>
          <p:cNvPr id="110620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VALUE SOURCES</a:t>
            </a:r>
          </a:p>
        </p:txBody>
      </p:sp>
      <p:sp>
        <p:nvSpPr>
          <p:cNvPr id="11062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062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79E91CF-1D88-446A-8B7C-611ED6E53E80}" type="slidenum">
              <a:rPr lang="zh-CN" altLang="en-US" smtClean="0"/>
              <a:pPr defTabSz="895350"/>
              <a:t>106</a:t>
            </a:fld>
            <a:endParaRPr lang="en-US" altLang="zh-CN"/>
          </a:p>
        </p:txBody>
      </p:sp>
      <p:sp>
        <p:nvSpPr>
          <p:cNvPr id="111619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GANTT10</a:t>
            </a:r>
          </a:p>
        </p:txBody>
      </p:sp>
      <p:sp>
        <p:nvSpPr>
          <p:cNvPr id="111620" name="Rectangle 3"/>
          <p:cNvSpPr>
            <a:spLocks noChangeArrowheads="1"/>
          </p:cNvSpPr>
          <p:nvPr/>
        </p:nvSpPr>
        <p:spPr bwMode="blackWhite">
          <a:xfrm>
            <a:off x="2409825" y="1665288"/>
            <a:ext cx="6413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1" name="Rectangle 4"/>
          <p:cNvSpPr>
            <a:spLocks noChangeArrowheads="1"/>
          </p:cNvSpPr>
          <p:nvPr/>
        </p:nvSpPr>
        <p:spPr bwMode="blackWhite">
          <a:xfrm>
            <a:off x="3051175" y="1665288"/>
            <a:ext cx="6413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2" name="Rectangle 5"/>
          <p:cNvSpPr>
            <a:spLocks noChangeArrowheads="1"/>
          </p:cNvSpPr>
          <p:nvPr/>
        </p:nvSpPr>
        <p:spPr bwMode="blackWhite">
          <a:xfrm>
            <a:off x="3692525" y="1665288"/>
            <a:ext cx="639763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3" name="Rectangle 6"/>
          <p:cNvSpPr>
            <a:spLocks noChangeArrowheads="1"/>
          </p:cNvSpPr>
          <p:nvPr/>
        </p:nvSpPr>
        <p:spPr bwMode="blackWhite">
          <a:xfrm>
            <a:off x="4332288" y="1665288"/>
            <a:ext cx="6413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4" name="Rectangle 7"/>
          <p:cNvSpPr>
            <a:spLocks noChangeArrowheads="1"/>
          </p:cNvSpPr>
          <p:nvPr/>
        </p:nvSpPr>
        <p:spPr bwMode="blackWhite">
          <a:xfrm>
            <a:off x="4973638" y="1665288"/>
            <a:ext cx="642937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5" name="Rectangle 8"/>
          <p:cNvSpPr>
            <a:spLocks noChangeArrowheads="1"/>
          </p:cNvSpPr>
          <p:nvPr/>
        </p:nvSpPr>
        <p:spPr bwMode="auto">
          <a:xfrm>
            <a:off x="5605463" y="1665288"/>
            <a:ext cx="639762" cy="3657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6" name="Rectangle 9"/>
          <p:cNvSpPr>
            <a:spLocks noChangeArrowheads="1"/>
          </p:cNvSpPr>
          <p:nvPr/>
        </p:nvSpPr>
        <p:spPr bwMode="blackWhite">
          <a:xfrm>
            <a:off x="6245225" y="1665288"/>
            <a:ext cx="6413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7" name="Rectangle 10"/>
          <p:cNvSpPr>
            <a:spLocks noChangeArrowheads="1"/>
          </p:cNvSpPr>
          <p:nvPr/>
        </p:nvSpPr>
        <p:spPr bwMode="blackWhite">
          <a:xfrm>
            <a:off x="6886575" y="1665288"/>
            <a:ext cx="642938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8" name="Rectangle 11"/>
          <p:cNvSpPr>
            <a:spLocks noChangeArrowheads="1"/>
          </p:cNvSpPr>
          <p:nvPr/>
        </p:nvSpPr>
        <p:spPr bwMode="blackWhite">
          <a:xfrm>
            <a:off x="7529513" y="1665288"/>
            <a:ext cx="639762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29" name="Rectangle 12"/>
          <p:cNvSpPr>
            <a:spLocks noChangeArrowheads="1"/>
          </p:cNvSpPr>
          <p:nvPr/>
        </p:nvSpPr>
        <p:spPr bwMode="blackWhite">
          <a:xfrm>
            <a:off x="8169275" y="1665288"/>
            <a:ext cx="6413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30" name="Line 13"/>
          <p:cNvSpPr>
            <a:spLocks noChangeShapeType="1"/>
          </p:cNvSpPr>
          <p:nvPr/>
        </p:nvSpPr>
        <p:spPr bwMode="auto">
          <a:xfrm>
            <a:off x="2387600" y="1357313"/>
            <a:ext cx="64119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31" name="Rectangle 14"/>
          <p:cNvSpPr>
            <a:spLocks noChangeArrowheads="1"/>
          </p:cNvSpPr>
          <p:nvPr/>
        </p:nvSpPr>
        <p:spPr bwMode="auto">
          <a:xfrm>
            <a:off x="2409825" y="1084263"/>
            <a:ext cx="6353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2" name="Rectangle 15"/>
          <p:cNvSpPr>
            <a:spLocks noChangeArrowheads="1"/>
          </p:cNvSpPr>
          <p:nvPr/>
        </p:nvSpPr>
        <p:spPr bwMode="auto">
          <a:xfrm>
            <a:off x="2409825" y="1397000"/>
            <a:ext cx="576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3" name="Rectangle 16"/>
          <p:cNvSpPr>
            <a:spLocks noChangeArrowheads="1"/>
          </p:cNvSpPr>
          <p:nvPr/>
        </p:nvSpPr>
        <p:spPr bwMode="auto">
          <a:xfrm>
            <a:off x="3051175" y="1397000"/>
            <a:ext cx="573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4" name="Rectangle 17"/>
          <p:cNvSpPr>
            <a:spLocks noChangeArrowheads="1"/>
          </p:cNvSpPr>
          <p:nvPr/>
        </p:nvSpPr>
        <p:spPr bwMode="auto">
          <a:xfrm>
            <a:off x="3692525" y="1397000"/>
            <a:ext cx="573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5" name="Rectangle 18"/>
          <p:cNvSpPr>
            <a:spLocks noChangeArrowheads="1"/>
          </p:cNvSpPr>
          <p:nvPr/>
        </p:nvSpPr>
        <p:spPr bwMode="auto">
          <a:xfrm>
            <a:off x="4332288" y="1397000"/>
            <a:ext cx="573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6" name="Rectangle 19"/>
          <p:cNvSpPr>
            <a:spLocks noChangeArrowheads="1"/>
          </p:cNvSpPr>
          <p:nvPr/>
        </p:nvSpPr>
        <p:spPr bwMode="auto">
          <a:xfrm>
            <a:off x="4973638" y="1397000"/>
            <a:ext cx="571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7" name="Rectangle 20"/>
          <p:cNvSpPr>
            <a:spLocks noChangeArrowheads="1"/>
          </p:cNvSpPr>
          <p:nvPr/>
        </p:nvSpPr>
        <p:spPr bwMode="auto">
          <a:xfrm>
            <a:off x="5605463" y="1397000"/>
            <a:ext cx="571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8" name="Rectangle 21"/>
          <p:cNvSpPr>
            <a:spLocks noChangeArrowheads="1"/>
          </p:cNvSpPr>
          <p:nvPr/>
        </p:nvSpPr>
        <p:spPr bwMode="auto">
          <a:xfrm>
            <a:off x="6245225" y="1397000"/>
            <a:ext cx="574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39" name="Rectangle 22"/>
          <p:cNvSpPr>
            <a:spLocks noChangeArrowheads="1"/>
          </p:cNvSpPr>
          <p:nvPr/>
        </p:nvSpPr>
        <p:spPr bwMode="auto">
          <a:xfrm>
            <a:off x="6886575" y="1397000"/>
            <a:ext cx="576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40" name="Rectangle 23"/>
          <p:cNvSpPr>
            <a:spLocks noChangeArrowheads="1"/>
          </p:cNvSpPr>
          <p:nvPr/>
        </p:nvSpPr>
        <p:spPr bwMode="auto">
          <a:xfrm>
            <a:off x="7529513" y="1397000"/>
            <a:ext cx="568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41" name="Rectangle 24"/>
          <p:cNvSpPr>
            <a:spLocks noChangeArrowheads="1"/>
          </p:cNvSpPr>
          <p:nvPr/>
        </p:nvSpPr>
        <p:spPr bwMode="auto">
          <a:xfrm>
            <a:off x="8169275" y="1397000"/>
            <a:ext cx="571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 eaLnBrk="0" hangingPunct="0"/>
            <a:r>
              <a:rPr lang="zh-CN" altLang="en-US" b="1">
                <a:ea typeface="宋体" pitchFamily="2" charset="-122"/>
              </a:rPr>
              <a:t>&lt;##&gt;</a:t>
            </a:r>
          </a:p>
        </p:txBody>
      </p:sp>
      <p:sp>
        <p:nvSpPr>
          <p:cNvPr id="111642" name="Line 25"/>
          <p:cNvSpPr>
            <a:spLocks noChangeShapeType="1"/>
          </p:cNvSpPr>
          <p:nvPr/>
        </p:nvSpPr>
        <p:spPr bwMode="auto">
          <a:xfrm>
            <a:off x="2413000" y="1879600"/>
            <a:ext cx="1296988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111643" name="Line 26"/>
          <p:cNvSpPr>
            <a:spLocks noChangeShapeType="1"/>
          </p:cNvSpPr>
          <p:nvPr/>
        </p:nvSpPr>
        <p:spPr bwMode="auto">
          <a:xfrm flipV="1">
            <a:off x="2413000" y="2179638"/>
            <a:ext cx="1298575" cy="47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44" name="Line 27"/>
          <p:cNvSpPr>
            <a:spLocks noChangeShapeType="1"/>
          </p:cNvSpPr>
          <p:nvPr/>
        </p:nvSpPr>
        <p:spPr bwMode="auto">
          <a:xfrm>
            <a:off x="2413000" y="2895600"/>
            <a:ext cx="1296988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45" name="Line 28"/>
          <p:cNvSpPr>
            <a:spLocks noChangeShapeType="1"/>
          </p:cNvSpPr>
          <p:nvPr/>
        </p:nvSpPr>
        <p:spPr bwMode="auto">
          <a:xfrm>
            <a:off x="2413000" y="3200400"/>
            <a:ext cx="12969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46" name="Line 29"/>
          <p:cNvSpPr>
            <a:spLocks noChangeShapeType="1"/>
          </p:cNvSpPr>
          <p:nvPr/>
        </p:nvSpPr>
        <p:spPr bwMode="auto">
          <a:xfrm>
            <a:off x="2413000" y="2514600"/>
            <a:ext cx="129698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47" name="Line 30"/>
          <p:cNvSpPr>
            <a:spLocks noChangeShapeType="1"/>
          </p:cNvSpPr>
          <p:nvPr/>
        </p:nvSpPr>
        <p:spPr bwMode="auto">
          <a:xfrm>
            <a:off x="2413000" y="3505200"/>
            <a:ext cx="129063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48" name="AutoShape 31"/>
          <p:cNvSpPr>
            <a:spLocks noChangeArrowheads="1"/>
          </p:cNvSpPr>
          <p:nvPr/>
        </p:nvSpPr>
        <p:spPr bwMode="auto">
          <a:xfrm>
            <a:off x="2514600" y="3733800"/>
            <a:ext cx="190500" cy="136525"/>
          </a:xfrm>
          <a:prstGeom prst="triangle">
            <a:avLst>
              <a:gd name="adj" fmla="val 49995"/>
            </a:avLst>
          </a:prstGeom>
          <a:solidFill>
            <a:schemeClr val="folHlink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49" name="AutoShape 32"/>
          <p:cNvSpPr>
            <a:spLocks noChangeArrowheads="1"/>
          </p:cNvSpPr>
          <p:nvPr/>
        </p:nvSpPr>
        <p:spPr bwMode="auto">
          <a:xfrm>
            <a:off x="2519363" y="4054475"/>
            <a:ext cx="190500" cy="136525"/>
          </a:xfrm>
          <a:prstGeom prst="triangle">
            <a:avLst>
              <a:gd name="adj" fmla="val 49995"/>
            </a:avLst>
          </a:prstGeom>
          <a:solidFill>
            <a:schemeClr val="hlink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50" name="Line 33"/>
          <p:cNvSpPr>
            <a:spLocks noChangeShapeType="1"/>
          </p:cNvSpPr>
          <p:nvPr/>
        </p:nvSpPr>
        <p:spPr bwMode="auto">
          <a:xfrm>
            <a:off x="134938" y="1663700"/>
            <a:ext cx="2297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51" name="Line 34"/>
          <p:cNvSpPr>
            <a:spLocks noChangeShapeType="1"/>
          </p:cNvSpPr>
          <p:nvPr/>
        </p:nvSpPr>
        <p:spPr bwMode="auto">
          <a:xfrm>
            <a:off x="134938" y="5324475"/>
            <a:ext cx="229711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1652" name="Rectangle 35"/>
          <p:cNvSpPr>
            <a:spLocks noChangeArrowheads="1"/>
          </p:cNvSpPr>
          <p:nvPr/>
        </p:nvSpPr>
        <p:spPr bwMode="auto">
          <a:xfrm>
            <a:off x="134938" y="1392238"/>
            <a:ext cx="2155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b="1">
                <a:ea typeface="宋体" pitchFamily="2" charset="-122"/>
              </a:rPr>
              <a:t>Header</a:t>
            </a:r>
          </a:p>
        </p:txBody>
      </p:sp>
      <p:sp>
        <p:nvSpPr>
          <p:cNvPr id="111653" name="Rectangle 36"/>
          <p:cNvSpPr>
            <a:spLocks noChangeArrowheads="1"/>
          </p:cNvSpPr>
          <p:nvPr/>
        </p:nvSpPr>
        <p:spPr bwMode="auto">
          <a:xfrm>
            <a:off x="134938" y="1741488"/>
            <a:ext cx="2279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11654" name="AutoShape 37"/>
          <p:cNvSpPr>
            <a:spLocks noChangeArrowheads="1"/>
          </p:cNvSpPr>
          <p:nvPr/>
        </p:nvSpPr>
        <p:spPr bwMode="auto">
          <a:xfrm>
            <a:off x="2528888" y="4419600"/>
            <a:ext cx="190500" cy="136525"/>
          </a:xfrm>
          <a:prstGeom prst="triangle">
            <a:avLst>
              <a:gd name="adj" fmla="val 49995"/>
            </a:avLst>
          </a:prstGeom>
          <a:solidFill>
            <a:schemeClr val="accent2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165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165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95B26A0-62DB-4A4B-9151-1AF3BE868000}" type="slidenum">
              <a:rPr lang="zh-CN" altLang="en-US" smtClean="0"/>
              <a:pPr defTabSz="895350"/>
              <a:t>107</a:t>
            </a:fld>
            <a:endParaRPr lang="en-US" altLang="zh-CN"/>
          </a:p>
        </p:txBody>
      </p:sp>
      <p:sp>
        <p:nvSpPr>
          <p:cNvPr id="112643" name="Line 2"/>
          <p:cNvSpPr>
            <a:spLocks noChangeShapeType="1"/>
          </p:cNvSpPr>
          <p:nvPr/>
        </p:nvSpPr>
        <p:spPr bwMode="auto">
          <a:xfrm>
            <a:off x="2068513" y="1349375"/>
            <a:ext cx="6754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112644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GANTT15</a:t>
            </a:r>
          </a:p>
        </p:txBody>
      </p:sp>
      <p:sp>
        <p:nvSpPr>
          <p:cNvPr id="112645" name="Rectangle 4"/>
          <p:cNvSpPr>
            <a:spLocks noChangeArrowheads="1"/>
          </p:cNvSpPr>
          <p:nvPr/>
        </p:nvSpPr>
        <p:spPr bwMode="blackWhite">
          <a:xfrm>
            <a:off x="2082800" y="1663700"/>
            <a:ext cx="4508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46" name="Rectangle 5"/>
          <p:cNvSpPr>
            <a:spLocks noChangeArrowheads="1"/>
          </p:cNvSpPr>
          <p:nvPr/>
        </p:nvSpPr>
        <p:spPr bwMode="blackWhite">
          <a:xfrm>
            <a:off x="2533650" y="1663700"/>
            <a:ext cx="449263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47" name="Rectangle 6"/>
          <p:cNvSpPr>
            <a:spLocks noChangeArrowheads="1"/>
          </p:cNvSpPr>
          <p:nvPr/>
        </p:nvSpPr>
        <p:spPr bwMode="blackWhite">
          <a:xfrm>
            <a:off x="2982913" y="1663700"/>
            <a:ext cx="4508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48" name="Rectangle 7"/>
          <p:cNvSpPr>
            <a:spLocks noChangeArrowheads="1"/>
          </p:cNvSpPr>
          <p:nvPr/>
        </p:nvSpPr>
        <p:spPr bwMode="blackWhite">
          <a:xfrm>
            <a:off x="3433763" y="1663700"/>
            <a:ext cx="449262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49" name="Rectangle 8"/>
          <p:cNvSpPr>
            <a:spLocks noChangeArrowheads="1"/>
          </p:cNvSpPr>
          <p:nvPr/>
        </p:nvSpPr>
        <p:spPr bwMode="blackWhite">
          <a:xfrm>
            <a:off x="3883025" y="1663700"/>
            <a:ext cx="4508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0" name="Rectangle 9"/>
          <p:cNvSpPr>
            <a:spLocks noChangeArrowheads="1"/>
          </p:cNvSpPr>
          <p:nvPr/>
        </p:nvSpPr>
        <p:spPr bwMode="auto">
          <a:xfrm>
            <a:off x="4327525" y="1663700"/>
            <a:ext cx="449263" cy="3657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1" name="Rectangle 10"/>
          <p:cNvSpPr>
            <a:spLocks noChangeArrowheads="1"/>
          </p:cNvSpPr>
          <p:nvPr/>
        </p:nvSpPr>
        <p:spPr bwMode="blackWhite">
          <a:xfrm>
            <a:off x="4776788" y="1663700"/>
            <a:ext cx="449262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2" name="Rectangle 11"/>
          <p:cNvSpPr>
            <a:spLocks noChangeArrowheads="1"/>
          </p:cNvSpPr>
          <p:nvPr/>
        </p:nvSpPr>
        <p:spPr bwMode="blackWhite">
          <a:xfrm>
            <a:off x="5226050" y="1663700"/>
            <a:ext cx="447675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3" name="Rectangle 12"/>
          <p:cNvSpPr>
            <a:spLocks noChangeArrowheads="1"/>
          </p:cNvSpPr>
          <p:nvPr/>
        </p:nvSpPr>
        <p:spPr bwMode="blackWhite">
          <a:xfrm>
            <a:off x="5673725" y="1663700"/>
            <a:ext cx="454025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4" name="Rectangle 13"/>
          <p:cNvSpPr>
            <a:spLocks noChangeArrowheads="1"/>
          </p:cNvSpPr>
          <p:nvPr/>
        </p:nvSpPr>
        <p:spPr bwMode="blackWhite">
          <a:xfrm>
            <a:off x="6127750" y="1663700"/>
            <a:ext cx="446088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5" name="Rectangle 14"/>
          <p:cNvSpPr>
            <a:spLocks noChangeArrowheads="1"/>
          </p:cNvSpPr>
          <p:nvPr/>
        </p:nvSpPr>
        <p:spPr bwMode="blackWhite">
          <a:xfrm>
            <a:off x="6573838" y="1663700"/>
            <a:ext cx="449262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6" name="Rectangle 15"/>
          <p:cNvSpPr>
            <a:spLocks noChangeArrowheads="1"/>
          </p:cNvSpPr>
          <p:nvPr/>
        </p:nvSpPr>
        <p:spPr bwMode="blackWhite">
          <a:xfrm>
            <a:off x="7023100" y="1663700"/>
            <a:ext cx="449263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7" name="Rectangle 16"/>
          <p:cNvSpPr>
            <a:spLocks noChangeArrowheads="1"/>
          </p:cNvSpPr>
          <p:nvPr/>
        </p:nvSpPr>
        <p:spPr bwMode="blackWhite">
          <a:xfrm>
            <a:off x="7472363" y="1663700"/>
            <a:ext cx="452437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8" name="Rectangle 17"/>
          <p:cNvSpPr>
            <a:spLocks noChangeArrowheads="1"/>
          </p:cNvSpPr>
          <p:nvPr/>
        </p:nvSpPr>
        <p:spPr bwMode="blackWhite">
          <a:xfrm>
            <a:off x="7924800" y="1663700"/>
            <a:ext cx="447675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59" name="Rectangle 18"/>
          <p:cNvSpPr>
            <a:spLocks noChangeArrowheads="1"/>
          </p:cNvSpPr>
          <p:nvPr/>
        </p:nvSpPr>
        <p:spPr bwMode="blackWhite">
          <a:xfrm>
            <a:off x="8372475" y="1663700"/>
            <a:ext cx="450850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60" name="Line 19"/>
          <p:cNvSpPr>
            <a:spLocks noChangeShapeType="1"/>
          </p:cNvSpPr>
          <p:nvPr/>
        </p:nvSpPr>
        <p:spPr bwMode="auto">
          <a:xfrm>
            <a:off x="2090738" y="3048000"/>
            <a:ext cx="121920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112661" name="Line 20"/>
          <p:cNvSpPr>
            <a:spLocks noChangeShapeType="1"/>
          </p:cNvSpPr>
          <p:nvPr/>
        </p:nvSpPr>
        <p:spPr bwMode="auto">
          <a:xfrm>
            <a:off x="2090738" y="1981200"/>
            <a:ext cx="121920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62" name="Line 21"/>
          <p:cNvSpPr>
            <a:spLocks noChangeShapeType="1"/>
          </p:cNvSpPr>
          <p:nvPr/>
        </p:nvSpPr>
        <p:spPr bwMode="auto">
          <a:xfrm>
            <a:off x="2090738" y="3352800"/>
            <a:ext cx="12192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63" name="Line 22"/>
          <p:cNvSpPr>
            <a:spLocks noChangeShapeType="1"/>
          </p:cNvSpPr>
          <p:nvPr/>
        </p:nvSpPr>
        <p:spPr bwMode="auto">
          <a:xfrm>
            <a:off x="2090738" y="2362200"/>
            <a:ext cx="1236662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64" name="AutoShape 23"/>
          <p:cNvSpPr>
            <a:spLocks noChangeArrowheads="1"/>
          </p:cNvSpPr>
          <p:nvPr/>
        </p:nvSpPr>
        <p:spPr bwMode="auto">
          <a:xfrm>
            <a:off x="2233613" y="4038600"/>
            <a:ext cx="179387" cy="136525"/>
          </a:xfrm>
          <a:prstGeom prst="triangle">
            <a:avLst>
              <a:gd name="adj" fmla="val 49995"/>
            </a:avLst>
          </a:prstGeom>
          <a:solidFill>
            <a:schemeClr val="folHlink"/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65" name="AutoShape 24"/>
          <p:cNvSpPr>
            <a:spLocks noChangeArrowheads="1"/>
          </p:cNvSpPr>
          <p:nvPr/>
        </p:nvSpPr>
        <p:spPr bwMode="auto">
          <a:xfrm>
            <a:off x="2233613" y="4333875"/>
            <a:ext cx="179387" cy="136525"/>
          </a:xfrm>
          <a:prstGeom prst="triangle">
            <a:avLst>
              <a:gd name="adj" fmla="val 49995"/>
            </a:avLst>
          </a:prstGeom>
          <a:solidFill>
            <a:schemeClr val="hlink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66" name="Line 25"/>
          <p:cNvSpPr>
            <a:spLocks noChangeShapeType="1"/>
          </p:cNvSpPr>
          <p:nvPr/>
        </p:nvSpPr>
        <p:spPr bwMode="auto">
          <a:xfrm>
            <a:off x="134938" y="1665288"/>
            <a:ext cx="19637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67" name="Line 26"/>
          <p:cNvSpPr>
            <a:spLocks noChangeShapeType="1"/>
          </p:cNvSpPr>
          <p:nvPr/>
        </p:nvSpPr>
        <p:spPr bwMode="auto">
          <a:xfrm>
            <a:off x="134938" y="5318125"/>
            <a:ext cx="19637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68" name="Rectangle 27"/>
          <p:cNvSpPr>
            <a:spLocks noChangeArrowheads="1"/>
          </p:cNvSpPr>
          <p:nvPr/>
        </p:nvSpPr>
        <p:spPr bwMode="auto">
          <a:xfrm>
            <a:off x="134938" y="1401763"/>
            <a:ext cx="1865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b="1">
                <a:ea typeface="宋体" pitchFamily="2" charset="-122"/>
              </a:rPr>
              <a:t>Header</a:t>
            </a:r>
          </a:p>
        </p:txBody>
      </p:sp>
      <p:sp>
        <p:nvSpPr>
          <p:cNvPr id="112669" name="Rectangle 28"/>
          <p:cNvSpPr>
            <a:spLocks noChangeArrowheads="1"/>
          </p:cNvSpPr>
          <p:nvPr/>
        </p:nvSpPr>
        <p:spPr bwMode="auto">
          <a:xfrm>
            <a:off x="134938" y="1749425"/>
            <a:ext cx="1862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Text</a:t>
            </a:r>
          </a:p>
        </p:txBody>
      </p:sp>
      <p:sp>
        <p:nvSpPr>
          <p:cNvPr id="112670" name="Rectangle 29"/>
          <p:cNvSpPr>
            <a:spLocks noChangeArrowheads="1"/>
          </p:cNvSpPr>
          <p:nvPr/>
        </p:nvSpPr>
        <p:spPr bwMode="auto">
          <a:xfrm>
            <a:off x="2082800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1" name="Rectangle 30"/>
          <p:cNvSpPr>
            <a:spLocks noChangeArrowheads="1"/>
          </p:cNvSpPr>
          <p:nvPr/>
        </p:nvSpPr>
        <p:spPr bwMode="auto">
          <a:xfrm>
            <a:off x="2533650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2" name="Rectangle 31"/>
          <p:cNvSpPr>
            <a:spLocks noChangeArrowheads="1"/>
          </p:cNvSpPr>
          <p:nvPr/>
        </p:nvSpPr>
        <p:spPr bwMode="auto">
          <a:xfrm>
            <a:off x="2982913" y="1401763"/>
            <a:ext cx="350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3" name="Rectangle 32"/>
          <p:cNvSpPr>
            <a:spLocks noChangeArrowheads="1"/>
          </p:cNvSpPr>
          <p:nvPr/>
        </p:nvSpPr>
        <p:spPr bwMode="auto">
          <a:xfrm>
            <a:off x="3433763" y="1401763"/>
            <a:ext cx="350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4" name="Rectangle 33"/>
          <p:cNvSpPr>
            <a:spLocks noChangeArrowheads="1"/>
          </p:cNvSpPr>
          <p:nvPr/>
        </p:nvSpPr>
        <p:spPr bwMode="auto">
          <a:xfrm>
            <a:off x="8372475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5" name="Rectangle 34"/>
          <p:cNvSpPr>
            <a:spLocks noChangeArrowheads="1"/>
          </p:cNvSpPr>
          <p:nvPr/>
        </p:nvSpPr>
        <p:spPr bwMode="auto">
          <a:xfrm>
            <a:off x="7924800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6" name="Rectangle 35"/>
          <p:cNvSpPr>
            <a:spLocks noChangeArrowheads="1"/>
          </p:cNvSpPr>
          <p:nvPr/>
        </p:nvSpPr>
        <p:spPr bwMode="auto">
          <a:xfrm>
            <a:off x="7472363" y="1401763"/>
            <a:ext cx="350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7" name="Rectangle 36"/>
          <p:cNvSpPr>
            <a:spLocks noChangeArrowheads="1"/>
          </p:cNvSpPr>
          <p:nvPr/>
        </p:nvSpPr>
        <p:spPr bwMode="auto">
          <a:xfrm>
            <a:off x="7023100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8" name="Rectangle 37"/>
          <p:cNvSpPr>
            <a:spLocks noChangeArrowheads="1"/>
          </p:cNvSpPr>
          <p:nvPr/>
        </p:nvSpPr>
        <p:spPr bwMode="auto">
          <a:xfrm>
            <a:off x="6573838" y="1401763"/>
            <a:ext cx="350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79" name="Rectangle 38"/>
          <p:cNvSpPr>
            <a:spLocks noChangeArrowheads="1"/>
          </p:cNvSpPr>
          <p:nvPr/>
        </p:nvSpPr>
        <p:spPr bwMode="auto">
          <a:xfrm>
            <a:off x="6127750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0" name="Rectangle 39"/>
          <p:cNvSpPr>
            <a:spLocks noChangeArrowheads="1"/>
          </p:cNvSpPr>
          <p:nvPr/>
        </p:nvSpPr>
        <p:spPr bwMode="auto">
          <a:xfrm>
            <a:off x="5673725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1" name="Rectangle 40"/>
          <p:cNvSpPr>
            <a:spLocks noChangeArrowheads="1"/>
          </p:cNvSpPr>
          <p:nvPr/>
        </p:nvSpPr>
        <p:spPr bwMode="auto">
          <a:xfrm>
            <a:off x="5226050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2" name="Rectangle 41"/>
          <p:cNvSpPr>
            <a:spLocks noChangeArrowheads="1"/>
          </p:cNvSpPr>
          <p:nvPr/>
        </p:nvSpPr>
        <p:spPr bwMode="auto">
          <a:xfrm>
            <a:off x="4776788" y="1401763"/>
            <a:ext cx="3508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3" name="Rectangle 42"/>
          <p:cNvSpPr>
            <a:spLocks noChangeArrowheads="1"/>
          </p:cNvSpPr>
          <p:nvPr/>
        </p:nvSpPr>
        <p:spPr bwMode="auto">
          <a:xfrm>
            <a:off x="4327525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4" name="Rectangle 43"/>
          <p:cNvSpPr>
            <a:spLocks noChangeArrowheads="1"/>
          </p:cNvSpPr>
          <p:nvPr/>
        </p:nvSpPr>
        <p:spPr bwMode="auto">
          <a:xfrm>
            <a:off x="3883025" y="1401763"/>
            <a:ext cx="350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5" name="Rectangle 44"/>
          <p:cNvSpPr>
            <a:spLocks noChangeArrowheads="1"/>
          </p:cNvSpPr>
          <p:nvPr/>
        </p:nvSpPr>
        <p:spPr bwMode="auto">
          <a:xfrm>
            <a:off x="2082800" y="1087438"/>
            <a:ext cx="6680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zh-CN" altLang="en-US" b="1">
                <a:ea typeface="宋体" pitchFamily="2" charset="-122"/>
              </a:rPr>
              <a:t>##</a:t>
            </a:r>
          </a:p>
        </p:txBody>
      </p:sp>
      <p:sp>
        <p:nvSpPr>
          <p:cNvPr id="112686" name="Line 45"/>
          <p:cNvSpPr>
            <a:spLocks noChangeShapeType="1"/>
          </p:cNvSpPr>
          <p:nvPr/>
        </p:nvSpPr>
        <p:spPr bwMode="auto">
          <a:xfrm>
            <a:off x="2057400" y="2743200"/>
            <a:ext cx="1236663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87" name="Line 46"/>
          <p:cNvSpPr>
            <a:spLocks noChangeShapeType="1"/>
          </p:cNvSpPr>
          <p:nvPr/>
        </p:nvSpPr>
        <p:spPr bwMode="auto">
          <a:xfrm>
            <a:off x="2057400" y="3657600"/>
            <a:ext cx="1219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12688" name="AutoShape 47"/>
          <p:cNvSpPr>
            <a:spLocks noChangeArrowheads="1"/>
          </p:cNvSpPr>
          <p:nvPr/>
        </p:nvSpPr>
        <p:spPr bwMode="auto">
          <a:xfrm>
            <a:off x="2238375" y="4697413"/>
            <a:ext cx="179388" cy="136525"/>
          </a:xfrm>
          <a:prstGeom prst="triangle">
            <a:avLst>
              <a:gd name="adj" fmla="val 4999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1268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269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B90E9C9-CC52-45D9-BF82-C273911959A0}" type="slidenum">
              <a:rPr lang="zh-CN" altLang="en-US" smtClean="0"/>
              <a:pPr defTabSz="895350"/>
              <a:t>108</a:t>
            </a:fld>
            <a:endParaRPr lang="en-US" altLang="zh-CN"/>
          </a:p>
        </p:txBody>
      </p:sp>
      <p:sp>
        <p:nvSpPr>
          <p:cNvPr id="113667" name="Oval 2"/>
          <p:cNvSpPr>
            <a:spLocks noChangeArrowheads="1"/>
          </p:cNvSpPr>
          <p:nvPr/>
        </p:nvSpPr>
        <p:spPr bwMode="blackWhite">
          <a:xfrm>
            <a:off x="4133850" y="1782763"/>
            <a:ext cx="3187700" cy="30749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3668" name="Oval 3"/>
          <p:cNvSpPr>
            <a:spLocks noChangeArrowheads="1"/>
          </p:cNvSpPr>
          <p:nvPr/>
        </p:nvSpPr>
        <p:spPr bwMode="blackWhite">
          <a:xfrm>
            <a:off x="1573213" y="1782763"/>
            <a:ext cx="3187700" cy="30749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3669" name="Oval 4"/>
          <p:cNvSpPr>
            <a:spLocks noChangeArrowheads="1"/>
          </p:cNvSpPr>
          <p:nvPr/>
        </p:nvSpPr>
        <p:spPr bwMode="blackWhite">
          <a:xfrm>
            <a:off x="4133850" y="1782763"/>
            <a:ext cx="3187700" cy="30749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3670" name="Oval 5"/>
          <p:cNvSpPr>
            <a:spLocks noChangeArrowheads="1"/>
          </p:cNvSpPr>
          <p:nvPr/>
        </p:nvSpPr>
        <p:spPr bwMode="blackWhite">
          <a:xfrm>
            <a:off x="1573213" y="1782763"/>
            <a:ext cx="3187700" cy="30749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3671" name="Rectangle 6"/>
          <p:cNvSpPr>
            <a:spLocks noChangeArrowheads="1"/>
          </p:cNvSpPr>
          <p:nvPr/>
        </p:nvSpPr>
        <p:spPr bwMode="blackWhite">
          <a:xfrm>
            <a:off x="1673225" y="3241675"/>
            <a:ext cx="2389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13672" name="Rectangle 7"/>
          <p:cNvSpPr>
            <a:spLocks noChangeArrowheads="1"/>
          </p:cNvSpPr>
          <p:nvPr/>
        </p:nvSpPr>
        <p:spPr bwMode="blackWhite">
          <a:xfrm>
            <a:off x="4819650" y="3241675"/>
            <a:ext cx="2390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13673" name="Freeform 8"/>
          <p:cNvSpPr>
            <a:spLocks/>
          </p:cNvSpPr>
          <p:nvPr/>
        </p:nvSpPr>
        <p:spPr bwMode="blackGray">
          <a:xfrm>
            <a:off x="4138613" y="2406650"/>
            <a:ext cx="627062" cy="1828800"/>
          </a:xfrm>
          <a:custGeom>
            <a:avLst/>
            <a:gdLst>
              <a:gd name="T0" fmla="*/ 2147483647 w 389"/>
              <a:gd name="T1" fmla="*/ 0 h 1152"/>
              <a:gd name="T2" fmla="*/ 2147483647 w 389"/>
              <a:gd name="T3" fmla="*/ 2147483647 h 1152"/>
              <a:gd name="T4" fmla="*/ 2147483647 w 389"/>
              <a:gd name="T5" fmla="*/ 2147483647 h 1152"/>
              <a:gd name="T6" fmla="*/ 2147483647 w 389"/>
              <a:gd name="T7" fmla="*/ 2147483647 h 1152"/>
              <a:gd name="T8" fmla="*/ 2147483647 w 389"/>
              <a:gd name="T9" fmla="*/ 2147483647 h 1152"/>
              <a:gd name="T10" fmla="*/ 2147483647 w 389"/>
              <a:gd name="T11" fmla="*/ 2147483647 h 1152"/>
              <a:gd name="T12" fmla="*/ 2147483647 w 389"/>
              <a:gd name="T13" fmla="*/ 2147483647 h 1152"/>
              <a:gd name="T14" fmla="*/ 0 w 389"/>
              <a:gd name="T15" fmla="*/ 2147483647 h 1152"/>
              <a:gd name="T16" fmla="*/ 2147483647 w 389"/>
              <a:gd name="T17" fmla="*/ 2147483647 h 1152"/>
              <a:gd name="T18" fmla="*/ 2147483647 w 389"/>
              <a:gd name="T19" fmla="*/ 2147483647 h 1152"/>
              <a:gd name="T20" fmla="*/ 2147483647 w 389"/>
              <a:gd name="T21" fmla="*/ 2147483647 h 1152"/>
              <a:gd name="T22" fmla="*/ 2147483647 w 389"/>
              <a:gd name="T23" fmla="*/ 2147483647 h 1152"/>
              <a:gd name="T24" fmla="*/ 2147483647 w 389"/>
              <a:gd name="T25" fmla="*/ 2147483647 h 1152"/>
              <a:gd name="T26" fmla="*/ 2147483647 w 389"/>
              <a:gd name="T27" fmla="*/ 2147483647 h 1152"/>
              <a:gd name="T28" fmla="*/ 2147483647 w 389"/>
              <a:gd name="T29" fmla="*/ 2147483647 h 1152"/>
              <a:gd name="T30" fmla="*/ 2147483647 w 389"/>
              <a:gd name="T31" fmla="*/ 2147483647 h 1152"/>
              <a:gd name="T32" fmla="*/ 2147483647 w 389"/>
              <a:gd name="T33" fmla="*/ 2147483647 h 1152"/>
              <a:gd name="T34" fmla="*/ 2147483647 w 389"/>
              <a:gd name="T35" fmla="*/ 2147483647 h 1152"/>
              <a:gd name="T36" fmla="*/ 2147483647 w 389"/>
              <a:gd name="T37" fmla="*/ 2147483647 h 1152"/>
              <a:gd name="T38" fmla="*/ 2147483647 w 389"/>
              <a:gd name="T39" fmla="*/ 2147483647 h 1152"/>
              <a:gd name="T40" fmla="*/ 2147483647 w 389"/>
              <a:gd name="T41" fmla="*/ 2147483647 h 1152"/>
              <a:gd name="T42" fmla="*/ 2147483647 w 389"/>
              <a:gd name="T43" fmla="*/ 2147483647 h 1152"/>
              <a:gd name="T44" fmla="*/ 2147483647 w 389"/>
              <a:gd name="T45" fmla="*/ 2147483647 h 1152"/>
              <a:gd name="T46" fmla="*/ 2147483647 w 389"/>
              <a:gd name="T47" fmla="*/ 2147483647 h 1152"/>
              <a:gd name="T48" fmla="*/ 2147483647 w 389"/>
              <a:gd name="T49" fmla="*/ 2147483647 h 1152"/>
              <a:gd name="T50" fmla="*/ 2147483647 w 389"/>
              <a:gd name="T51" fmla="*/ 2147483647 h 1152"/>
              <a:gd name="T52" fmla="*/ 2147483647 w 389"/>
              <a:gd name="T53" fmla="*/ 2147483647 h 1152"/>
              <a:gd name="T54" fmla="*/ 2147483647 w 389"/>
              <a:gd name="T55" fmla="*/ 0 h 1152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389"/>
              <a:gd name="T85" fmla="*/ 0 h 1152"/>
              <a:gd name="T86" fmla="*/ 389 w 389"/>
              <a:gd name="T87" fmla="*/ 1152 h 1152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389" h="1152">
                <a:moveTo>
                  <a:pt x="197" y="0"/>
                </a:moveTo>
                <a:lnTo>
                  <a:pt x="152" y="66"/>
                </a:lnTo>
                <a:lnTo>
                  <a:pt x="114" y="127"/>
                </a:lnTo>
                <a:lnTo>
                  <a:pt x="68" y="223"/>
                </a:lnTo>
                <a:lnTo>
                  <a:pt x="47" y="285"/>
                </a:lnTo>
                <a:lnTo>
                  <a:pt x="27" y="355"/>
                </a:lnTo>
                <a:lnTo>
                  <a:pt x="8" y="459"/>
                </a:lnTo>
                <a:lnTo>
                  <a:pt x="0" y="570"/>
                </a:lnTo>
                <a:lnTo>
                  <a:pt x="6" y="688"/>
                </a:lnTo>
                <a:lnTo>
                  <a:pt x="29" y="802"/>
                </a:lnTo>
                <a:lnTo>
                  <a:pt x="51" y="873"/>
                </a:lnTo>
                <a:lnTo>
                  <a:pt x="66" y="916"/>
                </a:lnTo>
                <a:lnTo>
                  <a:pt x="90" y="973"/>
                </a:lnTo>
                <a:lnTo>
                  <a:pt x="120" y="1032"/>
                </a:lnTo>
                <a:lnTo>
                  <a:pt x="152" y="1089"/>
                </a:lnTo>
                <a:lnTo>
                  <a:pt x="193" y="1152"/>
                </a:lnTo>
                <a:lnTo>
                  <a:pt x="240" y="1089"/>
                </a:lnTo>
                <a:lnTo>
                  <a:pt x="278" y="1024"/>
                </a:lnTo>
                <a:lnTo>
                  <a:pt x="313" y="948"/>
                </a:lnTo>
                <a:lnTo>
                  <a:pt x="348" y="856"/>
                </a:lnTo>
                <a:lnTo>
                  <a:pt x="374" y="742"/>
                </a:lnTo>
                <a:lnTo>
                  <a:pt x="383" y="673"/>
                </a:lnTo>
                <a:lnTo>
                  <a:pt x="389" y="592"/>
                </a:lnTo>
                <a:lnTo>
                  <a:pt x="385" y="484"/>
                </a:lnTo>
                <a:lnTo>
                  <a:pt x="365" y="356"/>
                </a:lnTo>
                <a:lnTo>
                  <a:pt x="326" y="231"/>
                </a:lnTo>
                <a:lnTo>
                  <a:pt x="278" y="130"/>
                </a:lnTo>
                <a:lnTo>
                  <a:pt x="197" y="0"/>
                </a:lnTo>
                <a:close/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1367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VENN 2</a:t>
            </a:r>
          </a:p>
        </p:txBody>
      </p:sp>
      <p:sp>
        <p:nvSpPr>
          <p:cNvPr id="11367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367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68DDF6E-006D-41B1-A06A-0070200FFCB0}" type="slidenum">
              <a:rPr lang="zh-CN" altLang="en-US" smtClean="0"/>
              <a:pPr defTabSz="895350"/>
              <a:t>109</a:t>
            </a:fld>
            <a:endParaRPr lang="en-US" altLang="zh-CN"/>
          </a:p>
        </p:txBody>
      </p:sp>
      <p:sp>
        <p:nvSpPr>
          <p:cNvPr id="114691" name="Oval 2"/>
          <p:cNvSpPr>
            <a:spLocks noChangeArrowheads="1"/>
          </p:cNvSpPr>
          <p:nvPr/>
        </p:nvSpPr>
        <p:spPr bwMode="blackWhite">
          <a:xfrm>
            <a:off x="1804988" y="1138238"/>
            <a:ext cx="2882900" cy="27765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4692" name="Oval 3"/>
          <p:cNvSpPr>
            <a:spLocks noChangeArrowheads="1"/>
          </p:cNvSpPr>
          <p:nvPr/>
        </p:nvSpPr>
        <p:spPr bwMode="blackWhite">
          <a:xfrm>
            <a:off x="4340225" y="1138238"/>
            <a:ext cx="2882900" cy="277653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4693" name="Oval 4"/>
          <p:cNvSpPr>
            <a:spLocks noChangeArrowheads="1"/>
          </p:cNvSpPr>
          <p:nvPr/>
        </p:nvSpPr>
        <p:spPr bwMode="blackWhite">
          <a:xfrm>
            <a:off x="3073400" y="3244850"/>
            <a:ext cx="2881313" cy="27765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4694" name="Oval 5"/>
          <p:cNvSpPr>
            <a:spLocks noChangeArrowheads="1"/>
          </p:cNvSpPr>
          <p:nvPr/>
        </p:nvSpPr>
        <p:spPr bwMode="blackWhite">
          <a:xfrm>
            <a:off x="3073400" y="3244850"/>
            <a:ext cx="2881313" cy="27765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4695" name="Oval 6"/>
          <p:cNvSpPr>
            <a:spLocks noChangeArrowheads="1"/>
          </p:cNvSpPr>
          <p:nvPr/>
        </p:nvSpPr>
        <p:spPr bwMode="blackWhite">
          <a:xfrm>
            <a:off x="1804988" y="1138238"/>
            <a:ext cx="2882900" cy="277653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4696" name="Oval 7"/>
          <p:cNvSpPr>
            <a:spLocks noChangeArrowheads="1"/>
          </p:cNvSpPr>
          <p:nvPr/>
        </p:nvSpPr>
        <p:spPr bwMode="blackWhite">
          <a:xfrm>
            <a:off x="4340225" y="1138238"/>
            <a:ext cx="2882900" cy="277653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114697" name="Rectangle 8"/>
          <p:cNvSpPr>
            <a:spLocks noChangeArrowheads="1"/>
          </p:cNvSpPr>
          <p:nvPr/>
        </p:nvSpPr>
        <p:spPr bwMode="blackWhite">
          <a:xfrm>
            <a:off x="1905000" y="2395538"/>
            <a:ext cx="2362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14698" name="Rectangle 9"/>
          <p:cNvSpPr>
            <a:spLocks noChangeArrowheads="1"/>
          </p:cNvSpPr>
          <p:nvPr/>
        </p:nvSpPr>
        <p:spPr bwMode="blackWhite">
          <a:xfrm>
            <a:off x="4800600" y="2405063"/>
            <a:ext cx="2268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14699" name="Rectangle 10"/>
          <p:cNvSpPr>
            <a:spLocks noChangeArrowheads="1"/>
          </p:cNvSpPr>
          <p:nvPr/>
        </p:nvSpPr>
        <p:spPr bwMode="blackWhite">
          <a:xfrm>
            <a:off x="3370263" y="4565650"/>
            <a:ext cx="226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78740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14700" name="Freeform 11"/>
          <p:cNvSpPr>
            <a:spLocks/>
          </p:cNvSpPr>
          <p:nvPr/>
        </p:nvSpPr>
        <p:spPr bwMode="blackGray">
          <a:xfrm>
            <a:off x="4335463" y="1866900"/>
            <a:ext cx="352425" cy="1323975"/>
          </a:xfrm>
          <a:custGeom>
            <a:avLst/>
            <a:gdLst>
              <a:gd name="T0" fmla="*/ 2147483647 w 222"/>
              <a:gd name="T1" fmla="*/ 0 h 834"/>
              <a:gd name="T2" fmla="*/ 2147483647 w 222"/>
              <a:gd name="T3" fmla="*/ 2147483647 h 834"/>
              <a:gd name="T4" fmla="*/ 2147483647 w 222"/>
              <a:gd name="T5" fmla="*/ 2147483647 h 834"/>
              <a:gd name="T6" fmla="*/ 2147483647 w 222"/>
              <a:gd name="T7" fmla="*/ 2147483647 h 834"/>
              <a:gd name="T8" fmla="*/ 2147483647 w 222"/>
              <a:gd name="T9" fmla="*/ 2147483647 h 834"/>
              <a:gd name="T10" fmla="*/ 2147483647 w 222"/>
              <a:gd name="T11" fmla="*/ 2147483647 h 834"/>
              <a:gd name="T12" fmla="*/ 2147483647 w 222"/>
              <a:gd name="T13" fmla="*/ 2147483647 h 834"/>
              <a:gd name="T14" fmla="*/ 2147483647 w 222"/>
              <a:gd name="T15" fmla="*/ 2147483647 h 834"/>
              <a:gd name="T16" fmla="*/ 0 w 222"/>
              <a:gd name="T17" fmla="*/ 2147483647 h 834"/>
              <a:gd name="T18" fmla="*/ 2147483647 w 222"/>
              <a:gd name="T19" fmla="*/ 2147483647 h 834"/>
              <a:gd name="T20" fmla="*/ 2147483647 w 222"/>
              <a:gd name="T21" fmla="*/ 2147483647 h 834"/>
              <a:gd name="T22" fmla="*/ 2147483647 w 222"/>
              <a:gd name="T23" fmla="*/ 2147483647 h 834"/>
              <a:gd name="T24" fmla="*/ 2147483647 w 222"/>
              <a:gd name="T25" fmla="*/ 2147483647 h 834"/>
              <a:gd name="T26" fmla="*/ 2147483647 w 222"/>
              <a:gd name="T27" fmla="*/ 2147483647 h 834"/>
              <a:gd name="T28" fmla="*/ 2147483647 w 222"/>
              <a:gd name="T29" fmla="*/ 2147483647 h 834"/>
              <a:gd name="T30" fmla="*/ 2147483647 w 222"/>
              <a:gd name="T31" fmla="*/ 2147483647 h 834"/>
              <a:gd name="T32" fmla="*/ 2147483647 w 222"/>
              <a:gd name="T33" fmla="*/ 2147483647 h 834"/>
              <a:gd name="T34" fmla="*/ 2147483647 w 222"/>
              <a:gd name="T35" fmla="*/ 2147483647 h 834"/>
              <a:gd name="T36" fmla="*/ 2147483647 w 222"/>
              <a:gd name="T37" fmla="*/ 2147483647 h 834"/>
              <a:gd name="T38" fmla="*/ 2147483647 w 222"/>
              <a:gd name="T39" fmla="*/ 2147483647 h 834"/>
              <a:gd name="T40" fmla="*/ 2147483647 w 222"/>
              <a:gd name="T41" fmla="*/ 2147483647 h 834"/>
              <a:gd name="T42" fmla="*/ 2147483647 w 222"/>
              <a:gd name="T43" fmla="*/ 2147483647 h 834"/>
              <a:gd name="T44" fmla="*/ 2147483647 w 222"/>
              <a:gd name="T45" fmla="*/ 2147483647 h 834"/>
              <a:gd name="T46" fmla="*/ 2147483647 w 222"/>
              <a:gd name="T47" fmla="*/ 2147483647 h 834"/>
              <a:gd name="T48" fmla="*/ 2147483647 w 222"/>
              <a:gd name="T49" fmla="*/ 2147483647 h 834"/>
              <a:gd name="T50" fmla="*/ 2147483647 w 222"/>
              <a:gd name="T51" fmla="*/ 0 h 83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22"/>
              <a:gd name="T79" fmla="*/ 0 h 834"/>
              <a:gd name="T80" fmla="*/ 222 w 222"/>
              <a:gd name="T81" fmla="*/ 834 h 83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22" h="834">
                <a:moveTo>
                  <a:pt x="111" y="0"/>
                </a:moveTo>
                <a:lnTo>
                  <a:pt x="90" y="42"/>
                </a:lnTo>
                <a:lnTo>
                  <a:pt x="74" y="78"/>
                </a:lnTo>
                <a:lnTo>
                  <a:pt x="51" y="133"/>
                </a:lnTo>
                <a:lnTo>
                  <a:pt x="33" y="185"/>
                </a:lnTo>
                <a:lnTo>
                  <a:pt x="21" y="243"/>
                </a:lnTo>
                <a:lnTo>
                  <a:pt x="12" y="296"/>
                </a:lnTo>
                <a:lnTo>
                  <a:pt x="3" y="360"/>
                </a:lnTo>
                <a:lnTo>
                  <a:pt x="0" y="423"/>
                </a:lnTo>
                <a:lnTo>
                  <a:pt x="8" y="509"/>
                </a:lnTo>
                <a:lnTo>
                  <a:pt x="15" y="562"/>
                </a:lnTo>
                <a:lnTo>
                  <a:pt x="36" y="653"/>
                </a:lnTo>
                <a:lnTo>
                  <a:pt x="63" y="728"/>
                </a:lnTo>
                <a:lnTo>
                  <a:pt x="84" y="776"/>
                </a:lnTo>
                <a:lnTo>
                  <a:pt x="114" y="834"/>
                </a:lnTo>
                <a:lnTo>
                  <a:pt x="150" y="765"/>
                </a:lnTo>
                <a:lnTo>
                  <a:pt x="186" y="668"/>
                </a:lnTo>
                <a:lnTo>
                  <a:pt x="207" y="583"/>
                </a:lnTo>
                <a:lnTo>
                  <a:pt x="219" y="477"/>
                </a:lnTo>
                <a:lnTo>
                  <a:pt x="222" y="393"/>
                </a:lnTo>
                <a:lnTo>
                  <a:pt x="219" y="335"/>
                </a:lnTo>
                <a:lnTo>
                  <a:pt x="207" y="251"/>
                </a:lnTo>
                <a:lnTo>
                  <a:pt x="186" y="169"/>
                </a:lnTo>
                <a:lnTo>
                  <a:pt x="165" y="115"/>
                </a:lnTo>
                <a:lnTo>
                  <a:pt x="138" y="45"/>
                </a:lnTo>
                <a:lnTo>
                  <a:pt x="111" y="0"/>
                </a:lnTo>
                <a:close/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14701" name="Freeform 12"/>
          <p:cNvSpPr>
            <a:spLocks/>
          </p:cNvSpPr>
          <p:nvPr/>
        </p:nvSpPr>
        <p:spPr bwMode="blackGray">
          <a:xfrm>
            <a:off x="4548188" y="3243263"/>
            <a:ext cx="1206500" cy="671512"/>
          </a:xfrm>
          <a:custGeom>
            <a:avLst/>
            <a:gdLst>
              <a:gd name="T0" fmla="*/ 0 w 760"/>
              <a:gd name="T1" fmla="*/ 0 h 423"/>
              <a:gd name="T2" fmla="*/ 2147483647 w 760"/>
              <a:gd name="T3" fmla="*/ 0 h 423"/>
              <a:gd name="T4" fmla="*/ 2147483647 w 760"/>
              <a:gd name="T5" fmla="*/ 2147483647 h 423"/>
              <a:gd name="T6" fmla="*/ 2147483647 w 760"/>
              <a:gd name="T7" fmla="*/ 2147483647 h 423"/>
              <a:gd name="T8" fmla="*/ 2147483647 w 760"/>
              <a:gd name="T9" fmla="*/ 2147483647 h 423"/>
              <a:gd name="T10" fmla="*/ 2147483647 w 760"/>
              <a:gd name="T11" fmla="*/ 2147483647 h 423"/>
              <a:gd name="T12" fmla="*/ 2147483647 w 760"/>
              <a:gd name="T13" fmla="*/ 2147483647 h 423"/>
              <a:gd name="T14" fmla="*/ 2147483647 w 760"/>
              <a:gd name="T15" fmla="*/ 2147483647 h 423"/>
              <a:gd name="T16" fmla="*/ 2147483647 w 760"/>
              <a:gd name="T17" fmla="*/ 2147483647 h 423"/>
              <a:gd name="T18" fmla="*/ 2147483647 w 760"/>
              <a:gd name="T19" fmla="*/ 2147483647 h 423"/>
              <a:gd name="T20" fmla="*/ 2147483647 w 760"/>
              <a:gd name="T21" fmla="*/ 2147483647 h 423"/>
              <a:gd name="T22" fmla="*/ 2147483647 w 760"/>
              <a:gd name="T23" fmla="*/ 2147483647 h 423"/>
              <a:gd name="T24" fmla="*/ 2147483647 w 760"/>
              <a:gd name="T25" fmla="*/ 2147483647 h 423"/>
              <a:gd name="T26" fmla="*/ 2147483647 w 760"/>
              <a:gd name="T27" fmla="*/ 2147483647 h 423"/>
              <a:gd name="T28" fmla="*/ 2147483647 w 760"/>
              <a:gd name="T29" fmla="*/ 2147483647 h 423"/>
              <a:gd name="T30" fmla="*/ 2147483647 w 760"/>
              <a:gd name="T31" fmla="*/ 2147483647 h 423"/>
              <a:gd name="T32" fmla="*/ 2147483647 w 760"/>
              <a:gd name="T33" fmla="*/ 2147483647 h 423"/>
              <a:gd name="T34" fmla="*/ 2147483647 w 760"/>
              <a:gd name="T35" fmla="*/ 2147483647 h 423"/>
              <a:gd name="T36" fmla="*/ 2147483647 w 760"/>
              <a:gd name="T37" fmla="*/ 2147483647 h 423"/>
              <a:gd name="T38" fmla="*/ 2147483647 w 760"/>
              <a:gd name="T39" fmla="*/ 2147483647 h 423"/>
              <a:gd name="T40" fmla="*/ 2147483647 w 760"/>
              <a:gd name="T41" fmla="*/ 2147483647 h 423"/>
              <a:gd name="T42" fmla="*/ 2147483647 w 760"/>
              <a:gd name="T43" fmla="*/ 2147483647 h 423"/>
              <a:gd name="T44" fmla="*/ 2147483647 w 760"/>
              <a:gd name="T45" fmla="*/ 2147483647 h 423"/>
              <a:gd name="T46" fmla="*/ 2147483647 w 760"/>
              <a:gd name="T47" fmla="*/ 2147483647 h 423"/>
              <a:gd name="T48" fmla="*/ 2147483647 w 760"/>
              <a:gd name="T49" fmla="*/ 2147483647 h 423"/>
              <a:gd name="T50" fmla="*/ 2147483647 w 760"/>
              <a:gd name="T51" fmla="*/ 2147483647 h 423"/>
              <a:gd name="T52" fmla="*/ 0 w 760"/>
              <a:gd name="T53" fmla="*/ 0 h 423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760"/>
              <a:gd name="T82" fmla="*/ 0 h 423"/>
              <a:gd name="T83" fmla="*/ 760 w 760"/>
              <a:gd name="T84" fmla="*/ 423 h 423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760" h="423">
                <a:moveTo>
                  <a:pt x="0" y="0"/>
                </a:moveTo>
                <a:lnTo>
                  <a:pt x="52" y="0"/>
                </a:lnTo>
                <a:lnTo>
                  <a:pt x="118" y="9"/>
                </a:lnTo>
                <a:lnTo>
                  <a:pt x="186" y="24"/>
                </a:lnTo>
                <a:lnTo>
                  <a:pt x="253" y="42"/>
                </a:lnTo>
                <a:lnTo>
                  <a:pt x="315" y="63"/>
                </a:lnTo>
                <a:lnTo>
                  <a:pt x="388" y="93"/>
                </a:lnTo>
                <a:lnTo>
                  <a:pt x="448" y="126"/>
                </a:lnTo>
                <a:lnTo>
                  <a:pt x="523" y="174"/>
                </a:lnTo>
                <a:lnTo>
                  <a:pt x="577" y="219"/>
                </a:lnTo>
                <a:lnTo>
                  <a:pt x="640" y="279"/>
                </a:lnTo>
                <a:lnTo>
                  <a:pt x="696" y="339"/>
                </a:lnTo>
                <a:lnTo>
                  <a:pt x="760" y="423"/>
                </a:lnTo>
                <a:lnTo>
                  <a:pt x="694" y="420"/>
                </a:lnTo>
                <a:lnTo>
                  <a:pt x="610" y="410"/>
                </a:lnTo>
                <a:lnTo>
                  <a:pt x="532" y="393"/>
                </a:lnTo>
                <a:lnTo>
                  <a:pt x="451" y="366"/>
                </a:lnTo>
                <a:lnTo>
                  <a:pt x="397" y="342"/>
                </a:lnTo>
                <a:lnTo>
                  <a:pt x="330" y="311"/>
                </a:lnTo>
                <a:lnTo>
                  <a:pt x="271" y="275"/>
                </a:lnTo>
                <a:lnTo>
                  <a:pt x="214" y="237"/>
                </a:lnTo>
                <a:lnTo>
                  <a:pt x="163" y="192"/>
                </a:lnTo>
                <a:lnTo>
                  <a:pt x="112" y="147"/>
                </a:lnTo>
                <a:lnTo>
                  <a:pt x="79" y="111"/>
                </a:lnTo>
                <a:lnTo>
                  <a:pt x="43" y="66"/>
                </a:lnTo>
                <a:lnTo>
                  <a:pt x="21" y="30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14702" name="Freeform 13"/>
          <p:cNvSpPr>
            <a:spLocks/>
          </p:cNvSpPr>
          <p:nvPr/>
        </p:nvSpPr>
        <p:spPr bwMode="blackGray">
          <a:xfrm>
            <a:off x="3286125" y="3248025"/>
            <a:ext cx="1190625" cy="666750"/>
          </a:xfrm>
          <a:custGeom>
            <a:avLst/>
            <a:gdLst>
              <a:gd name="T0" fmla="*/ 2147483647 w 750"/>
              <a:gd name="T1" fmla="*/ 0 h 420"/>
              <a:gd name="T2" fmla="*/ 2147483647 w 750"/>
              <a:gd name="T3" fmla="*/ 2147483647 h 420"/>
              <a:gd name="T4" fmla="*/ 2147483647 w 750"/>
              <a:gd name="T5" fmla="*/ 2147483647 h 420"/>
              <a:gd name="T6" fmla="*/ 2147483647 w 750"/>
              <a:gd name="T7" fmla="*/ 2147483647 h 420"/>
              <a:gd name="T8" fmla="*/ 2147483647 w 750"/>
              <a:gd name="T9" fmla="*/ 2147483647 h 420"/>
              <a:gd name="T10" fmla="*/ 2147483647 w 750"/>
              <a:gd name="T11" fmla="*/ 2147483647 h 420"/>
              <a:gd name="T12" fmla="*/ 2147483647 w 750"/>
              <a:gd name="T13" fmla="*/ 2147483647 h 420"/>
              <a:gd name="T14" fmla="*/ 2147483647 w 750"/>
              <a:gd name="T15" fmla="*/ 2147483647 h 420"/>
              <a:gd name="T16" fmla="*/ 2147483647 w 750"/>
              <a:gd name="T17" fmla="*/ 2147483647 h 420"/>
              <a:gd name="T18" fmla="*/ 2147483647 w 750"/>
              <a:gd name="T19" fmla="*/ 2147483647 h 420"/>
              <a:gd name="T20" fmla="*/ 2147483647 w 750"/>
              <a:gd name="T21" fmla="*/ 2147483647 h 420"/>
              <a:gd name="T22" fmla="*/ 2147483647 w 750"/>
              <a:gd name="T23" fmla="*/ 2147483647 h 420"/>
              <a:gd name="T24" fmla="*/ 2147483647 w 750"/>
              <a:gd name="T25" fmla="*/ 2147483647 h 420"/>
              <a:gd name="T26" fmla="*/ 2147483647 w 750"/>
              <a:gd name="T27" fmla="*/ 2147483647 h 420"/>
              <a:gd name="T28" fmla="*/ 2147483647 w 750"/>
              <a:gd name="T29" fmla="*/ 2147483647 h 420"/>
              <a:gd name="T30" fmla="*/ 2147483647 w 750"/>
              <a:gd name="T31" fmla="*/ 2147483647 h 420"/>
              <a:gd name="T32" fmla="*/ 2147483647 w 750"/>
              <a:gd name="T33" fmla="*/ 2147483647 h 420"/>
              <a:gd name="T34" fmla="*/ 2147483647 w 750"/>
              <a:gd name="T35" fmla="*/ 2147483647 h 420"/>
              <a:gd name="T36" fmla="*/ 2147483647 w 750"/>
              <a:gd name="T37" fmla="*/ 2147483647 h 420"/>
              <a:gd name="T38" fmla="*/ 0 w 750"/>
              <a:gd name="T39" fmla="*/ 2147483647 h 420"/>
              <a:gd name="T40" fmla="*/ 2147483647 w 750"/>
              <a:gd name="T41" fmla="*/ 2147483647 h 420"/>
              <a:gd name="T42" fmla="*/ 2147483647 w 750"/>
              <a:gd name="T43" fmla="*/ 2147483647 h 420"/>
              <a:gd name="T44" fmla="*/ 2147483647 w 750"/>
              <a:gd name="T45" fmla="*/ 2147483647 h 420"/>
              <a:gd name="T46" fmla="*/ 2147483647 w 750"/>
              <a:gd name="T47" fmla="*/ 2147483647 h 420"/>
              <a:gd name="T48" fmla="*/ 2147483647 w 750"/>
              <a:gd name="T49" fmla="*/ 2147483647 h 420"/>
              <a:gd name="T50" fmla="*/ 2147483647 w 750"/>
              <a:gd name="T51" fmla="*/ 2147483647 h 420"/>
              <a:gd name="T52" fmla="*/ 2147483647 w 750"/>
              <a:gd name="T53" fmla="*/ 2147483647 h 420"/>
              <a:gd name="T54" fmla="*/ 2147483647 w 750"/>
              <a:gd name="T55" fmla="*/ 2147483647 h 420"/>
              <a:gd name="T56" fmla="*/ 2147483647 w 750"/>
              <a:gd name="T57" fmla="*/ 2147483647 h 420"/>
              <a:gd name="T58" fmla="*/ 2147483647 w 750"/>
              <a:gd name="T59" fmla="*/ 2147483647 h 420"/>
              <a:gd name="T60" fmla="*/ 2147483647 w 750"/>
              <a:gd name="T61" fmla="*/ 2147483647 h 420"/>
              <a:gd name="T62" fmla="*/ 2147483647 w 750"/>
              <a:gd name="T63" fmla="*/ 2147483647 h 420"/>
              <a:gd name="T64" fmla="*/ 2147483647 w 750"/>
              <a:gd name="T65" fmla="*/ 2147483647 h 420"/>
              <a:gd name="T66" fmla="*/ 2147483647 w 750"/>
              <a:gd name="T67" fmla="*/ 2147483647 h 420"/>
              <a:gd name="T68" fmla="*/ 2147483647 w 750"/>
              <a:gd name="T69" fmla="*/ 2147483647 h 420"/>
              <a:gd name="T70" fmla="*/ 2147483647 w 750"/>
              <a:gd name="T71" fmla="*/ 2147483647 h 420"/>
              <a:gd name="T72" fmla="*/ 2147483647 w 750"/>
              <a:gd name="T73" fmla="*/ 2147483647 h 420"/>
              <a:gd name="T74" fmla="*/ 2147483647 w 750"/>
              <a:gd name="T75" fmla="*/ 2147483647 h 420"/>
              <a:gd name="T76" fmla="*/ 2147483647 w 750"/>
              <a:gd name="T77" fmla="*/ 2147483647 h 420"/>
              <a:gd name="T78" fmla="*/ 2147483647 w 750"/>
              <a:gd name="T79" fmla="*/ 0 h 420"/>
              <a:gd name="T80" fmla="*/ 2147483647 w 750"/>
              <a:gd name="T81" fmla="*/ 0 h 42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750"/>
              <a:gd name="T124" fmla="*/ 0 h 420"/>
              <a:gd name="T125" fmla="*/ 750 w 750"/>
              <a:gd name="T126" fmla="*/ 420 h 420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750" h="420">
                <a:moveTo>
                  <a:pt x="750" y="0"/>
                </a:moveTo>
                <a:lnTo>
                  <a:pt x="736" y="23"/>
                </a:lnTo>
                <a:lnTo>
                  <a:pt x="714" y="54"/>
                </a:lnTo>
                <a:lnTo>
                  <a:pt x="687" y="90"/>
                </a:lnTo>
                <a:lnTo>
                  <a:pt x="660" y="120"/>
                </a:lnTo>
                <a:lnTo>
                  <a:pt x="639" y="146"/>
                </a:lnTo>
                <a:lnTo>
                  <a:pt x="612" y="168"/>
                </a:lnTo>
                <a:lnTo>
                  <a:pt x="573" y="206"/>
                </a:lnTo>
                <a:lnTo>
                  <a:pt x="537" y="234"/>
                </a:lnTo>
                <a:lnTo>
                  <a:pt x="496" y="264"/>
                </a:lnTo>
                <a:lnTo>
                  <a:pt x="451" y="293"/>
                </a:lnTo>
                <a:lnTo>
                  <a:pt x="409" y="317"/>
                </a:lnTo>
                <a:lnTo>
                  <a:pt x="366" y="336"/>
                </a:lnTo>
                <a:lnTo>
                  <a:pt x="316" y="357"/>
                </a:lnTo>
                <a:lnTo>
                  <a:pt x="268" y="374"/>
                </a:lnTo>
                <a:lnTo>
                  <a:pt x="210" y="392"/>
                </a:lnTo>
                <a:lnTo>
                  <a:pt x="148" y="405"/>
                </a:lnTo>
                <a:lnTo>
                  <a:pt x="93" y="414"/>
                </a:lnTo>
                <a:lnTo>
                  <a:pt x="43" y="419"/>
                </a:lnTo>
                <a:lnTo>
                  <a:pt x="0" y="420"/>
                </a:lnTo>
                <a:lnTo>
                  <a:pt x="21" y="386"/>
                </a:lnTo>
                <a:lnTo>
                  <a:pt x="40" y="357"/>
                </a:lnTo>
                <a:lnTo>
                  <a:pt x="64" y="329"/>
                </a:lnTo>
                <a:lnTo>
                  <a:pt x="93" y="294"/>
                </a:lnTo>
                <a:lnTo>
                  <a:pt x="123" y="263"/>
                </a:lnTo>
                <a:lnTo>
                  <a:pt x="159" y="231"/>
                </a:lnTo>
                <a:lnTo>
                  <a:pt x="196" y="198"/>
                </a:lnTo>
                <a:lnTo>
                  <a:pt x="235" y="168"/>
                </a:lnTo>
                <a:lnTo>
                  <a:pt x="265" y="149"/>
                </a:lnTo>
                <a:lnTo>
                  <a:pt x="300" y="126"/>
                </a:lnTo>
                <a:lnTo>
                  <a:pt x="345" y="104"/>
                </a:lnTo>
                <a:lnTo>
                  <a:pt x="387" y="83"/>
                </a:lnTo>
                <a:lnTo>
                  <a:pt x="429" y="66"/>
                </a:lnTo>
                <a:lnTo>
                  <a:pt x="469" y="51"/>
                </a:lnTo>
                <a:lnTo>
                  <a:pt x="505" y="39"/>
                </a:lnTo>
                <a:lnTo>
                  <a:pt x="544" y="27"/>
                </a:lnTo>
                <a:lnTo>
                  <a:pt x="583" y="18"/>
                </a:lnTo>
                <a:lnTo>
                  <a:pt x="630" y="11"/>
                </a:lnTo>
                <a:lnTo>
                  <a:pt x="679" y="3"/>
                </a:lnTo>
                <a:lnTo>
                  <a:pt x="733" y="0"/>
                </a:lnTo>
                <a:lnTo>
                  <a:pt x="750" y="0"/>
                </a:lnTo>
                <a:close/>
              </a:path>
            </a:pathLst>
          </a:custGeom>
          <a:solidFill>
            <a:schemeClr val="hlink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14703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VENN 3</a:t>
            </a:r>
          </a:p>
        </p:txBody>
      </p:sp>
      <p:sp>
        <p:nvSpPr>
          <p:cNvPr id="1147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47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2640013" y="2701925"/>
            <a:ext cx="5027612" cy="369888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 Black" pitchFamily="34" charset="0"/>
              </a:rPr>
              <a:t>Powerpoint Templates </a:t>
            </a:r>
          </a:p>
        </p:txBody>
      </p:sp>
      <p:sp>
        <p:nvSpPr>
          <p:cNvPr id="115715" name="Rectangle 4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/>
              <a:t>Data Driven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5F4B4B8-D59D-4A48-A1F3-33E604AA6019}" type="slidenum">
              <a:rPr lang="zh-CN" altLang="en-US" smtClean="0"/>
              <a:pPr defTabSz="895350"/>
              <a:t>111</a:t>
            </a:fld>
            <a:endParaRPr lang="en-US" altLang="zh-CN"/>
          </a:p>
        </p:txBody>
      </p:sp>
      <p:graphicFrame>
        <p:nvGraphicFramePr>
          <p:cNvPr id="116739" name="Object 2"/>
          <p:cNvGraphicFramePr>
            <a:graphicFrameLocks/>
          </p:cNvGraphicFramePr>
          <p:nvPr/>
        </p:nvGraphicFramePr>
        <p:xfrm>
          <a:off x="1246188" y="965200"/>
          <a:ext cx="6577012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576466" imgH="5044680" progId="MSGraph.Chart.8">
                  <p:embed followColorScheme="full"/>
                </p:oleObj>
              </mc:Choice>
              <mc:Fallback>
                <p:oleObj name="Chart" r:id="rId3" imgW="6576466" imgH="5044680" progId="MSGraph.Chart.8">
                  <p:embed followColorScheme="full"/>
                  <p:pic>
                    <p:nvPicPr>
                      <p:cNvPr id="116739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965200"/>
                        <a:ext cx="6577012" cy="504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0" name="Rectangle 3"/>
          <p:cNvSpPr>
            <a:spLocks noChangeArrowheads="1"/>
          </p:cNvSpPr>
          <p:nvPr/>
        </p:nvSpPr>
        <p:spPr bwMode="auto">
          <a:xfrm>
            <a:off x="7543800" y="2773363"/>
            <a:ext cx="1125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1</a:t>
            </a:r>
          </a:p>
        </p:txBody>
      </p:sp>
      <p:sp>
        <p:nvSpPr>
          <p:cNvPr id="116741" name="Rectangle 4"/>
          <p:cNvSpPr>
            <a:spLocks noChangeArrowheads="1"/>
          </p:cNvSpPr>
          <p:nvPr/>
        </p:nvSpPr>
        <p:spPr bwMode="auto">
          <a:xfrm>
            <a:off x="7543800" y="3946525"/>
            <a:ext cx="1125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2</a:t>
            </a:r>
          </a:p>
        </p:txBody>
      </p:sp>
      <p:sp>
        <p:nvSpPr>
          <p:cNvPr id="116742" name="Rectangle 5"/>
          <p:cNvSpPr>
            <a:spLocks noChangeArrowheads="1"/>
          </p:cNvSpPr>
          <p:nvPr/>
        </p:nvSpPr>
        <p:spPr bwMode="auto">
          <a:xfrm>
            <a:off x="7543800" y="4876800"/>
            <a:ext cx="1125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3</a:t>
            </a:r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AREA</a:t>
            </a:r>
          </a:p>
        </p:txBody>
      </p:sp>
      <p:sp>
        <p:nvSpPr>
          <p:cNvPr id="11674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674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A50BB67-75E4-4D35-A42F-F46EEFBA8DF2}" type="slidenum">
              <a:rPr lang="zh-CN" altLang="en-US" smtClean="0"/>
              <a:pPr defTabSz="895350"/>
              <a:t>112</a:t>
            </a:fld>
            <a:endParaRPr lang="en-US" altLang="zh-CN"/>
          </a:p>
        </p:txBody>
      </p:sp>
      <p:graphicFrame>
        <p:nvGraphicFramePr>
          <p:cNvPr id="117763" name="Object 2"/>
          <p:cNvGraphicFramePr>
            <a:graphicFrameLocks/>
          </p:cNvGraphicFramePr>
          <p:nvPr/>
        </p:nvGraphicFramePr>
        <p:xfrm>
          <a:off x="2687638" y="1631950"/>
          <a:ext cx="558800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585956" imgH="3696120" progId="MSGraph.Chart.8">
                  <p:embed followColorScheme="full"/>
                </p:oleObj>
              </mc:Choice>
              <mc:Fallback>
                <p:oleObj name="Chart" r:id="rId3" imgW="5585956" imgH="3696120" progId="MSGraph.Chart.8">
                  <p:embed followColorScheme="full"/>
                  <p:pic>
                    <p:nvPicPr>
                      <p:cNvPr id="117763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687638" y="1631950"/>
                        <a:ext cx="558800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4" name="Rectangle 3"/>
          <p:cNvSpPr>
            <a:spLocks noChangeArrowheads="1"/>
          </p:cNvSpPr>
          <p:nvPr/>
        </p:nvSpPr>
        <p:spPr bwMode="auto">
          <a:xfrm>
            <a:off x="1905000" y="188277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17765" name="Rectangle 4"/>
          <p:cNvSpPr>
            <a:spLocks noChangeArrowheads="1"/>
          </p:cNvSpPr>
          <p:nvPr/>
        </p:nvSpPr>
        <p:spPr bwMode="auto">
          <a:xfrm>
            <a:off x="1905000" y="2552700"/>
            <a:ext cx="7508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117766" name="Rectangle 5"/>
          <p:cNvSpPr>
            <a:spLocks noChangeArrowheads="1"/>
          </p:cNvSpPr>
          <p:nvPr/>
        </p:nvSpPr>
        <p:spPr bwMode="auto">
          <a:xfrm>
            <a:off x="1905000" y="3276600"/>
            <a:ext cx="7508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117767" name="Rectangle 6"/>
          <p:cNvSpPr>
            <a:spLocks noChangeArrowheads="1"/>
          </p:cNvSpPr>
          <p:nvPr/>
        </p:nvSpPr>
        <p:spPr bwMode="auto">
          <a:xfrm>
            <a:off x="1905000" y="4000500"/>
            <a:ext cx="7508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117768" name="Rectangle 7"/>
          <p:cNvSpPr>
            <a:spLocks noChangeArrowheads="1"/>
          </p:cNvSpPr>
          <p:nvPr/>
        </p:nvSpPr>
        <p:spPr bwMode="auto">
          <a:xfrm>
            <a:off x="1905000" y="4724400"/>
            <a:ext cx="7508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11776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BAR</a:t>
            </a:r>
          </a:p>
        </p:txBody>
      </p:sp>
      <p:sp>
        <p:nvSpPr>
          <p:cNvPr id="11777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777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945A3FA-9842-4D2B-A60C-52987B340AC4}" type="slidenum">
              <a:rPr lang="zh-CN" altLang="en-US" smtClean="0"/>
              <a:pPr defTabSz="895350"/>
              <a:t>113</a:t>
            </a:fld>
            <a:endParaRPr lang="en-US" altLang="zh-CN"/>
          </a:p>
        </p:txBody>
      </p:sp>
      <p:graphicFrame>
        <p:nvGraphicFramePr>
          <p:cNvPr id="118787" name="Object 2"/>
          <p:cNvGraphicFramePr>
            <a:graphicFrameLocks/>
          </p:cNvGraphicFramePr>
          <p:nvPr/>
        </p:nvGraphicFramePr>
        <p:xfrm>
          <a:off x="1289050" y="1806575"/>
          <a:ext cx="33972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398971" imgH="3696120" progId="MSGraph.Chart.8">
                  <p:embed followColorScheme="full"/>
                </p:oleObj>
              </mc:Choice>
              <mc:Fallback>
                <p:oleObj name="Chart" r:id="rId3" imgW="3398971" imgH="3696120" progId="MSGraph.Chart.8">
                  <p:embed followColorScheme="full"/>
                  <p:pic>
                    <p:nvPicPr>
                      <p:cNvPr id="118787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89050" y="1806575"/>
                        <a:ext cx="33972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3"/>
          <p:cNvGraphicFramePr>
            <a:graphicFrameLocks/>
          </p:cNvGraphicFramePr>
          <p:nvPr/>
        </p:nvGraphicFramePr>
        <p:xfrm>
          <a:off x="5586413" y="1806575"/>
          <a:ext cx="33972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398971" imgH="3696120" progId="MSGraph.Chart.8">
                  <p:embed followColorScheme="full"/>
                </p:oleObj>
              </mc:Choice>
              <mc:Fallback>
                <p:oleObj name="Chart" r:id="rId5" imgW="3398971" imgH="3696120" progId="MSGraph.Chart.8">
                  <p:embed followColorScheme="full"/>
                  <p:pic>
                    <p:nvPicPr>
                      <p:cNvPr id="11878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586413" y="1806575"/>
                        <a:ext cx="33972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9" name="Rectangle 4"/>
          <p:cNvSpPr>
            <a:spLocks noChangeArrowheads="1"/>
          </p:cNvSpPr>
          <p:nvPr/>
        </p:nvSpPr>
        <p:spPr bwMode="auto">
          <a:xfrm>
            <a:off x="511175" y="20574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18790" name="Rectangle 5"/>
          <p:cNvSpPr>
            <a:spLocks noChangeArrowheads="1"/>
          </p:cNvSpPr>
          <p:nvPr/>
        </p:nvSpPr>
        <p:spPr bwMode="auto">
          <a:xfrm>
            <a:off x="511175" y="2727325"/>
            <a:ext cx="7048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118791" name="Rectangle 6"/>
          <p:cNvSpPr>
            <a:spLocks noChangeArrowheads="1"/>
          </p:cNvSpPr>
          <p:nvPr/>
        </p:nvSpPr>
        <p:spPr bwMode="auto">
          <a:xfrm>
            <a:off x="511175" y="3451225"/>
            <a:ext cx="7048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118792" name="Rectangle 7"/>
          <p:cNvSpPr>
            <a:spLocks noChangeArrowheads="1"/>
          </p:cNvSpPr>
          <p:nvPr/>
        </p:nvSpPr>
        <p:spPr bwMode="auto">
          <a:xfrm>
            <a:off x="511175" y="4175125"/>
            <a:ext cx="7048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118793" name="Rectangle 8"/>
          <p:cNvSpPr>
            <a:spLocks noChangeArrowheads="1"/>
          </p:cNvSpPr>
          <p:nvPr/>
        </p:nvSpPr>
        <p:spPr bwMode="auto">
          <a:xfrm>
            <a:off x="511175" y="4899025"/>
            <a:ext cx="7048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118794" name="Rectangle 9"/>
          <p:cNvSpPr>
            <a:spLocks noChangeArrowheads="1"/>
          </p:cNvSpPr>
          <p:nvPr/>
        </p:nvSpPr>
        <p:spPr bwMode="auto">
          <a:xfrm>
            <a:off x="4800600" y="1997075"/>
            <a:ext cx="7493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1</a:t>
            </a:r>
          </a:p>
        </p:txBody>
      </p:sp>
      <p:sp>
        <p:nvSpPr>
          <p:cNvPr id="118795" name="Rectangle 10"/>
          <p:cNvSpPr>
            <a:spLocks noChangeArrowheads="1"/>
          </p:cNvSpPr>
          <p:nvPr/>
        </p:nvSpPr>
        <p:spPr bwMode="auto">
          <a:xfrm>
            <a:off x="4800600" y="2727325"/>
            <a:ext cx="7493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118796" name="Rectangle 11"/>
          <p:cNvSpPr>
            <a:spLocks noChangeArrowheads="1"/>
          </p:cNvSpPr>
          <p:nvPr/>
        </p:nvSpPr>
        <p:spPr bwMode="auto">
          <a:xfrm>
            <a:off x="4800600" y="3451225"/>
            <a:ext cx="7493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118797" name="Rectangle 12"/>
          <p:cNvSpPr>
            <a:spLocks noChangeArrowheads="1"/>
          </p:cNvSpPr>
          <p:nvPr/>
        </p:nvSpPr>
        <p:spPr bwMode="auto">
          <a:xfrm>
            <a:off x="4800600" y="4175125"/>
            <a:ext cx="7493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118798" name="Rectangle 13"/>
          <p:cNvSpPr>
            <a:spLocks noChangeArrowheads="1"/>
          </p:cNvSpPr>
          <p:nvPr/>
        </p:nvSpPr>
        <p:spPr bwMode="auto">
          <a:xfrm>
            <a:off x="4800600" y="4899025"/>
            <a:ext cx="7493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118799" name="Rectangle 14"/>
          <p:cNvSpPr>
            <a:spLocks noChangeArrowheads="1"/>
          </p:cNvSpPr>
          <p:nvPr/>
        </p:nvSpPr>
        <p:spPr bwMode="auto">
          <a:xfrm>
            <a:off x="511175" y="1219200"/>
            <a:ext cx="38100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 b="1">
                <a:ea typeface="宋体" pitchFamily="2" charset="-122"/>
              </a:rPr>
              <a:t>Title</a:t>
            </a:r>
          </a:p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8800" name="Rectangle 15"/>
          <p:cNvSpPr>
            <a:spLocks noChangeArrowheads="1"/>
          </p:cNvSpPr>
          <p:nvPr/>
        </p:nvSpPr>
        <p:spPr bwMode="auto">
          <a:xfrm>
            <a:off x="4800600" y="1219200"/>
            <a:ext cx="38100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 b="1">
                <a:ea typeface="宋体" pitchFamily="2" charset="-122"/>
              </a:rPr>
              <a:t>Title</a:t>
            </a:r>
          </a:p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8801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BAR 2</a:t>
            </a:r>
          </a:p>
        </p:txBody>
      </p:sp>
      <p:sp>
        <p:nvSpPr>
          <p:cNvPr id="11880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880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F8335C1-A55A-4599-847F-AD01E1B2B552}" type="slidenum">
              <a:rPr lang="zh-CN" altLang="en-US" smtClean="0"/>
              <a:pPr defTabSz="895350"/>
              <a:t>114</a:t>
            </a:fld>
            <a:endParaRPr lang="en-US" altLang="zh-CN"/>
          </a:p>
        </p:txBody>
      </p:sp>
      <p:graphicFrame>
        <p:nvGraphicFramePr>
          <p:cNvPr id="119811" name="Object 2"/>
          <p:cNvGraphicFramePr>
            <a:graphicFrameLocks/>
          </p:cNvGraphicFramePr>
          <p:nvPr/>
        </p:nvGraphicFramePr>
        <p:xfrm>
          <a:off x="2700338" y="820738"/>
          <a:ext cx="5041900" cy="541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044891" imgH="5418360" progId="MSGraph.Chart.8">
                  <p:embed followColorScheme="full"/>
                </p:oleObj>
              </mc:Choice>
              <mc:Fallback>
                <p:oleObj name="Chart" r:id="rId3" imgW="5044891" imgH="5418360" progId="MSGraph.Chart.8">
                  <p:embed followColorScheme="full"/>
                  <p:pic>
                    <p:nvPicPr>
                      <p:cNvPr id="119811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700338" y="820738"/>
                        <a:ext cx="5041900" cy="5414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2" name="Rectangle 3"/>
          <p:cNvSpPr>
            <a:spLocks noChangeArrowheads="1"/>
          </p:cNvSpPr>
          <p:nvPr/>
        </p:nvSpPr>
        <p:spPr bwMode="auto">
          <a:xfrm>
            <a:off x="1917700" y="12954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19813" name="Rectangle 4"/>
          <p:cNvSpPr>
            <a:spLocks noChangeArrowheads="1"/>
          </p:cNvSpPr>
          <p:nvPr/>
        </p:nvSpPr>
        <p:spPr bwMode="auto">
          <a:xfrm>
            <a:off x="1917700" y="2301875"/>
            <a:ext cx="736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119814" name="Rectangle 5"/>
          <p:cNvSpPr>
            <a:spLocks noChangeArrowheads="1"/>
          </p:cNvSpPr>
          <p:nvPr/>
        </p:nvSpPr>
        <p:spPr bwMode="auto">
          <a:xfrm>
            <a:off x="1917700" y="33528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19815" name="Rectangle 6"/>
          <p:cNvSpPr>
            <a:spLocks noChangeArrowheads="1"/>
          </p:cNvSpPr>
          <p:nvPr/>
        </p:nvSpPr>
        <p:spPr bwMode="auto">
          <a:xfrm>
            <a:off x="1917700" y="447992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19816" name="Rectangle 7"/>
          <p:cNvSpPr>
            <a:spLocks noChangeArrowheads="1"/>
          </p:cNvSpPr>
          <p:nvPr/>
        </p:nvSpPr>
        <p:spPr bwMode="auto">
          <a:xfrm>
            <a:off x="1917700" y="54864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1981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BAR BUTTED</a:t>
            </a:r>
          </a:p>
        </p:txBody>
      </p:sp>
      <p:sp>
        <p:nvSpPr>
          <p:cNvPr id="11981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1981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26929EE-A930-437A-836D-D2BB23856BA9}" type="slidenum">
              <a:rPr lang="zh-CN" altLang="en-US" smtClean="0"/>
              <a:pPr defTabSz="895350"/>
              <a:t>115</a:t>
            </a:fld>
            <a:endParaRPr lang="en-US" altLang="zh-CN"/>
          </a:p>
        </p:txBody>
      </p:sp>
      <p:graphicFrame>
        <p:nvGraphicFramePr>
          <p:cNvPr id="120835" name="Object 2"/>
          <p:cNvGraphicFramePr>
            <a:graphicFrameLocks/>
          </p:cNvGraphicFramePr>
          <p:nvPr/>
        </p:nvGraphicFramePr>
        <p:xfrm>
          <a:off x="2571750" y="1857375"/>
          <a:ext cx="4916488" cy="376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930546" imgH="3764520" progId="MSGraph.Chart.8">
                  <p:embed followColorScheme="full"/>
                </p:oleObj>
              </mc:Choice>
              <mc:Fallback>
                <p:oleObj name="Chart" r:id="rId3" imgW="4930546" imgH="3764520" progId="MSGraph.Chart.8">
                  <p:embed followColorScheme="full"/>
                  <p:pic>
                    <p:nvPicPr>
                      <p:cNvPr id="12083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71750" y="1857375"/>
                        <a:ext cx="4916488" cy="3767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Rectangle 3"/>
          <p:cNvSpPr>
            <a:spLocks noChangeArrowheads="1"/>
          </p:cNvSpPr>
          <p:nvPr/>
        </p:nvSpPr>
        <p:spPr bwMode="auto">
          <a:xfrm>
            <a:off x="1828800" y="219392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0837" name="Rectangle 4"/>
          <p:cNvSpPr>
            <a:spLocks noChangeArrowheads="1"/>
          </p:cNvSpPr>
          <p:nvPr/>
        </p:nvSpPr>
        <p:spPr bwMode="auto">
          <a:xfrm>
            <a:off x="1828800" y="2874963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0838" name="Rectangle 5"/>
          <p:cNvSpPr>
            <a:spLocks noChangeArrowheads="1"/>
          </p:cNvSpPr>
          <p:nvPr/>
        </p:nvSpPr>
        <p:spPr bwMode="auto">
          <a:xfrm>
            <a:off x="1828800" y="36020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0839" name="Rectangle 6"/>
          <p:cNvSpPr>
            <a:spLocks noChangeArrowheads="1"/>
          </p:cNvSpPr>
          <p:nvPr/>
        </p:nvSpPr>
        <p:spPr bwMode="auto">
          <a:xfrm>
            <a:off x="1828800" y="432752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0840" name="Rectangle 7"/>
          <p:cNvSpPr>
            <a:spLocks noChangeArrowheads="1"/>
          </p:cNvSpPr>
          <p:nvPr/>
        </p:nvSpPr>
        <p:spPr bwMode="auto">
          <a:xfrm>
            <a:off x="1828800" y="504825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0841" name="Rectangle 8"/>
          <p:cNvSpPr>
            <a:spLocks noChangeArrowheads="1"/>
          </p:cNvSpPr>
          <p:nvPr/>
        </p:nvSpPr>
        <p:spPr bwMode="auto">
          <a:xfrm>
            <a:off x="6489700" y="21923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0842" name="Rectangle 9"/>
          <p:cNvSpPr>
            <a:spLocks noChangeArrowheads="1"/>
          </p:cNvSpPr>
          <p:nvPr/>
        </p:nvSpPr>
        <p:spPr bwMode="auto">
          <a:xfrm>
            <a:off x="5572125" y="287337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0843" name="Rectangle 10"/>
          <p:cNvSpPr>
            <a:spLocks noChangeArrowheads="1"/>
          </p:cNvSpPr>
          <p:nvPr/>
        </p:nvSpPr>
        <p:spPr bwMode="auto">
          <a:xfrm>
            <a:off x="5880100" y="359727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0844" name="Rectangle 11"/>
          <p:cNvSpPr>
            <a:spLocks noChangeArrowheads="1"/>
          </p:cNvSpPr>
          <p:nvPr/>
        </p:nvSpPr>
        <p:spPr bwMode="auto">
          <a:xfrm>
            <a:off x="6261100" y="43132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0845" name="Rectangle 12"/>
          <p:cNvSpPr>
            <a:spLocks noChangeArrowheads="1"/>
          </p:cNvSpPr>
          <p:nvPr/>
        </p:nvSpPr>
        <p:spPr bwMode="auto">
          <a:xfrm>
            <a:off x="6870700" y="504348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0846" name="Rectangle 13"/>
          <p:cNvSpPr>
            <a:spLocks noChangeArrowheads="1"/>
          </p:cNvSpPr>
          <p:nvPr/>
        </p:nvSpPr>
        <p:spPr bwMode="auto">
          <a:xfrm>
            <a:off x="3082925" y="16383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0847" name="Rectangle 14"/>
          <p:cNvSpPr>
            <a:spLocks noChangeArrowheads="1"/>
          </p:cNvSpPr>
          <p:nvPr/>
        </p:nvSpPr>
        <p:spPr bwMode="auto">
          <a:xfrm>
            <a:off x="4257675" y="16462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0848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BAR STACKED</a:t>
            </a:r>
          </a:p>
        </p:txBody>
      </p:sp>
      <p:sp>
        <p:nvSpPr>
          <p:cNvPr id="120849" name="Rectangle 16"/>
          <p:cNvSpPr>
            <a:spLocks noChangeArrowheads="1"/>
          </p:cNvSpPr>
          <p:nvPr/>
        </p:nvSpPr>
        <p:spPr bwMode="auto">
          <a:xfrm>
            <a:off x="5314950" y="16462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085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085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2705943-8509-43D1-97DD-ADEB2C3EF58D}" type="slidenum">
              <a:rPr lang="zh-CN" altLang="en-US" smtClean="0"/>
              <a:pPr defTabSz="895350"/>
              <a:t>116</a:t>
            </a:fld>
            <a:endParaRPr lang="en-US" altLang="zh-CN"/>
          </a:p>
        </p:txBody>
      </p:sp>
      <p:graphicFrame>
        <p:nvGraphicFramePr>
          <p:cNvPr id="121859" name="Object 2"/>
          <p:cNvGraphicFramePr>
            <a:graphicFrameLocks/>
          </p:cNvGraphicFramePr>
          <p:nvPr/>
        </p:nvGraphicFramePr>
        <p:xfrm>
          <a:off x="2359025" y="1878013"/>
          <a:ext cx="4678363" cy="365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679131" imgH="3650400" progId="MSGraph.Chart.8">
                  <p:embed followColorScheme="full"/>
                </p:oleObj>
              </mc:Choice>
              <mc:Fallback>
                <p:oleObj name="Chart" r:id="rId3" imgW="4679131" imgH="3650400" progId="MSGraph.Chart.8">
                  <p:embed followColorScheme="full"/>
                  <p:pic>
                    <p:nvPicPr>
                      <p:cNvPr id="121859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359025" y="1878013"/>
                        <a:ext cx="4678363" cy="3652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Rectangle 3"/>
          <p:cNvSpPr>
            <a:spLocks noChangeArrowheads="1"/>
          </p:cNvSpPr>
          <p:nvPr/>
        </p:nvSpPr>
        <p:spPr bwMode="auto">
          <a:xfrm>
            <a:off x="1579563" y="217328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1861" name="Rectangle 4"/>
          <p:cNvSpPr>
            <a:spLocks noChangeArrowheads="1"/>
          </p:cNvSpPr>
          <p:nvPr/>
        </p:nvSpPr>
        <p:spPr bwMode="auto">
          <a:xfrm>
            <a:off x="1579563" y="285432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1862" name="Rectangle 5"/>
          <p:cNvSpPr>
            <a:spLocks noChangeArrowheads="1"/>
          </p:cNvSpPr>
          <p:nvPr/>
        </p:nvSpPr>
        <p:spPr bwMode="auto">
          <a:xfrm>
            <a:off x="1579563" y="35814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1863" name="Rectangle 6"/>
          <p:cNvSpPr>
            <a:spLocks noChangeArrowheads="1"/>
          </p:cNvSpPr>
          <p:nvPr/>
        </p:nvSpPr>
        <p:spPr bwMode="auto">
          <a:xfrm>
            <a:off x="1579563" y="430688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1864" name="Rectangle 7"/>
          <p:cNvSpPr>
            <a:spLocks noChangeArrowheads="1"/>
          </p:cNvSpPr>
          <p:nvPr/>
        </p:nvSpPr>
        <p:spPr bwMode="auto">
          <a:xfrm>
            <a:off x="1579563" y="500697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1865" name="Rectangle 8"/>
          <p:cNvSpPr>
            <a:spLocks noChangeArrowheads="1"/>
          </p:cNvSpPr>
          <p:nvPr/>
        </p:nvSpPr>
        <p:spPr bwMode="auto">
          <a:xfrm>
            <a:off x="7102475" y="214947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1866" name="Rectangle 9"/>
          <p:cNvSpPr>
            <a:spLocks noChangeArrowheads="1"/>
          </p:cNvSpPr>
          <p:nvPr/>
        </p:nvSpPr>
        <p:spPr bwMode="auto">
          <a:xfrm>
            <a:off x="7102475" y="2830513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1867" name="Rectangle 10"/>
          <p:cNvSpPr>
            <a:spLocks noChangeArrowheads="1"/>
          </p:cNvSpPr>
          <p:nvPr/>
        </p:nvSpPr>
        <p:spPr bwMode="auto">
          <a:xfrm>
            <a:off x="7102475" y="35512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1868" name="Rectangle 11"/>
          <p:cNvSpPr>
            <a:spLocks noChangeArrowheads="1"/>
          </p:cNvSpPr>
          <p:nvPr/>
        </p:nvSpPr>
        <p:spPr bwMode="auto">
          <a:xfrm>
            <a:off x="7102475" y="42624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1869" name="Rectangle 12"/>
          <p:cNvSpPr>
            <a:spLocks noChangeArrowheads="1"/>
          </p:cNvSpPr>
          <p:nvPr/>
        </p:nvSpPr>
        <p:spPr bwMode="auto">
          <a:xfrm>
            <a:off x="7102475" y="495935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1870" name="Rectangle 13"/>
          <p:cNvSpPr>
            <a:spLocks noChangeArrowheads="1"/>
          </p:cNvSpPr>
          <p:nvPr/>
        </p:nvSpPr>
        <p:spPr bwMode="auto">
          <a:xfrm>
            <a:off x="7102475" y="17653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100%=</a:t>
            </a:r>
          </a:p>
        </p:txBody>
      </p:sp>
      <p:sp>
        <p:nvSpPr>
          <p:cNvPr id="121871" name="Rectangle 14"/>
          <p:cNvSpPr>
            <a:spLocks noChangeArrowheads="1"/>
          </p:cNvSpPr>
          <p:nvPr/>
        </p:nvSpPr>
        <p:spPr bwMode="auto">
          <a:xfrm>
            <a:off x="2632075" y="1681163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1872" name="Rectangle 15"/>
          <p:cNvSpPr>
            <a:spLocks noChangeArrowheads="1"/>
          </p:cNvSpPr>
          <p:nvPr/>
        </p:nvSpPr>
        <p:spPr bwMode="auto">
          <a:xfrm>
            <a:off x="4302125" y="16891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1873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BAR STACKED 100%</a:t>
            </a:r>
          </a:p>
        </p:txBody>
      </p:sp>
      <p:sp>
        <p:nvSpPr>
          <p:cNvPr id="121874" name="Rectangle 17"/>
          <p:cNvSpPr>
            <a:spLocks noChangeArrowheads="1"/>
          </p:cNvSpPr>
          <p:nvPr/>
        </p:nvSpPr>
        <p:spPr bwMode="auto">
          <a:xfrm>
            <a:off x="6042025" y="168910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187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187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C9F58B9-F251-48DC-91EE-EAB2D16A863A}" type="slidenum">
              <a:rPr lang="zh-CN" altLang="en-US" smtClean="0"/>
              <a:pPr defTabSz="895350"/>
              <a:t>117</a:t>
            </a:fld>
            <a:endParaRPr lang="en-US" altLang="zh-CN"/>
          </a:p>
        </p:txBody>
      </p:sp>
      <p:graphicFrame>
        <p:nvGraphicFramePr>
          <p:cNvPr id="122883" name="Object 2"/>
          <p:cNvGraphicFramePr>
            <a:graphicFrameLocks/>
          </p:cNvGraphicFramePr>
          <p:nvPr/>
        </p:nvGraphicFramePr>
        <p:xfrm>
          <a:off x="1443038" y="1206500"/>
          <a:ext cx="6172200" cy="471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172584" imgH="4709544" progId="MSGraph.Chart.8">
                  <p:embed followColorScheme="full"/>
                </p:oleObj>
              </mc:Choice>
              <mc:Fallback>
                <p:oleObj name="Chart" r:id="rId3" imgW="6172584" imgH="4709544" progId="MSGraph.Chart.8">
                  <p:embed followColorScheme="full"/>
                  <p:pic>
                    <p:nvPicPr>
                      <p:cNvPr id="122883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443038" y="1206500"/>
                        <a:ext cx="6172200" cy="471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Rectangle 3"/>
          <p:cNvSpPr>
            <a:spLocks noChangeArrowheads="1"/>
          </p:cNvSpPr>
          <p:nvPr/>
        </p:nvSpPr>
        <p:spPr bwMode="auto">
          <a:xfrm>
            <a:off x="1608138" y="903288"/>
            <a:ext cx="59118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2885" name="Rectangle 4"/>
          <p:cNvSpPr>
            <a:spLocks noChangeArrowheads="1"/>
          </p:cNvSpPr>
          <p:nvPr/>
        </p:nvSpPr>
        <p:spPr bwMode="auto">
          <a:xfrm>
            <a:off x="2084388" y="5753100"/>
            <a:ext cx="52435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2886" name="Rectangle 5"/>
          <p:cNvSpPr>
            <a:spLocks noChangeArrowheads="1"/>
          </p:cNvSpPr>
          <p:nvPr/>
        </p:nvSpPr>
        <p:spPr bwMode="auto">
          <a:xfrm>
            <a:off x="2293938" y="4276725"/>
            <a:ext cx="820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2887" name="Rectangle 6"/>
          <p:cNvSpPr>
            <a:spLocks noChangeArrowheads="1"/>
          </p:cNvSpPr>
          <p:nvPr/>
        </p:nvSpPr>
        <p:spPr bwMode="auto">
          <a:xfrm>
            <a:off x="4514850" y="3897313"/>
            <a:ext cx="8207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2888" name="Rectangle 7"/>
          <p:cNvSpPr>
            <a:spLocks noChangeArrowheads="1"/>
          </p:cNvSpPr>
          <p:nvPr/>
        </p:nvSpPr>
        <p:spPr bwMode="auto">
          <a:xfrm>
            <a:off x="2538413" y="3538538"/>
            <a:ext cx="820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2889" name="Rectangle 8"/>
          <p:cNvSpPr>
            <a:spLocks noChangeArrowheads="1"/>
          </p:cNvSpPr>
          <p:nvPr/>
        </p:nvSpPr>
        <p:spPr bwMode="auto">
          <a:xfrm>
            <a:off x="5029200" y="2800350"/>
            <a:ext cx="8207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122890" name="Rectangle 9"/>
          <p:cNvSpPr>
            <a:spLocks noChangeArrowheads="1"/>
          </p:cNvSpPr>
          <p:nvPr/>
        </p:nvSpPr>
        <p:spPr bwMode="auto">
          <a:xfrm>
            <a:off x="4043363" y="1992313"/>
            <a:ext cx="820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 5</a:t>
            </a:r>
          </a:p>
        </p:txBody>
      </p:sp>
      <p:sp>
        <p:nvSpPr>
          <p:cNvPr id="122891" name="Rectangle 10"/>
          <p:cNvSpPr>
            <a:spLocks noChangeArrowheads="1"/>
          </p:cNvSpPr>
          <p:nvPr/>
        </p:nvSpPr>
        <p:spPr bwMode="auto">
          <a:xfrm>
            <a:off x="6502400" y="2405063"/>
            <a:ext cx="8207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 6</a:t>
            </a:r>
          </a:p>
        </p:txBody>
      </p:sp>
      <p:sp>
        <p:nvSpPr>
          <p:cNvPr id="12289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BUBBLE</a:t>
            </a:r>
          </a:p>
        </p:txBody>
      </p:sp>
      <p:sp>
        <p:nvSpPr>
          <p:cNvPr id="12289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289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033F52F-0A22-4E20-B06F-ED249F66E7F0}" type="slidenum">
              <a:rPr lang="zh-CN" altLang="en-US" smtClean="0"/>
              <a:pPr defTabSz="895350"/>
              <a:t>118</a:t>
            </a:fld>
            <a:endParaRPr lang="en-US" altLang="zh-CN"/>
          </a:p>
        </p:txBody>
      </p:sp>
      <p:graphicFrame>
        <p:nvGraphicFramePr>
          <p:cNvPr id="123907" name="Object 2"/>
          <p:cNvGraphicFramePr>
            <a:graphicFrameLocks/>
          </p:cNvGraphicFramePr>
          <p:nvPr/>
        </p:nvGraphicFramePr>
        <p:xfrm>
          <a:off x="2309813" y="876300"/>
          <a:ext cx="4762500" cy="434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762816" imgH="4351320" progId="MSGraph.Chart.8">
                  <p:embed followColorScheme="full"/>
                </p:oleObj>
              </mc:Choice>
              <mc:Fallback>
                <p:oleObj name="Chart" r:id="rId3" imgW="4762816" imgH="4351320" progId="MSGraph.Chart.8">
                  <p:embed followColorScheme="full"/>
                  <p:pic>
                    <p:nvPicPr>
                      <p:cNvPr id="123907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309813" y="876300"/>
                        <a:ext cx="4762500" cy="434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8" name="Rectangle 3"/>
          <p:cNvSpPr>
            <a:spLocks noChangeArrowheads="1"/>
          </p:cNvSpPr>
          <p:nvPr/>
        </p:nvSpPr>
        <p:spPr bwMode="auto">
          <a:xfrm>
            <a:off x="2470150" y="5191125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3909" name="Rectangle 4"/>
          <p:cNvSpPr>
            <a:spLocks noChangeArrowheads="1"/>
          </p:cNvSpPr>
          <p:nvPr/>
        </p:nvSpPr>
        <p:spPr bwMode="auto">
          <a:xfrm>
            <a:off x="3413125" y="5191125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3910" name="Rectangle 5"/>
          <p:cNvSpPr>
            <a:spLocks noChangeArrowheads="1"/>
          </p:cNvSpPr>
          <p:nvPr/>
        </p:nvSpPr>
        <p:spPr bwMode="auto">
          <a:xfrm>
            <a:off x="4335463" y="5191125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3911" name="Rectangle 6"/>
          <p:cNvSpPr>
            <a:spLocks noChangeArrowheads="1"/>
          </p:cNvSpPr>
          <p:nvPr/>
        </p:nvSpPr>
        <p:spPr bwMode="auto">
          <a:xfrm>
            <a:off x="5257800" y="5191125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3912" name="Rectangle 7"/>
          <p:cNvSpPr>
            <a:spLocks noChangeArrowheads="1"/>
          </p:cNvSpPr>
          <p:nvPr/>
        </p:nvSpPr>
        <p:spPr bwMode="auto">
          <a:xfrm>
            <a:off x="6221413" y="5191125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391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COLUMN</a:t>
            </a:r>
          </a:p>
        </p:txBody>
      </p:sp>
      <p:sp>
        <p:nvSpPr>
          <p:cNvPr id="12391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391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6991964-5197-4B7A-B8DC-86CBA7EEB092}" type="slidenum">
              <a:rPr lang="zh-CN" altLang="en-US" smtClean="0"/>
              <a:pPr defTabSz="895350"/>
              <a:t>119</a:t>
            </a:fld>
            <a:endParaRPr lang="en-US" altLang="zh-CN"/>
          </a:p>
        </p:txBody>
      </p:sp>
      <p:graphicFrame>
        <p:nvGraphicFramePr>
          <p:cNvPr id="124931" name="Object 2"/>
          <p:cNvGraphicFramePr>
            <a:graphicFrameLocks/>
          </p:cNvGraphicFramePr>
          <p:nvPr/>
        </p:nvGraphicFramePr>
        <p:xfrm>
          <a:off x="446088" y="1474788"/>
          <a:ext cx="3981450" cy="414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85485" imgH="4145760" progId="MSGraph.Chart.8">
                  <p:embed followColorScheme="full"/>
                </p:oleObj>
              </mc:Choice>
              <mc:Fallback>
                <p:oleObj name="Chart" r:id="rId3" imgW="3985485" imgH="4145760" progId="MSGraph.Chart.8">
                  <p:embed followColorScheme="full"/>
                  <p:pic>
                    <p:nvPicPr>
                      <p:cNvPr id="124931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6" r="-246"/>
                      <a:stretch>
                        <a:fillRect/>
                      </a:stretch>
                    </p:blipFill>
                    <p:spPr bwMode="blackWhite">
                      <a:xfrm>
                        <a:off x="446088" y="1474788"/>
                        <a:ext cx="3981450" cy="414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2" name="Object 3"/>
          <p:cNvGraphicFramePr>
            <a:graphicFrameLocks/>
          </p:cNvGraphicFramePr>
          <p:nvPr/>
        </p:nvGraphicFramePr>
        <p:xfrm>
          <a:off x="4668838" y="1474788"/>
          <a:ext cx="3981450" cy="414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985485" imgH="4145760" progId="MSGraph.Chart.8">
                  <p:embed followColorScheme="full"/>
                </p:oleObj>
              </mc:Choice>
              <mc:Fallback>
                <p:oleObj name="Chart" r:id="rId5" imgW="3985485" imgH="4145760" progId="MSGraph.Chart.8">
                  <p:embed followColorScheme="full"/>
                  <p:pic>
                    <p:nvPicPr>
                      <p:cNvPr id="12493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6" r="-246"/>
                      <a:stretch>
                        <a:fillRect/>
                      </a:stretch>
                    </p:blipFill>
                    <p:spPr bwMode="blackWhite">
                      <a:xfrm>
                        <a:off x="4668838" y="1474788"/>
                        <a:ext cx="3981450" cy="414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3" name="Rectangle 4"/>
          <p:cNvSpPr>
            <a:spLocks noChangeArrowheads="1"/>
          </p:cNvSpPr>
          <p:nvPr/>
        </p:nvSpPr>
        <p:spPr bwMode="auto">
          <a:xfrm>
            <a:off x="631825" y="5607050"/>
            <a:ext cx="681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4934" name="Rectangle 5"/>
          <p:cNvSpPr>
            <a:spLocks noChangeArrowheads="1"/>
          </p:cNvSpPr>
          <p:nvPr/>
        </p:nvSpPr>
        <p:spPr bwMode="auto">
          <a:xfrm>
            <a:off x="1412875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 </a:t>
            </a:r>
          </a:p>
        </p:txBody>
      </p:sp>
      <p:sp>
        <p:nvSpPr>
          <p:cNvPr id="124935" name="Rectangle 6"/>
          <p:cNvSpPr>
            <a:spLocks noChangeArrowheads="1"/>
          </p:cNvSpPr>
          <p:nvPr/>
        </p:nvSpPr>
        <p:spPr bwMode="auto">
          <a:xfrm>
            <a:off x="2152650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4936" name="Rectangle 7"/>
          <p:cNvSpPr>
            <a:spLocks noChangeArrowheads="1"/>
          </p:cNvSpPr>
          <p:nvPr/>
        </p:nvSpPr>
        <p:spPr bwMode="auto">
          <a:xfrm>
            <a:off x="2892425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4937" name="Rectangle 8"/>
          <p:cNvSpPr>
            <a:spLocks noChangeArrowheads="1"/>
          </p:cNvSpPr>
          <p:nvPr/>
        </p:nvSpPr>
        <p:spPr bwMode="auto">
          <a:xfrm>
            <a:off x="3611563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4938" name="Rectangle 9"/>
          <p:cNvSpPr>
            <a:spLocks noChangeArrowheads="1"/>
          </p:cNvSpPr>
          <p:nvPr/>
        </p:nvSpPr>
        <p:spPr bwMode="auto">
          <a:xfrm>
            <a:off x="4919663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4939" name="Rectangle 10"/>
          <p:cNvSpPr>
            <a:spLocks noChangeArrowheads="1"/>
          </p:cNvSpPr>
          <p:nvPr/>
        </p:nvSpPr>
        <p:spPr bwMode="auto">
          <a:xfrm>
            <a:off x="5659438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4940" name="Rectangle 11"/>
          <p:cNvSpPr>
            <a:spLocks noChangeArrowheads="1"/>
          </p:cNvSpPr>
          <p:nvPr/>
        </p:nvSpPr>
        <p:spPr bwMode="auto">
          <a:xfrm>
            <a:off x="6399213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4941" name="Rectangle 12"/>
          <p:cNvSpPr>
            <a:spLocks noChangeArrowheads="1"/>
          </p:cNvSpPr>
          <p:nvPr/>
        </p:nvSpPr>
        <p:spPr bwMode="auto">
          <a:xfrm>
            <a:off x="7138988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4942" name="Rectangle 13"/>
          <p:cNvSpPr>
            <a:spLocks noChangeArrowheads="1"/>
          </p:cNvSpPr>
          <p:nvPr/>
        </p:nvSpPr>
        <p:spPr bwMode="auto">
          <a:xfrm>
            <a:off x="7858125" y="5607050"/>
            <a:ext cx="679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4943" name="Rectangle 14"/>
          <p:cNvSpPr>
            <a:spLocks noChangeArrowheads="1"/>
          </p:cNvSpPr>
          <p:nvPr/>
        </p:nvSpPr>
        <p:spPr bwMode="auto">
          <a:xfrm>
            <a:off x="738188" y="987425"/>
            <a:ext cx="36385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4944" name="Rectangle 15"/>
          <p:cNvSpPr>
            <a:spLocks noChangeArrowheads="1"/>
          </p:cNvSpPr>
          <p:nvPr/>
        </p:nvSpPr>
        <p:spPr bwMode="auto">
          <a:xfrm>
            <a:off x="4924425" y="987425"/>
            <a:ext cx="36385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4945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COLUMN 2</a:t>
            </a:r>
          </a:p>
        </p:txBody>
      </p:sp>
      <p:sp>
        <p:nvSpPr>
          <p:cNvPr id="12494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494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72FB214-ECDA-4A89-82A0-4C9C570C47B8}" type="slidenum">
              <a:rPr lang="zh-CN" altLang="en-US" smtClean="0"/>
              <a:pPr defTabSz="895350"/>
              <a:t>120</a:t>
            </a:fld>
            <a:endParaRPr lang="en-US" altLang="zh-CN"/>
          </a:p>
        </p:txBody>
      </p:sp>
      <p:graphicFrame>
        <p:nvGraphicFramePr>
          <p:cNvPr id="125955" name="Object 2"/>
          <p:cNvGraphicFramePr>
            <a:graphicFrameLocks/>
          </p:cNvGraphicFramePr>
          <p:nvPr/>
        </p:nvGraphicFramePr>
        <p:xfrm>
          <a:off x="709613" y="976313"/>
          <a:ext cx="7821612" cy="433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825965" imgH="4336200" progId="MSGraph.Chart.8">
                  <p:embed followColorScheme="full"/>
                </p:oleObj>
              </mc:Choice>
              <mc:Fallback>
                <p:oleObj name="Chart" r:id="rId3" imgW="7825965" imgH="4336200" progId="MSGraph.Chart.8">
                  <p:embed followColorScheme="full"/>
                  <p:pic>
                    <p:nvPicPr>
                      <p:cNvPr id="12595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09613" y="976313"/>
                        <a:ext cx="7821612" cy="433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6" name="Rectangle 3"/>
          <p:cNvSpPr>
            <a:spLocks noChangeArrowheads="1"/>
          </p:cNvSpPr>
          <p:nvPr/>
        </p:nvSpPr>
        <p:spPr bwMode="auto">
          <a:xfrm>
            <a:off x="833438" y="5341938"/>
            <a:ext cx="1368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5957" name="Rectangle 4"/>
          <p:cNvSpPr>
            <a:spLocks noChangeArrowheads="1"/>
          </p:cNvSpPr>
          <p:nvPr/>
        </p:nvSpPr>
        <p:spPr bwMode="auto">
          <a:xfrm>
            <a:off x="2435225" y="5341938"/>
            <a:ext cx="1289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5958" name="Rectangle 5"/>
          <p:cNvSpPr>
            <a:spLocks noChangeArrowheads="1"/>
          </p:cNvSpPr>
          <p:nvPr/>
        </p:nvSpPr>
        <p:spPr bwMode="auto">
          <a:xfrm>
            <a:off x="3998913" y="5341938"/>
            <a:ext cx="1247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5959" name="Rectangle 6"/>
          <p:cNvSpPr>
            <a:spLocks noChangeArrowheads="1"/>
          </p:cNvSpPr>
          <p:nvPr/>
        </p:nvSpPr>
        <p:spPr bwMode="auto">
          <a:xfrm>
            <a:off x="5559425" y="5341938"/>
            <a:ext cx="1208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5960" name="Rectangle 7"/>
          <p:cNvSpPr>
            <a:spLocks noChangeArrowheads="1"/>
          </p:cNvSpPr>
          <p:nvPr/>
        </p:nvSpPr>
        <p:spPr bwMode="auto">
          <a:xfrm>
            <a:off x="7121525" y="5341938"/>
            <a:ext cx="1247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596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COLUMN BUTTED</a:t>
            </a:r>
          </a:p>
        </p:txBody>
      </p:sp>
      <p:sp>
        <p:nvSpPr>
          <p:cNvPr id="12596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596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E8A0BB4-D8C5-4DB5-9A00-2767197C3C4D}" type="slidenum">
              <a:rPr lang="zh-CN" altLang="en-US" smtClean="0"/>
              <a:pPr defTabSz="895350"/>
              <a:t>121</a:t>
            </a:fld>
            <a:endParaRPr lang="en-US" altLang="zh-CN"/>
          </a:p>
        </p:txBody>
      </p:sp>
      <p:graphicFrame>
        <p:nvGraphicFramePr>
          <p:cNvPr id="126979" name="Object 2"/>
          <p:cNvGraphicFramePr>
            <a:graphicFrameLocks/>
          </p:cNvGraphicFramePr>
          <p:nvPr/>
        </p:nvGraphicFramePr>
        <p:xfrm>
          <a:off x="2579688" y="966788"/>
          <a:ext cx="4762500" cy="425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762816" imgH="4259880" progId="MSGraph.Chart.8">
                  <p:embed followColorScheme="full"/>
                </p:oleObj>
              </mc:Choice>
              <mc:Fallback>
                <p:oleObj name="Chart" r:id="rId3" imgW="4762816" imgH="4259880" progId="MSGraph.Chart.8">
                  <p:embed followColorScheme="full"/>
                  <p:pic>
                    <p:nvPicPr>
                      <p:cNvPr id="126979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79688" y="966788"/>
                        <a:ext cx="4762500" cy="425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0" name="Rectangle 3"/>
          <p:cNvSpPr>
            <a:spLocks noChangeArrowheads="1"/>
          </p:cNvSpPr>
          <p:nvPr/>
        </p:nvSpPr>
        <p:spPr bwMode="auto">
          <a:xfrm>
            <a:off x="2755900" y="5230813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6981" name="Rectangle 4"/>
          <p:cNvSpPr>
            <a:spLocks noChangeArrowheads="1"/>
          </p:cNvSpPr>
          <p:nvPr/>
        </p:nvSpPr>
        <p:spPr bwMode="auto">
          <a:xfrm>
            <a:off x="3657600" y="5230813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6982" name="Rectangle 5"/>
          <p:cNvSpPr>
            <a:spLocks noChangeArrowheads="1"/>
          </p:cNvSpPr>
          <p:nvPr/>
        </p:nvSpPr>
        <p:spPr bwMode="auto">
          <a:xfrm>
            <a:off x="4579938" y="523081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6983" name="Rectangle 6"/>
          <p:cNvSpPr>
            <a:spLocks noChangeArrowheads="1"/>
          </p:cNvSpPr>
          <p:nvPr/>
        </p:nvSpPr>
        <p:spPr bwMode="auto">
          <a:xfrm>
            <a:off x="5481638" y="523081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6984" name="Rectangle 7"/>
          <p:cNvSpPr>
            <a:spLocks noChangeArrowheads="1"/>
          </p:cNvSpPr>
          <p:nvPr/>
        </p:nvSpPr>
        <p:spPr bwMode="auto">
          <a:xfrm>
            <a:off x="6424613" y="523081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 </a:t>
            </a:r>
          </a:p>
        </p:txBody>
      </p:sp>
      <p:sp>
        <p:nvSpPr>
          <p:cNvPr id="126985" name="Rectangle 8"/>
          <p:cNvSpPr>
            <a:spLocks noChangeArrowheads="1"/>
          </p:cNvSpPr>
          <p:nvPr/>
        </p:nvSpPr>
        <p:spPr bwMode="auto">
          <a:xfrm>
            <a:off x="1944688" y="485616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6986" name="Rectangle 9"/>
          <p:cNvSpPr>
            <a:spLocks noChangeArrowheads="1"/>
          </p:cNvSpPr>
          <p:nvPr/>
        </p:nvSpPr>
        <p:spPr bwMode="auto">
          <a:xfrm>
            <a:off x="1944688" y="4371975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6987" name="Rectangle 10"/>
          <p:cNvSpPr>
            <a:spLocks noChangeArrowheads="1"/>
          </p:cNvSpPr>
          <p:nvPr/>
        </p:nvSpPr>
        <p:spPr bwMode="auto">
          <a:xfrm>
            <a:off x="1944688" y="390366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6988" name="Rectangle 11"/>
          <p:cNvSpPr>
            <a:spLocks noChangeArrowheads="1"/>
          </p:cNvSpPr>
          <p:nvPr/>
        </p:nvSpPr>
        <p:spPr bwMode="auto">
          <a:xfrm>
            <a:off x="1944688" y="3455988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6989" name="Rectangle 12"/>
          <p:cNvSpPr>
            <a:spLocks noChangeArrowheads="1"/>
          </p:cNvSpPr>
          <p:nvPr/>
        </p:nvSpPr>
        <p:spPr bwMode="auto">
          <a:xfrm>
            <a:off x="2832100" y="3016250"/>
            <a:ext cx="455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6990" name="Rectangle 13"/>
          <p:cNvSpPr>
            <a:spLocks noChangeArrowheads="1"/>
          </p:cNvSpPr>
          <p:nvPr/>
        </p:nvSpPr>
        <p:spPr bwMode="auto">
          <a:xfrm>
            <a:off x="3767138" y="2771775"/>
            <a:ext cx="476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6991" name="Rectangle 14"/>
          <p:cNvSpPr>
            <a:spLocks noChangeArrowheads="1"/>
          </p:cNvSpPr>
          <p:nvPr/>
        </p:nvSpPr>
        <p:spPr bwMode="auto">
          <a:xfrm>
            <a:off x="4722813" y="2346325"/>
            <a:ext cx="436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6992" name="Rectangle 15"/>
          <p:cNvSpPr>
            <a:spLocks noChangeArrowheads="1"/>
          </p:cNvSpPr>
          <p:nvPr/>
        </p:nvSpPr>
        <p:spPr bwMode="auto">
          <a:xfrm>
            <a:off x="5640388" y="1778000"/>
            <a:ext cx="4556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6993" name="Rectangle 16"/>
          <p:cNvSpPr>
            <a:spLocks noChangeArrowheads="1"/>
          </p:cNvSpPr>
          <p:nvPr/>
        </p:nvSpPr>
        <p:spPr bwMode="auto">
          <a:xfrm>
            <a:off x="6554788" y="1130300"/>
            <a:ext cx="454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6994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COLUMN STACKED</a:t>
            </a:r>
          </a:p>
        </p:txBody>
      </p:sp>
      <p:sp>
        <p:nvSpPr>
          <p:cNvPr id="12699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699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EA69761-8E57-44E5-B638-C53194210CC8}" type="slidenum">
              <a:rPr lang="zh-CN" altLang="en-US" smtClean="0"/>
              <a:pPr defTabSz="895350"/>
              <a:t>122</a:t>
            </a:fld>
            <a:endParaRPr lang="en-US" altLang="zh-CN"/>
          </a:p>
        </p:txBody>
      </p:sp>
      <p:graphicFrame>
        <p:nvGraphicFramePr>
          <p:cNvPr id="128003" name="Object 2"/>
          <p:cNvGraphicFramePr>
            <a:graphicFrameLocks/>
          </p:cNvGraphicFramePr>
          <p:nvPr/>
        </p:nvGraphicFramePr>
        <p:xfrm>
          <a:off x="2649538" y="1778000"/>
          <a:ext cx="4605337" cy="384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603021" imgH="3840840" progId="MSGraph.Chart.8">
                  <p:embed followColorScheme="full"/>
                </p:oleObj>
              </mc:Choice>
              <mc:Fallback>
                <p:oleObj name="Chart" r:id="rId3" imgW="4603021" imgH="3840840" progId="MSGraph.Chart.8">
                  <p:embed followColorScheme="full"/>
                  <p:pic>
                    <p:nvPicPr>
                      <p:cNvPr id="128003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649538" y="1778000"/>
                        <a:ext cx="4605337" cy="384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4" name="Rectangle 3"/>
          <p:cNvSpPr>
            <a:spLocks noChangeArrowheads="1"/>
          </p:cNvSpPr>
          <p:nvPr/>
        </p:nvSpPr>
        <p:spPr bwMode="auto">
          <a:xfrm>
            <a:off x="2817813" y="5603875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8005" name="Rectangle 4"/>
          <p:cNvSpPr>
            <a:spLocks noChangeArrowheads="1"/>
          </p:cNvSpPr>
          <p:nvPr/>
        </p:nvSpPr>
        <p:spPr bwMode="auto">
          <a:xfrm>
            <a:off x="3719513" y="5603875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8006" name="Rectangle 5"/>
          <p:cNvSpPr>
            <a:spLocks noChangeArrowheads="1"/>
          </p:cNvSpPr>
          <p:nvPr/>
        </p:nvSpPr>
        <p:spPr bwMode="auto">
          <a:xfrm>
            <a:off x="4641850" y="5603875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28007" name="Rectangle 6"/>
          <p:cNvSpPr>
            <a:spLocks noChangeArrowheads="1"/>
          </p:cNvSpPr>
          <p:nvPr/>
        </p:nvSpPr>
        <p:spPr bwMode="auto">
          <a:xfrm>
            <a:off x="5527675" y="5603875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8008" name="Rectangle 7"/>
          <p:cNvSpPr>
            <a:spLocks noChangeArrowheads="1"/>
          </p:cNvSpPr>
          <p:nvPr/>
        </p:nvSpPr>
        <p:spPr bwMode="auto">
          <a:xfrm>
            <a:off x="6438900" y="5603875"/>
            <a:ext cx="719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8009" name="Rectangle 8"/>
          <p:cNvSpPr>
            <a:spLocks noChangeArrowheads="1"/>
          </p:cNvSpPr>
          <p:nvPr/>
        </p:nvSpPr>
        <p:spPr bwMode="auto">
          <a:xfrm>
            <a:off x="1944688" y="485616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8010" name="Rectangle 9"/>
          <p:cNvSpPr>
            <a:spLocks noChangeArrowheads="1"/>
          </p:cNvSpPr>
          <p:nvPr/>
        </p:nvSpPr>
        <p:spPr bwMode="auto">
          <a:xfrm>
            <a:off x="1944688" y="3773488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8011" name="Rectangle 10"/>
          <p:cNvSpPr>
            <a:spLocks noChangeArrowheads="1"/>
          </p:cNvSpPr>
          <p:nvPr/>
        </p:nvSpPr>
        <p:spPr bwMode="auto">
          <a:xfrm>
            <a:off x="1944688" y="283051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8012" name="Rectangle 11"/>
          <p:cNvSpPr>
            <a:spLocks noChangeArrowheads="1"/>
          </p:cNvSpPr>
          <p:nvPr/>
        </p:nvSpPr>
        <p:spPr bwMode="auto">
          <a:xfrm>
            <a:off x="1944688" y="2052638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8013" name="Rectangle 12"/>
          <p:cNvSpPr>
            <a:spLocks noChangeArrowheads="1"/>
          </p:cNvSpPr>
          <p:nvPr/>
        </p:nvSpPr>
        <p:spPr bwMode="auto">
          <a:xfrm>
            <a:off x="2109788" y="1495425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100%=</a:t>
            </a:r>
          </a:p>
        </p:txBody>
      </p:sp>
      <p:sp>
        <p:nvSpPr>
          <p:cNvPr id="128014" name="Rectangle 13"/>
          <p:cNvSpPr>
            <a:spLocks noChangeArrowheads="1"/>
          </p:cNvSpPr>
          <p:nvPr/>
        </p:nvSpPr>
        <p:spPr bwMode="auto">
          <a:xfrm>
            <a:off x="2930525" y="1495425"/>
            <a:ext cx="436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8015" name="Rectangle 14"/>
          <p:cNvSpPr>
            <a:spLocks noChangeArrowheads="1"/>
          </p:cNvSpPr>
          <p:nvPr/>
        </p:nvSpPr>
        <p:spPr bwMode="auto">
          <a:xfrm>
            <a:off x="3846513" y="1495425"/>
            <a:ext cx="436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8016" name="Rectangle 15"/>
          <p:cNvSpPr>
            <a:spLocks noChangeArrowheads="1"/>
          </p:cNvSpPr>
          <p:nvPr/>
        </p:nvSpPr>
        <p:spPr bwMode="auto">
          <a:xfrm>
            <a:off x="4721225" y="1495425"/>
            <a:ext cx="436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8017" name="Rectangle 16"/>
          <p:cNvSpPr>
            <a:spLocks noChangeArrowheads="1"/>
          </p:cNvSpPr>
          <p:nvPr/>
        </p:nvSpPr>
        <p:spPr bwMode="auto">
          <a:xfrm>
            <a:off x="5657850" y="1495425"/>
            <a:ext cx="436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8018" name="Rectangle 17"/>
          <p:cNvSpPr>
            <a:spLocks noChangeArrowheads="1"/>
          </p:cNvSpPr>
          <p:nvPr/>
        </p:nvSpPr>
        <p:spPr bwMode="auto">
          <a:xfrm>
            <a:off x="6532563" y="1495425"/>
            <a:ext cx="436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8019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COLUMN STACKED 100%</a:t>
            </a:r>
          </a:p>
        </p:txBody>
      </p:sp>
      <p:sp>
        <p:nvSpPr>
          <p:cNvPr id="12802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802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FEBDE1E-2B6F-4ECA-8C30-45E11D07E889}" type="slidenum">
              <a:rPr lang="zh-CN" altLang="en-US" smtClean="0"/>
              <a:pPr defTabSz="895350"/>
              <a:t>123</a:t>
            </a:fld>
            <a:endParaRPr lang="en-US" altLang="zh-CN"/>
          </a:p>
        </p:txBody>
      </p:sp>
      <p:graphicFrame>
        <p:nvGraphicFramePr>
          <p:cNvPr id="129027" name="Object 2"/>
          <p:cNvGraphicFramePr>
            <a:graphicFrameLocks/>
          </p:cNvGraphicFramePr>
          <p:nvPr/>
        </p:nvGraphicFramePr>
        <p:xfrm>
          <a:off x="1336675" y="1882775"/>
          <a:ext cx="3605213" cy="358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604576" imgH="3589560" progId="MSGraph.Chart.8">
                  <p:embed followColorScheme="full"/>
                </p:oleObj>
              </mc:Choice>
              <mc:Fallback>
                <p:oleObj name="Chart" r:id="rId3" imgW="3604576" imgH="3589560" progId="MSGraph.Chart.8">
                  <p:embed followColorScheme="full"/>
                  <p:pic>
                    <p:nvPicPr>
                      <p:cNvPr id="129027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336675" y="1882775"/>
                        <a:ext cx="3605213" cy="358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8" name="Object 3"/>
          <p:cNvGraphicFramePr>
            <a:graphicFrameLocks/>
          </p:cNvGraphicFramePr>
          <p:nvPr/>
        </p:nvGraphicFramePr>
        <p:xfrm>
          <a:off x="5741988" y="1895475"/>
          <a:ext cx="1914525" cy="391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1912845" imgH="3917160" progId="MSGraph.Chart.8">
                  <p:embed followColorScheme="full"/>
                </p:oleObj>
              </mc:Choice>
              <mc:Fallback>
                <p:oleObj name="Chart" r:id="rId5" imgW="1912845" imgH="3917160" progId="MSGraph.Chart.8">
                  <p:embed followColorScheme="full"/>
                  <p:pic>
                    <p:nvPicPr>
                      <p:cNvPr id="12902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741988" y="1895475"/>
                        <a:ext cx="1914525" cy="3916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9" name="Line 4"/>
          <p:cNvSpPr>
            <a:spLocks noChangeShapeType="1"/>
          </p:cNvSpPr>
          <p:nvPr/>
        </p:nvSpPr>
        <p:spPr bwMode="blackWhite">
          <a:xfrm flipV="1">
            <a:off x="3159125" y="1292225"/>
            <a:ext cx="2152650" cy="6461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9030" name="Line 5"/>
          <p:cNvSpPr>
            <a:spLocks noChangeShapeType="1"/>
          </p:cNvSpPr>
          <p:nvPr/>
        </p:nvSpPr>
        <p:spPr bwMode="blackWhite">
          <a:xfrm>
            <a:off x="3733800" y="5302250"/>
            <a:ext cx="1790700" cy="6969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9031" name="Rectangle 6"/>
          <p:cNvSpPr>
            <a:spLocks noChangeArrowheads="1"/>
          </p:cNvSpPr>
          <p:nvPr/>
        </p:nvSpPr>
        <p:spPr bwMode="auto">
          <a:xfrm>
            <a:off x="684213" y="1071563"/>
            <a:ext cx="269716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9032" name="Rectangle 7"/>
          <p:cNvSpPr>
            <a:spLocks noChangeArrowheads="1"/>
          </p:cNvSpPr>
          <p:nvPr/>
        </p:nvSpPr>
        <p:spPr bwMode="auto">
          <a:xfrm>
            <a:off x="4978400" y="3314700"/>
            <a:ext cx="7921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9033" name="Rectangle 8"/>
          <p:cNvSpPr>
            <a:spLocks noChangeArrowheads="1"/>
          </p:cNvSpPr>
          <p:nvPr/>
        </p:nvSpPr>
        <p:spPr bwMode="auto">
          <a:xfrm>
            <a:off x="2120900" y="5387975"/>
            <a:ext cx="7921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29034" name="Rectangle 9"/>
          <p:cNvSpPr>
            <a:spLocks noChangeArrowheads="1"/>
          </p:cNvSpPr>
          <p:nvPr/>
        </p:nvSpPr>
        <p:spPr bwMode="auto">
          <a:xfrm>
            <a:off x="684213" y="3721100"/>
            <a:ext cx="7921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129035" name="Rectangle 10"/>
          <p:cNvSpPr>
            <a:spLocks noChangeArrowheads="1"/>
          </p:cNvSpPr>
          <p:nvPr/>
        </p:nvSpPr>
        <p:spPr bwMode="auto">
          <a:xfrm>
            <a:off x="965200" y="2492375"/>
            <a:ext cx="7921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29036" name="Rectangle 11"/>
          <p:cNvSpPr>
            <a:spLocks noChangeArrowheads="1"/>
          </p:cNvSpPr>
          <p:nvPr/>
        </p:nvSpPr>
        <p:spPr bwMode="auto">
          <a:xfrm>
            <a:off x="1992313" y="1692275"/>
            <a:ext cx="792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29037" name="Rectangle 12"/>
          <p:cNvSpPr>
            <a:spLocks noChangeArrowheads="1"/>
          </p:cNvSpPr>
          <p:nvPr/>
        </p:nvSpPr>
        <p:spPr bwMode="auto">
          <a:xfrm>
            <a:off x="5795963" y="1071563"/>
            <a:ext cx="267176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9038" name="Rectangle 13"/>
          <p:cNvSpPr>
            <a:spLocks noChangeArrowheads="1"/>
          </p:cNvSpPr>
          <p:nvPr/>
        </p:nvSpPr>
        <p:spPr bwMode="auto">
          <a:xfrm>
            <a:off x="5799138" y="1612900"/>
            <a:ext cx="7731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zh-CN" altLang="en-US">
                <a:ea typeface="宋体" pitchFamily="2" charset="-122"/>
              </a:rPr>
              <a:t>100% =</a:t>
            </a:r>
          </a:p>
        </p:txBody>
      </p:sp>
      <p:sp>
        <p:nvSpPr>
          <p:cNvPr id="129039" name="Rectangle 14"/>
          <p:cNvSpPr>
            <a:spLocks noChangeArrowheads="1"/>
          </p:cNvSpPr>
          <p:nvPr/>
        </p:nvSpPr>
        <p:spPr bwMode="auto">
          <a:xfrm>
            <a:off x="6102350" y="1631950"/>
            <a:ext cx="1217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>
                <a:ea typeface="宋体" pitchFamily="2" charset="-122"/>
              </a:rPr>
              <a:t>000</a:t>
            </a:r>
          </a:p>
        </p:txBody>
      </p:sp>
      <p:sp>
        <p:nvSpPr>
          <p:cNvPr id="129040" name="Rectangle 15"/>
          <p:cNvSpPr>
            <a:spLocks noChangeArrowheads="1"/>
          </p:cNvSpPr>
          <p:nvPr/>
        </p:nvSpPr>
        <p:spPr bwMode="auto">
          <a:xfrm>
            <a:off x="7408863" y="2384425"/>
            <a:ext cx="754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9041" name="Rectangle 16"/>
          <p:cNvSpPr>
            <a:spLocks noChangeArrowheads="1"/>
          </p:cNvSpPr>
          <p:nvPr/>
        </p:nvSpPr>
        <p:spPr bwMode="auto">
          <a:xfrm>
            <a:off x="7408863" y="3521075"/>
            <a:ext cx="754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9042" name="Rectangle 17"/>
          <p:cNvSpPr>
            <a:spLocks noChangeArrowheads="1"/>
          </p:cNvSpPr>
          <p:nvPr/>
        </p:nvSpPr>
        <p:spPr bwMode="auto">
          <a:xfrm>
            <a:off x="7408863" y="4449763"/>
            <a:ext cx="754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9043" name="Rectangle 18"/>
          <p:cNvSpPr>
            <a:spLocks noChangeArrowheads="1"/>
          </p:cNvSpPr>
          <p:nvPr/>
        </p:nvSpPr>
        <p:spPr bwMode="auto">
          <a:xfrm>
            <a:off x="7408863" y="5197475"/>
            <a:ext cx="754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Series</a:t>
            </a:r>
          </a:p>
        </p:txBody>
      </p:sp>
      <p:sp>
        <p:nvSpPr>
          <p:cNvPr id="129044" name="Rectangle 19"/>
          <p:cNvSpPr>
            <a:spLocks noChangeArrowheads="1"/>
          </p:cNvSpPr>
          <p:nvPr/>
        </p:nvSpPr>
        <p:spPr bwMode="auto">
          <a:xfrm>
            <a:off x="6081713" y="5780088"/>
            <a:ext cx="1235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29045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COMBO PIE SEGMENT COLUMN</a:t>
            </a:r>
          </a:p>
        </p:txBody>
      </p:sp>
      <p:sp>
        <p:nvSpPr>
          <p:cNvPr id="12904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2904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873E684-28CB-4C9B-85EA-00FDC2DC16D1}" type="slidenum">
              <a:rPr lang="zh-CN" altLang="en-US" smtClean="0"/>
              <a:pPr defTabSz="895350"/>
              <a:t>124</a:t>
            </a:fld>
            <a:endParaRPr lang="en-US" altLang="zh-CN"/>
          </a:p>
        </p:txBody>
      </p:sp>
      <p:graphicFrame>
        <p:nvGraphicFramePr>
          <p:cNvPr id="130051" name="Object 2"/>
          <p:cNvGraphicFramePr>
            <a:graphicFrameLocks/>
          </p:cNvGraphicFramePr>
          <p:nvPr/>
        </p:nvGraphicFramePr>
        <p:xfrm>
          <a:off x="1560513" y="1146175"/>
          <a:ext cx="6292850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301965" imgH="4884840" progId="MSGraph.Chart.8">
                  <p:embed followColorScheme="full"/>
                </p:oleObj>
              </mc:Choice>
              <mc:Fallback>
                <p:oleObj name="Chart" r:id="rId3" imgW="6301965" imgH="4884840" progId="MSGraph.Chart.8">
                  <p:embed followColorScheme="full"/>
                  <p:pic>
                    <p:nvPicPr>
                      <p:cNvPr id="130051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560513" y="1146175"/>
                        <a:ext cx="6292850" cy="487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2" name="Rectangle 3"/>
          <p:cNvSpPr>
            <a:spLocks noChangeArrowheads="1"/>
          </p:cNvSpPr>
          <p:nvPr/>
        </p:nvSpPr>
        <p:spPr bwMode="auto">
          <a:xfrm>
            <a:off x="1617663" y="774700"/>
            <a:ext cx="58912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 b="1">
                <a:ea typeface="宋体" pitchFamily="2" charset="-122"/>
              </a:rPr>
              <a:t>Title</a:t>
            </a:r>
          </a:p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0053" name="Rectangle 4"/>
          <p:cNvSpPr>
            <a:spLocks noChangeArrowheads="1"/>
          </p:cNvSpPr>
          <p:nvPr/>
        </p:nvSpPr>
        <p:spPr bwMode="auto">
          <a:xfrm>
            <a:off x="2087563" y="5894388"/>
            <a:ext cx="54816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>
              <a:buSzPct val="120000"/>
            </a:pPr>
            <a:r>
              <a:rPr lang="en-US" altLang="zh-CN" b="1">
                <a:ea typeface="宋体" pitchFamily="2" charset="-122"/>
              </a:rPr>
              <a:t>Title</a:t>
            </a:r>
          </a:p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0054" name="Rectangle 5"/>
          <p:cNvSpPr>
            <a:spLocks noChangeArrowheads="1"/>
          </p:cNvSpPr>
          <p:nvPr/>
        </p:nvSpPr>
        <p:spPr bwMode="auto">
          <a:xfrm>
            <a:off x="2284413" y="4932363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30055" name="Rectangle 6"/>
          <p:cNvSpPr>
            <a:spLocks noChangeArrowheads="1"/>
          </p:cNvSpPr>
          <p:nvPr/>
        </p:nvSpPr>
        <p:spPr bwMode="auto">
          <a:xfrm>
            <a:off x="3381375" y="4789488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30056" name="Rectangle 7"/>
          <p:cNvSpPr>
            <a:spLocks noChangeArrowheads="1"/>
          </p:cNvSpPr>
          <p:nvPr/>
        </p:nvSpPr>
        <p:spPr bwMode="auto">
          <a:xfrm>
            <a:off x="4724400" y="4079875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30057" name="Rectangle 8"/>
          <p:cNvSpPr>
            <a:spLocks noChangeArrowheads="1"/>
          </p:cNvSpPr>
          <p:nvPr/>
        </p:nvSpPr>
        <p:spPr bwMode="auto">
          <a:xfrm>
            <a:off x="5354638" y="2382838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30058" name="Rectangle 9"/>
          <p:cNvSpPr>
            <a:spLocks noChangeArrowheads="1"/>
          </p:cNvSpPr>
          <p:nvPr/>
        </p:nvSpPr>
        <p:spPr bwMode="auto">
          <a:xfrm>
            <a:off x="6234113" y="1793875"/>
            <a:ext cx="828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3005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COST CURVE</a:t>
            </a:r>
          </a:p>
        </p:txBody>
      </p:sp>
      <p:sp>
        <p:nvSpPr>
          <p:cNvPr id="1300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006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401A800-C3DD-4660-91A1-67EE24CE1804}" type="slidenum">
              <a:rPr lang="zh-CN" altLang="en-US" smtClean="0"/>
              <a:pPr defTabSz="895350"/>
              <a:t>125</a:t>
            </a:fld>
            <a:endParaRPr lang="en-US" altLang="zh-CN"/>
          </a:p>
        </p:txBody>
      </p:sp>
      <p:graphicFrame>
        <p:nvGraphicFramePr>
          <p:cNvPr id="131075" name="Object 2"/>
          <p:cNvGraphicFramePr>
            <a:graphicFrameLocks/>
          </p:cNvGraphicFramePr>
          <p:nvPr/>
        </p:nvGraphicFramePr>
        <p:xfrm>
          <a:off x="1316038" y="1206500"/>
          <a:ext cx="69723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972525" imgH="5029560" progId="MSGraph.Chart.8">
                  <p:embed followColorScheme="full"/>
                </p:oleObj>
              </mc:Choice>
              <mc:Fallback>
                <p:oleObj name="Chart" r:id="rId3" imgW="6972525" imgH="5029560" progId="MSGraph.Chart.8">
                  <p:embed followColorScheme="full"/>
                  <p:pic>
                    <p:nvPicPr>
                      <p:cNvPr id="13107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316038" y="1206500"/>
                        <a:ext cx="6972300" cy="502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6" name="Rectangle 3"/>
          <p:cNvSpPr>
            <a:spLocks noChangeArrowheads="1"/>
          </p:cNvSpPr>
          <p:nvPr/>
        </p:nvSpPr>
        <p:spPr bwMode="auto">
          <a:xfrm>
            <a:off x="1450975" y="827088"/>
            <a:ext cx="28638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zh-CN" b="1"/>
              <a:t>Title</a:t>
            </a:r>
            <a:endParaRPr lang="en-US" altLang="zh-CN"/>
          </a:p>
          <a:p>
            <a:pPr defTabSz="895350">
              <a:buSzPct val="120000"/>
            </a:pPr>
            <a:r>
              <a:rPr lang="en-US" altLang="zh-CN"/>
              <a:t>Unit of measure</a:t>
            </a:r>
            <a:endParaRPr lang="en-US" altLang="zh-CN" b="1"/>
          </a:p>
        </p:txBody>
      </p:sp>
      <p:sp>
        <p:nvSpPr>
          <p:cNvPr id="131077" name="Rectangle 4"/>
          <p:cNvSpPr>
            <a:spLocks noChangeArrowheads="1"/>
          </p:cNvSpPr>
          <p:nvPr/>
        </p:nvSpPr>
        <p:spPr bwMode="auto">
          <a:xfrm>
            <a:off x="5224463" y="827088"/>
            <a:ext cx="28638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r" defTabSz="895350">
              <a:buSzPct val="120000"/>
            </a:pPr>
            <a:r>
              <a:rPr lang="en-US" altLang="zh-CN" b="1"/>
              <a:t>Title</a:t>
            </a:r>
            <a:endParaRPr lang="en-US" altLang="zh-CN"/>
          </a:p>
          <a:p>
            <a:pPr algn="r" defTabSz="895350">
              <a:buSzPct val="120000"/>
            </a:pPr>
            <a:r>
              <a:rPr lang="en-US" altLang="zh-CN"/>
              <a:t>Unit of measure</a:t>
            </a:r>
            <a:endParaRPr lang="en-US" altLang="zh-CN" b="1"/>
          </a:p>
        </p:txBody>
      </p:sp>
      <p:sp>
        <p:nvSpPr>
          <p:cNvPr id="1310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DUAL COLUMN LINE</a:t>
            </a:r>
          </a:p>
        </p:txBody>
      </p:sp>
      <p:sp>
        <p:nvSpPr>
          <p:cNvPr id="13107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108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FEFD474-DBAD-49C7-9C9F-CB1ADA9090D8}" type="slidenum">
              <a:rPr lang="zh-CN" altLang="en-US" smtClean="0"/>
              <a:pPr defTabSz="895350"/>
              <a:t>126</a:t>
            </a:fld>
            <a:endParaRPr lang="en-US" altLang="zh-CN"/>
          </a:p>
        </p:txBody>
      </p:sp>
      <p:graphicFrame>
        <p:nvGraphicFramePr>
          <p:cNvPr id="132099" name="Object 2"/>
          <p:cNvGraphicFramePr>
            <a:graphicFrameLocks/>
          </p:cNvGraphicFramePr>
          <p:nvPr/>
        </p:nvGraphicFramePr>
        <p:xfrm>
          <a:off x="1277938" y="1174750"/>
          <a:ext cx="6945312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942226" imgH="5044680" progId="MSGraph.Chart.8">
                  <p:embed followColorScheme="full"/>
                </p:oleObj>
              </mc:Choice>
              <mc:Fallback>
                <p:oleObj name="Chart" r:id="rId3" imgW="6942226" imgH="5044680" progId="MSGraph.Chart.8">
                  <p:embed followColorScheme="full"/>
                  <p:pic>
                    <p:nvPicPr>
                      <p:cNvPr id="132099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77938" y="1174750"/>
                        <a:ext cx="6945312" cy="504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0" name="Rectangle 3"/>
          <p:cNvSpPr>
            <a:spLocks noChangeArrowheads="1"/>
          </p:cNvSpPr>
          <p:nvPr/>
        </p:nvSpPr>
        <p:spPr bwMode="auto">
          <a:xfrm>
            <a:off x="1450975" y="827088"/>
            <a:ext cx="28638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zh-CN" b="1"/>
              <a:t>Title</a:t>
            </a:r>
            <a:endParaRPr lang="en-US" altLang="zh-CN"/>
          </a:p>
          <a:p>
            <a:pPr defTabSz="895350">
              <a:buSzPct val="120000"/>
            </a:pPr>
            <a:r>
              <a:rPr lang="en-US" altLang="zh-CN"/>
              <a:t>Unit of measure</a:t>
            </a:r>
            <a:endParaRPr lang="en-US" altLang="zh-CN" b="1"/>
          </a:p>
        </p:txBody>
      </p:sp>
      <p:sp>
        <p:nvSpPr>
          <p:cNvPr id="132101" name="Rectangle 4"/>
          <p:cNvSpPr>
            <a:spLocks noChangeArrowheads="1"/>
          </p:cNvSpPr>
          <p:nvPr/>
        </p:nvSpPr>
        <p:spPr bwMode="auto">
          <a:xfrm>
            <a:off x="5148263" y="827088"/>
            <a:ext cx="28638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r" defTabSz="895350">
              <a:buSzPct val="120000"/>
            </a:pPr>
            <a:r>
              <a:rPr lang="en-US" altLang="zh-CN" b="1"/>
              <a:t>Title</a:t>
            </a:r>
            <a:endParaRPr lang="en-US" altLang="zh-CN"/>
          </a:p>
          <a:p>
            <a:pPr algn="r" defTabSz="895350">
              <a:buSzPct val="120000"/>
            </a:pPr>
            <a:r>
              <a:rPr lang="en-US" altLang="zh-CN"/>
              <a:t>Unit of measure</a:t>
            </a:r>
            <a:endParaRPr lang="en-US" altLang="zh-CN" b="1"/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DUAL LINE</a:t>
            </a:r>
          </a:p>
        </p:txBody>
      </p:sp>
      <p:sp>
        <p:nvSpPr>
          <p:cNvPr id="13210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210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F492F9A-DFD4-4E91-94A9-8C513F2F56AF}" type="slidenum">
              <a:rPr lang="zh-CN" altLang="en-US" smtClean="0"/>
              <a:pPr defTabSz="895350"/>
              <a:t>127</a:t>
            </a:fld>
            <a:endParaRPr lang="en-US" altLang="zh-CN"/>
          </a:p>
        </p:txBody>
      </p:sp>
      <p:graphicFrame>
        <p:nvGraphicFramePr>
          <p:cNvPr id="133123" name="Object 2"/>
          <p:cNvGraphicFramePr>
            <a:graphicFrameLocks/>
          </p:cNvGraphicFramePr>
          <p:nvPr/>
        </p:nvGraphicFramePr>
        <p:xfrm>
          <a:off x="1260475" y="1074738"/>
          <a:ext cx="6529388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530656" imgH="5060160" progId="MSGraph.Chart.8">
                  <p:embed followColorScheme="full"/>
                </p:oleObj>
              </mc:Choice>
              <mc:Fallback>
                <p:oleObj name="Chart" r:id="rId3" imgW="6530656" imgH="5060160" progId="MSGraph.Chart.8">
                  <p:embed followColorScheme="full"/>
                  <p:pic>
                    <p:nvPicPr>
                      <p:cNvPr id="133123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60475" y="1074738"/>
                        <a:ext cx="6529388" cy="504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4" name="Rectangle 3"/>
          <p:cNvSpPr>
            <a:spLocks noChangeArrowheads="1"/>
          </p:cNvSpPr>
          <p:nvPr/>
        </p:nvSpPr>
        <p:spPr bwMode="auto">
          <a:xfrm>
            <a:off x="7445375" y="1722438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1</a:t>
            </a:r>
          </a:p>
        </p:txBody>
      </p:sp>
      <p:sp>
        <p:nvSpPr>
          <p:cNvPr id="133125" name="Rectangle 4"/>
          <p:cNvSpPr>
            <a:spLocks noChangeArrowheads="1"/>
          </p:cNvSpPr>
          <p:nvPr/>
        </p:nvSpPr>
        <p:spPr bwMode="auto">
          <a:xfrm>
            <a:off x="7445375" y="3160713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2</a:t>
            </a:r>
          </a:p>
        </p:txBody>
      </p:sp>
      <p:sp>
        <p:nvSpPr>
          <p:cNvPr id="133126" name="Rectangle 5"/>
          <p:cNvSpPr>
            <a:spLocks noChangeArrowheads="1"/>
          </p:cNvSpPr>
          <p:nvPr/>
        </p:nvSpPr>
        <p:spPr bwMode="auto">
          <a:xfrm>
            <a:off x="7445375" y="38703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3</a:t>
            </a:r>
          </a:p>
        </p:txBody>
      </p:sp>
      <p:sp>
        <p:nvSpPr>
          <p:cNvPr id="133127" name="Rectangle 6"/>
          <p:cNvSpPr>
            <a:spLocks noChangeArrowheads="1"/>
          </p:cNvSpPr>
          <p:nvPr/>
        </p:nvSpPr>
        <p:spPr bwMode="auto">
          <a:xfrm>
            <a:off x="7445375" y="4187825"/>
            <a:ext cx="847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4</a:t>
            </a:r>
          </a:p>
        </p:txBody>
      </p:sp>
      <p:sp>
        <p:nvSpPr>
          <p:cNvPr id="13312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LINE</a:t>
            </a:r>
          </a:p>
        </p:txBody>
      </p:sp>
      <p:sp>
        <p:nvSpPr>
          <p:cNvPr id="13312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313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B070984-7F61-46D8-BCD1-54CE7A090FD9}" type="slidenum">
              <a:rPr lang="zh-CN" altLang="en-US" smtClean="0"/>
              <a:pPr defTabSz="895350"/>
              <a:t>128</a:t>
            </a:fld>
            <a:endParaRPr lang="en-US" altLang="zh-CN"/>
          </a:p>
        </p:txBody>
      </p:sp>
      <p:graphicFrame>
        <p:nvGraphicFramePr>
          <p:cNvPr id="134147" name="Object 2"/>
          <p:cNvGraphicFramePr>
            <a:graphicFrameLocks/>
          </p:cNvGraphicFramePr>
          <p:nvPr/>
        </p:nvGraphicFramePr>
        <p:xfrm>
          <a:off x="1228725" y="1192213"/>
          <a:ext cx="6457950" cy="444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454546" imgH="4450320" progId="MSGraph.Chart.8">
                  <p:embed followColorScheme="full"/>
                </p:oleObj>
              </mc:Choice>
              <mc:Fallback>
                <p:oleObj name="Chart" r:id="rId3" imgW="6454546" imgH="4450320" progId="MSGraph.Chart.8">
                  <p:embed followColorScheme="full"/>
                  <p:pic>
                    <p:nvPicPr>
                      <p:cNvPr id="134147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28725" y="1192213"/>
                        <a:ext cx="6457950" cy="4446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8" name="Rectangle 3"/>
          <p:cNvSpPr>
            <a:spLocks noChangeArrowheads="1"/>
          </p:cNvSpPr>
          <p:nvPr/>
        </p:nvSpPr>
        <p:spPr bwMode="auto">
          <a:xfrm>
            <a:off x="6430963" y="3049588"/>
            <a:ext cx="844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34149" name="Rectangle 4"/>
          <p:cNvSpPr>
            <a:spLocks noChangeArrowheads="1"/>
          </p:cNvSpPr>
          <p:nvPr/>
        </p:nvSpPr>
        <p:spPr bwMode="auto">
          <a:xfrm>
            <a:off x="3292475" y="5253038"/>
            <a:ext cx="844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34150" name="Rectangle 5"/>
          <p:cNvSpPr>
            <a:spLocks noChangeArrowheads="1"/>
          </p:cNvSpPr>
          <p:nvPr/>
        </p:nvSpPr>
        <p:spPr bwMode="auto">
          <a:xfrm>
            <a:off x="1819275" y="3571875"/>
            <a:ext cx="844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34151" name="Rectangle 6"/>
          <p:cNvSpPr>
            <a:spLocks noChangeArrowheads="1"/>
          </p:cNvSpPr>
          <p:nvPr/>
        </p:nvSpPr>
        <p:spPr bwMode="auto">
          <a:xfrm>
            <a:off x="2138363" y="2189163"/>
            <a:ext cx="844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34152" name="Rectangle 7"/>
          <p:cNvSpPr>
            <a:spLocks noChangeArrowheads="1"/>
          </p:cNvSpPr>
          <p:nvPr/>
        </p:nvSpPr>
        <p:spPr bwMode="auto">
          <a:xfrm>
            <a:off x="3314700" y="1328738"/>
            <a:ext cx="844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13415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PIE</a:t>
            </a:r>
          </a:p>
        </p:txBody>
      </p:sp>
      <p:sp>
        <p:nvSpPr>
          <p:cNvPr id="13415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415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B3D1924-EC07-4ED1-859D-4E4D0289D888}" type="slidenum">
              <a:rPr lang="zh-CN" altLang="en-US" smtClean="0"/>
              <a:pPr defTabSz="895350"/>
              <a:t>129</a:t>
            </a:fld>
            <a:endParaRPr lang="en-US" altLang="zh-CN"/>
          </a:p>
        </p:txBody>
      </p:sp>
      <p:graphicFrame>
        <p:nvGraphicFramePr>
          <p:cNvPr id="135171" name="Object 2"/>
          <p:cNvGraphicFramePr>
            <a:graphicFrameLocks/>
          </p:cNvGraphicFramePr>
          <p:nvPr/>
        </p:nvGraphicFramePr>
        <p:xfrm>
          <a:off x="-169863" y="2062163"/>
          <a:ext cx="4851401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854436" imgH="3048480" progId="MSGraph.Chart.8">
                  <p:embed followColorScheme="full"/>
                </p:oleObj>
              </mc:Choice>
              <mc:Fallback>
                <p:oleObj name="Chart" r:id="rId3" imgW="4854436" imgH="3048480" progId="MSGraph.Chart.8">
                  <p:embed followColorScheme="full"/>
                  <p:pic>
                    <p:nvPicPr>
                      <p:cNvPr id="135171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-169863" y="2062163"/>
                        <a:ext cx="4851401" cy="304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2" name="Object 3"/>
          <p:cNvGraphicFramePr>
            <a:graphicFrameLocks/>
          </p:cNvGraphicFramePr>
          <p:nvPr/>
        </p:nvGraphicFramePr>
        <p:xfrm>
          <a:off x="4354513" y="2062163"/>
          <a:ext cx="4851400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4854436" imgH="3048480" progId="MSGraph.Chart.8">
                  <p:embed followColorScheme="full"/>
                </p:oleObj>
              </mc:Choice>
              <mc:Fallback>
                <p:oleObj name="Chart" r:id="rId5" imgW="4854436" imgH="3048480" progId="MSGraph.Chart.8">
                  <p:embed followColorScheme="full"/>
                  <p:pic>
                    <p:nvPicPr>
                      <p:cNvPr id="135172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354513" y="2062163"/>
                        <a:ext cx="4851400" cy="304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Rectangle 4"/>
          <p:cNvSpPr>
            <a:spLocks noChangeArrowheads="1"/>
          </p:cNvSpPr>
          <p:nvPr/>
        </p:nvSpPr>
        <p:spPr bwMode="auto">
          <a:xfrm>
            <a:off x="184150" y="1368425"/>
            <a:ext cx="31480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5174" name="Rectangle 5"/>
          <p:cNvSpPr>
            <a:spLocks noChangeArrowheads="1"/>
          </p:cNvSpPr>
          <p:nvPr/>
        </p:nvSpPr>
        <p:spPr bwMode="auto">
          <a:xfrm>
            <a:off x="3743325" y="3290888"/>
            <a:ext cx="6746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35175" name="Rectangle 6"/>
          <p:cNvSpPr>
            <a:spLocks noChangeArrowheads="1"/>
          </p:cNvSpPr>
          <p:nvPr/>
        </p:nvSpPr>
        <p:spPr bwMode="auto">
          <a:xfrm>
            <a:off x="1298575" y="4953000"/>
            <a:ext cx="6746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35176" name="Rectangle 7"/>
          <p:cNvSpPr>
            <a:spLocks noChangeArrowheads="1"/>
          </p:cNvSpPr>
          <p:nvPr/>
        </p:nvSpPr>
        <p:spPr bwMode="auto">
          <a:xfrm>
            <a:off x="196850" y="3663950"/>
            <a:ext cx="6746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35177" name="Rectangle 8"/>
          <p:cNvSpPr>
            <a:spLocks noChangeArrowheads="1"/>
          </p:cNvSpPr>
          <p:nvPr/>
        </p:nvSpPr>
        <p:spPr bwMode="auto">
          <a:xfrm>
            <a:off x="438150" y="2617788"/>
            <a:ext cx="6746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35178" name="Rectangle 9"/>
          <p:cNvSpPr>
            <a:spLocks noChangeArrowheads="1"/>
          </p:cNvSpPr>
          <p:nvPr/>
        </p:nvSpPr>
        <p:spPr bwMode="auto">
          <a:xfrm>
            <a:off x="1411288" y="1965325"/>
            <a:ext cx="674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35179" name="Rectangle 10"/>
          <p:cNvSpPr>
            <a:spLocks noChangeArrowheads="1"/>
          </p:cNvSpPr>
          <p:nvPr/>
        </p:nvSpPr>
        <p:spPr bwMode="auto">
          <a:xfrm>
            <a:off x="4691063" y="1368425"/>
            <a:ext cx="31480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eaLnBrk="0" hangingPunct="0"/>
            <a:r>
              <a:rPr lang="en-US" altLang="zh-CN" b="1">
                <a:ea typeface="宋体" pitchFamily="2" charset="-122"/>
              </a:rPr>
              <a:t>Title</a:t>
            </a:r>
          </a:p>
          <a:p>
            <a:pPr eaLnBrk="0" hangingPunct="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5180" name="Rectangle 11"/>
          <p:cNvSpPr>
            <a:spLocks noChangeArrowheads="1"/>
          </p:cNvSpPr>
          <p:nvPr/>
        </p:nvSpPr>
        <p:spPr bwMode="auto">
          <a:xfrm>
            <a:off x="8250238" y="3290888"/>
            <a:ext cx="674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135181" name="Rectangle 12"/>
          <p:cNvSpPr>
            <a:spLocks noChangeArrowheads="1"/>
          </p:cNvSpPr>
          <p:nvPr/>
        </p:nvSpPr>
        <p:spPr bwMode="auto">
          <a:xfrm>
            <a:off x="5805488" y="4953000"/>
            <a:ext cx="674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2</a:t>
            </a:r>
          </a:p>
        </p:txBody>
      </p:sp>
      <p:sp>
        <p:nvSpPr>
          <p:cNvPr id="135182" name="Rectangle 13"/>
          <p:cNvSpPr>
            <a:spLocks noChangeArrowheads="1"/>
          </p:cNvSpPr>
          <p:nvPr/>
        </p:nvSpPr>
        <p:spPr bwMode="auto">
          <a:xfrm>
            <a:off x="4703763" y="3663950"/>
            <a:ext cx="674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3</a:t>
            </a:r>
          </a:p>
        </p:txBody>
      </p:sp>
      <p:sp>
        <p:nvSpPr>
          <p:cNvPr id="135183" name="Rectangle 14"/>
          <p:cNvSpPr>
            <a:spLocks noChangeArrowheads="1"/>
          </p:cNvSpPr>
          <p:nvPr/>
        </p:nvSpPr>
        <p:spPr bwMode="auto">
          <a:xfrm>
            <a:off x="4945063" y="2617788"/>
            <a:ext cx="674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4</a:t>
            </a:r>
          </a:p>
        </p:txBody>
      </p:sp>
      <p:sp>
        <p:nvSpPr>
          <p:cNvPr id="135184" name="Rectangle 15"/>
          <p:cNvSpPr>
            <a:spLocks noChangeArrowheads="1"/>
          </p:cNvSpPr>
          <p:nvPr/>
        </p:nvSpPr>
        <p:spPr bwMode="auto">
          <a:xfrm>
            <a:off x="5918200" y="1965325"/>
            <a:ext cx="6746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 5</a:t>
            </a:r>
          </a:p>
        </p:txBody>
      </p:sp>
      <p:sp>
        <p:nvSpPr>
          <p:cNvPr id="135185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PIE 2</a:t>
            </a:r>
          </a:p>
        </p:txBody>
      </p:sp>
      <p:sp>
        <p:nvSpPr>
          <p:cNvPr id="13518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518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C706B19-EFD7-44B7-AF2F-D94D2D083A4F}" type="slidenum">
              <a:rPr lang="zh-CN" altLang="en-US" smtClean="0"/>
              <a:pPr defTabSz="895350"/>
              <a:t>130</a:t>
            </a:fld>
            <a:endParaRPr lang="en-US" altLang="zh-CN"/>
          </a:p>
        </p:txBody>
      </p:sp>
      <p:graphicFrame>
        <p:nvGraphicFramePr>
          <p:cNvPr id="136195" name="Object 2"/>
          <p:cNvGraphicFramePr>
            <a:graphicFrameLocks/>
          </p:cNvGraphicFramePr>
          <p:nvPr/>
        </p:nvGraphicFramePr>
        <p:xfrm>
          <a:off x="1524000" y="1065213"/>
          <a:ext cx="6296025" cy="504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294391" imgH="5044680" progId="MSGraph.Chart.8">
                  <p:embed followColorScheme="full"/>
                </p:oleObj>
              </mc:Choice>
              <mc:Fallback>
                <p:oleObj name="Chart" r:id="rId4" imgW="6294391" imgH="5044680" progId="MSGraph.Chart.8">
                  <p:embed followColorScheme="full"/>
                  <p:pic>
                    <p:nvPicPr>
                      <p:cNvPr id="13619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524000" y="1065213"/>
                        <a:ext cx="6296025" cy="5041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RANGE HIGH LOW</a:t>
            </a:r>
          </a:p>
        </p:txBody>
      </p:sp>
      <p:sp>
        <p:nvSpPr>
          <p:cNvPr id="13619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619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64AF907-D5C9-426B-88E8-20986ABCAC50}" type="slidenum">
              <a:rPr lang="zh-CN" altLang="en-US" smtClean="0"/>
              <a:pPr defTabSz="895350"/>
              <a:t>131</a:t>
            </a:fld>
            <a:endParaRPr lang="en-US" altLang="zh-CN"/>
          </a:p>
        </p:txBody>
      </p:sp>
      <p:graphicFrame>
        <p:nvGraphicFramePr>
          <p:cNvPr id="137219" name="Object 2"/>
          <p:cNvGraphicFramePr>
            <a:graphicFrameLocks/>
          </p:cNvGraphicFramePr>
          <p:nvPr/>
        </p:nvGraphicFramePr>
        <p:xfrm>
          <a:off x="1577975" y="1235075"/>
          <a:ext cx="6342063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355374" imgH="4846817" progId="MSGraph.Chart.8">
                  <p:embed followColorScheme="full"/>
                </p:oleObj>
              </mc:Choice>
              <mc:Fallback>
                <p:oleObj name="Chart" r:id="rId4" imgW="6355374" imgH="4846817" progId="MSGraph.Chart.8">
                  <p:embed followColorScheme="full"/>
                  <p:pic>
                    <p:nvPicPr>
                      <p:cNvPr id="137219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577975" y="1235075"/>
                        <a:ext cx="6342063" cy="484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SCATTER X &amp; Y</a:t>
            </a:r>
          </a:p>
        </p:txBody>
      </p:sp>
      <p:sp>
        <p:nvSpPr>
          <p:cNvPr id="13722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722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BC1318A-3758-43BB-97EA-4D5E9B5DB991}" type="slidenum">
              <a:rPr lang="zh-CN" altLang="en-US" smtClean="0"/>
              <a:pPr defTabSz="895350"/>
              <a:t>132</a:t>
            </a:fld>
            <a:endParaRPr lang="en-US" altLang="zh-CN"/>
          </a:p>
        </p:txBody>
      </p:sp>
      <p:sp>
        <p:nvSpPr>
          <p:cNvPr id="138243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WATERFALL BAR</a:t>
            </a:r>
          </a:p>
        </p:txBody>
      </p:sp>
      <p:graphicFrame>
        <p:nvGraphicFramePr>
          <p:cNvPr id="138244" name="Object 3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590800" y="1824038"/>
          <a:ext cx="5040313" cy="376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5037316" imgH="3772440" progId="MSGraph.Chart.8">
                  <p:embed followColorScheme="full"/>
                </p:oleObj>
              </mc:Choice>
              <mc:Fallback>
                <p:oleObj name="Chart" r:id="rId10" imgW="5037316" imgH="3772440" progId="MSGraph.Chart.8">
                  <p:embed followColorScheme="full"/>
                  <p:pic>
                    <p:nvPicPr>
                      <p:cNvPr id="138244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90800" y="1824038"/>
                        <a:ext cx="5040313" cy="3768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5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9750" y="215582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1</a:t>
            </a:r>
          </a:p>
        </p:txBody>
      </p:sp>
      <p:sp>
        <p:nvSpPr>
          <p:cNvPr id="138246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9750" y="2836863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2</a:t>
            </a:r>
          </a:p>
        </p:txBody>
      </p:sp>
      <p:sp>
        <p:nvSpPr>
          <p:cNvPr id="138247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09750" y="3563938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3</a:t>
            </a:r>
          </a:p>
        </p:txBody>
      </p:sp>
      <p:sp>
        <p:nvSpPr>
          <p:cNvPr id="138248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09750" y="4289425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4</a:t>
            </a:r>
          </a:p>
        </p:txBody>
      </p:sp>
      <p:sp>
        <p:nvSpPr>
          <p:cNvPr id="138249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09750" y="5010150"/>
            <a:ext cx="673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5</a:t>
            </a:r>
          </a:p>
        </p:txBody>
      </p:sp>
      <p:sp>
        <p:nvSpPr>
          <p:cNvPr id="138250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blackWhite">
          <a:xfrm flipH="1">
            <a:off x="3846513" y="2484438"/>
            <a:ext cx="1587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3825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825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043F309-6558-4E16-AED8-7B4A65D7FEDE}" type="slidenum">
              <a:rPr lang="zh-CN" altLang="en-US" smtClean="0"/>
              <a:pPr defTabSz="895350"/>
              <a:t>133</a:t>
            </a:fld>
            <a:endParaRPr lang="en-US" altLang="zh-CN"/>
          </a:p>
        </p:txBody>
      </p:sp>
      <p:sp>
        <p:nvSpPr>
          <p:cNvPr id="13926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WATERFALL COLUMN</a:t>
            </a:r>
          </a:p>
        </p:txBody>
      </p:sp>
      <p:graphicFrame>
        <p:nvGraphicFramePr>
          <p:cNvPr id="139268" name="Object 3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065338" y="966788"/>
          <a:ext cx="4762500" cy="425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4762816" imgH="4259880" progId="MSGraph.Chart.8">
                  <p:embed followColorScheme="full"/>
                </p:oleObj>
              </mc:Choice>
              <mc:Fallback>
                <p:oleObj name="Chart" r:id="rId10" imgW="4762816" imgH="4259880" progId="MSGraph.Chart.8">
                  <p:embed followColorScheme="full"/>
                  <p:pic>
                    <p:nvPicPr>
                      <p:cNvPr id="139268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065338" y="966788"/>
                        <a:ext cx="4762500" cy="425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9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44725" y="5262563"/>
            <a:ext cx="671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1</a:t>
            </a:r>
          </a:p>
        </p:txBody>
      </p:sp>
      <p:sp>
        <p:nvSpPr>
          <p:cNvPr id="139270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84525" y="5262563"/>
            <a:ext cx="671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2</a:t>
            </a:r>
          </a:p>
        </p:txBody>
      </p:sp>
      <p:sp>
        <p:nvSpPr>
          <p:cNvPr id="139271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97338" y="5262563"/>
            <a:ext cx="671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3</a:t>
            </a:r>
          </a:p>
        </p:txBody>
      </p:sp>
      <p:sp>
        <p:nvSpPr>
          <p:cNvPr id="139272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999038" y="5262563"/>
            <a:ext cx="671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4</a:t>
            </a:r>
          </a:p>
        </p:txBody>
      </p:sp>
      <p:sp>
        <p:nvSpPr>
          <p:cNvPr id="139273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913438" y="5262563"/>
            <a:ext cx="671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Label 5</a:t>
            </a:r>
          </a:p>
        </p:txBody>
      </p:sp>
      <p:sp>
        <p:nvSpPr>
          <p:cNvPr id="139274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blackWhite">
          <a:xfrm>
            <a:off x="2895600" y="4251325"/>
            <a:ext cx="260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3927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3927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2640013" y="2701925"/>
            <a:ext cx="5027612" cy="369888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 Black" pitchFamily="34" charset="0"/>
              </a:rPr>
              <a:t>Powerpoint Template </a:t>
            </a:r>
          </a:p>
        </p:txBody>
      </p:sp>
      <p:sp>
        <p:nvSpPr>
          <p:cNvPr id="140291" name="Rectangle 4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/>
              <a:t>Named Objects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DBB8BFD-7916-4DD5-B5B3-E7FE82EB0847}" type="slidenum">
              <a:rPr lang="zh-CN" altLang="en-US" smtClean="0"/>
              <a:pPr defTabSz="895350"/>
              <a:t>135</a:t>
            </a:fld>
            <a:endParaRPr lang="en-US" altLang="zh-CN"/>
          </a:p>
        </p:txBody>
      </p:sp>
      <p:sp>
        <p:nvSpPr>
          <p:cNvPr id="141315" name="AutoShape 2"/>
          <p:cNvSpPr>
            <a:spLocks noChangeArrowheads="1"/>
          </p:cNvSpPr>
          <p:nvPr/>
        </p:nvSpPr>
        <p:spPr bwMode="auto">
          <a:xfrm rot="5400000">
            <a:off x="2050257" y="3280569"/>
            <a:ext cx="3030537" cy="38417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grpSp>
        <p:nvGrpSpPr>
          <p:cNvPr id="141316" name="Group 3"/>
          <p:cNvGrpSpPr>
            <a:grpSpLocks/>
          </p:cNvGrpSpPr>
          <p:nvPr/>
        </p:nvGrpSpPr>
        <p:grpSpPr bwMode="auto">
          <a:xfrm>
            <a:off x="5516563" y="1962150"/>
            <a:ext cx="1433512" cy="1408113"/>
            <a:chOff x="800" y="1205"/>
            <a:chExt cx="492" cy="498"/>
          </a:xfrm>
        </p:grpSpPr>
        <p:sp>
          <p:nvSpPr>
            <p:cNvPr id="141342" name="AutoShape 4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blackWhite">
            <a:xfrm>
              <a:off x="800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43" name="AutoShape 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 flipH="1">
              <a:off x="1094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44" name="AutoShape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blackWhite">
            <a:xfrm rot="5400000">
              <a:off x="950" y="1142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45" name="AutoShape 7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blackWhite">
            <a:xfrm rot="16200000" flipV="1">
              <a:off x="950" y="1454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</p:grpSp>
      <p:sp>
        <p:nvSpPr>
          <p:cNvPr id="141317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ARROWS</a:t>
            </a:r>
          </a:p>
        </p:txBody>
      </p:sp>
      <p:sp>
        <p:nvSpPr>
          <p:cNvPr id="141318" name="AutoShape 9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381000" y="3113088"/>
            <a:ext cx="509588" cy="715962"/>
          </a:xfrm>
          <a:prstGeom prst="rightArrow">
            <a:avLst>
              <a:gd name="adj1" fmla="val 54000"/>
              <a:gd name="adj2" fmla="val 533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6200" tIns="76200" rIns="0" bIns="0"/>
          <a:lstStyle/>
          <a:p>
            <a:pPr defTabSz="895350" eaLnBrk="0" hangingPunct="0">
              <a:buSzPct val="75000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41319" name="AutoShape 10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1133475" y="3113088"/>
            <a:ext cx="509588" cy="715962"/>
          </a:xfrm>
          <a:prstGeom prst="rightArrow">
            <a:avLst>
              <a:gd name="adj1" fmla="val 54000"/>
              <a:gd name="adj2" fmla="val 5338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6200" tIns="76200" rIns="0" bIns="0"/>
          <a:lstStyle/>
          <a:p>
            <a:pPr defTabSz="895350" eaLnBrk="0" hangingPunct="0">
              <a:buSzPct val="75000"/>
              <a:buFontTx/>
              <a:buChar char="–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41320" name="AutoShape 11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1885950" y="3113088"/>
            <a:ext cx="509588" cy="715962"/>
          </a:xfrm>
          <a:prstGeom prst="rightArrow">
            <a:avLst>
              <a:gd name="adj1" fmla="val 54000"/>
              <a:gd name="adj2" fmla="val 5338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6200" tIns="76200" rIns="0" bIns="0"/>
          <a:lstStyle/>
          <a:p>
            <a:pPr defTabSz="895350" eaLnBrk="0" hangingPunct="0">
              <a:buSzPct val="75000"/>
              <a:buFontTx/>
              <a:buChar char="–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41321" name="AutoShape 12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>
            <a:off x="2638425" y="3113088"/>
            <a:ext cx="509588" cy="715962"/>
          </a:xfrm>
          <a:prstGeom prst="rightArrow">
            <a:avLst>
              <a:gd name="adj1" fmla="val 54000"/>
              <a:gd name="adj2" fmla="val 5338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6200" tIns="76200" rIns="0" bIns="0"/>
          <a:lstStyle/>
          <a:p>
            <a:pPr defTabSz="895350" eaLnBrk="0" hangingPunct="0">
              <a:buSzPct val="75000"/>
              <a:buFontTx/>
              <a:buChar char="–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41322" name="AutoShape 13"/>
          <p:cNvSpPr>
            <a:spLocks noChangeArrowheads="1"/>
          </p:cNvSpPr>
          <p:nvPr/>
        </p:nvSpPr>
        <p:spPr bwMode="auto">
          <a:xfrm rot="5400000">
            <a:off x="2612232" y="3280569"/>
            <a:ext cx="3030537" cy="38417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41323" name="AutoShape 14"/>
          <p:cNvSpPr>
            <a:spLocks noChangeArrowheads="1"/>
          </p:cNvSpPr>
          <p:nvPr/>
        </p:nvSpPr>
        <p:spPr bwMode="auto">
          <a:xfrm rot="5400000">
            <a:off x="3142457" y="3278981"/>
            <a:ext cx="3030538" cy="38417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141324" name="AutoShape 15"/>
          <p:cNvSpPr>
            <a:spLocks noChangeArrowheads="1"/>
          </p:cNvSpPr>
          <p:nvPr/>
        </p:nvSpPr>
        <p:spPr bwMode="auto">
          <a:xfrm rot="5400000">
            <a:off x="3704432" y="3278981"/>
            <a:ext cx="3030538" cy="384175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lIns="0" tIns="0" rIns="0" bIns="0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grpSp>
        <p:nvGrpSpPr>
          <p:cNvPr id="141325" name="Group 16"/>
          <p:cNvGrpSpPr>
            <a:grpSpLocks/>
          </p:cNvGrpSpPr>
          <p:nvPr/>
        </p:nvGrpSpPr>
        <p:grpSpPr bwMode="auto">
          <a:xfrm>
            <a:off x="7292975" y="1941513"/>
            <a:ext cx="1433513" cy="1408112"/>
            <a:chOff x="800" y="1205"/>
            <a:chExt cx="492" cy="498"/>
          </a:xfrm>
        </p:grpSpPr>
        <p:sp>
          <p:nvSpPr>
            <p:cNvPr id="141338" name="AutoShape 17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800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9" name="AutoShape 1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 flipH="1">
              <a:off x="1094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40" name="AutoShape 1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 rot="5400000">
              <a:off x="950" y="1142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41" name="AutoShape 2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 rot="16200000" flipV="1">
              <a:off x="950" y="1454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</p:grpSp>
      <p:grpSp>
        <p:nvGrpSpPr>
          <p:cNvPr id="141326" name="Group 21"/>
          <p:cNvGrpSpPr>
            <a:grpSpLocks/>
          </p:cNvGrpSpPr>
          <p:nvPr/>
        </p:nvGrpSpPr>
        <p:grpSpPr bwMode="auto">
          <a:xfrm>
            <a:off x="5511800" y="3675063"/>
            <a:ext cx="1433513" cy="1408112"/>
            <a:chOff x="800" y="1205"/>
            <a:chExt cx="492" cy="498"/>
          </a:xfrm>
        </p:grpSpPr>
        <p:sp>
          <p:nvSpPr>
            <p:cNvPr id="141334" name="AutoShape 2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800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5" name="AutoShape 23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 flipH="1">
              <a:off x="1094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6" name="AutoShape 2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 rot="5400000">
              <a:off x="950" y="1142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7" name="AutoShape 2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 rot="16200000" flipV="1">
              <a:off x="950" y="1454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</p:grpSp>
      <p:grpSp>
        <p:nvGrpSpPr>
          <p:cNvPr id="141327" name="Group 26"/>
          <p:cNvGrpSpPr>
            <a:grpSpLocks/>
          </p:cNvGrpSpPr>
          <p:nvPr/>
        </p:nvGrpSpPr>
        <p:grpSpPr bwMode="auto">
          <a:xfrm>
            <a:off x="7288213" y="3654425"/>
            <a:ext cx="1433512" cy="1408113"/>
            <a:chOff x="800" y="1205"/>
            <a:chExt cx="492" cy="498"/>
          </a:xfrm>
        </p:grpSpPr>
        <p:sp>
          <p:nvSpPr>
            <p:cNvPr id="141330" name="AutoShape 2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800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1" name="AutoShape 2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 flipH="1">
              <a:off x="1094" y="1304"/>
              <a:ext cx="198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2" name="AutoShape 2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 rot="5400000">
              <a:off x="950" y="1142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  <p:sp>
          <p:nvSpPr>
            <p:cNvPr id="141333" name="AutoShape 3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 rot="16200000" flipV="1">
              <a:off x="950" y="1454"/>
              <a:ext cx="186" cy="312"/>
            </a:xfrm>
            <a:prstGeom prst="rightArrow">
              <a:avLst>
                <a:gd name="adj1" fmla="val 54000"/>
                <a:gd name="adj2" fmla="val 73171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lIns="45592" tIns="45592" rIns="0" bIns="0"/>
            <a:lstStyle/>
            <a:p>
              <a:pPr defTabSz="874713" eaLnBrk="0" hangingPunct="0"/>
              <a:endParaRPr lang="zh-CN" altLang="en-US" sz="1100">
                <a:ea typeface="宋体" pitchFamily="2" charset="-122"/>
              </a:endParaRPr>
            </a:p>
          </p:txBody>
        </p:sp>
      </p:grpSp>
      <p:sp>
        <p:nvSpPr>
          <p:cNvPr id="14132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132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 spd="med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954F95A-7090-42C3-82CB-9FB05CD51160}" type="slidenum">
              <a:rPr lang="zh-CN" altLang="en-US" smtClean="0"/>
              <a:pPr defTabSz="895350"/>
              <a:t>136</a:t>
            </a:fld>
            <a:endParaRPr lang="en-US" altLang="zh-CN"/>
          </a:p>
        </p:txBody>
      </p:sp>
      <p:sp>
        <p:nvSpPr>
          <p:cNvPr id="142339" name="Rectangle 10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MOONS</a:t>
            </a:r>
          </a:p>
        </p:txBody>
      </p:sp>
      <p:grpSp>
        <p:nvGrpSpPr>
          <p:cNvPr id="142340" name="Group 3"/>
          <p:cNvGrpSpPr>
            <a:grpSpLocks/>
          </p:cNvGrpSpPr>
          <p:nvPr/>
        </p:nvGrpSpPr>
        <p:grpSpPr bwMode="auto">
          <a:xfrm>
            <a:off x="1054100" y="2030413"/>
            <a:ext cx="414338" cy="2667000"/>
            <a:chOff x="664" y="1279"/>
            <a:chExt cx="261" cy="1680"/>
          </a:xfrm>
        </p:grpSpPr>
        <p:grpSp>
          <p:nvGrpSpPr>
            <p:cNvPr id="142424" name="Group 4"/>
            <p:cNvGrpSpPr>
              <a:grpSpLocks noChangeAspect="1"/>
            </p:cNvGrpSpPr>
            <p:nvPr>
              <p:custDataLst>
                <p:tags r:id="rId73"/>
              </p:custDataLst>
            </p:nvPr>
          </p:nvGrpSpPr>
          <p:grpSpPr bwMode="auto">
            <a:xfrm>
              <a:off x="664" y="1279"/>
              <a:ext cx="261" cy="261"/>
              <a:chOff x="575" y="1110"/>
              <a:chExt cx="261" cy="261"/>
            </a:xfrm>
          </p:grpSpPr>
          <p:sp>
            <p:nvSpPr>
              <p:cNvPr id="142437" name="Oval 5"/>
              <p:cNvSpPr>
                <a:spLocks noChangeAspect="1" noChangeArrowheads="1"/>
              </p:cNvSpPr>
              <p:nvPr>
                <p:custDataLst>
                  <p:tags r:id="rId86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38" name="Arc 6" hidden="1"/>
              <p:cNvSpPr>
                <a:spLocks noChangeAspect="1"/>
              </p:cNvSpPr>
              <p:nvPr>
                <p:custDataLst>
                  <p:tags r:id="rId87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25" name="Group 7"/>
            <p:cNvGrpSpPr>
              <a:grpSpLocks noChangeAspect="1"/>
            </p:cNvGrpSpPr>
            <p:nvPr>
              <p:custDataLst>
                <p:tags r:id="rId74"/>
              </p:custDataLst>
            </p:nvPr>
          </p:nvGrpSpPr>
          <p:grpSpPr bwMode="auto">
            <a:xfrm>
              <a:off x="664" y="1634"/>
              <a:ext cx="260" cy="260"/>
              <a:chOff x="1694" y="2044"/>
              <a:chExt cx="160" cy="160"/>
            </a:xfrm>
          </p:grpSpPr>
          <p:sp>
            <p:nvSpPr>
              <p:cNvPr id="142435" name="Oval 8"/>
              <p:cNvSpPr>
                <a:spLocks noChangeAspect="1" noChangeArrowheads="1"/>
              </p:cNvSpPr>
              <p:nvPr>
                <p:custDataLst>
                  <p:tags r:id="rId84"/>
                </p:custDataLst>
              </p:nvPr>
            </p:nvSpPr>
            <p:spPr bwMode="blackWhite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36" name="Arc 9"/>
              <p:cNvSpPr>
                <a:spLocks noChangeAspect="1"/>
              </p:cNvSpPr>
              <p:nvPr>
                <p:custDataLst>
                  <p:tags r:id="rId85"/>
                </p:custDataLst>
              </p:nvPr>
            </p:nvSpPr>
            <p:spPr bwMode="black">
              <a:xfrm>
                <a:off x="1774" y="2044"/>
                <a:ext cx="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26" name="Group 10"/>
            <p:cNvGrpSpPr>
              <a:grpSpLocks noChangeAspect="1"/>
            </p:cNvGrpSpPr>
            <p:nvPr>
              <p:custDataLst>
                <p:tags r:id="rId75"/>
              </p:custDataLst>
            </p:nvPr>
          </p:nvGrpSpPr>
          <p:grpSpPr bwMode="auto">
            <a:xfrm>
              <a:off x="664" y="1989"/>
              <a:ext cx="260" cy="261"/>
              <a:chOff x="575" y="1820"/>
              <a:chExt cx="260" cy="261"/>
            </a:xfrm>
          </p:grpSpPr>
          <p:sp>
            <p:nvSpPr>
              <p:cNvPr id="142433" name="Oval 11"/>
              <p:cNvSpPr>
                <a:spLocks noChangeAspect="1" noChangeArrowheads="1"/>
              </p:cNvSpPr>
              <p:nvPr>
                <p:custDataLst>
                  <p:tags r:id="rId82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34" name="Arc 12"/>
              <p:cNvSpPr>
                <a:spLocks noChangeAspect="1"/>
              </p:cNvSpPr>
              <p:nvPr>
                <p:custDataLst>
                  <p:tags r:id="rId83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27" name="Group 13"/>
            <p:cNvGrpSpPr>
              <a:grpSpLocks noChangeAspect="1"/>
            </p:cNvGrpSpPr>
            <p:nvPr>
              <p:custDataLst>
                <p:tags r:id="rId76"/>
              </p:custDataLst>
            </p:nvPr>
          </p:nvGrpSpPr>
          <p:grpSpPr bwMode="auto">
            <a:xfrm>
              <a:off x="664" y="2344"/>
              <a:ext cx="261" cy="261"/>
              <a:chOff x="575" y="2175"/>
              <a:chExt cx="261" cy="261"/>
            </a:xfrm>
          </p:grpSpPr>
          <p:sp>
            <p:nvSpPr>
              <p:cNvPr id="142431" name="Oval 14"/>
              <p:cNvSpPr>
                <a:spLocks noChangeAspect="1" noChangeArrowheads="1"/>
              </p:cNvSpPr>
              <p:nvPr>
                <p:custDataLst>
                  <p:tags r:id="rId80"/>
                </p:custDataLst>
              </p:nvPr>
            </p:nvSpPr>
            <p:spPr bwMode="blackWhite">
              <a:xfrm>
                <a:off x="575" y="2175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32" name="Arc 15"/>
              <p:cNvSpPr>
                <a:spLocks noChangeAspect="1"/>
              </p:cNvSpPr>
              <p:nvPr>
                <p:custDataLst>
                  <p:tags r:id="rId81"/>
                </p:custDataLst>
              </p:nvPr>
            </p:nvSpPr>
            <p:spPr bwMode="black">
              <a:xfrm>
                <a:off x="576" y="2176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28" name="Group 16"/>
            <p:cNvGrpSpPr>
              <a:grpSpLocks noChangeAspect="1"/>
            </p:cNvGrpSpPr>
            <p:nvPr>
              <p:custDataLst>
                <p:tags r:id="rId77"/>
              </p:custDataLst>
            </p:nvPr>
          </p:nvGrpSpPr>
          <p:grpSpPr bwMode="auto">
            <a:xfrm>
              <a:off x="664" y="2699"/>
              <a:ext cx="260" cy="260"/>
              <a:chOff x="575" y="2530"/>
              <a:chExt cx="260" cy="260"/>
            </a:xfrm>
          </p:grpSpPr>
          <p:sp>
            <p:nvSpPr>
              <p:cNvPr id="142429" name="Oval 17"/>
              <p:cNvSpPr>
                <a:spLocks noChangeAspect="1" noChangeArrowheads="1"/>
              </p:cNvSpPr>
              <p:nvPr>
                <p:custDataLst>
                  <p:tags r:id="rId78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30" name="Oval 18"/>
              <p:cNvSpPr>
                <a:spLocks noChangeAspect="1" noChangeArrowheads="1"/>
              </p:cNvSpPr>
              <p:nvPr>
                <p:custDataLst>
                  <p:tags r:id="rId79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142341" name="Group 19"/>
          <p:cNvGrpSpPr>
            <a:grpSpLocks/>
          </p:cNvGrpSpPr>
          <p:nvPr/>
        </p:nvGrpSpPr>
        <p:grpSpPr bwMode="auto">
          <a:xfrm>
            <a:off x="1898650" y="2057400"/>
            <a:ext cx="368300" cy="2368550"/>
            <a:chOff x="1196" y="1296"/>
            <a:chExt cx="232" cy="1492"/>
          </a:xfrm>
        </p:grpSpPr>
        <p:grpSp>
          <p:nvGrpSpPr>
            <p:cNvPr id="142409" name="Group 20"/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 bwMode="auto">
            <a:xfrm>
              <a:off x="1196" y="1296"/>
              <a:ext cx="232" cy="232"/>
              <a:chOff x="575" y="1110"/>
              <a:chExt cx="261" cy="261"/>
            </a:xfrm>
          </p:grpSpPr>
          <p:sp>
            <p:nvSpPr>
              <p:cNvPr id="142422" name="Oval 21"/>
              <p:cNvSpPr>
                <a:spLocks noChangeAspect="1" noChangeArrowheads="1"/>
              </p:cNvSpPr>
              <p:nvPr>
                <p:custDataLst>
                  <p:tags r:id="rId71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23" name="Arc 22" hidden="1"/>
              <p:cNvSpPr>
                <a:spLocks noChangeAspect="1"/>
              </p:cNvSpPr>
              <p:nvPr>
                <p:custDataLst>
                  <p:tags r:id="rId72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10" name="Group 23"/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 bwMode="auto">
            <a:xfrm>
              <a:off x="1196" y="1611"/>
              <a:ext cx="231" cy="231"/>
              <a:chOff x="1694" y="2044"/>
              <a:chExt cx="160" cy="160"/>
            </a:xfrm>
          </p:grpSpPr>
          <p:sp>
            <p:nvSpPr>
              <p:cNvPr id="142420" name="Oval 24"/>
              <p:cNvSpPr>
                <a:spLocks noChangeAspect="1" noChangeArrowheads="1"/>
              </p:cNvSpPr>
              <p:nvPr>
                <p:custDataLst>
                  <p:tags r:id="rId69"/>
                </p:custDataLst>
              </p:nvPr>
            </p:nvSpPr>
            <p:spPr bwMode="blackWhite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21" name="Arc 25"/>
              <p:cNvSpPr>
                <a:spLocks noChangeAspect="1"/>
              </p:cNvSpPr>
              <p:nvPr>
                <p:custDataLst>
                  <p:tags r:id="rId70"/>
                </p:custDataLst>
              </p:nvPr>
            </p:nvSpPr>
            <p:spPr bwMode="black">
              <a:xfrm>
                <a:off x="1774" y="2044"/>
                <a:ext cx="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11" name="Group 26"/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 bwMode="auto">
            <a:xfrm>
              <a:off x="1196" y="1927"/>
              <a:ext cx="231" cy="231"/>
              <a:chOff x="575" y="1820"/>
              <a:chExt cx="260" cy="261"/>
            </a:xfrm>
          </p:grpSpPr>
          <p:sp>
            <p:nvSpPr>
              <p:cNvPr id="142418" name="Oval 27"/>
              <p:cNvSpPr>
                <a:spLocks noChangeAspect="1" noChangeArrowheads="1"/>
              </p:cNvSpPr>
              <p:nvPr>
                <p:custDataLst>
                  <p:tags r:id="rId67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19" name="Arc 28"/>
              <p:cNvSpPr>
                <a:spLocks noChangeAspect="1"/>
              </p:cNvSpPr>
              <p:nvPr>
                <p:custDataLst>
                  <p:tags r:id="rId68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12" name="Group 29"/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 bwMode="auto">
            <a:xfrm>
              <a:off x="1196" y="2242"/>
              <a:ext cx="232" cy="232"/>
              <a:chOff x="575" y="2175"/>
              <a:chExt cx="261" cy="261"/>
            </a:xfrm>
          </p:grpSpPr>
          <p:sp>
            <p:nvSpPr>
              <p:cNvPr id="142416" name="Oval 30"/>
              <p:cNvSpPr>
                <a:spLocks noChangeAspect="1" noChangeArrowheads="1"/>
              </p:cNvSpPr>
              <p:nvPr>
                <p:custDataLst>
                  <p:tags r:id="rId65"/>
                </p:custDataLst>
              </p:nvPr>
            </p:nvSpPr>
            <p:spPr bwMode="blackWhite">
              <a:xfrm>
                <a:off x="575" y="2175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17" name="Arc 31"/>
              <p:cNvSpPr>
                <a:spLocks noChangeAspect="1"/>
              </p:cNvSpPr>
              <p:nvPr>
                <p:custDataLst>
                  <p:tags r:id="rId66"/>
                </p:custDataLst>
              </p:nvPr>
            </p:nvSpPr>
            <p:spPr bwMode="black">
              <a:xfrm>
                <a:off x="576" y="2176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413" name="Group 32"/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 bwMode="auto">
            <a:xfrm>
              <a:off x="1196" y="2557"/>
              <a:ext cx="231" cy="231"/>
              <a:chOff x="575" y="2530"/>
              <a:chExt cx="260" cy="260"/>
            </a:xfrm>
          </p:grpSpPr>
          <p:sp>
            <p:nvSpPr>
              <p:cNvPr id="142414" name="Oval 33"/>
              <p:cNvSpPr>
                <a:spLocks noChangeAspect="1" noChangeArrowheads="1"/>
              </p:cNvSpPr>
              <p:nvPr>
                <p:custDataLst>
                  <p:tags r:id="rId63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15" name="Oval 34"/>
              <p:cNvSpPr>
                <a:spLocks noChangeAspect="1" noChangeArrowheads="1"/>
              </p:cNvSpPr>
              <p:nvPr>
                <p:custDataLst>
                  <p:tags r:id="rId64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142342" name="Group 35"/>
          <p:cNvGrpSpPr>
            <a:grpSpLocks/>
          </p:cNvGrpSpPr>
          <p:nvPr/>
        </p:nvGrpSpPr>
        <p:grpSpPr bwMode="auto">
          <a:xfrm>
            <a:off x="2743200" y="2084388"/>
            <a:ext cx="311150" cy="2005012"/>
            <a:chOff x="1728" y="1313"/>
            <a:chExt cx="196" cy="1263"/>
          </a:xfrm>
        </p:grpSpPr>
        <p:grpSp>
          <p:nvGrpSpPr>
            <p:cNvPr id="142394" name="Group 36"/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 bwMode="auto">
            <a:xfrm>
              <a:off x="1728" y="1313"/>
              <a:ext cx="196" cy="196"/>
              <a:chOff x="575" y="1110"/>
              <a:chExt cx="261" cy="261"/>
            </a:xfrm>
          </p:grpSpPr>
          <p:sp>
            <p:nvSpPr>
              <p:cNvPr id="142407" name="Oval 37"/>
              <p:cNvSpPr>
                <a:spLocks noChangeAspect="1" noChangeArrowheads="1"/>
              </p:cNvSpPr>
              <p:nvPr>
                <p:custDataLst>
                  <p:tags r:id="rId56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08" name="Arc 38" hidden="1"/>
              <p:cNvSpPr>
                <a:spLocks noChangeAspect="1"/>
              </p:cNvSpPr>
              <p:nvPr>
                <p:custDataLst>
                  <p:tags r:id="rId57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95" name="Group 39"/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 bwMode="auto">
            <a:xfrm>
              <a:off x="1728" y="1580"/>
              <a:ext cx="195" cy="195"/>
              <a:chOff x="1694" y="2044"/>
              <a:chExt cx="160" cy="160"/>
            </a:xfrm>
          </p:grpSpPr>
          <p:sp>
            <p:nvSpPr>
              <p:cNvPr id="142405" name="Oval 40"/>
              <p:cNvSpPr>
                <a:spLocks noChangeAspect="1" noChangeArrowheads="1"/>
              </p:cNvSpPr>
              <p:nvPr>
                <p:custDataLst>
                  <p:tags r:id="rId54"/>
                </p:custDataLst>
              </p:nvPr>
            </p:nvSpPr>
            <p:spPr bwMode="blackWhite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06" name="Arc 41"/>
              <p:cNvSpPr>
                <a:spLocks noChangeAspect="1"/>
              </p:cNvSpPr>
              <p:nvPr>
                <p:custDataLst>
                  <p:tags r:id="rId55"/>
                </p:custDataLst>
              </p:nvPr>
            </p:nvSpPr>
            <p:spPr bwMode="black">
              <a:xfrm>
                <a:off x="1774" y="2044"/>
                <a:ext cx="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96" name="Group 42"/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 bwMode="auto">
            <a:xfrm>
              <a:off x="1728" y="1847"/>
              <a:ext cx="195" cy="196"/>
              <a:chOff x="575" y="1820"/>
              <a:chExt cx="260" cy="261"/>
            </a:xfrm>
          </p:grpSpPr>
          <p:sp>
            <p:nvSpPr>
              <p:cNvPr id="142403" name="Oval 43"/>
              <p:cNvSpPr>
                <a:spLocks noChangeAspect="1" noChangeArrowheads="1"/>
              </p:cNvSpPr>
              <p:nvPr>
                <p:custDataLst>
                  <p:tags r:id="rId52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04" name="Arc 44"/>
              <p:cNvSpPr>
                <a:spLocks noChangeAspect="1"/>
              </p:cNvSpPr>
              <p:nvPr>
                <p:custDataLst>
                  <p:tags r:id="rId53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97" name="Group 45"/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 bwMode="auto">
            <a:xfrm>
              <a:off x="1728" y="2114"/>
              <a:ext cx="196" cy="196"/>
              <a:chOff x="575" y="2175"/>
              <a:chExt cx="261" cy="261"/>
            </a:xfrm>
          </p:grpSpPr>
          <p:sp>
            <p:nvSpPr>
              <p:cNvPr id="142401" name="Oval 46"/>
              <p:cNvSpPr>
                <a:spLocks noChangeAspect="1" noChangeArrowheads="1"/>
              </p:cNvSpPr>
              <p:nvPr>
                <p:custDataLst>
                  <p:tags r:id="rId50"/>
                </p:custDataLst>
              </p:nvPr>
            </p:nvSpPr>
            <p:spPr bwMode="blackWhite">
              <a:xfrm>
                <a:off x="575" y="2175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02" name="Arc 47"/>
              <p:cNvSpPr>
                <a:spLocks noChangeAspect="1"/>
              </p:cNvSpPr>
              <p:nvPr>
                <p:custDataLst>
                  <p:tags r:id="rId51"/>
                </p:custDataLst>
              </p:nvPr>
            </p:nvSpPr>
            <p:spPr bwMode="black">
              <a:xfrm>
                <a:off x="576" y="2176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98" name="Group 48"/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 bwMode="auto">
            <a:xfrm>
              <a:off x="1728" y="2381"/>
              <a:ext cx="195" cy="195"/>
              <a:chOff x="575" y="2530"/>
              <a:chExt cx="260" cy="260"/>
            </a:xfrm>
          </p:grpSpPr>
          <p:sp>
            <p:nvSpPr>
              <p:cNvPr id="142399" name="Oval 49"/>
              <p:cNvSpPr>
                <a:spLocks noChangeAspect="1" noChangeArrowheads="1"/>
              </p:cNvSpPr>
              <p:nvPr>
                <p:custDataLst>
                  <p:tags r:id="rId48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400" name="Oval 50"/>
              <p:cNvSpPr>
                <a:spLocks noChangeAspect="1" noChangeArrowheads="1"/>
              </p:cNvSpPr>
              <p:nvPr>
                <p:custDataLst>
                  <p:tags r:id="rId49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142343" name="Group 51"/>
          <p:cNvGrpSpPr>
            <a:grpSpLocks/>
          </p:cNvGrpSpPr>
          <p:nvPr/>
        </p:nvGrpSpPr>
        <p:grpSpPr bwMode="auto">
          <a:xfrm>
            <a:off x="3587750" y="2111375"/>
            <a:ext cx="260350" cy="1681163"/>
            <a:chOff x="2260" y="1330"/>
            <a:chExt cx="164" cy="1059"/>
          </a:xfrm>
        </p:grpSpPr>
        <p:grpSp>
          <p:nvGrpSpPr>
            <p:cNvPr id="142379" name="Group 52"/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 bwMode="auto">
            <a:xfrm>
              <a:off x="2260" y="1330"/>
              <a:ext cx="164" cy="165"/>
              <a:chOff x="575" y="1110"/>
              <a:chExt cx="261" cy="261"/>
            </a:xfrm>
          </p:grpSpPr>
          <p:sp>
            <p:nvSpPr>
              <p:cNvPr id="142392" name="Oval 53"/>
              <p:cNvSpPr>
                <a:spLocks noChangeAspect="1" noChangeArrowheads="1"/>
              </p:cNvSpPr>
              <p:nvPr>
                <p:custDataLst>
                  <p:tags r:id="rId41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93" name="Arc 54" hidden="1"/>
              <p:cNvSpPr>
                <a:spLocks noChangeAspect="1"/>
              </p:cNvSpPr>
              <p:nvPr>
                <p:custDataLst>
                  <p:tags r:id="rId42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80" name="Group 55"/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 bwMode="auto">
            <a:xfrm>
              <a:off x="2260" y="1554"/>
              <a:ext cx="163" cy="164"/>
              <a:chOff x="1694" y="2044"/>
              <a:chExt cx="160" cy="160"/>
            </a:xfrm>
          </p:grpSpPr>
          <p:sp>
            <p:nvSpPr>
              <p:cNvPr id="142390" name="Oval 56"/>
              <p:cNvSpPr>
                <a:spLocks noChangeAspect="1" noChangeArrowheads="1"/>
              </p:cNvSpPr>
              <p:nvPr>
                <p:custDataLst>
                  <p:tags r:id="rId39"/>
                </p:custDataLst>
              </p:nvPr>
            </p:nvSpPr>
            <p:spPr bwMode="blackWhite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91" name="Arc 57"/>
              <p:cNvSpPr>
                <a:spLocks noChangeAspect="1"/>
              </p:cNvSpPr>
              <p:nvPr>
                <p:custDataLst>
                  <p:tags r:id="rId40"/>
                </p:custDataLst>
              </p:nvPr>
            </p:nvSpPr>
            <p:spPr bwMode="black">
              <a:xfrm>
                <a:off x="1774" y="2044"/>
                <a:ext cx="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81" name="Group 58"/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 bwMode="auto">
            <a:xfrm>
              <a:off x="2260" y="1778"/>
              <a:ext cx="163" cy="164"/>
              <a:chOff x="575" y="1820"/>
              <a:chExt cx="260" cy="261"/>
            </a:xfrm>
          </p:grpSpPr>
          <p:sp>
            <p:nvSpPr>
              <p:cNvPr id="142388" name="Oval 59"/>
              <p:cNvSpPr>
                <a:spLocks noChangeAspect="1" noChangeArrowheads="1"/>
              </p:cNvSpPr>
              <p:nvPr>
                <p:custDataLst>
                  <p:tags r:id="rId37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89" name="Arc 60"/>
              <p:cNvSpPr>
                <a:spLocks noChangeAspect="1"/>
              </p:cNvSpPr>
              <p:nvPr>
                <p:custDataLst>
                  <p:tags r:id="rId38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82" name="Group 6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2260" y="2001"/>
              <a:ext cx="164" cy="165"/>
              <a:chOff x="575" y="2175"/>
              <a:chExt cx="261" cy="261"/>
            </a:xfrm>
          </p:grpSpPr>
          <p:sp>
            <p:nvSpPr>
              <p:cNvPr id="142386" name="Oval 62"/>
              <p:cNvSpPr>
                <a:spLocks noChangeAspect="1" noChangeArrowheads="1"/>
              </p:cNvSpPr>
              <p:nvPr>
                <p:custDataLst>
                  <p:tags r:id="rId35"/>
                </p:custDataLst>
              </p:nvPr>
            </p:nvSpPr>
            <p:spPr bwMode="blackWhite">
              <a:xfrm>
                <a:off x="575" y="2175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87" name="Arc 63"/>
              <p:cNvSpPr>
                <a:spLocks noChangeAspect="1"/>
              </p:cNvSpPr>
              <p:nvPr>
                <p:custDataLst>
                  <p:tags r:id="rId36"/>
                </p:custDataLst>
              </p:nvPr>
            </p:nvSpPr>
            <p:spPr bwMode="black">
              <a:xfrm>
                <a:off x="576" y="2176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83" name="Group 64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2260" y="2225"/>
              <a:ext cx="163" cy="164"/>
              <a:chOff x="575" y="2530"/>
              <a:chExt cx="260" cy="260"/>
            </a:xfrm>
          </p:grpSpPr>
          <p:sp>
            <p:nvSpPr>
              <p:cNvPr id="142384" name="Oval 65"/>
              <p:cNvSpPr>
                <a:spLocks noChangeAspect="1" noChangeArrowheads="1"/>
              </p:cNvSpPr>
              <p:nvPr>
                <p:custDataLst>
                  <p:tags r:id="rId33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85" name="Oval 66"/>
              <p:cNvSpPr>
                <a:spLocks noChangeAspect="1" noChangeArrowheads="1"/>
              </p:cNvSpPr>
              <p:nvPr>
                <p:custDataLst>
                  <p:tags r:id="rId34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142344" name="Group 67"/>
          <p:cNvGrpSpPr>
            <a:grpSpLocks/>
          </p:cNvGrpSpPr>
          <p:nvPr/>
        </p:nvGrpSpPr>
        <p:grpSpPr bwMode="auto">
          <a:xfrm>
            <a:off x="7227888" y="287338"/>
            <a:ext cx="1730375" cy="860425"/>
            <a:chOff x="4553" y="181"/>
            <a:chExt cx="1090" cy="542"/>
          </a:xfrm>
        </p:grpSpPr>
        <p:sp>
          <p:nvSpPr>
            <p:cNvPr id="142369" name="Rectangle 68"/>
            <p:cNvSpPr>
              <a:spLocks noChangeArrowheads="1"/>
            </p:cNvSpPr>
            <p:nvPr/>
          </p:nvSpPr>
          <p:spPr bwMode="auto">
            <a:xfrm>
              <a:off x="4799" y="181"/>
              <a:ext cx="844" cy="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Legend</a:t>
              </a:r>
            </a:p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Legend</a:t>
              </a:r>
            </a:p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Legend</a:t>
              </a:r>
            </a:p>
          </p:txBody>
        </p:sp>
        <p:grpSp>
          <p:nvGrpSpPr>
            <p:cNvPr id="142370" name="Group 69"/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 bwMode="auto">
            <a:xfrm>
              <a:off x="4553" y="184"/>
              <a:ext cx="164" cy="165"/>
              <a:chOff x="575" y="1110"/>
              <a:chExt cx="261" cy="261"/>
            </a:xfrm>
          </p:grpSpPr>
          <p:sp>
            <p:nvSpPr>
              <p:cNvPr id="142377" name="Oval 70"/>
              <p:cNvSpPr>
                <a:spLocks noChangeAspect="1" noChangeArrowheads="1"/>
              </p:cNvSpPr>
              <p:nvPr>
                <p:custDataLst>
                  <p:tags r:id="rId26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78" name="Arc 71" hidden="1"/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71" name="Group 72"/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 bwMode="auto">
            <a:xfrm>
              <a:off x="4553" y="370"/>
              <a:ext cx="163" cy="164"/>
              <a:chOff x="575" y="1820"/>
              <a:chExt cx="260" cy="261"/>
            </a:xfrm>
          </p:grpSpPr>
          <p:sp>
            <p:nvSpPr>
              <p:cNvPr id="142375" name="Oval 73"/>
              <p:cNvSpPr>
                <a:spLocks noChangeAspect="1" noChangeArrowheads="1"/>
              </p:cNvSpPr>
              <p:nvPr>
                <p:custDataLst>
                  <p:tags r:id="rId24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76" name="Arc 74"/>
              <p:cNvSpPr>
                <a:spLocks noChangeAspect="1"/>
              </p:cNvSpPr>
              <p:nvPr>
                <p:custDataLst>
                  <p:tags r:id="rId25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72" name="Group 75"/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 bwMode="auto">
            <a:xfrm>
              <a:off x="4553" y="559"/>
              <a:ext cx="163" cy="164"/>
              <a:chOff x="575" y="2530"/>
              <a:chExt cx="260" cy="260"/>
            </a:xfrm>
          </p:grpSpPr>
          <p:sp>
            <p:nvSpPr>
              <p:cNvPr id="142373" name="Oval 76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74" name="Oval 77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142345" name="Group 78"/>
          <p:cNvGrpSpPr>
            <a:grpSpLocks/>
          </p:cNvGrpSpPr>
          <p:nvPr/>
        </p:nvGrpSpPr>
        <p:grpSpPr bwMode="auto">
          <a:xfrm>
            <a:off x="5195888" y="1903413"/>
            <a:ext cx="1730375" cy="860425"/>
            <a:chOff x="3273" y="1199"/>
            <a:chExt cx="1090" cy="542"/>
          </a:xfrm>
        </p:grpSpPr>
        <p:sp>
          <p:nvSpPr>
            <p:cNvPr id="142359" name="Rectangle 79"/>
            <p:cNvSpPr>
              <a:spLocks noChangeArrowheads="1"/>
            </p:cNvSpPr>
            <p:nvPr/>
          </p:nvSpPr>
          <p:spPr bwMode="auto">
            <a:xfrm>
              <a:off x="3519" y="1199"/>
              <a:ext cx="844" cy="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Low</a:t>
              </a:r>
            </a:p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Medium</a:t>
              </a:r>
            </a:p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High</a:t>
              </a:r>
            </a:p>
          </p:txBody>
        </p:sp>
        <p:grpSp>
          <p:nvGrpSpPr>
            <p:cNvPr id="142360" name="Group 80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3273" y="1202"/>
              <a:ext cx="164" cy="165"/>
              <a:chOff x="575" y="1110"/>
              <a:chExt cx="261" cy="261"/>
            </a:xfrm>
          </p:grpSpPr>
          <p:sp>
            <p:nvSpPr>
              <p:cNvPr id="142367" name="Oval 81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68" name="Arc 82" hidden="1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61" name="Group 8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3273" y="1388"/>
              <a:ext cx="163" cy="164"/>
              <a:chOff x="575" y="1820"/>
              <a:chExt cx="260" cy="261"/>
            </a:xfrm>
          </p:grpSpPr>
          <p:sp>
            <p:nvSpPr>
              <p:cNvPr id="142365" name="Oval 84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66" name="Arc 85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62" name="Group 86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3273" y="1577"/>
              <a:ext cx="163" cy="164"/>
              <a:chOff x="575" y="2530"/>
              <a:chExt cx="260" cy="260"/>
            </a:xfrm>
          </p:grpSpPr>
          <p:sp>
            <p:nvSpPr>
              <p:cNvPr id="142363" name="Oval 87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64" name="Oval 88"/>
              <p:cNvSpPr>
                <a:spLocks noChangeAspect="1" noChangeArrowheads="1"/>
              </p:cNvSpPr>
              <p:nvPr>
                <p:custDataLst>
                  <p:tags r:id="rId14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142346" name="Group 89"/>
          <p:cNvGrpSpPr>
            <a:grpSpLocks/>
          </p:cNvGrpSpPr>
          <p:nvPr/>
        </p:nvGrpSpPr>
        <p:grpSpPr bwMode="auto">
          <a:xfrm>
            <a:off x="5186363" y="3162300"/>
            <a:ext cx="1730375" cy="860425"/>
            <a:chOff x="3267" y="1992"/>
            <a:chExt cx="1090" cy="542"/>
          </a:xfrm>
        </p:grpSpPr>
        <p:sp>
          <p:nvSpPr>
            <p:cNvPr id="142349" name="Rectangle 90"/>
            <p:cNvSpPr>
              <a:spLocks noChangeArrowheads="1"/>
            </p:cNvSpPr>
            <p:nvPr/>
          </p:nvSpPr>
          <p:spPr bwMode="auto">
            <a:xfrm>
              <a:off x="3513" y="1992"/>
              <a:ext cx="844" cy="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Low</a:t>
              </a:r>
            </a:p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Medium</a:t>
              </a:r>
            </a:p>
            <a:p>
              <a:pPr defTabSz="874713" eaLnBrk="0" hangingPunct="0">
                <a:spcAft>
                  <a:spcPts val="438"/>
                </a:spcAft>
              </a:pPr>
              <a:r>
                <a:rPr lang="en-US" altLang="zh-CN">
                  <a:ea typeface="宋体" pitchFamily="2" charset="-122"/>
                </a:rPr>
                <a:t>High</a:t>
              </a:r>
            </a:p>
          </p:txBody>
        </p:sp>
        <p:grpSp>
          <p:nvGrpSpPr>
            <p:cNvPr id="142350" name="Group 91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 bwMode="auto">
            <a:xfrm>
              <a:off x="3267" y="1995"/>
              <a:ext cx="164" cy="165"/>
              <a:chOff x="575" y="1110"/>
              <a:chExt cx="261" cy="261"/>
            </a:xfrm>
          </p:grpSpPr>
          <p:sp>
            <p:nvSpPr>
              <p:cNvPr id="142357" name="Oval 92"/>
              <p:cNvSpPr>
                <a:spLocks noChangeAspect="1" noChangeArrowheads="1"/>
              </p:cNvSpPr>
              <p:nvPr>
                <p:custDataLst>
                  <p:tags r:id="rId8"/>
                </p:custDataLst>
              </p:nvPr>
            </p:nvSpPr>
            <p:spPr bwMode="blackWhite">
              <a:xfrm>
                <a:off x="575" y="111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58" name="Arc 93" hidden="1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 bwMode="black">
              <a:xfrm>
                <a:off x="576" y="1111"/>
                <a:ext cx="260" cy="26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51" name="Group 94"/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 bwMode="auto">
            <a:xfrm>
              <a:off x="3267" y="2181"/>
              <a:ext cx="163" cy="164"/>
              <a:chOff x="575" y="1820"/>
              <a:chExt cx="260" cy="261"/>
            </a:xfrm>
          </p:grpSpPr>
          <p:sp>
            <p:nvSpPr>
              <p:cNvPr id="142355" name="Oval 95"/>
              <p:cNvSpPr>
                <a:spLocks noChangeAspect="1" noChangeArrowheads="1"/>
              </p:cNvSpPr>
              <p:nvPr>
                <p:custDataLst>
                  <p:tags r:id="rId6"/>
                </p:custDataLst>
              </p:nvPr>
            </p:nvSpPr>
            <p:spPr bwMode="blackWhite">
              <a:xfrm>
                <a:off x="575" y="182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56" name="Arc 96"/>
              <p:cNvSpPr>
                <a:spLocks noChangeAspect="1"/>
              </p:cNvSpPr>
              <p:nvPr>
                <p:custDataLst>
                  <p:tags r:id="rId7"/>
                </p:custDataLst>
              </p:nvPr>
            </p:nvSpPr>
            <p:spPr bwMode="black">
              <a:xfrm>
                <a:off x="705" y="1821"/>
                <a:ext cx="130" cy="260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42352" name="Group 97"/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 bwMode="auto">
            <a:xfrm>
              <a:off x="3267" y="2370"/>
              <a:ext cx="163" cy="164"/>
              <a:chOff x="575" y="2530"/>
              <a:chExt cx="260" cy="260"/>
            </a:xfrm>
          </p:grpSpPr>
          <p:sp>
            <p:nvSpPr>
              <p:cNvPr id="142353" name="Oval 98"/>
              <p:cNvSpPr>
                <a:spLocks noChangeAspect="1" noChangeArrowheads="1"/>
              </p:cNvSpPr>
              <p:nvPr>
                <p:custDataLst>
                  <p:tags r:id="rId4"/>
                </p:custDataLst>
              </p:nvPr>
            </p:nvSpPr>
            <p:spPr bwMode="blackWhite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42354" name="Oval 99"/>
              <p:cNvSpPr>
                <a:spLocks noChangeAspect="1" noChangeArrowheads="1"/>
              </p:cNvSpPr>
              <p:nvPr>
                <p:custDataLst>
                  <p:tags r:id="rId5"/>
                </p:custDataLst>
              </p:nvPr>
            </p:nvSpPr>
            <p:spPr bwMode="black">
              <a:xfrm>
                <a:off x="575" y="2530"/>
                <a:ext cx="260" cy="260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>
                  <a:ea typeface="宋体" pitchFamily="2" charset="-122"/>
                </a:endParaRPr>
              </a:p>
            </p:txBody>
          </p:sp>
        </p:grpSp>
      </p:grpSp>
      <p:sp>
        <p:nvSpPr>
          <p:cNvPr id="14234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234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 spd="med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18C3A87-2112-4D37-947A-E731CD4EB66F}" type="slidenum">
              <a:rPr lang="zh-CN" altLang="en-US" smtClean="0"/>
              <a:pPr defTabSz="895350"/>
              <a:t>137</a:t>
            </a:fld>
            <a:endParaRPr lang="en-US" altLang="zh-CN"/>
          </a:p>
        </p:txBody>
      </p:sp>
      <p:sp>
        <p:nvSpPr>
          <p:cNvPr id="143363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STICKER</a:t>
            </a:r>
          </a:p>
        </p:txBody>
      </p:sp>
      <p:grpSp>
        <p:nvGrpSpPr>
          <p:cNvPr id="143364" name="Group 3"/>
          <p:cNvGrpSpPr>
            <a:grpSpLocks/>
          </p:cNvGrpSpPr>
          <p:nvPr/>
        </p:nvGrpSpPr>
        <p:grpSpPr bwMode="auto">
          <a:xfrm>
            <a:off x="3789363" y="2054225"/>
            <a:ext cx="1419225" cy="314325"/>
            <a:chOff x="2387" y="1294"/>
            <a:chExt cx="894" cy="198"/>
          </a:xfrm>
        </p:grpSpPr>
        <p:sp>
          <p:nvSpPr>
            <p:cNvPr id="143407" name="Rectangle 4"/>
            <p:cNvSpPr>
              <a:spLocks noChangeArrowheads="1"/>
            </p:cNvSpPr>
            <p:nvPr/>
          </p:nvSpPr>
          <p:spPr bwMode="auto">
            <a:xfrm>
              <a:off x="2387" y="1316"/>
              <a:ext cx="89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ILLUSTRATIVE</a:t>
              </a:r>
            </a:p>
          </p:txBody>
        </p:sp>
        <p:grpSp>
          <p:nvGrpSpPr>
            <p:cNvPr id="143408" name="Group 5"/>
            <p:cNvGrpSpPr>
              <a:grpSpLocks/>
            </p:cNvGrpSpPr>
            <p:nvPr/>
          </p:nvGrpSpPr>
          <p:grpSpPr bwMode="auto">
            <a:xfrm>
              <a:off x="2387" y="1294"/>
              <a:ext cx="888" cy="198"/>
              <a:chOff x="432" y="1280"/>
              <a:chExt cx="495" cy="99"/>
            </a:xfrm>
          </p:grpSpPr>
          <p:sp>
            <p:nvSpPr>
              <p:cNvPr id="143409" name="Line 6"/>
              <p:cNvSpPr>
                <a:spLocks noChangeShapeType="1"/>
              </p:cNvSpPr>
              <p:nvPr/>
            </p:nvSpPr>
            <p:spPr bwMode="auto">
              <a:xfrm>
                <a:off x="432" y="1280"/>
                <a:ext cx="4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410" name="Line 7"/>
              <p:cNvSpPr>
                <a:spLocks noChangeShapeType="1"/>
              </p:cNvSpPr>
              <p:nvPr/>
            </p:nvSpPr>
            <p:spPr bwMode="auto">
              <a:xfrm>
                <a:off x="432" y="1379"/>
                <a:ext cx="4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65" name="Group 8"/>
          <p:cNvGrpSpPr>
            <a:grpSpLocks/>
          </p:cNvGrpSpPr>
          <p:nvPr/>
        </p:nvGrpSpPr>
        <p:grpSpPr bwMode="auto">
          <a:xfrm>
            <a:off x="3783013" y="2505075"/>
            <a:ext cx="1487487" cy="273050"/>
            <a:chOff x="1477" y="1591"/>
            <a:chExt cx="937" cy="172"/>
          </a:xfrm>
        </p:grpSpPr>
        <p:sp>
          <p:nvSpPr>
            <p:cNvPr id="143403" name="Rectangle 9"/>
            <p:cNvSpPr>
              <a:spLocks noChangeArrowheads="1"/>
            </p:cNvSpPr>
            <p:nvPr/>
          </p:nvSpPr>
          <p:spPr bwMode="auto">
            <a:xfrm>
              <a:off x="1477" y="1601"/>
              <a:ext cx="93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CONFIDENTIAL</a:t>
              </a:r>
            </a:p>
          </p:txBody>
        </p:sp>
        <p:grpSp>
          <p:nvGrpSpPr>
            <p:cNvPr id="143404" name="Group 10"/>
            <p:cNvGrpSpPr>
              <a:grpSpLocks/>
            </p:cNvGrpSpPr>
            <p:nvPr/>
          </p:nvGrpSpPr>
          <p:grpSpPr bwMode="auto">
            <a:xfrm>
              <a:off x="1480" y="1591"/>
              <a:ext cx="928" cy="172"/>
              <a:chOff x="435" y="1601"/>
              <a:chExt cx="510" cy="99"/>
            </a:xfrm>
          </p:grpSpPr>
          <p:sp>
            <p:nvSpPr>
              <p:cNvPr id="143405" name="Line 11"/>
              <p:cNvSpPr>
                <a:spLocks noChangeShapeType="1"/>
              </p:cNvSpPr>
              <p:nvPr/>
            </p:nvSpPr>
            <p:spPr bwMode="auto">
              <a:xfrm>
                <a:off x="435" y="1601"/>
                <a:ext cx="5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406" name="Line 12"/>
              <p:cNvSpPr>
                <a:spLocks noChangeShapeType="1"/>
              </p:cNvSpPr>
              <p:nvPr/>
            </p:nvSpPr>
            <p:spPr bwMode="auto">
              <a:xfrm>
                <a:off x="435" y="1700"/>
                <a:ext cx="5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66" name="Group 13"/>
          <p:cNvGrpSpPr>
            <a:grpSpLocks/>
          </p:cNvGrpSpPr>
          <p:nvPr/>
        </p:nvGrpSpPr>
        <p:grpSpPr bwMode="auto">
          <a:xfrm>
            <a:off x="3802063" y="3654425"/>
            <a:ext cx="1014412" cy="287338"/>
            <a:chOff x="2395" y="2302"/>
            <a:chExt cx="639" cy="181"/>
          </a:xfrm>
        </p:grpSpPr>
        <p:sp>
          <p:nvSpPr>
            <p:cNvPr id="143399" name="Rectangle 14"/>
            <p:cNvSpPr>
              <a:spLocks noChangeArrowheads="1"/>
            </p:cNvSpPr>
            <p:nvPr/>
          </p:nvSpPr>
          <p:spPr bwMode="auto">
            <a:xfrm>
              <a:off x="2395" y="2311"/>
              <a:ext cx="63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ESTIMATE</a:t>
              </a:r>
            </a:p>
          </p:txBody>
        </p:sp>
        <p:grpSp>
          <p:nvGrpSpPr>
            <p:cNvPr id="143400" name="Group 15"/>
            <p:cNvGrpSpPr>
              <a:grpSpLocks/>
            </p:cNvGrpSpPr>
            <p:nvPr/>
          </p:nvGrpSpPr>
          <p:grpSpPr bwMode="auto">
            <a:xfrm>
              <a:off x="2395" y="2302"/>
              <a:ext cx="623" cy="181"/>
              <a:chOff x="432" y="2946"/>
              <a:chExt cx="354" cy="99"/>
            </a:xfrm>
          </p:grpSpPr>
          <p:sp>
            <p:nvSpPr>
              <p:cNvPr id="143401" name="Line 16"/>
              <p:cNvSpPr>
                <a:spLocks noChangeShapeType="1"/>
              </p:cNvSpPr>
              <p:nvPr/>
            </p:nvSpPr>
            <p:spPr bwMode="auto">
              <a:xfrm>
                <a:off x="432" y="2946"/>
                <a:ext cx="3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402" name="Line 17"/>
              <p:cNvSpPr>
                <a:spLocks noChangeShapeType="1"/>
              </p:cNvSpPr>
              <p:nvPr/>
            </p:nvSpPr>
            <p:spPr bwMode="auto">
              <a:xfrm>
                <a:off x="432" y="3045"/>
                <a:ext cx="3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67" name="Group 18"/>
          <p:cNvGrpSpPr>
            <a:grpSpLocks/>
          </p:cNvGrpSpPr>
          <p:nvPr/>
        </p:nvGrpSpPr>
        <p:grpSpPr bwMode="auto">
          <a:xfrm>
            <a:off x="3802063" y="4062413"/>
            <a:ext cx="957262" cy="292100"/>
            <a:chOff x="1489" y="2572"/>
            <a:chExt cx="603" cy="184"/>
          </a:xfrm>
        </p:grpSpPr>
        <p:sp>
          <p:nvSpPr>
            <p:cNvPr id="143395" name="Rectangle 19"/>
            <p:cNvSpPr>
              <a:spLocks noChangeArrowheads="1"/>
            </p:cNvSpPr>
            <p:nvPr/>
          </p:nvSpPr>
          <p:spPr bwMode="auto">
            <a:xfrm>
              <a:off x="1489" y="2582"/>
              <a:ext cx="60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EXAMPLE</a:t>
              </a:r>
            </a:p>
          </p:txBody>
        </p:sp>
        <p:grpSp>
          <p:nvGrpSpPr>
            <p:cNvPr id="143396" name="Group 20"/>
            <p:cNvGrpSpPr>
              <a:grpSpLocks/>
            </p:cNvGrpSpPr>
            <p:nvPr/>
          </p:nvGrpSpPr>
          <p:grpSpPr bwMode="auto">
            <a:xfrm>
              <a:off x="1489" y="2572"/>
              <a:ext cx="590" cy="184"/>
              <a:chOff x="432" y="3108"/>
              <a:chExt cx="339" cy="99"/>
            </a:xfrm>
          </p:grpSpPr>
          <p:sp>
            <p:nvSpPr>
              <p:cNvPr id="143397" name="Line 21"/>
              <p:cNvSpPr>
                <a:spLocks noChangeShapeType="1"/>
              </p:cNvSpPr>
              <p:nvPr/>
            </p:nvSpPr>
            <p:spPr bwMode="auto">
              <a:xfrm>
                <a:off x="432" y="3108"/>
                <a:ext cx="33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398" name="Line 22"/>
              <p:cNvSpPr>
                <a:spLocks noChangeShapeType="1"/>
              </p:cNvSpPr>
              <p:nvPr/>
            </p:nvSpPr>
            <p:spPr bwMode="auto">
              <a:xfrm>
                <a:off x="432" y="3207"/>
                <a:ext cx="33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68" name="Group 23"/>
          <p:cNvGrpSpPr>
            <a:grpSpLocks/>
          </p:cNvGrpSpPr>
          <p:nvPr/>
        </p:nvGrpSpPr>
        <p:grpSpPr bwMode="auto">
          <a:xfrm>
            <a:off x="3814763" y="4464050"/>
            <a:ext cx="2371725" cy="287338"/>
            <a:chOff x="1497" y="2825"/>
            <a:chExt cx="1494" cy="181"/>
          </a:xfrm>
        </p:grpSpPr>
        <p:sp>
          <p:nvSpPr>
            <p:cNvPr id="143391" name="Rectangle 24"/>
            <p:cNvSpPr>
              <a:spLocks noChangeArrowheads="1"/>
            </p:cNvSpPr>
            <p:nvPr/>
          </p:nvSpPr>
          <p:spPr bwMode="auto">
            <a:xfrm>
              <a:off x="1497" y="2835"/>
              <a:ext cx="14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FOR DISCUSSION ONLY</a:t>
              </a:r>
            </a:p>
          </p:txBody>
        </p:sp>
        <p:grpSp>
          <p:nvGrpSpPr>
            <p:cNvPr id="143392" name="Group 25"/>
            <p:cNvGrpSpPr>
              <a:grpSpLocks/>
            </p:cNvGrpSpPr>
            <p:nvPr/>
          </p:nvGrpSpPr>
          <p:grpSpPr bwMode="auto">
            <a:xfrm>
              <a:off x="1497" y="2825"/>
              <a:ext cx="1494" cy="181"/>
              <a:chOff x="432" y="3264"/>
              <a:chExt cx="813" cy="99"/>
            </a:xfrm>
          </p:grpSpPr>
          <p:sp>
            <p:nvSpPr>
              <p:cNvPr id="143393" name="Line 26"/>
              <p:cNvSpPr>
                <a:spLocks noChangeShapeType="1"/>
              </p:cNvSpPr>
              <p:nvPr/>
            </p:nvSpPr>
            <p:spPr bwMode="auto">
              <a:xfrm>
                <a:off x="432" y="3264"/>
                <a:ext cx="8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394" name="Line 27"/>
              <p:cNvSpPr>
                <a:spLocks noChangeShapeType="1"/>
              </p:cNvSpPr>
              <p:nvPr/>
            </p:nvSpPr>
            <p:spPr bwMode="auto">
              <a:xfrm>
                <a:off x="432" y="3363"/>
                <a:ext cx="8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69" name="Group 28"/>
          <p:cNvGrpSpPr>
            <a:grpSpLocks/>
          </p:cNvGrpSpPr>
          <p:nvPr/>
        </p:nvGrpSpPr>
        <p:grpSpPr bwMode="auto">
          <a:xfrm>
            <a:off x="3846513" y="4943475"/>
            <a:ext cx="1747837" cy="298450"/>
            <a:chOff x="1517" y="3127"/>
            <a:chExt cx="1101" cy="188"/>
          </a:xfrm>
        </p:grpSpPr>
        <p:sp>
          <p:nvSpPr>
            <p:cNvPr id="143387" name="Rectangle 29"/>
            <p:cNvSpPr>
              <a:spLocks noChangeArrowheads="1"/>
            </p:cNvSpPr>
            <p:nvPr/>
          </p:nvSpPr>
          <p:spPr bwMode="auto">
            <a:xfrm>
              <a:off x="1517" y="3138"/>
              <a:ext cx="110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FOR DISCUSSION</a:t>
              </a:r>
            </a:p>
          </p:txBody>
        </p:sp>
        <p:grpSp>
          <p:nvGrpSpPr>
            <p:cNvPr id="143388" name="Group 30"/>
            <p:cNvGrpSpPr>
              <a:grpSpLocks/>
            </p:cNvGrpSpPr>
            <p:nvPr/>
          </p:nvGrpSpPr>
          <p:grpSpPr bwMode="auto">
            <a:xfrm>
              <a:off x="1517" y="3127"/>
              <a:ext cx="1099" cy="188"/>
              <a:chOff x="432" y="3419"/>
              <a:chExt cx="606" cy="99"/>
            </a:xfrm>
          </p:grpSpPr>
          <p:sp>
            <p:nvSpPr>
              <p:cNvPr id="143389" name="Line 31"/>
              <p:cNvSpPr>
                <a:spLocks noChangeShapeType="1"/>
              </p:cNvSpPr>
              <p:nvPr/>
            </p:nvSpPr>
            <p:spPr bwMode="auto">
              <a:xfrm>
                <a:off x="432" y="3419"/>
                <a:ext cx="6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390" name="Line 32"/>
              <p:cNvSpPr>
                <a:spLocks noChangeShapeType="1"/>
              </p:cNvSpPr>
              <p:nvPr/>
            </p:nvSpPr>
            <p:spPr bwMode="auto">
              <a:xfrm>
                <a:off x="432" y="3518"/>
                <a:ext cx="6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70" name="Group 33"/>
          <p:cNvGrpSpPr>
            <a:grpSpLocks/>
          </p:cNvGrpSpPr>
          <p:nvPr/>
        </p:nvGrpSpPr>
        <p:grpSpPr bwMode="auto">
          <a:xfrm>
            <a:off x="3802063" y="2924175"/>
            <a:ext cx="1381125" cy="282575"/>
            <a:chOff x="1489" y="1855"/>
            <a:chExt cx="870" cy="178"/>
          </a:xfrm>
        </p:grpSpPr>
        <p:sp>
          <p:nvSpPr>
            <p:cNvPr id="143383" name="Rectangle 34"/>
            <p:cNvSpPr>
              <a:spLocks noChangeArrowheads="1"/>
            </p:cNvSpPr>
            <p:nvPr/>
          </p:nvSpPr>
          <p:spPr bwMode="auto">
            <a:xfrm>
              <a:off x="1489" y="1864"/>
              <a:ext cx="86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PRELIMINARY</a:t>
              </a:r>
            </a:p>
          </p:txBody>
        </p:sp>
        <p:grpSp>
          <p:nvGrpSpPr>
            <p:cNvPr id="143384" name="Group 35"/>
            <p:cNvGrpSpPr>
              <a:grpSpLocks/>
            </p:cNvGrpSpPr>
            <p:nvPr/>
          </p:nvGrpSpPr>
          <p:grpSpPr bwMode="auto">
            <a:xfrm>
              <a:off x="1489" y="1855"/>
              <a:ext cx="870" cy="178"/>
              <a:chOff x="1338" y="2110"/>
              <a:chExt cx="486" cy="99"/>
            </a:xfrm>
          </p:grpSpPr>
          <p:sp>
            <p:nvSpPr>
              <p:cNvPr id="143385" name="Line 36"/>
              <p:cNvSpPr>
                <a:spLocks noChangeShapeType="1"/>
              </p:cNvSpPr>
              <p:nvPr/>
            </p:nvSpPr>
            <p:spPr bwMode="auto">
              <a:xfrm>
                <a:off x="1338" y="2110"/>
                <a:ext cx="4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386" name="Line 37"/>
              <p:cNvSpPr>
                <a:spLocks noChangeShapeType="1"/>
              </p:cNvSpPr>
              <p:nvPr/>
            </p:nvSpPr>
            <p:spPr bwMode="auto">
              <a:xfrm>
                <a:off x="1338" y="2209"/>
                <a:ext cx="4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71" name="Group 38"/>
          <p:cNvGrpSpPr>
            <a:grpSpLocks/>
          </p:cNvGrpSpPr>
          <p:nvPr/>
        </p:nvGrpSpPr>
        <p:grpSpPr bwMode="auto">
          <a:xfrm>
            <a:off x="3802063" y="3295650"/>
            <a:ext cx="687387" cy="282575"/>
            <a:chOff x="1489" y="2089"/>
            <a:chExt cx="433" cy="174"/>
          </a:xfrm>
        </p:grpSpPr>
        <p:sp>
          <p:nvSpPr>
            <p:cNvPr id="143379" name="Rectangle 39"/>
            <p:cNvSpPr>
              <a:spLocks noChangeArrowheads="1"/>
            </p:cNvSpPr>
            <p:nvPr/>
          </p:nvSpPr>
          <p:spPr bwMode="auto">
            <a:xfrm>
              <a:off x="1489" y="2098"/>
              <a:ext cx="42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DRAFT</a:t>
              </a:r>
            </a:p>
          </p:txBody>
        </p:sp>
        <p:grpSp>
          <p:nvGrpSpPr>
            <p:cNvPr id="143380" name="Group 40"/>
            <p:cNvGrpSpPr>
              <a:grpSpLocks/>
            </p:cNvGrpSpPr>
            <p:nvPr/>
          </p:nvGrpSpPr>
          <p:grpSpPr bwMode="auto">
            <a:xfrm>
              <a:off x="1489" y="2089"/>
              <a:ext cx="433" cy="174"/>
              <a:chOff x="432" y="1984"/>
              <a:chExt cx="248" cy="99"/>
            </a:xfrm>
          </p:grpSpPr>
          <p:sp>
            <p:nvSpPr>
              <p:cNvPr id="143381" name="Line 41"/>
              <p:cNvSpPr>
                <a:spLocks noChangeShapeType="1"/>
              </p:cNvSpPr>
              <p:nvPr/>
            </p:nvSpPr>
            <p:spPr bwMode="auto">
              <a:xfrm>
                <a:off x="432" y="1984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382" name="Line 42"/>
              <p:cNvSpPr>
                <a:spLocks noChangeShapeType="1"/>
              </p:cNvSpPr>
              <p:nvPr/>
            </p:nvSpPr>
            <p:spPr bwMode="auto">
              <a:xfrm>
                <a:off x="432" y="2083"/>
                <a:ext cx="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3372" name="Group 43"/>
          <p:cNvGrpSpPr>
            <a:grpSpLocks/>
          </p:cNvGrpSpPr>
          <p:nvPr/>
        </p:nvGrpSpPr>
        <p:grpSpPr bwMode="auto">
          <a:xfrm>
            <a:off x="7875588" y="230188"/>
            <a:ext cx="877887" cy="284162"/>
            <a:chOff x="4621" y="145"/>
            <a:chExt cx="553" cy="179"/>
          </a:xfrm>
        </p:grpSpPr>
        <p:sp>
          <p:nvSpPr>
            <p:cNvPr id="143375" name="Rectangle 44"/>
            <p:cNvSpPr>
              <a:spLocks noChangeArrowheads="1"/>
            </p:cNvSpPr>
            <p:nvPr/>
          </p:nvSpPr>
          <p:spPr bwMode="auto">
            <a:xfrm>
              <a:off x="4621" y="167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STICKER</a:t>
              </a:r>
            </a:p>
          </p:txBody>
        </p:sp>
        <p:grpSp>
          <p:nvGrpSpPr>
            <p:cNvPr id="143376" name="Group 45"/>
            <p:cNvGrpSpPr>
              <a:grpSpLocks/>
            </p:cNvGrpSpPr>
            <p:nvPr/>
          </p:nvGrpSpPr>
          <p:grpSpPr bwMode="auto">
            <a:xfrm>
              <a:off x="4621" y="145"/>
              <a:ext cx="553" cy="179"/>
              <a:chOff x="432" y="1280"/>
              <a:chExt cx="495" cy="99"/>
            </a:xfrm>
          </p:grpSpPr>
          <p:sp>
            <p:nvSpPr>
              <p:cNvPr id="143377" name="Line 46"/>
              <p:cNvSpPr>
                <a:spLocks noChangeShapeType="1"/>
              </p:cNvSpPr>
              <p:nvPr/>
            </p:nvSpPr>
            <p:spPr bwMode="auto">
              <a:xfrm>
                <a:off x="432" y="1280"/>
                <a:ext cx="4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3378" name="Line 47"/>
              <p:cNvSpPr>
                <a:spLocks noChangeShapeType="1"/>
              </p:cNvSpPr>
              <p:nvPr/>
            </p:nvSpPr>
            <p:spPr bwMode="auto">
              <a:xfrm>
                <a:off x="432" y="1379"/>
                <a:ext cx="4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14337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337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 spd="med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702FEDE-DCFE-48E0-9E34-037F68A14C02}" type="slidenum">
              <a:rPr lang="zh-CN" altLang="en-US" smtClean="0"/>
              <a:pPr defTabSz="895350"/>
              <a:t>138</a:t>
            </a:fld>
            <a:endParaRPr lang="en-US" altLang="zh-CN"/>
          </a:p>
        </p:txBody>
      </p:sp>
      <p:sp>
        <p:nvSpPr>
          <p:cNvPr id="144387" name="Rectangle 8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STICKER  OTHER</a:t>
            </a:r>
          </a:p>
        </p:txBody>
      </p:sp>
      <p:grpSp>
        <p:nvGrpSpPr>
          <p:cNvPr id="144388" name="Group 3"/>
          <p:cNvGrpSpPr>
            <a:grpSpLocks/>
          </p:cNvGrpSpPr>
          <p:nvPr/>
        </p:nvGrpSpPr>
        <p:grpSpPr bwMode="auto">
          <a:xfrm>
            <a:off x="3643313" y="3548063"/>
            <a:ext cx="2005012" cy="514350"/>
            <a:chOff x="2559" y="2206"/>
            <a:chExt cx="1263" cy="324"/>
          </a:xfrm>
        </p:grpSpPr>
        <p:sp>
          <p:nvSpPr>
            <p:cNvPr id="144466" name="Rectangle 4"/>
            <p:cNvSpPr>
              <a:spLocks noChangeArrowheads="1"/>
            </p:cNvSpPr>
            <p:nvPr/>
          </p:nvSpPr>
          <p:spPr bwMode="auto">
            <a:xfrm>
              <a:off x="2559" y="2212"/>
              <a:ext cx="125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 defTabSz="804863" eaLnBrk="0" hangingPunct="0"/>
              <a:r>
                <a:rPr lang="en-US" altLang="zh-CN">
                  <a:ea typeface="宋体" pitchFamily="2" charset="-122"/>
                </a:rPr>
                <a:t>CONFIDENTIAL</a:t>
              </a:r>
            </a:p>
            <a:p>
              <a:pPr algn="ctr" defTabSz="804863" eaLnBrk="0" hangingPunct="0"/>
              <a:r>
                <a:rPr lang="en-US" altLang="zh-CN">
                  <a:ea typeface="宋体" pitchFamily="2" charset="-122"/>
                </a:rPr>
                <a:t>DISCUSSION DRAFT</a:t>
              </a:r>
            </a:p>
          </p:txBody>
        </p:sp>
        <p:grpSp>
          <p:nvGrpSpPr>
            <p:cNvPr id="144467" name="Group 5"/>
            <p:cNvGrpSpPr>
              <a:grpSpLocks/>
            </p:cNvGrpSpPr>
            <p:nvPr/>
          </p:nvGrpSpPr>
          <p:grpSpPr bwMode="auto">
            <a:xfrm>
              <a:off x="2570" y="2206"/>
              <a:ext cx="1252" cy="324"/>
              <a:chOff x="435" y="1757"/>
              <a:chExt cx="696" cy="186"/>
            </a:xfrm>
          </p:grpSpPr>
          <p:sp>
            <p:nvSpPr>
              <p:cNvPr id="144468" name="Line 6"/>
              <p:cNvSpPr>
                <a:spLocks noChangeShapeType="1"/>
              </p:cNvSpPr>
              <p:nvPr/>
            </p:nvSpPr>
            <p:spPr bwMode="auto">
              <a:xfrm>
                <a:off x="435" y="1757"/>
                <a:ext cx="6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69" name="Line 7"/>
              <p:cNvSpPr>
                <a:spLocks noChangeShapeType="1"/>
              </p:cNvSpPr>
              <p:nvPr/>
            </p:nvSpPr>
            <p:spPr bwMode="auto">
              <a:xfrm>
                <a:off x="435" y="1943"/>
                <a:ext cx="6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89" name="Group 8"/>
          <p:cNvGrpSpPr>
            <a:grpSpLocks/>
          </p:cNvGrpSpPr>
          <p:nvPr/>
        </p:nvGrpSpPr>
        <p:grpSpPr bwMode="auto">
          <a:xfrm>
            <a:off x="3643313" y="4265613"/>
            <a:ext cx="1841500" cy="522287"/>
            <a:chOff x="2908" y="2435"/>
            <a:chExt cx="1160" cy="329"/>
          </a:xfrm>
        </p:grpSpPr>
        <p:sp>
          <p:nvSpPr>
            <p:cNvPr id="144462" name="Rectangle 9"/>
            <p:cNvSpPr>
              <a:spLocks noChangeArrowheads="1"/>
            </p:cNvSpPr>
            <p:nvPr/>
          </p:nvSpPr>
          <p:spPr bwMode="auto">
            <a:xfrm>
              <a:off x="2908" y="2444"/>
              <a:ext cx="116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804863" eaLnBrk="0" hangingPunct="0"/>
              <a:r>
                <a:rPr lang="en-US" altLang="zh-CN">
                  <a:ea typeface="宋体" pitchFamily="2" charset="-122"/>
                </a:rPr>
                <a:t>DISGUISED CLIENT EXAMPLE</a:t>
              </a:r>
            </a:p>
          </p:txBody>
        </p:sp>
        <p:grpSp>
          <p:nvGrpSpPr>
            <p:cNvPr id="144463" name="Group 10"/>
            <p:cNvGrpSpPr>
              <a:grpSpLocks/>
            </p:cNvGrpSpPr>
            <p:nvPr/>
          </p:nvGrpSpPr>
          <p:grpSpPr bwMode="auto">
            <a:xfrm>
              <a:off x="2934" y="2435"/>
              <a:ext cx="1101" cy="329"/>
              <a:chOff x="442" y="2274"/>
              <a:chExt cx="597" cy="186"/>
            </a:xfrm>
          </p:grpSpPr>
          <p:sp>
            <p:nvSpPr>
              <p:cNvPr id="144464" name="Line 11"/>
              <p:cNvSpPr>
                <a:spLocks noChangeShapeType="1"/>
              </p:cNvSpPr>
              <p:nvPr/>
            </p:nvSpPr>
            <p:spPr bwMode="auto">
              <a:xfrm>
                <a:off x="442" y="2274"/>
                <a:ext cx="5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65" name="Line 12"/>
              <p:cNvSpPr>
                <a:spLocks noChangeShapeType="1"/>
              </p:cNvSpPr>
              <p:nvPr/>
            </p:nvSpPr>
            <p:spPr bwMode="auto">
              <a:xfrm>
                <a:off x="442" y="2460"/>
                <a:ext cx="5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0" name="Group 13"/>
          <p:cNvGrpSpPr>
            <a:grpSpLocks/>
          </p:cNvGrpSpPr>
          <p:nvPr/>
        </p:nvGrpSpPr>
        <p:grpSpPr bwMode="auto">
          <a:xfrm>
            <a:off x="3643313" y="2141538"/>
            <a:ext cx="1516062" cy="492125"/>
            <a:chOff x="2695" y="1349"/>
            <a:chExt cx="955" cy="310"/>
          </a:xfrm>
        </p:grpSpPr>
        <p:sp>
          <p:nvSpPr>
            <p:cNvPr id="144458" name="Rectangle 14"/>
            <p:cNvSpPr>
              <a:spLocks noChangeArrowheads="1"/>
            </p:cNvSpPr>
            <p:nvPr/>
          </p:nvSpPr>
          <p:spPr bwMode="auto">
            <a:xfrm>
              <a:off x="2695" y="1350"/>
              <a:ext cx="955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804863" eaLnBrk="0" hangingPunct="0"/>
              <a:r>
                <a:rPr lang="en-US" altLang="zh-CN">
                  <a:ea typeface="宋体" pitchFamily="2" charset="-122"/>
                </a:rPr>
                <a:t>PRELIMINARY DRAFT</a:t>
              </a:r>
            </a:p>
          </p:txBody>
        </p:sp>
        <p:grpSp>
          <p:nvGrpSpPr>
            <p:cNvPr id="144459" name="Group 15"/>
            <p:cNvGrpSpPr>
              <a:grpSpLocks/>
            </p:cNvGrpSpPr>
            <p:nvPr/>
          </p:nvGrpSpPr>
          <p:grpSpPr bwMode="auto">
            <a:xfrm>
              <a:off x="2751" y="1349"/>
              <a:ext cx="854" cy="310"/>
              <a:chOff x="1357" y="1673"/>
              <a:chExt cx="477" cy="186"/>
            </a:xfrm>
          </p:grpSpPr>
          <p:sp>
            <p:nvSpPr>
              <p:cNvPr id="144460" name="Line 16"/>
              <p:cNvSpPr>
                <a:spLocks noChangeShapeType="1"/>
              </p:cNvSpPr>
              <p:nvPr/>
            </p:nvSpPr>
            <p:spPr bwMode="auto">
              <a:xfrm>
                <a:off x="1357" y="1673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61" name="Line 17"/>
              <p:cNvSpPr>
                <a:spLocks noChangeShapeType="1"/>
              </p:cNvSpPr>
              <p:nvPr/>
            </p:nvSpPr>
            <p:spPr bwMode="auto">
              <a:xfrm>
                <a:off x="1357" y="1859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1" name="Group 18"/>
          <p:cNvGrpSpPr>
            <a:grpSpLocks/>
          </p:cNvGrpSpPr>
          <p:nvPr/>
        </p:nvGrpSpPr>
        <p:grpSpPr bwMode="auto">
          <a:xfrm>
            <a:off x="3643313" y="2835275"/>
            <a:ext cx="1446212" cy="511175"/>
            <a:chOff x="2753" y="1786"/>
            <a:chExt cx="911" cy="322"/>
          </a:xfrm>
        </p:grpSpPr>
        <p:sp>
          <p:nvSpPr>
            <p:cNvPr id="144454" name="Rectangle 19"/>
            <p:cNvSpPr>
              <a:spLocks noChangeArrowheads="1"/>
            </p:cNvSpPr>
            <p:nvPr/>
          </p:nvSpPr>
          <p:spPr bwMode="auto">
            <a:xfrm>
              <a:off x="2753" y="1792"/>
              <a:ext cx="911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804863" eaLnBrk="0" hangingPunct="0"/>
              <a:r>
                <a:rPr lang="en-US" altLang="zh-CN">
                  <a:ea typeface="宋体" pitchFamily="2" charset="-122"/>
                </a:rPr>
                <a:t>PRELIMINARY ESTIMATE</a:t>
              </a:r>
            </a:p>
          </p:txBody>
        </p:sp>
        <p:grpSp>
          <p:nvGrpSpPr>
            <p:cNvPr id="144455" name="Group 20"/>
            <p:cNvGrpSpPr>
              <a:grpSpLocks/>
            </p:cNvGrpSpPr>
            <p:nvPr/>
          </p:nvGrpSpPr>
          <p:grpSpPr bwMode="auto">
            <a:xfrm>
              <a:off x="2777" y="1786"/>
              <a:ext cx="869" cy="322"/>
              <a:chOff x="2402" y="2571"/>
              <a:chExt cx="477" cy="198"/>
            </a:xfrm>
          </p:grpSpPr>
          <p:sp>
            <p:nvSpPr>
              <p:cNvPr id="144456" name="Line 21"/>
              <p:cNvSpPr>
                <a:spLocks noChangeShapeType="1"/>
              </p:cNvSpPr>
              <p:nvPr/>
            </p:nvSpPr>
            <p:spPr bwMode="auto">
              <a:xfrm>
                <a:off x="2402" y="2571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57" name="Line 22"/>
              <p:cNvSpPr>
                <a:spLocks noChangeShapeType="1"/>
              </p:cNvSpPr>
              <p:nvPr/>
            </p:nvSpPr>
            <p:spPr bwMode="auto">
              <a:xfrm>
                <a:off x="2402" y="2769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2" name="Group 23"/>
          <p:cNvGrpSpPr>
            <a:grpSpLocks/>
          </p:cNvGrpSpPr>
          <p:nvPr/>
        </p:nvGrpSpPr>
        <p:grpSpPr bwMode="auto">
          <a:xfrm>
            <a:off x="465138" y="2297113"/>
            <a:ext cx="1993900" cy="285750"/>
            <a:chOff x="613" y="1704"/>
            <a:chExt cx="1256" cy="180"/>
          </a:xfrm>
        </p:grpSpPr>
        <p:sp>
          <p:nvSpPr>
            <p:cNvPr id="144450" name="Rectangle 24"/>
            <p:cNvSpPr>
              <a:spLocks noChangeArrowheads="1"/>
            </p:cNvSpPr>
            <p:nvPr/>
          </p:nvSpPr>
          <p:spPr bwMode="auto">
            <a:xfrm>
              <a:off x="613" y="1716"/>
              <a:ext cx="12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DISCUSSION DRAFT</a:t>
              </a:r>
            </a:p>
          </p:txBody>
        </p:sp>
        <p:grpSp>
          <p:nvGrpSpPr>
            <p:cNvPr id="144451" name="Group 25"/>
            <p:cNvGrpSpPr>
              <a:grpSpLocks/>
            </p:cNvGrpSpPr>
            <p:nvPr/>
          </p:nvGrpSpPr>
          <p:grpSpPr bwMode="auto">
            <a:xfrm>
              <a:off x="613" y="1704"/>
              <a:ext cx="1256" cy="180"/>
              <a:chOff x="613" y="1704"/>
              <a:chExt cx="636" cy="96"/>
            </a:xfrm>
          </p:grpSpPr>
          <p:sp>
            <p:nvSpPr>
              <p:cNvPr id="144452" name="Line 26"/>
              <p:cNvSpPr>
                <a:spLocks noChangeShapeType="1"/>
              </p:cNvSpPr>
              <p:nvPr/>
            </p:nvSpPr>
            <p:spPr bwMode="auto">
              <a:xfrm>
                <a:off x="613" y="1704"/>
                <a:ext cx="6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53" name="Line 27"/>
              <p:cNvSpPr>
                <a:spLocks noChangeShapeType="1"/>
              </p:cNvSpPr>
              <p:nvPr/>
            </p:nvSpPr>
            <p:spPr bwMode="auto">
              <a:xfrm>
                <a:off x="613" y="1800"/>
                <a:ext cx="6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3" name="Group 28"/>
          <p:cNvGrpSpPr>
            <a:grpSpLocks/>
          </p:cNvGrpSpPr>
          <p:nvPr/>
        </p:nvGrpSpPr>
        <p:grpSpPr bwMode="auto">
          <a:xfrm>
            <a:off x="465138" y="2763838"/>
            <a:ext cx="1116012" cy="285750"/>
            <a:chOff x="613" y="1915"/>
            <a:chExt cx="703" cy="180"/>
          </a:xfrm>
        </p:grpSpPr>
        <p:sp>
          <p:nvSpPr>
            <p:cNvPr id="144446" name="Rectangle 29"/>
            <p:cNvSpPr>
              <a:spLocks noChangeArrowheads="1"/>
            </p:cNvSpPr>
            <p:nvPr/>
          </p:nvSpPr>
          <p:spPr bwMode="auto">
            <a:xfrm>
              <a:off x="613" y="1927"/>
              <a:ext cx="70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DISGUISED</a:t>
              </a:r>
            </a:p>
          </p:txBody>
        </p:sp>
        <p:grpSp>
          <p:nvGrpSpPr>
            <p:cNvPr id="144447" name="Group 30"/>
            <p:cNvGrpSpPr>
              <a:grpSpLocks/>
            </p:cNvGrpSpPr>
            <p:nvPr/>
          </p:nvGrpSpPr>
          <p:grpSpPr bwMode="auto">
            <a:xfrm>
              <a:off x="613" y="1915"/>
              <a:ext cx="701" cy="180"/>
              <a:chOff x="432" y="2519"/>
              <a:chExt cx="396" cy="99"/>
            </a:xfrm>
          </p:grpSpPr>
          <p:sp>
            <p:nvSpPr>
              <p:cNvPr id="144448" name="Line 31"/>
              <p:cNvSpPr>
                <a:spLocks noChangeShapeType="1"/>
              </p:cNvSpPr>
              <p:nvPr/>
            </p:nvSpPr>
            <p:spPr bwMode="auto">
              <a:xfrm>
                <a:off x="432" y="2519"/>
                <a:ext cx="3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49" name="Line 32"/>
              <p:cNvSpPr>
                <a:spLocks noChangeShapeType="1"/>
              </p:cNvSpPr>
              <p:nvPr/>
            </p:nvSpPr>
            <p:spPr bwMode="auto">
              <a:xfrm>
                <a:off x="432" y="2618"/>
                <a:ext cx="3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4" name="Group 33"/>
          <p:cNvGrpSpPr>
            <a:grpSpLocks/>
          </p:cNvGrpSpPr>
          <p:nvPr/>
        </p:nvGrpSpPr>
        <p:grpSpPr bwMode="auto">
          <a:xfrm>
            <a:off x="465138" y="3230563"/>
            <a:ext cx="2479675" cy="290512"/>
            <a:chOff x="613" y="2123"/>
            <a:chExt cx="1562" cy="183"/>
          </a:xfrm>
        </p:grpSpPr>
        <p:sp>
          <p:nvSpPr>
            <p:cNvPr id="144442" name="Rectangle 34"/>
            <p:cNvSpPr>
              <a:spLocks noChangeArrowheads="1"/>
            </p:cNvSpPr>
            <p:nvPr/>
          </p:nvSpPr>
          <p:spPr bwMode="auto">
            <a:xfrm>
              <a:off x="613" y="2136"/>
              <a:ext cx="156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DRAFT FOR DISCUSSION</a:t>
              </a:r>
            </a:p>
          </p:txBody>
        </p:sp>
        <p:grpSp>
          <p:nvGrpSpPr>
            <p:cNvPr id="144443" name="Group 35"/>
            <p:cNvGrpSpPr>
              <a:grpSpLocks/>
            </p:cNvGrpSpPr>
            <p:nvPr/>
          </p:nvGrpSpPr>
          <p:grpSpPr bwMode="auto">
            <a:xfrm>
              <a:off x="613" y="2123"/>
              <a:ext cx="1557" cy="183"/>
              <a:chOff x="432" y="2692"/>
              <a:chExt cx="450" cy="186"/>
            </a:xfrm>
          </p:grpSpPr>
          <p:sp>
            <p:nvSpPr>
              <p:cNvPr id="144444" name="Line 36"/>
              <p:cNvSpPr>
                <a:spLocks noChangeShapeType="1"/>
              </p:cNvSpPr>
              <p:nvPr/>
            </p:nvSpPr>
            <p:spPr bwMode="auto">
              <a:xfrm>
                <a:off x="432" y="2692"/>
                <a:ext cx="4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45" name="Line 37"/>
              <p:cNvSpPr>
                <a:spLocks noChangeShapeType="1"/>
              </p:cNvSpPr>
              <p:nvPr/>
            </p:nvSpPr>
            <p:spPr bwMode="auto">
              <a:xfrm>
                <a:off x="432" y="2878"/>
                <a:ext cx="4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5" name="Group 38"/>
          <p:cNvGrpSpPr>
            <a:grpSpLocks/>
          </p:cNvGrpSpPr>
          <p:nvPr/>
        </p:nvGrpSpPr>
        <p:grpSpPr bwMode="auto">
          <a:xfrm>
            <a:off x="465138" y="3702050"/>
            <a:ext cx="823912" cy="287338"/>
            <a:chOff x="613" y="2414"/>
            <a:chExt cx="519" cy="181"/>
          </a:xfrm>
        </p:grpSpPr>
        <p:sp>
          <p:nvSpPr>
            <p:cNvPr id="144438" name="Rectangle 39"/>
            <p:cNvSpPr>
              <a:spLocks noChangeArrowheads="1"/>
            </p:cNvSpPr>
            <p:nvPr/>
          </p:nvSpPr>
          <p:spPr bwMode="auto">
            <a:xfrm>
              <a:off x="613" y="2423"/>
              <a:ext cx="5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SAMPLE</a:t>
              </a:r>
            </a:p>
          </p:txBody>
        </p:sp>
        <p:grpSp>
          <p:nvGrpSpPr>
            <p:cNvPr id="144439" name="Group 40"/>
            <p:cNvGrpSpPr>
              <a:grpSpLocks/>
            </p:cNvGrpSpPr>
            <p:nvPr/>
          </p:nvGrpSpPr>
          <p:grpSpPr bwMode="auto">
            <a:xfrm>
              <a:off x="617" y="2414"/>
              <a:ext cx="515" cy="181"/>
              <a:chOff x="1342" y="2760"/>
              <a:chExt cx="285" cy="99"/>
            </a:xfrm>
          </p:grpSpPr>
          <p:sp>
            <p:nvSpPr>
              <p:cNvPr id="144440" name="Line 41"/>
              <p:cNvSpPr>
                <a:spLocks noChangeShapeType="1"/>
              </p:cNvSpPr>
              <p:nvPr/>
            </p:nvSpPr>
            <p:spPr bwMode="auto">
              <a:xfrm>
                <a:off x="1342" y="2760"/>
                <a:ext cx="2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41" name="Line 42"/>
              <p:cNvSpPr>
                <a:spLocks noChangeShapeType="1"/>
              </p:cNvSpPr>
              <p:nvPr/>
            </p:nvSpPr>
            <p:spPr bwMode="auto">
              <a:xfrm>
                <a:off x="1342" y="2859"/>
                <a:ext cx="2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6" name="Group 43"/>
          <p:cNvGrpSpPr>
            <a:grpSpLocks/>
          </p:cNvGrpSpPr>
          <p:nvPr/>
        </p:nvGrpSpPr>
        <p:grpSpPr bwMode="auto">
          <a:xfrm>
            <a:off x="6588125" y="2574925"/>
            <a:ext cx="831850" cy="263525"/>
            <a:chOff x="4153" y="1806"/>
            <a:chExt cx="524" cy="166"/>
          </a:xfrm>
        </p:grpSpPr>
        <p:sp>
          <p:nvSpPr>
            <p:cNvPr id="144434" name="Rectangle 44"/>
            <p:cNvSpPr>
              <a:spLocks noChangeArrowheads="1"/>
            </p:cNvSpPr>
            <p:nvPr/>
          </p:nvSpPr>
          <p:spPr bwMode="auto">
            <a:xfrm>
              <a:off x="4153" y="1810"/>
              <a:ext cx="5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BACKUP</a:t>
              </a:r>
            </a:p>
          </p:txBody>
        </p:sp>
        <p:grpSp>
          <p:nvGrpSpPr>
            <p:cNvPr id="144435" name="Group 45"/>
            <p:cNvGrpSpPr>
              <a:grpSpLocks/>
            </p:cNvGrpSpPr>
            <p:nvPr/>
          </p:nvGrpSpPr>
          <p:grpSpPr bwMode="auto">
            <a:xfrm>
              <a:off x="4153" y="1806"/>
              <a:ext cx="517" cy="166"/>
              <a:chOff x="432" y="1450"/>
              <a:chExt cx="288" cy="99"/>
            </a:xfrm>
          </p:grpSpPr>
          <p:sp>
            <p:nvSpPr>
              <p:cNvPr id="144436" name="Line 46"/>
              <p:cNvSpPr>
                <a:spLocks noChangeShapeType="1"/>
              </p:cNvSpPr>
              <p:nvPr/>
            </p:nvSpPr>
            <p:spPr bwMode="auto">
              <a:xfrm>
                <a:off x="432" y="145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37" name="Line 47"/>
              <p:cNvSpPr>
                <a:spLocks noChangeShapeType="1"/>
              </p:cNvSpPr>
              <p:nvPr/>
            </p:nvSpPr>
            <p:spPr bwMode="auto">
              <a:xfrm>
                <a:off x="432" y="1549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7" name="Group 48"/>
          <p:cNvGrpSpPr>
            <a:grpSpLocks/>
          </p:cNvGrpSpPr>
          <p:nvPr/>
        </p:nvGrpSpPr>
        <p:grpSpPr bwMode="auto">
          <a:xfrm>
            <a:off x="6588125" y="3017838"/>
            <a:ext cx="1306513" cy="258762"/>
            <a:chOff x="4150" y="2039"/>
            <a:chExt cx="823" cy="163"/>
          </a:xfrm>
        </p:grpSpPr>
        <p:sp>
          <p:nvSpPr>
            <p:cNvPr id="144430" name="Rectangle 49"/>
            <p:cNvSpPr>
              <a:spLocks noChangeArrowheads="1"/>
            </p:cNvSpPr>
            <p:nvPr/>
          </p:nvSpPr>
          <p:spPr bwMode="auto">
            <a:xfrm>
              <a:off x="4150" y="2048"/>
              <a:ext cx="82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HYPOTHESIS</a:t>
              </a:r>
            </a:p>
          </p:txBody>
        </p:sp>
        <p:grpSp>
          <p:nvGrpSpPr>
            <p:cNvPr id="144431" name="Group 50"/>
            <p:cNvGrpSpPr>
              <a:grpSpLocks/>
            </p:cNvGrpSpPr>
            <p:nvPr/>
          </p:nvGrpSpPr>
          <p:grpSpPr bwMode="auto">
            <a:xfrm>
              <a:off x="4150" y="2039"/>
              <a:ext cx="823" cy="163"/>
              <a:chOff x="1338" y="1403"/>
              <a:chExt cx="453" cy="99"/>
            </a:xfrm>
          </p:grpSpPr>
          <p:sp>
            <p:nvSpPr>
              <p:cNvPr id="144432" name="Line 51"/>
              <p:cNvSpPr>
                <a:spLocks noChangeShapeType="1"/>
              </p:cNvSpPr>
              <p:nvPr/>
            </p:nvSpPr>
            <p:spPr bwMode="auto">
              <a:xfrm>
                <a:off x="1338" y="1403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33" name="Line 52"/>
              <p:cNvSpPr>
                <a:spLocks noChangeShapeType="1"/>
              </p:cNvSpPr>
              <p:nvPr/>
            </p:nvSpPr>
            <p:spPr bwMode="auto">
              <a:xfrm>
                <a:off x="1338" y="1502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8" name="Group 53"/>
          <p:cNvGrpSpPr>
            <a:grpSpLocks/>
          </p:cNvGrpSpPr>
          <p:nvPr/>
        </p:nvGrpSpPr>
        <p:grpSpPr bwMode="auto">
          <a:xfrm>
            <a:off x="6588125" y="3455988"/>
            <a:ext cx="1239838" cy="255587"/>
            <a:chOff x="4150" y="2336"/>
            <a:chExt cx="781" cy="161"/>
          </a:xfrm>
        </p:grpSpPr>
        <p:sp>
          <p:nvSpPr>
            <p:cNvPr id="144426" name="Rectangle 54"/>
            <p:cNvSpPr>
              <a:spLocks noChangeArrowheads="1"/>
            </p:cNvSpPr>
            <p:nvPr/>
          </p:nvSpPr>
          <p:spPr bwMode="auto">
            <a:xfrm>
              <a:off x="4150" y="2341"/>
              <a:ext cx="78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STRAW MAN</a:t>
              </a:r>
            </a:p>
          </p:txBody>
        </p:sp>
        <p:grpSp>
          <p:nvGrpSpPr>
            <p:cNvPr id="144427" name="Group 55"/>
            <p:cNvGrpSpPr>
              <a:grpSpLocks/>
            </p:cNvGrpSpPr>
            <p:nvPr/>
          </p:nvGrpSpPr>
          <p:grpSpPr bwMode="auto">
            <a:xfrm>
              <a:off x="4157" y="2336"/>
              <a:ext cx="773" cy="161"/>
              <a:chOff x="4157" y="2336"/>
              <a:chExt cx="383" cy="83"/>
            </a:xfrm>
          </p:grpSpPr>
          <p:sp>
            <p:nvSpPr>
              <p:cNvPr id="144428" name="Line 56"/>
              <p:cNvSpPr>
                <a:spLocks noChangeShapeType="1"/>
              </p:cNvSpPr>
              <p:nvPr/>
            </p:nvSpPr>
            <p:spPr bwMode="auto">
              <a:xfrm>
                <a:off x="4157" y="2336"/>
                <a:ext cx="38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29" name="Line 57"/>
              <p:cNvSpPr>
                <a:spLocks noChangeShapeType="1"/>
              </p:cNvSpPr>
              <p:nvPr/>
            </p:nvSpPr>
            <p:spPr bwMode="auto">
              <a:xfrm>
                <a:off x="4157" y="2419"/>
                <a:ext cx="38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399" name="Group 58"/>
          <p:cNvGrpSpPr>
            <a:grpSpLocks/>
          </p:cNvGrpSpPr>
          <p:nvPr/>
        </p:nvGrpSpPr>
        <p:grpSpPr bwMode="auto">
          <a:xfrm>
            <a:off x="6588125" y="2122488"/>
            <a:ext cx="1928813" cy="274637"/>
            <a:chOff x="4153" y="1566"/>
            <a:chExt cx="1215" cy="173"/>
          </a:xfrm>
        </p:grpSpPr>
        <p:sp>
          <p:nvSpPr>
            <p:cNvPr id="144422" name="Rectangle 59"/>
            <p:cNvSpPr>
              <a:spLocks noChangeArrowheads="1"/>
            </p:cNvSpPr>
            <p:nvPr/>
          </p:nvSpPr>
          <p:spPr bwMode="auto">
            <a:xfrm>
              <a:off x="4153" y="1575"/>
              <a:ext cx="121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TO BE COMPLETED</a:t>
              </a:r>
            </a:p>
          </p:txBody>
        </p:sp>
        <p:grpSp>
          <p:nvGrpSpPr>
            <p:cNvPr id="144423" name="Group 60"/>
            <p:cNvGrpSpPr>
              <a:grpSpLocks/>
            </p:cNvGrpSpPr>
            <p:nvPr/>
          </p:nvGrpSpPr>
          <p:grpSpPr bwMode="auto">
            <a:xfrm>
              <a:off x="4153" y="1566"/>
              <a:ext cx="1204" cy="173"/>
              <a:chOff x="4153" y="1566"/>
              <a:chExt cx="604" cy="86"/>
            </a:xfrm>
          </p:grpSpPr>
          <p:sp>
            <p:nvSpPr>
              <p:cNvPr id="144424" name="Line 61"/>
              <p:cNvSpPr>
                <a:spLocks noChangeShapeType="1"/>
              </p:cNvSpPr>
              <p:nvPr/>
            </p:nvSpPr>
            <p:spPr bwMode="auto">
              <a:xfrm>
                <a:off x="4153" y="1566"/>
                <a:ext cx="6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25" name="Line 62"/>
              <p:cNvSpPr>
                <a:spLocks noChangeShapeType="1"/>
              </p:cNvSpPr>
              <p:nvPr/>
            </p:nvSpPr>
            <p:spPr bwMode="auto">
              <a:xfrm>
                <a:off x="4153" y="1652"/>
                <a:ext cx="6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400" name="Group 63"/>
          <p:cNvGrpSpPr>
            <a:grpSpLocks/>
          </p:cNvGrpSpPr>
          <p:nvPr/>
        </p:nvGrpSpPr>
        <p:grpSpPr bwMode="auto">
          <a:xfrm>
            <a:off x="465138" y="4622800"/>
            <a:ext cx="1149350" cy="255588"/>
            <a:chOff x="1423" y="3030"/>
            <a:chExt cx="724" cy="161"/>
          </a:xfrm>
        </p:grpSpPr>
        <p:sp>
          <p:nvSpPr>
            <p:cNvPr id="144418" name="Rectangle 64"/>
            <p:cNvSpPr>
              <a:spLocks noChangeArrowheads="1"/>
            </p:cNvSpPr>
            <p:nvPr/>
          </p:nvSpPr>
          <p:spPr bwMode="auto">
            <a:xfrm>
              <a:off x="1423" y="3035"/>
              <a:ext cx="72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PROPOSED</a:t>
              </a:r>
            </a:p>
          </p:txBody>
        </p:sp>
        <p:grpSp>
          <p:nvGrpSpPr>
            <p:cNvPr id="144419" name="Group 65"/>
            <p:cNvGrpSpPr>
              <a:grpSpLocks/>
            </p:cNvGrpSpPr>
            <p:nvPr/>
          </p:nvGrpSpPr>
          <p:grpSpPr bwMode="auto">
            <a:xfrm>
              <a:off x="1423" y="3030"/>
              <a:ext cx="721" cy="161"/>
              <a:chOff x="1338" y="2273"/>
              <a:chExt cx="402" cy="99"/>
            </a:xfrm>
          </p:grpSpPr>
          <p:sp>
            <p:nvSpPr>
              <p:cNvPr id="144420" name="Line 66"/>
              <p:cNvSpPr>
                <a:spLocks noChangeShapeType="1"/>
              </p:cNvSpPr>
              <p:nvPr/>
            </p:nvSpPr>
            <p:spPr bwMode="auto">
              <a:xfrm>
                <a:off x="1338" y="2273"/>
                <a:ext cx="4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21" name="Line 67"/>
              <p:cNvSpPr>
                <a:spLocks noChangeShapeType="1"/>
              </p:cNvSpPr>
              <p:nvPr/>
            </p:nvSpPr>
            <p:spPr bwMode="auto">
              <a:xfrm>
                <a:off x="1338" y="2372"/>
                <a:ext cx="4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401" name="Group 68"/>
          <p:cNvGrpSpPr>
            <a:grpSpLocks/>
          </p:cNvGrpSpPr>
          <p:nvPr/>
        </p:nvGrpSpPr>
        <p:grpSpPr bwMode="auto">
          <a:xfrm>
            <a:off x="6588125" y="3890963"/>
            <a:ext cx="889000" cy="268287"/>
            <a:chOff x="1423" y="3197"/>
            <a:chExt cx="560" cy="169"/>
          </a:xfrm>
        </p:grpSpPr>
        <p:sp>
          <p:nvSpPr>
            <p:cNvPr id="144414" name="Rectangle 69"/>
            <p:cNvSpPr>
              <a:spLocks noChangeArrowheads="1"/>
            </p:cNvSpPr>
            <p:nvPr/>
          </p:nvSpPr>
          <p:spPr bwMode="auto">
            <a:xfrm>
              <a:off x="1423" y="3205"/>
              <a:ext cx="5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REVISED</a:t>
              </a:r>
            </a:p>
          </p:txBody>
        </p:sp>
        <p:grpSp>
          <p:nvGrpSpPr>
            <p:cNvPr id="144415" name="Group 70"/>
            <p:cNvGrpSpPr>
              <a:grpSpLocks/>
            </p:cNvGrpSpPr>
            <p:nvPr/>
          </p:nvGrpSpPr>
          <p:grpSpPr bwMode="auto">
            <a:xfrm>
              <a:off x="1423" y="3197"/>
              <a:ext cx="557" cy="169"/>
              <a:chOff x="1338" y="2429"/>
              <a:chExt cx="306" cy="99"/>
            </a:xfrm>
          </p:grpSpPr>
          <p:sp>
            <p:nvSpPr>
              <p:cNvPr id="144416" name="Line 71"/>
              <p:cNvSpPr>
                <a:spLocks noChangeShapeType="1"/>
              </p:cNvSpPr>
              <p:nvPr/>
            </p:nvSpPr>
            <p:spPr bwMode="auto">
              <a:xfrm>
                <a:off x="1338" y="2429"/>
                <a:ext cx="3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17" name="Line 72"/>
              <p:cNvSpPr>
                <a:spLocks noChangeShapeType="1"/>
              </p:cNvSpPr>
              <p:nvPr/>
            </p:nvSpPr>
            <p:spPr bwMode="auto">
              <a:xfrm>
                <a:off x="1338" y="2528"/>
                <a:ext cx="3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402" name="Group 73"/>
          <p:cNvGrpSpPr>
            <a:grpSpLocks/>
          </p:cNvGrpSpPr>
          <p:nvPr/>
        </p:nvGrpSpPr>
        <p:grpSpPr bwMode="auto">
          <a:xfrm>
            <a:off x="3643313" y="5180013"/>
            <a:ext cx="1827212" cy="266700"/>
            <a:chOff x="1423" y="3375"/>
            <a:chExt cx="1151" cy="168"/>
          </a:xfrm>
        </p:grpSpPr>
        <p:sp>
          <p:nvSpPr>
            <p:cNvPr id="144410" name="Rectangle 74"/>
            <p:cNvSpPr>
              <a:spLocks noChangeArrowheads="1"/>
            </p:cNvSpPr>
            <p:nvPr/>
          </p:nvSpPr>
          <p:spPr bwMode="auto">
            <a:xfrm>
              <a:off x="1423" y="3381"/>
              <a:ext cx="115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ROUGH ESTIMATE</a:t>
              </a:r>
            </a:p>
          </p:txBody>
        </p:sp>
        <p:grpSp>
          <p:nvGrpSpPr>
            <p:cNvPr id="144411" name="Group 75"/>
            <p:cNvGrpSpPr>
              <a:grpSpLocks/>
            </p:cNvGrpSpPr>
            <p:nvPr/>
          </p:nvGrpSpPr>
          <p:grpSpPr bwMode="auto">
            <a:xfrm>
              <a:off x="1423" y="3375"/>
              <a:ext cx="1150" cy="168"/>
              <a:chOff x="1338" y="2589"/>
              <a:chExt cx="630" cy="99"/>
            </a:xfrm>
          </p:grpSpPr>
          <p:sp>
            <p:nvSpPr>
              <p:cNvPr id="144412" name="Line 76"/>
              <p:cNvSpPr>
                <a:spLocks noChangeShapeType="1"/>
              </p:cNvSpPr>
              <p:nvPr/>
            </p:nvSpPr>
            <p:spPr bwMode="auto">
              <a:xfrm>
                <a:off x="1338" y="2589"/>
                <a:ext cx="6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13" name="Line 77"/>
              <p:cNvSpPr>
                <a:spLocks noChangeShapeType="1"/>
              </p:cNvSpPr>
              <p:nvPr/>
            </p:nvSpPr>
            <p:spPr bwMode="auto">
              <a:xfrm>
                <a:off x="1338" y="2688"/>
                <a:ext cx="6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grpSp>
        <p:nvGrpSpPr>
          <p:cNvPr id="144403" name="Group 78"/>
          <p:cNvGrpSpPr>
            <a:grpSpLocks/>
          </p:cNvGrpSpPr>
          <p:nvPr/>
        </p:nvGrpSpPr>
        <p:grpSpPr bwMode="auto">
          <a:xfrm>
            <a:off x="465138" y="4170363"/>
            <a:ext cx="1384300" cy="271462"/>
            <a:chOff x="1423" y="2856"/>
            <a:chExt cx="872" cy="171"/>
          </a:xfrm>
        </p:grpSpPr>
        <p:sp>
          <p:nvSpPr>
            <p:cNvPr id="144406" name="Rectangle 79"/>
            <p:cNvSpPr>
              <a:spLocks noChangeArrowheads="1"/>
            </p:cNvSpPr>
            <p:nvPr/>
          </p:nvSpPr>
          <p:spPr bwMode="auto">
            <a:xfrm>
              <a:off x="1423" y="2866"/>
              <a:ext cx="87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defTabSz="804863" eaLnBrk="0" hangingPunct="0"/>
              <a:r>
                <a:rPr lang="en-US" altLang="zh-CN">
                  <a:ea typeface="宋体" pitchFamily="2" charset="-122"/>
                </a:rPr>
                <a:t>CONCEPTUAL</a:t>
              </a:r>
            </a:p>
          </p:txBody>
        </p:sp>
        <p:grpSp>
          <p:nvGrpSpPr>
            <p:cNvPr id="144407" name="Group 80"/>
            <p:cNvGrpSpPr>
              <a:grpSpLocks/>
            </p:cNvGrpSpPr>
            <p:nvPr/>
          </p:nvGrpSpPr>
          <p:grpSpPr bwMode="auto">
            <a:xfrm>
              <a:off x="1426" y="2856"/>
              <a:ext cx="865" cy="171"/>
              <a:chOff x="1338" y="1275"/>
              <a:chExt cx="477" cy="99"/>
            </a:xfrm>
          </p:grpSpPr>
          <p:sp>
            <p:nvSpPr>
              <p:cNvPr id="144408" name="Line 81"/>
              <p:cNvSpPr>
                <a:spLocks noChangeShapeType="1"/>
              </p:cNvSpPr>
              <p:nvPr/>
            </p:nvSpPr>
            <p:spPr bwMode="auto">
              <a:xfrm>
                <a:off x="1338" y="1275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  <p:sp>
            <p:nvSpPr>
              <p:cNvPr id="144409" name="Line 82"/>
              <p:cNvSpPr>
                <a:spLocks noChangeShapeType="1"/>
              </p:cNvSpPr>
              <p:nvPr/>
            </p:nvSpPr>
            <p:spPr bwMode="auto">
              <a:xfrm>
                <a:off x="1338" y="1374"/>
                <a:ext cx="4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lIns="0" tIns="0" rIns="0" bIns="0"/>
              <a:lstStyle/>
              <a:p>
                <a:endParaRPr lang="nl-NL"/>
              </a:p>
            </p:txBody>
          </p:sp>
        </p:grpSp>
      </p:grpSp>
      <p:sp>
        <p:nvSpPr>
          <p:cNvPr id="1444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44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 spd="med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2640013" y="2701925"/>
            <a:ext cx="5027612" cy="369888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 Black" pitchFamily="34" charset="0"/>
              </a:rPr>
              <a:t>Powerpoint Templates </a:t>
            </a:r>
          </a:p>
        </p:txBody>
      </p:sp>
      <p:sp>
        <p:nvSpPr>
          <p:cNvPr id="145411" name="Rectangle 4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/>
              <a:t>Text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9BF76E7-F97A-4F93-B6F7-979C0DE29FE6}" type="slidenum">
              <a:rPr lang="zh-CN" altLang="en-US" smtClean="0"/>
              <a:pPr defTabSz="895350"/>
              <a:t>140</a:t>
            </a:fld>
            <a:endParaRPr lang="en-US" altLang="zh-CN"/>
          </a:p>
        </p:txBody>
      </p:sp>
      <p:sp>
        <p:nvSpPr>
          <p:cNvPr id="14643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PPT TABLE 2</a:t>
            </a:r>
          </a:p>
        </p:txBody>
      </p:sp>
      <p:sp>
        <p:nvSpPr>
          <p:cNvPr id="146436" name="Rectangle 3"/>
          <p:cNvSpPr>
            <a:spLocks noChangeArrowheads="1"/>
          </p:cNvSpPr>
          <p:nvPr/>
        </p:nvSpPr>
        <p:spPr bwMode="auto">
          <a:xfrm>
            <a:off x="160338" y="882650"/>
            <a:ext cx="3878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6437" name="Rectangle 4"/>
          <p:cNvSpPr>
            <a:spLocks noChangeArrowheads="1"/>
          </p:cNvSpPr>
          <p:nvPr/>
        </p:nvSpPr>
        <p:spPr bwMode="auto">
          <a:xfrm>
            <a:off x="4889500" y="882650"/>
            <a:ext cx="3878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6438" name="Rectangle 5"/>
          <p:cNvSpPr>
            <a:spLocks noChangeArrowheads="1"/>
          </p:cNvSpPr>
          <p:nvPr/>
        </p:nvSpPr>
        <p:spPr bwMode="auto">
          <a:xfrm>
            <a:off x="160338" y="1273175"/>
            <a:ext cx="3756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6439" name="Rectangle 6"/>
          <p:cNvSpPr>
            <a:spLocks noChangeArrowheads="1"/>
          </p:cNvSpPr>
          <p:nvPr/>
        </p:nvSpPr>
        <p:spPr bwMode="auto">
          <a:xfrm>
            <a:off x="4889500" y="1273175"/>
            <a:ext cx="3870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6440" name="Line 7"/>
          <p:cNvSpPr>
            <a:spLocks noChangeShapeType="1"/>
          </p:cNvSpPr>
          <p:nvPr/>
        </p:nvSpPr>
        <p:spPr bwMode="auto">
          <a:xfrm>
            <a:off x="134938" y="1193800"/>
            <a:ext cx="8688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4644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644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F75459A-E8B7-4CAA-A27E-67E74853A4FA}" type="slidenum">
              <a:rPr lang="zh-CN" altLang="en-US" smtClean="0"/>
              <a:pPr defTabSz="895350"/>
              <a:t>141</a:t>
            </a:fld>
            <a:endParaRPr lang="en-US" altLang="zh-CN"/>
          </a:p>
        </p:txBody>
      </p:sp>
      <p:sp>
        <p:nvSpPr>
          <p:cNvPr id="147459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PPT TABLE 3</a:t>
            </a:r>
          </a:p>
        </p:txBody>
      </p:sp>
      <p:sp>
        <p:nvSpPr>
          <p:cNvPr id="147460" name="Rectangle 3"/>
          <p:cNvSpPr>
            <a:spLocks noChangeArrowheads="1"/>
          </p:cNvSpPr>
          <p:nvPr/>
        </p:nvSpPr>
        <p:spPr bwMode="auto">
          <a:xfrm>
            <a:off x="147638" y="893763"/>
            <a:ext cx="2520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7461" name="Rectangle 4"/>
          <p:cNvSpPr>
            <a:spLocks noChangeArrowheads="1"/>
          </p:cNvSpPr>
          <p:nvPr/>
        </p:nvSpPr>
        <p:spPr bwMode="auto">
          <a:xfrm>
            <a:off x="3203575" y="893763"/>
            <a:ext cx="2520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7462" name="Rectangle 5"/>
          <p:cNvSpPr>
            <a:spLocks noChangeArrowheads="1"/>
          </p:cNvSpPr>
          <p:nvPr/>
        </p:nvSpPr>
        <p:spPr bwMode="auto">
          <a:xfrm>
            <a:off x="6267450" y="893763"/>
            <a:ext cx="2520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7463" name="Rectangle 6"/>
          <p:cNvSpPr>
            <a:spLocks noChangeArrowheads="1"/>
          </p:cNvSpPr>
          <p:nvPr/>
        </p:nvSpPr>
        <p:spPr bwMode="auto">
          <a:xfrm>
            <a:off x="147638" y="1273175"/>
            <a:ext cx="26781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7464" name="Rectangle 7"/>
          <p:cNvSpPr>
            <a:spLocks noChangeArrowheads="1"/>
          </p:cNvSpPr>
          <p:nvPr/>
        </p:nvSpPr>
        <p:spPr bwMode="auto">
          <a:xfrm>
            <a:off x="3203575" y="1273175"/>
            <a:ext cx="26781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7465" name="Rectangle 8"/>
          <p:cNvSpPr>
            <a:spLocks noChangeArrowheads="1"/>
          </p:cNvSpPr>
          <p:nvPr/>
        </p:nvSpPr>
        <p:spPr bwMode="auto">
          <a:xfrm>
            <a:off x="6267450" y="1273175"/>
            <a:ext cx="26781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7466" name="Line 9"/>
          <p:cNvSpPr>
            <a:spLocks noChangeShapeType="1"/>
          </p:cNvSpPr>
          <p:nvPr/>
        </p:nvSpPr>
        <p:spPr bwMode="auto">
          <a:xfrm>
            <a:off x="134938" y="1193800"/>
            <a:ext cx="8688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4746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746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FE3333B-F3BA-429E-B96F-00C710D194EC}" type="slidenum">
              <a:rPr lang="zh-CN" altLang="en-US" smtClean="0"/>
              <a:pPr defTabSz="895350"/>
              <a:t>142</a:t>
            </a:fld>
            <a:endParaRPr lang="en-US" altLang="zh-CN"/>
          </a:p>
        </p:txBody>
      </p:sp>
      <p:sp>
        <p:nvSpPr>
          <p:cNvPr id="148483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PPT TABLE 4</a:t>
            </a:r>
          </a:p>
        </p:txBody>
      </p:sp>
      <p:sp>
        <p:nvSpPr>
          <p:cNvPr id="148484" name="Rectangle 3"/>
          <p:cNvSpPr>
            <a:spLocks noChangeArrowheads="1"/>
          </p:cNvSpPr>
          <p:nvPr/>
        </p:nvSpPr>
        <p:spPr bwMode="auto">
          <a:xfrm>
            <a:off x="147638" y="908050"/>
            <a:ext cx="1978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8485" name="Rectangle 4"/>
          <p:cNvSpPr>
            <a:spLocks noChangeArrowheads="1"/>
          </p:cNvSpPr>
          <p:nvPr/>
        </p:nvSpPr>
        <p:spPr bwMode="auto">
          <a:xfrm>
            <a:off x="2362200" y="908050"/>
            <a:ext cx="1978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8486" name="Rectangle 5"/>
          <p:cNvSpPr>
            <a:spLocks noChangeArrowheads="1"/>
          </p:cNvSpPr>
          <p:nvPr/>
        </p:nvSpPr>
        <p:spPr bwMode="auto">
          <a:xfrm>
            <a:off x="4597400" y="908050"/>
            <a:ext cx="1978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8487" name="Rectangle 6"/>
          <p:cNvSpPr>
            <a:spLocks noChangeArrowheads="1"/>
          </p:cNvSpPr>
          <p:nvPr/>
        </p:nvSpPr>
        <p:spPr bwMode="auto">
          <a:xfrm>
            <a:off x="6802438" y="908050"/>
            <a:ext cx="1978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8488" name="Rectangle 7"/>
          <p:cNvSpPr>
            <a:spLocks noChangeArrowheads="1"/>
          </p:cNvSpPr>
          <p:nvPr/>
        </p:nvSpPr>
        <p:spPr bwMode="auto">
          <a:xfrm>
            <a:off x="147638" y="1273175"/>
            <a:ext cx="1584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8489" name="Rectangle 8"/>
          <p:cNvSpPr>
            <a:spLocks noChangeArrowheads="1"/>
          </p:cNvSpPr>
          <p:nvPr/>
        </p:nvSpPr>
        <p:spPr bwMode="auto">
          <a:xfrm>
            <a:off x="2362200" y="1273175"/>
            <a:ext cx="1584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8490" name="Rectangle 9"/>
          <p:cNvSpPr>
            <a:spLocks noChangeArrowheads="1"/>
          </p:cNvSpPr>
          <p:nvPr/>
        </p:nvSpPr>
        <p:spPr bwMode="auto">
          <a:xfrm>
            <a:off x="4597400" y="1273175"/>
            <a:ext cx="1584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8491" name="Rectangle 10"/>
          <p:cNvSpPr>
            <a:spLocks noChangeArrowheads="1"/>
          </p:cNvSpPr>
          <p:nvPr/>
        </p:nvSpPr>
        <p:spPr bwMode="auto">
          <a:xfrm>
            <a:off x="6802438" y="1273175"/>
            <a:ext cx="1584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8492" name="Line 11"/>
          <p:cNvSpPr>
            <a:spLocks noChangeShapeType="1"/>
          </p:cNvSpPr>
          <p:nvPr/>
        </p:nvSpPr>
        <p:spPr bwMode="auto">
          <a:xfrm>
            <a:off x="134938" y="1193800"/>
            <a:ext cx="8688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4849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849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7467E22-09B4-4202-8B94-9BE0BCCE985F}" type="slidenum">
              <a:rPr lang="zh-CN" altLang="en-US" smtClean="0"/>
              <a:pPr defTabSz="895350"/>
              <a:t>143</a:t>
            </a:fld>
            <a:endParaRPr lang="en-US" altLang="zh-CN"/>
          </a:p>
        </p:txBody>
      </p:sp>
      <p:sp>
        <p:nvSpPr>
          <p:cNvPr id="149507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PPT TABLE 5</a:t>
            </a:r>
          </a:p>
        </p:txBody>
      </p:sp>
      <p:sp>
        <p:nvSpPr>
          <p:cNvPr id="149508" name="Rectangle 3"/>
          <p:cNvSpPr>
            <a:spLocks noChangeArrowheads="1"/>
          </p:cNvSpPr>
          <p:nvPr/>
        </p:nvSpPr>
        <p:spPr bwMode="auto">
          <a:xfrm>
            <a:off x="139700" y="893763"/>
            <a:ext cx="156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9509" name="Rectangle 4"/>
          <p:cNvSpPr>
            <a:spLocks noChangeArrowheads="1"/>
          </p:cNvSpPr>
          <p:nvPr/>
        </p:nvSpPr>
        <p:spPr bwMode="auto">
          <a:xfrm>
            <a:off x="1900238" y="893763"/>
            <a:ext cx="156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9510" name="Rectangle 5"/>
          <p:cNvSpPr>
            <a:spLocks noChangeArrowheads="1"/>
          </p:cNvSpPr>
          <p:nvPr/>
        </p:nvSpPr>
        <p:spPr bwMode="auto">
          <a:xfrm>
            <a:off x="3675063" y="893763"/>
            <a:ext cx="156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9511" name="Rectangle 6"/>
          <p:cNvSpPr>
            <a:spLocks noChangeArrowheads="1"/>
          </p:cNvSpPr>
          <p:nvPr/>
        </p:nvSpPr>
        <p:spPr bwMode="auto">
          <a:xfrm>
            <a:off x="5422900" y="893763"/>
            <a:ext cx="156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9512" name="Rectangle 7"/>
          <p:cNvSpPr>
            <a:spLocks noChangeArrowheads="1"/>
          </p:cNvSpPr>
          <p:nvPr/>
        </p:nvSpPr>
        <p:spPr bwMode="auto">
          <a:xfrm>
            <a:off x="7224713" y="893763"/>
            <a:ext cx="156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49513" name="Rectangle 8"/>
          <p:cNvSpPr>
            <a:spLocks noChangeArrowheads="1"/>
          </p:cNvSpPr>
          <p:nvPr/>
        </p:nvSpPr>
        <p:spPr bwMode="auto">
          <a:xfrm>
            <a:off x="139700" y="1273175"/>
            <a:ext cx="1452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9514" name="Rectangle 9"/>
          <p:cNvSpPr>
            <a:spLocks noChangeArrowheads="1"/>
          </p:cNvSpPr>
          <p:nvPr/>
        </p:nvSpPr>
        <p:spPr bwMode="auto">
          <a:xfrm>
            <a:off x="1900238" y="1273175"/>
            <a:ext cx="1452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9515" name="Rectangle 10"/>
          <p:cNvSpPr>
            <a:spLocks noChangeArrowheads="1"/>
          </p:cNvSpPr>
          <p:nvPr/>
        </p:nvSpPr>
        <p:spPr bwMode="auto">
          <a:xfrm>
            <a:off x="3675063" y="1273175"/>
            <a:ext cx="1452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9516" name="Rectangle 11"/>
          <p:cNvSpPr>
            <a:spLocks noChangeArrowheads="1"/>
          </p:cNvSpPr>
          <p:nvPr/>
        </p:nvSpPr>
        <p:spPr bwMode="auto">
          <a:xfrm>
            <a:off x="5422900" y="1273175"/>
            <a:ext cx="1452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9517" name="Rectangle 12"/>
          <p:cNvSpPr>
            <a:spLocks noChangeArrowheads="1"/>
          </p:cNvSpPr>
          <p:nvPr/>
        </p:nvSpPr>
        <p:spPr bwMode="auto">
          <a:xfrm>
            <a:off x="7224713" y="1273175"/>
            <a:ext cx="14525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49518" name="Line 13"/>
          <p:cNvSpPr>
            <a:spLocks noChangeShapeType="1"/>
          </p:cNvSpPr>
          <p:nvPr/>
        </p:nvSpPr>
        <p:spPr bwMode="auto">
          <a:xfrm>
            <a:off x="134938" y="1193800"/>
            <a:ext cx="8688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4951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4952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38E2416-1A0D-4B04-91FD-4E842C2DC158}" type="slidenum">
              <a:rPr lang="zh-CN" altLang="en-US" smtClean="0"/>
              <a:pPr defTabSz="895350"/>
              <a:t>144</a:t>
            </a:fld>
            <a:endParaRPr lang="en-US" altLang="zh-CN"/>
          </a:p>
        </p:txBody>
      </p:sp>
      <p:sp>
        <p:nvSpPr>
          <p:cNvPr id="150531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PPT TABLE 6</a:t>
            </a:r>
          </a:p>
        </p:txBody>
      </p:sp>
      <p:sp>
        <p:nvSpPr>
          <p:cNvPr id="150532" name="Rectangle 3"/>
          <p:cNvSpPr>
            <a:spLocks noChangeArrowheads="1"/>
          </p:cNvSpPr>
          <p:nvPr/>
        </p:nvSpPr>
        <p:spPr bwMode="auto">
          <a:xfrm>
            <a:off x="139700" y="906463"/>
            <a:ext cx="1206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50533" name="Rectangle 4"/>
          <p:cNvSpPr>
            <a:spLocks noChangeArrowheads="1"/>
          </p:cNvSpPr>
          <p:nvPr/>
        </p:nvSpPr>
        <p:spPr bwMode="auto">
          <a:xfrm>
            <a:off x="1608138" y="906463"/>
            <a:ext cx="1206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50534" name="Rectangle 5"/>
          <p:cNvSpPr>
            <a:spLocks noChangeArrowheads="1"/>
          </p:cNvSpPr>
          <p:nvPr/>
        </p:nvSpPr>
        <p:spPr bwMode="auto">
          <a:xfrm>
            <a:off x="3100388" y="906463"/>
            <a:ext cx="1206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50535" name="Rectangle 6"/>
          <p:cNvSpPr>
            <a:spLocks noChangeArrowheads="1"/>
          </p:cNvSpPr>
          <p:nvPr/>
        </p:nvSpPr>
        <p:spPr bwMode="auto">
          <a:xfrm>
            <a:off x="4606925" y="906463"/>
            <a:ext cx="1206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50536" name="Rectangle 7"/>
          <p:cNvSpPr>
            <a:spLocks noChangeArrowheads="1"/>
          </p:cNvSpPr>
          <p:nvPr/>
        </p:nvSpPr>
        <p:spPr bwMode="auto">
          <a:xfrm>
            <a:off x="6072188" y="906463"/>
            <a:ext cx="1206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50537" name="Rectangle 8"/>
          <p:cNvSpPr>
            <a:spLocks noChangeArrowheads="1"/>
          </p:cNvSpPr>
          <p:nvPr/>
        </p:nvSpPr>
        <p:spPr bwMode="auto">
          <a:xfrm>
            <a:off x="7593013" y="906463"/>
            <a:ext cx="1206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895350">
              <a:buSzPct val="120000"/>
            </a:pPr>
            <a:r>
              <a:rPr lang="en-US" altLang="zh-CN" b="1"/>
              <a:t>Heading</a:t>
            </a:r>
          </a:p>
        </p:txBody>
      </p:sp>
      <p:sp>
        <p:nvSpPr>
          <p:cNvPr id="150538" name="Rectangle 9"/>
          <p:cNvSpPr>
            <a:spLocks noChangeArrowheads="1"/>
          </p:cNvSpPr>
          <p:nvPr/>
        </p:nvSpPr>
        <p:spPr bwMode="auto">
          <a:xfrm>
            <a:off x="139700" y="1273175"/>
            <a:ext cx="1223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50539" name="Rectangle 10"/>
          <p:cNvSpPr>
            <a:spLocks noChangeArrowheads="1"/>
          </p:cNvSpPr>
          <p:nvPr/>
        </p:nvSpPr>
        <p:spPr bwMode="auto">
          <a:xfrm>
            <a:off x="1608138" y="1273175"/>
            <a:ext cx="1223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50540" name="Rectangle 11"/>
          <p:cNvSpPr>
            <a:spLocks noChangeArrowheads="1"/>
          </p:cNvSpPr>
          <p:nvPr/>
        </p:nvSpPr>
        <p:spPr bwMode="auto">
          <a:xfrm>
            <a:off x="3100388" y="1273175"/>
            <a:ext cx="1223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50541" name="Rectangle 12"/>
          <p:cNvSpPr>
            <a:spLocks noChangeArrowheads="1"/>
          </p:cNvSpPr>
          <p:nvPr/>
        </p:nvSpPr>
        <p:spPr bwMode="auto">
          <a:xfrm>
            <a:off x="4606925" y="1273175"/>
            <a:ext cx="1223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50542" name="Rectangle 13"/>
          <p:cNvSpPr>
            <a:spLocks noChangeArrowheads="1"/>
          </p:cNvSpPr>
          <p:nvPr/>
        </p:nvSpPr>
        <p:spPr bwMode="auto">
          <a:xfrm>
            <a:off x="6072188" y="1273175"/>
            <a:ext cx="1223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50543" name="Rectangle 14"/>
          <p:cNvSpPr>
            <a:spLocks noChangeArrowheads="1"/>
          </p:cNvSpPr>
          <p:nvPr/>
        </p:nvSpPr>
        <p:spPr bwMode="auto">
          <a:xfrm>
            <a:off x="7593013" y="1273175"/>
            <a:ext cx="1223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zh-CN"/>
              <a:t>Text</a:t>
            </a:r>
          </a:p>
        </p:txBody>
      </p:sp>
      <p:sp>
        <p:nvSpPr>
          <p:cNvPr id="150544" name="Line 15"/>
          <p:cNvSpPr>
            <a:spLocks noChangeShapeType="1"/>
          </p:cNvSpPr>
          <p:nvPr/>
        </p:nvSpPr>
        <p:spPr bwMode="auto">
          <a:xfrm>
            <a:off x="134938" y="1193800"/>
            <a:ext cx="8688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054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5054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051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 Black" pitchFamily="34" charset="0"/>
              </a:rPr>
              <a:t>Frequently Used Template </a:t>
            </a:r>
          </a:p>
        </p:txBody>
      </p:sp>
      <p:sp>
        <p:nvSpPr>
          <p:cNvPr id="151555" name="Rectangle 2052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/>
              <a:t>SEO VA 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CAA76A5-10A5-4411-ABBA-87DED709B0AB}" type="slidenum">
              <a:rPr lang="zh-CN" altLang="en-US" smtClean="0"/>
              <a:pPr defTabSz="895350"/>
              <a:t>146</a:t>
            </a:fld>
            <a:endParaRPr lang="en-US" altLang="zh-CN"/>
          </a:p>
        </p:txBody>
      </p:sp>
      <p:sp>
        <p:nvSpPr>
          <p:cNvPr id="152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258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5258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52582" name="Group 5"/>
          <p:cNvGrpSpPr>
            <a:grpSpLocks/>
          </p:cNvGrpSpPr>
          <p:nvPr/>
        </p:nvGrpSpPr>
        <p:grpSpPr bwMode="auto">
          <a:xfrm>
            <a:off x="919163" y="1600200"/>
            <a:ext cx="1851025" cy="1012825"/>
            <a:chOff x="2400" y="1968"/>
            <a:chExt cx="1152" cy="576"/>
          </a:xfrm>
        </p:grpSpPr>
        <p:sp>
          <p:nvSpPr>
            <p:cNvPr id="152592" name="Freeform 6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2593" name="Rectangle 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2583" name="Rectangle 8"/>
          <p:cNvSpPr>
            <a:spLocks noChangeArrowheads="1"/>
          </p:cNvSpPr>
          <p:nvPr/>
        </p:nvSpPr>
        <p:spPr bwMode="auto">
          <a:xfrm>
            <a:off x="3071813" y="1600200"/>
            <a:ext cx="5089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52584" name="Group 9"/>
          <p:cNvGrpSpPr>
            <a:grpSpLocks/>
          </p:cNvGrpSpPr>
          <p:nvPr/>
        </p:nvGrpSpPr>
        <p:grpSpPr bwMode="auto">
          <a:xfrm>
            <a:off x="919163" y="3054350"/>
            <a:ext cx="1851025" cy="1012825"/>
            <a:chOff x="2400" y="1968"/>
            <a:chExt cx="1152" cy="576"/>
          </a:xfrm>
        </p:grpSpPr>
        <p:sp>
          <p:nvSpPr>
            <p:cNvPr id="152590" name="Freeform 10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2591" name="Rectangle 1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2585" name="Rectangle 12"/>
          <p:cNvSpPr>
            <a:spLocks noChangeArrowheads="1"/>
          </p:cNvSpPr>
          <p:nvPr/>
        </p:nvSpPr>
        <p:spPr bwMode="auto">
          <a:xfrm>
            <a:off x="3071813" y="3054350"/>
            <a:ext cx="5089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52586" name="Group 13"/>
          <p:cNvGrpSpPr>
            <a:grpSpLocks/>
          </p:cNvGrpSpPr>
          <p:nvPr/>
        </p:nvGrpSpPr>
        <p:grpSpPr bwMode="auto">
          <a:xfrm>
            <a:off x="919163" y="4508500"/>
            <a:ext cx="1851025" cy="1012825"/>
            <a:chOff x="2400" y="1968"/>
            <a:chExt cx="1152" cy="576"/>
          </a:xfrm>
        </p:grpSpPr>
        <p:sp>
          <p:nvSpPr>
            <p:cNvPr id="152588" name="Freeform 14"/>
            <p:cNvSpPr>
              <a:spLocks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2589" name="Rectangle 1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2587" name="Rectangle 16"/>
          <p:cNvSpPr>
            <a:spLocks noChangeArrowheads="1"/>
          </p:cNvSpPr>
          <p:nvPr/>
        </p:nvSpPr>
        <p:spPr bwMode="auto">
          <a:xfrm>
            <a:off x="3071813" y="4508500"/>
            <a:ext cx="50895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C7386D3-EF24-4F24-9E27-8F129EDEE18D}" type="slidenum">
              <a:rPr lang="zh-CN" altLang="en-US" smtClean="0"/>
              <a:pPr defTabSz="895350"/>
              <a:t>147</a:t>
            </a:fld>
            <a:endParaRPr lang="en-US" altLang="zh-CN"/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36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536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3606" name="Line 5"/>
          <p:cNvSpPr>
            <a:spLocks noChangeShapeType="1"/>
          </p:cNvSpPr>
          <p:nvPr/>
        </p:nvSpPr>
        <p:spPr bwMode="auto">
          <a:xfrm>
            <a:off x="477838" y="1784350"/>
            <a:ext cx="35147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3607" name="Rectangle 6"/>
          <p:cNvSpPr>
            <a:spLocks noChangeArrowheads="1"/>
          </p:cNvSpPr>
          <p:nvPr/>
        </p:nvSpPr>
        <p:spPr bwMode="auto">
          <a:xfrm>
            <a:off x="477838" y="1484313"/>
            <a:ext cx="3502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53608" name="Rectangle 7"/>
          <p:cNvSpPr>
            <a:spLocks noChangeArrowheads="1"/>
          </p:cNvSpPr>
          <p:nvPr/>
        </p:nvSpPr>
        <p:spPr bwMode="auto">
          <a:xfrm>
            <a:off x="477838" y="2065338"/>
            <a:ext cx="35067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 </a:t>
            </a:r>
          </a:p>
        </p:txBody>
      </p:sp>
      <p:grpSp>
        <p:nvGrpSpPr>
          <p:cNvPr id="153609" name="Group 8"/>
          <p:cNvGrpSpPr>
            <a:grpSpLocks/>
          </p:cNvGrpSpPr>
          <p:nvPr/>
        </p:nvGrpSpPr>
        <p:grpSpPr bwMode="auto">
          <a:xfrm>
            <a:off x="4749800" y="1484313"/>
            <a:ext cx="3513138" cy="825500"/>
            <a:chOff x="381" y="935"/>
            <a:chExt cx="1752" cy="520"/>
          </a:xfrm>
        </p:grpSpPr>
        <p:sp>
          <p:nvSpPr>
            <p:cNvPr id="153611" name="Line 9"/>
            <p:cNvSpPr>
              <a:spLocks noChangeShapeType="1"/>
            </p:cNvSpPr>
            <p:nvPr/>
          </p:nvSpPr>
          <p:spPr bwMode="auto">
            <a:xfrm>
              <a:off x="381" y="1124"/>
              <a:ext cx="17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3612" name="Rectangle 10"/>
            <p:cNvSpPr>
              <a:spLocks noChangeArrowheads="1"/>
            </p:cNvSpPr>
            <p:nvPr/>
          </p:nvSpPr>
          <p:spPr bwMode="auto">
            <a:xfrm>
              <a:off x="381" y="935"/>
              <a:ext cx="174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 </a:t>
              </a:r>
            </a:p>
          </p:txBody>
        </p:sp>
        <p:sp>
          <p:nvSpPr>
            <p:cNvPr id="153613" name="Rectangle 11"/>
            <p:cNvSpPr>
              <a:spLocks noChangeArrowheads="1"/>
            </p:cNvSpPr>
            <p:nvPr/>
          </p:nvSpPr>
          <p:spPr bwMode="auto">
            <a:xfrm>
              <a:off x="381" y="1301"/>
              <a:ext cx="174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 </a:t>
              </a:r>
            </a:p>
          </p:txBody>
        </p:sp>
      </p:grpSp>
      <p:sp>
        <p:nvSpPr>
          <p:cNvPr id="153610" name="AutoShape 12"/>
          <p:cNvSpPr>
            <a:spLocks noChangeArrowheads="1"/>
          </p:cNvSpPr>
          <p:nvPr/>
        </p:nvSpPr>
        <p:spPr bwMode="auto">
          <a:xfrm rot="5400000">
            <a:off x="2782094" y="3583782"/>
            <a:ext cx="3175000" cy="322262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A3B6EC6-D9E4-4BB0-A1F6-76EF35104F9B}" type="slidenum">
              <a:rPr lang="zh-CN" altLang="en-US" smtClean="0"/>
              <a:pPr defTabSz="895350"/>
              <a:t>148</a:t>
            </a:fld>
            <a:endParaRPr lang="en-US" altLang="zh-CN"/>
          </a:p>
        </p:txBody>
      </p:sp>
      <p:sp>
        <p:nvSpPr>
          <p:cNvPr id="154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462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5462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4630" name="Line 5"/>
          <p:cNvSpPr>
            <a:spLocks noChangeShapeType="1"/>
          </p:cNvSpPr>
          <p:nvPr/>
        </p:nvSpPr>
        <p:spPr bwMode="auto">
          <a:xfrm>
            <a:off x="215900" y="1784350"/>
            <a:ext cx="28527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4631" name="Rectangle 6"/>
          <p:cNvSpPr>
            <a:spLocks noChangeArrowheads="1"/>
          </p:cNvSpPr>
          <p:nvPr/>
        </p:nvSpPr>
        <p:spPr bwMode="auto">
          <a:xfrm>
            <a:off x="215900" y="1484313"/>
            <a:ext cx="2843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54632" name="Rectangle 7"/>
          <p:cNvSpPr>
            <a:spLocks noChangeArrowheads="1"/>
          </p:cNvSpPr>
          <p:nvPr/>
        </p:nvSpPr>
        <p:spPr bwMode="auto">
          <a:xfrm>
            <a:off x="215900" y="2065338"/>
            <a:ext cx="28463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 </a:t>
            </a:r>
          </a:p>
        </p:txBody>
      </p:sp>
      <p:sp>
        <p:nvSpPr>
          <p:cNvPr id="154633" name="Line 8"/>
          <p:cNvSpPr>
            <a:spLocks noChangeShapeType="1"/>
          </p:cNvSpPr>
          <p:nvPr/>
        </p:nvSpPr>
        <p:spPr bwMode="auto">
          <a:xfrm>
            <a:off x="3252788" y="1784350"/>
            <a:ext cx="285273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4634" name="Rectangle 9"/>
          <p:cNvSpPr>
            <a:spLocks noChangeArrowheads="1"/>
          </p:cNvSpPr>
          <p:nvPr/>
        </p:nvSpPr>
        <p:spPr bwMode="auto">
          <a:xfrm>
            <a:off x="3252788" y="1484313"/>
            <a:ext cx="28432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54635" name="Rectangle 10"/>
          <p:cNvSpPr>
            <a:spLocks noChangeArrowheads="1"/>
          </p:cNvSpPr>
          <p:nvPr/>
        </p:nvSpPr>
        <p:spPr bwMode="auto">
          <a:xfrm>
            <a:off x="3252788" y="2065338"/>
            <a:ext cx="28463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 </a:t>
            </a:r>
          </a:p>
        </p:txBody>
      </p:sp>
      <p:sp>
        <p:nvSpPr>
          <p:cNvPr id="154636" name="AutoShape 11"/>
          <p:cNvSpPr>
            <a:spLocks noChangeArrowheads="1"/>
          </p:cNvSpPr>
          <p:nvPr/>
        </p:nvSpPr>
        <p:spPr bwMode="auto">
          <a:xfrm rot="5400000">
            <a:off x="5083969" y="3413919"/>
            <a:ext cx="2970212" cy="34925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154637" name="Group 12"/>
          <p:cNvGrpSpPr>
            <a:grpSpLocks/>
          </p:cNvGrpSpPr>
          <p:nvPr/>
        </p:nvGrpSpPr>
        <p:grpSpPr bwMode="auto">
          <a:xfrm>
            <a:off x="7008813" y="2652713"/>
            <a:ext cx="1658937" cy="1870075"/>
            <a:chOff x="631" y="1680"/>
            <a:chExt cx="960" cy="960"/>
          </a:xfrm>
        </p:grpSpPr>
        <p:sp>
          <p:nvSpPr>
            <p:cNvPr id="154638" name="Rectangle 1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4639" name="Rectangle 1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87EA266-ED71-4B11-B7C6-899A65D29316}" type="slidenum">
              <a:rPr lang="zh-CN" altLang="en-US" smtClean="0"/>
              <a:pPr defTabSz="895350"/>
              <a:t>149</a:t>
            </a:fld>
            <a:endParaRPr lang="en-US" altLang="zh-CN"/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155652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5653" name="Line 4"/>
          <p:cNvSpPr>
            <a:spLocks noChangeShapeType="1"/>
          </p:cNvSpPr>
          <p:nvPr/>
        </p:nvSpPr>
        <p:spPr bwMode="auto">
          <a:xfrm>
            <a:off x="2173288" y="1428750"/>
            <a:ext cx="35194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5654" name="Rectangle 5"/>
          <p:cNvSpPr>
            <a:spLocks noChangeArrowheads="1"/>
          </p:cNvSpPr>
          <p:nvPr/>
        </p:nvSpPr>
        <p:spPr bwMode="auto">
          <a:xfrm>
            <a:off x="2173288" y="1128713"/>
            <a:ext cx="35067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55655" name="Rectangle 6"/>
          <p:cNvSpPr>
            <a:spLocks noChangeArrowheads="1"/>
          </p:cNvSpPr>
          <p:nvPr/>
        </p:nvSpPr>
        <p:spPr bwMode="auto">
          <a:xfrm>
            <a:off x="2173288" y="1709738"/>
            <a:ext cx="3513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grpSp>
        <p:nvGrpSpPr>
          <p:cNvPr id="155656" name="Group 7"/>
          <p:cNvGrpSpPr>
            <a:grpSpLocks/>
          </p:cNvGrpSpPr>
          <p:nvPr/>
        </p:nvGrpSpPr>
        <p:grpSpPr bwMode="auto">
          <a:xfrm>
            <a:off x="439738" y="1709738"/>
            <a:ext cx="1520825" cy="825500"/>
            <a:chOff x="2400" y="1968"/>
            <a:chExt cx="960" cy="960"/>
          </a:xfrm>
        </p:grpSpPr>
        <p:sp>
          <p:nvSpPr>
            <p:cNvPr id="155669" name="Rectangle 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5670" name="Rectangle 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5657" name="Rectangle 10"/>
          <p:cNvSpPr>
            <a:spLocks noChangeArrowheads="1"/>
          </p:cNvSpPr>
          <p:nvPr/>
        </p:nvSpPr>
        <p:spPr bwMode="auto">
          <a:xfrm>
            <a:off x="2173288" y="3225800"/>
            <a:ext cx="3513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grpSp>
        <p:nvGrpSpPr>
          <p:cNvPr id="155658" name="Group 11"/>
          <p:cNvGrpSpPr>
            <a:grpSpLocks/>
          </p:cNvGrpSpPr>
          <p:nvPr/>
        </p:nvGrpSpPr>
        <p:grpSpPr bwMode="auto">
          <a:xfrm>
            <a:off x="439738" y="3225800"/>
            <a:ext cx="1520825" cy="825500"/>
            <a:chOff x="2400" y="1968"/>
            <a:chExt cx="960" cy="960"/>
          </a:xfrm>
        </p:grpSpPr>
        <p:sp>
          <p:nvSpPr>
            <p:cNvPr id="155667" name="Rectangle 1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5668" name="Rectangle 1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5659" name="Rectangle 14"/>
          <p:cNvSpPr>
            <a:spLocks noChangeArrowheads="1"/>
          </p:cNvSpPr>
          <p:nvPr/>
        </p:nvSpPr>
        <p:spPr bwMode="auto">
          <a:xfrm>
            <a:off x="2173288" y="4741863"/>
            <a:ext cx="3513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grpSp>
        <p:nvGrpSpPr>
          <p:cNvPr id="155660" name="Group 15"/>
          <p:cNvGrpSpPr>
            <a:grpSpLocks/>
          </p:cNvGrpSpPr>
          <p:nvPr/>
        </p:nvGrpSpPr>
        <p:grpSpPr bwMode="auto">
          <a:xfrm>
            <a:off x="439738" y="4741863"/>
            <a:ext cx="1520825" cy="825500"/>
            <a:chOff x="2400" y="1968"/>
            <a:chExt cx="960" cy="960"/>
          </a:xfrm>
        </p:grpSpPr>
        <p:sp>
          <p:nvSpPr>
            <p:cNvPr id="155665" name="Rectangle 1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5666" name="Rectangle 1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5661" name="AutoShape 18"/>
          <p:cNvSpPr>
            <a:spLocks noChangeArrowheads="1"/>
          </p:cNvSpPr>
          <p:nvPr/>
        </p:nvSpPr>
        <p:spPr bwMode="auto">
          <a:xfrm rot="5400000">
            <a:off x="4685507" y="3347244"/>
            <a:ext cx="2970212" cy="34925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155662" name="Group 19"/>
          <p:cNvGrpSpPr>
            <a:grpSpLocks/>
          </p:cNvGrpSpPr>
          <p:nvPr/>
        </p:nvGrpSpPr>
        <p:grpSpPr bwMode="auto">
          <a:xfrm>
            <a:off x="6610350" y="2586038"/>
            <a:ext cx="1881188" cy="1870075"/>
            <a:chOff x="631" y="1680"/>
            <a:chExt cx="960" cy="960"/>
          </a:xfrm>
        </p:grpSpPr>
        <p:sp>
          <p:nvSpPr>
            <p:cNvPr id="155663" name="Rectangle 20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5664" name="Rectangle 2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8E90E57-6AA2-4EEA-8D01-496BDF16DD5A}" type="slidenum">
              <a:rPr lang="zh-CN" altLang="en-US" smtClean="0"/>
              <a:pPr defTabSz="895350"/>
              <a:t>150</a:t>
            </a:fld>
            <a:endParaRPr lang="en-US" altLang="zh-CN"/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156676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6677" name="Rectangle 4"/>
          <p:cNvSpPr>
            <a:spLocks noChangeArrowheads="1"/>
          </p:cNvSpPr>
          <p:nvPr/>
        </p:nvSpPr>
        <p:spPr bwMode="auto">
          <a:xfrm>
            <a:off x="550863" y="1209675"/>
            <a:ext cx="1392237" cy="44767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156678" name="Line 5"/>
          <p:cNvSpPr>
            <a:spLocks noChangeShapeType="1"/>
          </p:cNvSpPr>
          <p:nvPr/>
        </p:nvSpPr>
        <p:spPr bwMode="auto">
          <a:xfrm>
            <a:off x="2947988" y="1211263"/>
            <a:ext cx="52451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6679" name="Rectangle 6"/>
          <p:cNvSpPr>
            <a:spLocks noChangeArrowheads="1"/>
          </p:cNvSpPr>
          <p:nvPr/>
        </p:nvSpPr>
        <p:spPr bwMode="auto">
          <a:xfrm>
            <a:off x="2947988" y="911225"/>
            <a:ext cx="5226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56680" name="Rectangle 7"/>
          <p:cNvSpPr>
            <a:spLocks noChangeArrowheads="1"/>
          </p:cNvSpPr>
          <p:nvPr/>
        </p:nvSpPr>
        <p:spPr bwMode="auto">
          <a:xfrm>
            <a:off x="2947988" y="1492250"/>
            <a:ext cx="5233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grpSp>
        <p:nvGrpSpPr>
          <p:cNvPr id="156681" name="Group 8"/>
          <p:cNvGrpSpPr>
            <a:grpSpLocks/>
          </p:cNvGrpSpPr>
          <p:nvPr/>
        </p:nvGrpSpPr>
        <p:grpSpPr bwMode="auto">
          <a:xfrm>
            <a:off x="1122363" y="1492250"/>
            <a:ext cx="1524000" cy="825500"/>
            <a:chOff x="2400" y="1968"/>
            <a:chExt cx="960" cy="960"/>
          </a:xfrm>
        </p:grpSpPr>
        <p:sp>
          <p:nvSpPr>
            <p:cNvPr id="156690" name="Rectangle 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6691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6682" name="Rectangle 11"/>
          <p:cNvSpPr>
            <a:spLocks noChangeArrowheads="1"/>
          </p:cNvSpPr>
          <p:nvPr/>
        </p:nvSpPr>
        <p:spPr bwMode="auto">
          <a:xfrm>
            <a:off x="2947988" y="3008313"/>
            <a:ext cx="5233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grpSp>
        <p:nvGrpSpPr>
          <p:cNvPr id="156683" name="Group 12"/>
          <p:cNvGrpSpPr>
            <a:grpSpLocks/>
          </p:cNvGrpSpPr>
          <p:nvPr/>
        </p:nvGrpSpPr>
        <p:grpSpPr bwMode="auto">
          <a:xfrm>
            <a:off x="1122363" y="3008313"/>
            <a:ext cx="1524000" cy="825500"/>
            <a:chOff x="2400" y="1968"/>
            <a:chExt cx="960" cy="960"/>
          </a:xfrm>
        </p:grpSpPr>
        <p:sp>
          <p:nvSpPr>
            <p:cNvPr id="156688" name="Rectangle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6689" name="Rectangle 1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6684" name="Rectangle 15"/>
          <p:cNvSpPr>
            <a:spLocks noChangeArrowheads="1"/>
          </p:cNvSpPr>
          <p:nvPr/>
        </p:nvSpPr>
        <p:spPr bwMode="auto">
          <a:xfrm>
            <a:off x="2947988" y="4524375"/>
            <a:ext cx="5233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grpSp>
        <p:nvGrpSpPr>
          <p:cNvPr id="156685" name="Group 16"/>
          <p:cNvGrpSpPr>
            <a:grpSpLocks/>
          </p:cNvGrpSpPr>
          <p:nvPr/>
        </p:nvGrpSpPr>
        <p:grpSpPr bwMode="auto">
          <a:xfrm>
            <a:off x="1122363" y="4524375"/>
            <a:ext cx="1524000" cy="825500"/>
            <a:chOff x="2400" y="1968"/>
            <a:chExt cx="960" cy="960"/>
          </a:xfrm>
        </p:grpSpPr>
        <p:sp>
          <p:nvSpPr>
            <p:cNvPr id="156686" name="Rectangle 1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6687" name="Rectangle 18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A4C002E-D2AD-45E7-BF8C-E6E7607C2A86}" type="slidenum">
              <a:rPr lang="zh-CN" altLang="en-US" smtClean="0"/>
              <a:pPr defTabSz="895350"/>
              <a:t>151</a:t>
            </a:fld>
            <a:endParaRPr lang="en-US" altLang="zh-CN"/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157700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7701" name="Rectangle 4"/>
          <p:cNvSpPr>
            <a:spLocks noChangeArrowheads="1"/>
          </p:cNvSpPr>
          <p:nvPr/>
        </p:nvSpPr>
        <p:spPr bwMode="auto">
          <a:xfrm>
            <a:off x="342900" y="1209675"/>
            <a:ext cx="1395413" cy="44767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157702" name="Group 5"/>
          <p:cNvGrpSpPr>
            <a:grpSpLocks/>
          </p:cNvGrpSpPr>
          <p:nvPr/>
        </p:nvGrpSpPr>
        <p:grpSpPr bwMode="auto">
          <a:xfrm>
            <a:off x="914400" y="1492250"/>
            <a:ext cx="1524000" cy="825500"/>
            <a:chOff x="2400" y="1968"/>
            <a:chExt cx="960" cy="960"/>
          </a:xfrm>
        </p:grpSpPr>
        <p:sp>
          <p:nvSpPr>
            <p:cNvPr id="157719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7720" name="Rectangle 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57703" name="Group 8"/>
          <p:cNvGrpSpPr>
            <a:grpSpLocks/>
          </p:cNvGrpSpPr>
          <p:nvPr/>
        </p:nvGrpSpPr>
        <p:grpSpPr bwMode="auto">
          <a:xfrm>
            <a:off x="914400" y="3008313"/>
            <a:ext cx="1524000" cy="825500"/>
            <a:chOff x="2400" y="1968"/>
            <a:chExt cx="960" cy="960"/>
          </a:xfrm>
        </p:grpSpPr>
        <p:sp>
          <p:nvSpPr>
            <p:cNvPr id="157717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7718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57704" name="Group 11"/>
          <p:cNvGrpSpPr>
            <a:grpSpLocks/>
          </p:cNvGrpSpPr>
          <p:nvPr/>
        </p:nvGrpSpPr>
        <p:grpSpPr bwMode="auto">
          <a:xfrm>
            <a:off x="914400" y="4524375"/>
            <a:ext cx="1524000" cy="825500"/>
            <a:chOff x="2400" y="1968"/>
            <a:chExt cx="960" cy="960"/>
          </a:xfrm>
        </p:grpSpPr>
        <p:sp>
          <p:nvSpPr>
            <p:cNvPr id="157715" name="Rectangle 1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7716" name="Rectangle 1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7705" name="Line 14"/>
          <p:cNvSpPr>
            <a:spLocks noChangeShapeType="1"/>
          </p:cNvSpPr>
          <p:nvPr/>
        </p:nvSpPr>
        <p:spPr bwMode="auto">
          <a:xfrm>
            <a:off x="2741613" y="1211263"/>
            <a:ext cx="27797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7706" name="Rectangle 15"/>
          <p:cNvSpPr>
            <a:spLocks noChangeArrowheads="1"/>
          </p:cNvSpPr>
          <p:nvPr/>
        </p:nvSpPr>
        <p:spPr bwMode="auto">
          <a:xfrm>
            <a:off x="2741613" y="911225"/>
            <a:ext cx="2771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57707" name="Rectangle 16"/>
          <p:cNvSpPr>
            <a:spLocks noChangeArrowheads="1"/>
          </p:cNvSpPr>
          <p:nvPr/>
        </p:nvSpPr>
        <p:spPr bwMode="auto">
          <a:xfrm>
            <a:off x="2741613" y="1492250"/>
            <a:ext cx="2773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57708" name="Rectangle 17"/>
          <p:cNvSpPr>
            <a:spLocks noChangeArrowheads="1"/>
          </p:cNvSpPr>
          <p:nvPr/>
        </p:nvSpPr>
        <p:spPr bwMode="auto">
          <a:xfrm>
            <a:off x="2741613" y="3008313"/>
            <a:ext cx="2773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57709" name="Rectangle 18"/>
          <p:cNvSpPr>
            <a:spLocks noChangeArrowheads="1"/>
          </p:cNvSpPr>
          <p:nvPr/>
        </p:nvSpPr>
        <p:spPr bwMode="auto">
          <a:xfrm>
            <a:off x="2741613" y="4524375"/>
            <a:ext cx="2773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57710" name="Line 19"/>
          <p:cNvSpPr>
            <a:spLocks noChangeShapeType="1"/>
          </p:cNvSpPr>
          <p:nvPr/>
        </p:nvSpPr>
        <p:spPr bwMode="auto">
          <a:xfrm>
            <a:off x="5740400" y="1211263"/>
            <a:ext cx="27813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7711" name="Rectangle 20"/>
          <p:cNvSpPr>
            <a:spLocks noChangeArrowheads="1"/>
          </p:cNvSpPr>
          <p:nvPr/>
        </p:nvSpPr>
        <p:spPr bwMode="auto">
          <a:xfrm>
            <a:off x="5740400" y="911225"/>
            <a:ext cx="2771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57712" name="Rectangle 21"/>
          <p:cNvSpPr>
            <a:spLocks noChangeArrowheads="1"/>
          </p:cNvSpPr>
          <p:nvPr/>
        </p:nvSpPr>
        <p:spPr bwMode="auto">
          <a:xfrm>
            <a:off x="5740400" y="1492250"/>
            <a:ext cx="2774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57713" name="Rectangle 22"/>
          <p:cNvSpPr>
            <a:spLocks noChangeArrowheads="1"/>
          </p:cNvSpPr>
          <p:nvPr/>
        </p:nvSpPr>
        <p:spPr bwMode="auto">
          <a:xfrm>
            <a:off x="5740400" y="3008313"/>
            <a:ext cx="2774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57714" name="Rectangle 23"/>
          <p:cNvSpPr>
            <a:spLocks noChangeArrowheads="1"/>
          </p:cNvSpPr>
          <p:nvPr/>
        </p:nvSpPr>
        <p:spPr bwMode="auto">
          <a:xfrm>
            <a:off x="5740400" y="4524375"/>
            <a:ext cx="2774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32422BB-38B7-4A9F-9763-6E9A6457D95B}" type="slidenum">
              <a:rPr lang="zh-CN" altLang="en-US" smtClean="0"/>
              <a:pPr defTabSz="895350"/>
              <a:t>152</a:t>
            </a:fld>
            <a:endParaRPr lang="en-US" altLang="zh-CN"/>
          </a:p>
        </p:txBody>
      </p:sp>
      <p:sp>
        <p:nvSpPr>
          <p:cNvPr id="158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158724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8725" name="Rectangle 4"/>
          <p:cNvSpPr>
            <a:spLocks noChangeArrowheads="1"/>
          </p:cNvSpPr>
          <p:nvPr/>
        </p:nvSpPr>
        <p:spPr bwMode="auto">
          <a:xfrm>
            <a:off x="227013" y="1270000"/>
            <a:ext cx="1276350" cy="409892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158726" name="Group 5"/>
          <p:cNvGrpSpPr>
            <a:grpSpLocks/>
          </p:cNvGrpSpPr>
          <p:nvPr/>
        </p:nvGrpSpPr>
        <p:grpSpPr bwMode="auto">
          <a:xfrm>
            <a:off x="750888" y="1528763"/>
            <a:ext cx="1395412" cy="755650"/>
            <a:chOff x="2400" y="1968"/>
            <a:chExt cx="960" cy="960"/>
          </a:xfrm>
        </p:grpSpPr>
        <p:sp>
          <p:nvSpPr>
            <p:cNvPr id="158748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8749" name="Rectangle 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58727" name="Group 8"/>
          <p:cNvGrpSpPr>
            <a:grpSpLocks/>
          </p:cNvGrpSpPr>
          <p:nvPr/>
        </p:nvGrpSpPr>
        <p:grpSpPr bwMode="auto">
          <a:xfrm>
            <a:off x="750888" y="2916238"/>
            <a:ext cx="1395412" cy="757237"/>
            <a:chOff x="2400" y="1968"/>
            <a:chExt cx="960" cy="960"/>
          </a:xfrm>
        </p:grpSpPr>
        <p:sp>
          <p:nvSpPr>
            <p:cNvPr id="158746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8747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58728" name="Group 11"/>
          <p:cNvGrpSpPr>
            <a:grpSpLocks/>
          </p:cNvGrpSpPr>
          <p:nvPr/>
        </p:nvGrpSpPr>
        <p:grpSpPr bwMode="auto">
          <a:xfrm>
            <a:off x="750888" y="4305300"/>
            <a:ext cx="1395412" cy="755650"/>
            <a:chOff x="2400" y="1968"/>
            <a:chExt cx="960" cy="960"/>
          </a:xfrm>
        </p:grpSpPr>
        <p:sp>
          <p:nvSpPr>
            <p:cNvPr id="158744" name="Rectangle 1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58745" name="Rectangle 1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58729" name="Line 14"/>
          <p:cNvSpPr>
            <a:spLocks noChangeShapeType="1"/>
          </p:cNvSpPr>
          <p:nvPr/>
        </p:nvSpPr>
        <p:spPr bwMode="auto">
          <a:xfrm>
            <a:off x="2424113" y="1271588"/>
            <a:ext cx="19526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8730" name="Rectangle 15"/>
          <p:cNvSpPr>
            <a:spLocks noChangeArrowheads="1"/>
          </p:cNvSpPr>
          <p:nvPr/>
        </p:nvSpPr>
        <p:spPr bwMode="auto">
          <a:xfrm>
            <a:off x="2425700" y="996950"/>
            <a:ext cx="19446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58731" name="Rectangle 16"/>
          <p:cNvSpPr>
            <a:spLocks noChangeArrowheads="1"/>
          </p:cNvSpPr>
          <p:nvPr/>
        </p:nvSpPr>
        <p:spPr bwMode="auto">
          <a:xfrm>
            <a:off x="2425700" y="1528763"/>
            <a:ext cx="1947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32" name="Rectangle 17"/>
          <p:cNvSpPr>
            <a:spLocks noChangeArrowheads="1"/>
          </p:cNvSpPr>
          <p:nvPr/>
        </p:nvSpPr>
        <p:spPr bwMode="auto">
          <a:xfrm>
            <a:off x="2425700" y="2916238"/>
            <a:ext cx="1947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33" name="Rectangle 18"/>
          <p:cNvSpPr>
            <a:spLocks noChangeArrowheads="1"/>
          </p:cNvSpPr>
          <p:nvPr/>
        </p:nvSpPr>
        <p:spPr bwMode="auto">
          <a:xfrm>
            <a:off x="2424113" y="4302125"/>
            <a:ext cx="194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34" name="Line 19"/>
          <p:cNvSpPr>
            <a:spLocks noChangeShapeType="1"/>
          </p:cNvSpPr>
          <p:nvPr/>
        </p:nvSpPr>
        <p:spPr bwMode="auto">
          <a:xfrm>
            <a:off x="4543425" y="1271588"/>
            <a:ext cx="19526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8735" name="Rectangle 20"/>
          <p:cNvSpPr>
            <a:spLocks noChangeArrowheads="1"/>
          </p:cNvSpPr>
          <p:nvPr/>
        </p:nvSpPr>
        <p:spPr bwMode="auto">
          <a:xfrm>
            <a:off x="4543425" y="996950"/>
            <a:ext cx="19462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58736" name="Rectangle 21"/>
          <p:cNvSpPr>
            <a:spLocks noChangeArrowheads="1"/>
          </p:cNvSpPr>
          <p:nvPr/>
        </p:nvSpPr>
        <p:spPr bwMode="auto">
          <a:xfrm>
            <a:off x="4543425" y="1528763"/>
            <a:ext cx="1947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37" name="Rectangle 22"/>
          <p:cNvSpPr>
            <a:spLocks noChangeArrowheads="1"/>
          </p:cNvSpPr>
          <p:nvPr/>
        </p:nvSpPr>
        <p:spPr bwMode="auto">
          <a:xfrm>
            <a:off x="4543425" y="2916238"/>
            <a:ext cx="1947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38" name="Rectangle 23"/>
          <p:cNvSpPr>
            <a:spLocks noChangeArrowheads="1"/>
          </p:cNvSpPr>
          <p:nvPr/>
        </p:nvSpPr>
        <p:spPr bwMode="auto">
          <a:xfrm>
            <a:off x="4543425" y="4303713"/>
            <a:ext cx="1947863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39" name="Line 24"/>
          <p:cNvSpPr>
            <a:spLocks noChangeShapeType="1"/>
          </p:cNvSpPr>
          <p:nvPr/>
        </p:nvSpPr>
        <p:spPr bwMode="auto">
          <a:xfrm>
            <a:off x="6662738" y="1271588"/>
            <a:ext cx="19510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8740" name="Rectangle 25"/>
          <p:cNvSpPr>
            <a:spLocks noChangeArrowheads="1"/>
          </p:cNvSpPr>
          <p:nvPr/>
        </p:nvSpPr>
        <p:spPr bwMode="auto">
          <a:xfrm>
            <a:off x="6662738" y="996950"/>
            <a:ext cx="19446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58741" name="Rectangle 26"/>
          <p:cNvSpPr>
            <a:spLocks noChangeArrowheads="1"/>
          </p:cNvSpPr>
          <p:nvPr/>
        </p:nvSpPr>
        <p:spPr bwMode="auto">
          <a:xfrm>
            <a:off x="6662738" y="1528763"/>
            <a:ext cx="19478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42" name="Rectangle 27"/>
          <p:cNvSpPr>
            <a:spLocks noChangeArrowheads="1"/>
          </p:cNvSpPr>
          <p:nvPr/>
        </p:nvSpPr>
        <p:spPr bwMode="auto">
          <a:xfrm>
            <a:off x="6662738" y="2917825"/>
            <a:ext cx="19478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158743" name="Rectangle 28"/>
          <p:cNvSpPr>
            <a:spLocks noChangeArrowheads="1"/>
          </p:cNvSpPr>
          <p:nvPr/>
        </p:nvSpPr>
        <p:spPr bwMode="auto">
          <a:xfrm>
            <a:off x="6662738" y="4302125"/>
            <a:ext cx="19478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DF73B43-677E-4C43-9824-6343AE34F590}" type="slidenum">
              <a:rPr lang="zh-CN" altLang="en-US" smtClean="0"/>
              <a:pPr defTabSz="895350"/>
              <a:t>153</a:t>
            </a:fld>
            <a:endParaRPr lang="en-US" altLang="zh-CN"/>
          </a:p>
        </p:txBody>
      </p:sp>
      <p:sp>
        <p:nvSpPr>
          <p:cNvPr id="159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2 </a:t>
            </a:r>
            <a:r>
              <a:rPr lang="en-US" altLang="zh-CN"/>
              <a:t>COLUMN </a:t>
            </a:r>
          </a:p>
        </p:txBody>
      </p:sp>
      <p:sp>
        <p:nvSpPr>
          <p:cNvPr id="15974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59749" name="Rectangle 4"/>
          <p:cNvSpPr>
            <a:spLocks noChangeArrowheads="1"/>
          </p:cNvSpPr>
          <p:nvPr/>
        </p:nvSpPr>
        <p:spPr bwMode="auto">
          <a:xfrm>
            <a:off x="519113" y="1270000"/>
            <a:ext cx="383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59750" name="Rectangle 5"/>
          <p:cNvSpPr>
            <a:spLocks noChangeArrowheads="1"/>
          </p:cNvSpPr>
          <p:nvPr/>
        </p:nvSpPr>
        <p:spPr bwMode="auto">
          <a:xfrm>
            <a:off x="4541838" y="1270000"/>
            <a:ext cx="383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59751" name="Line 6"/>
          <p:cNvSpPr>
            <a:spLocks noChangeShapeType="1"/>
          </p:cNvSpPr>
          <p:nvPr/>
        </p:nvSpPr>
        <p:spPr bwMode="auto">
          <a:xfrm>
            <a:off x="519113" y="1544638"/>
            <a:ext cx="3832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59752" name="Rectangle 7"/>
          <p:cNvSpPr>
            <a:spLocks noChangeArrowheads="1"/>
          </p:cNvSpPr>
          <p:nvPr/>
        </p:nvSpPr>
        <p:spPr bwMode="auto">
          <a:xfrm>
            <a:off x="519113" y="1681163"/>
            <a:ext cx="383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59753" name="Rectangle 8"/>
          <p:cNvSpPr>
            <a:spLocks noChangeArrowheads="1"/>
          </p:cNvSpPr>
          <p:nvPr/>
        </p:nvSpPr>
        <p:spPr bwMode="auto">
          <a:xfrm>
            <a:off x="4541838" y="1681163"/>
            <a:ext cx="383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59754" name="Line 9"/>
          <p:cNvSpPr>
            <a:spLocks noChangeShapeType="1"/>
          </p:cNvSpPr>
          <p:nvPr/>
        </p:nvSpPr>
        <p:spPr bwMode="auto">
          <a:xfrm>
            <a:off x="4541838" y="1544638"/>
            <a:ext cx="3833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1AD97AD-ED78-4F1A-9345-D693AA664CB4}" type="slidenum">
              <a:rPr lang="zh-CN" altLang="en-US" smtClean="0"/>
              <a:pPr defTabSz="895350"/>
              <a:t>154</a:t>
            </a:fld>
            <a:endParaRPr lang="en-US" altLang="zh-CN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 </a:t>
            </a:r>
            <a:r>
              <a:rPr lang="en-US" altLang="zh-CN"/>
              <a:t>COLUMN</a:t>
            </a:r>
          </a:p>
        </p:txBody>
      </p:sp>
      <p:sp>
        <p:nvSpPr>
          <p:cNvPr id="16077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60773" name="Group 4"/>
          <p:cNvGrpSpPr>
            <a:grpSpLocks/>
          </p:cNvGrpSpPr>
          <p:nvPr/>
        </p:nvGrpSpPr>
        <p:grpSpPr bwMode="auto">
          <a:xfrm>
            <a:off x="265113" y="1270000"/>
            <a:ext cx="8335962" cy="655638"/>
            <a:chOff x="326" y="800"/>
            <a:chExt cx="4619" cy="413"/>
          </a:xfrm>
        </p:grpSpPr>
        <p:grpSp>
          <p:nvGrpSpPr>
            <p:cNvPr id="160774" name="Group 5"/>
            <p:cNvGrpSpPr>
              <a:grpSpLocks/>
            </p:cNvGrpSpPr>
            <p:nvPr/>
          </p:nvGrpSpPr>
          <p:grpSpPr bwMode="auto">
            <a:xfrm>
              <a:off x="326" y="800"/>
              <a:ext cx="1473" cy="413"/>
              <a:chOff x="326" y="800"/>
              <a:chExt cx="2416" cy="413"/>
            </a:xfrm>
          </p:grpSpPr>
          <p:sp>
            <p:nvSpPr>
              <p:cNvPr id="160783" name="Rectangle 6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0784" name="Line 7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0785" name="Rectangle 8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160775" name="Group 9"/>
            <p:cNvGrpSpPr>
              <a:grpSpLocks/>
            </p:cNvGrpSpPr>
            <p:nvPr/>
          </p:nvGrpSpPr>
          <p:grpSpPr bwMode="auto">
            <a:xfrm>
              <a:off x="1899" y="800"/>
              <a:ext cx="1473" cy="413"/>
              <a:chOff x="326" y="800"/>
              <a:chExt cx="2416" cy="413"/>
            </a:xfrm>
          </p:grpSpPr>
          <p:sp>
            <p:nvSpPr>
              <p:cNvPr id="160780" name="Rectangle 10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0781" name="Line 11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0782" name="Rectangle 12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160776" name="Group 13"/>
            <p:cNvGrpSpPr>
              <a:grpSpLocks/>
            </p:cNvGrpSpPr>
            <p:nvPr/>
          </p:nvGrpSpPr>
          <p:grpSpPr bwMode="auto">
            <a:xfrm>
              <a:off x="3472" y="800"/>
              <a:ext cx="1473" cy="413"/>
              <a:chOff x="326" y="800"/>
              <a:chExt cx="2416" cy="413"/>
            </a:xfrm>
          </p:grpSpPr>
          <p:sp>
            <p:nvSpPr>
              <p:cNvPr id="160777" name="Rectangle 14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0778" name="Line 15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0779" name="Rectangle 16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0B967C5-8A96-47A7-B631-89EBACFAAC19}" type="slidenum">
              <a:rPr lang="zh-CN" altLang="en-US" smtClean="0"/>
              <a:pPr defTabSz="895350"/>
              <a:t>155</a:t>
            </a:fld>
            <a:endParaRPr lang="en-US" altLang="zh-CN"/>
          </a:p>
        </p:txBody>
      </p:sp>
      <p:sp>
        <p:nvSpPr>
          <p:cNvPr id="161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4 </a:t>
            </a:r>
            <a:r>
              <a:rPr lang="en-US" altLang="zh-CN"/>
              <a:t>COLUMN</a:t>
            </a:r>
          </a:p>
        </p:txBody>
      </p:sp>
      <p:sp>
        <p:nvSpPr>
          <p:cNvPr id="16179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61797" name="Group 4"/>
          <p:cNvGrpSpPr>
            <a:grpSpLocks/>
          </p:cNvGrpSpPr>
          <p:nvPr/>
        </p:nvGrpSpPr>
        <p:grpSpPr bwMode="auto">
          <a:xfrm>
            <a:off x="138113" y="1270000"/>
            <a:ext cx="8593137" cy="655638"/>
            <a:chOff x="86" y="800"/>
            <a:chExt cx="5325" cy="413"/>
          </a:xfrm>
        </p:grpSpPr>
        <p:grpSp>
          <p:nvGrpSpPr>
            <p:cNvPr id="161798" name="Group 5"/>
            <p:cNvGrpSpPr>
              <a:grpSpLocks/>
            </p:cNvGrpSpPr>
            <p:nvPr/>
          </p:nvGrpSpPr>
          <p:grpSpPr bwMode="auto">
            <a:xfrm>
              <a:off x="86" y="800"/>
              <a:ext cx="1251" cy="413"/>
              <a:chOff x="326" y="800"/>
              <a:chExt cx="2416" cy="413"/>
            </a:xfrm>
          </p:grpSpPr>
          <p:sp>
            <p:nvSpPr>
              <p:cNvPr id="161811" name="Rectangle 6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1812" name="Line 7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1813" name="Rectangle 8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161799" name="Group 9"/>
            <p:cNvGrpSpPr>
              <a:grpSpLocks/>
            </p:cNvGrpSpPr>
            <p:nvPr/>
          </p:nvGrpSpPr>
          <p:grpSpPr bwMode="auto">
            <a:xfrm>
              <a:off x="1444" y="800"/>
              <a:ext cx="1251" cy="413"/>
              <a:chOff x="326" y="800"/>
              <a:chExt cx="2416" cy="413"/>
            </a:xfrm>
          </p:grpSpPr>
          <p:sp>
            <p:nvSpPr>
              <p:cNvPr id="161808" name="Rectangle 10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1809" name="Line 11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1810" name="Rectangle 12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161800" name="Group 13"/>
            <p:cNvGrpSpPr>
              <a:grpSpLocks/>
            </p:cNvGrpSpPr>
            <p:nvPr/>
          </p:nvGrpSpPr>
          <p:grpSpPr bwMode="auto">
            <a:xfrm>
              <a:off x="2802" y="800"/>
              <a:ext cx="1251" cy="413"/>
              <a:chOff x="326" y="800"/>
              <a:chExt cx="2416" cy="413"/>
            </a:xfrm>
          </p:grpSpPr>
          <p:sp>
            <p:nvSpPr>
              <p:cNvPr id="161805" name="Rectangle 14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1806" name="Line 15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1807" name="Rectangle 16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161801" name="Group 17"/>
            <p:cNvGrpSpPr>
              <a:grpSpLocks/>
            </p:cNvGrpSpPr>
            <p:nvPr/>
          </p:nvGrpSpPr>
          <p:grpSpPr bwMode="auto">
            <a:xfrm>
              <a:off x="4160" y="800"/>
              <a:ext cx="1251" cy="413"/>
              <a:chOff x="326" y="800"/>
              <a:chExt cx="2416" cy="413"/>
            </a:xfrm>
          </p:grpSpPr>
          <p:sp>
            <p:nvSpPr>
              <p:cNvPr id="161802" name="Rectangle 18"/>
              <p:cNvSpPr>
                <a:spLocks noChangeArrowheads="1"/>
              </p:cNvSpPr>
              <p:nvPr/>
            </p:nvSpPr>
            <p:spPr bwMode="auto">
              <a:xfrm>
                <a:off x="326" y="800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b">
                <a:spAutoFit/>
              </a:bodyPr>
              <a:lstStyle/>
              <a:p>
                <a:pPr defTabSz="895350">
                  <a:buSzPct val="120000"/>
                </a:pPr>
                <a:r>
                  <a:rPr lang="en-US" altLang="ko-KR" b="1">
                    <a:ea typeface="Gulim" pitchFamily="34" charset="-127"/>
                  </a:rPr>
                  <a:t>Title</a:t>
                </a:r>
              </a:p>
            </p:txBody>
          </p:sp>
          <p:sp>
            <p:nvSpPr>
              <p:cNvPr id="161803" name="Line 19"/>
              <p:cNvSpPr>
                <a:spLocks noChangeShapeType="1"/>
              </p:cNvSpPr>
              <p:nvPr/>
            </p:nvSpPr>
            <p:spPr bwMode="auto">
              <a:xfrm>
                <a:off x="326" y="973"/>
                <a:ext cx="24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61804" name="Rectangle 20"/>
              <p:cNvSpPr>
                <a:spLocks noChangeArrowheads="1"/>
              </p:cNvSpPr>
              <p:nvPr/>
            </p:nvSpPr>
            <p:spPr bwMode="auto">
              <a:xfrm>
                <a:off x="326" y="1059"/>
                <a:ext cx="2416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>
                <a:spAutoFit/>
              </a:bodyPr>
              <a:lstStyle/>
              <a:p>
                <a:pPr marL="144463" lvl="1" indent="-142875" defTabSz="895350">
                  <a:buSzPct val="120000"/>
                  <a:buFontTx/>
                  <a:buChar char="•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</p:grp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EA88B03-550F-498A-8564-7040C5C883A5}" type="slidenum">
              <a:rPr lang="zh-CN" altLang="en-US" smtClean="0"/>
              <a:pPr defTabSz="895350"/>
              <a:t>156</a:t>
            </a:fld>
            <a:endParaRPr lang="en-US" altLang="zh-CN"/>
          </a:p>
        </p:txBody>
      </p:sp>
      <p:sp>
        <p:nvSpPr>
          <p:cNvPr id="162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5 </a:t>
            </a:r>
            <a:r>
              <a:rPr lang="en-US" altLang="zh-CN"/>
              <a:t>COLUMN</a:t>
            </a:r>
          </a:p>
        </p:txBody>
      </p:sp>
      <p:sp>
        <p:nvSpPr>
          <p:cNvPr id="16282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62821" name="Group 4"/>
          <p:cNvGrpSpPr>
            <a:grpSpLocks/>
          </p:cNvGrpSpPr>
          <p:nvPr/>
        </p:nvGrpSpPr>
        <p:grpSpPr bwMode="auto">
          <a:xfrm>
            <a:off x="138113" y="1270000"/>
            <a:ext cx="1635125" cy="655638"/>
            <a:chOff x="326" y="800"/>
            <a:chExt cx="2416" cy="413"/>
          </a:xfrm>
        </p:grpSpPr>
        <p:sp>
          <p:nvSpPr>
            <p:cNvPr id="162838" name="Rectangle 5"/>
            <p:cNvSpPr>
              <a:spLocks noChangeArrowheads="1"/>
            </p:cNvSpPr>
            <p:nvPr/>
          </p:nvSpPr>
          <p:spPr bwMode="auto">
            <a:xfrm>
              <a:off x="326" y="800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</a:t>
              </a:r>
            </a:p>
          </p:txBody>
        </p:sp>
        <p:sp>
          <p:nvSpPr>
            <p:cNvPr id="162839" name="Line 6"/>
            <p:cNvSpPr>
              <a:spLocks noChangeShapeType="1"/>
            </p:cNvSpPr>
            <p:nvPr/>
          </p:nvSpPr>
          <p:spPr bwMode="auto">
            <a:xfrm>
              <a:off x="326" y="973"/>
              <a:ext cx="2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2840" name="Rectangle 7"/>
            <p:cNvSpPr>
              <a:spLocks noChangeArrowheads="1"/>
            </p:cNvSpPr>
            <p:nvPr/>
          </p:nvSpPr>
          <p:spPr bwMode="auto">
            <a:xfrm>
              <a:off x="326" y="1059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62822" name="Group 8"/>
          <p:cNvGrpSpPr>
            <a:grpSpLocks/>
          </p:cNvGrpSpPr>
          <p:nvPr/>
        </p:nvGrpSpPr>
        <p:grpSpPr bwMode="auto">
          <a:xfrm>
            <a:off x="1878013" y="1270000"/>
            <a:ext cx="1633537" cy="655638"/>
            <a:chOff x="326" y="800"/>
            <a:chExt cx="2416" cy="413"/>
          </a:xfrm>
        </p:grpSpPr>
        <p:sp>
          <p:nvSpPr>
            <p:cNvPr id="162835" name="Rectangle 9"/>
            <p:cNvSpPr>
              <a:spLocks noChangeArrowheads="1"/>
            </p:cNvSpPr>
            <p:nvPr/>
          </p:nvSpPr>
          <p:spPr bwMode="auto">
            <a:xfrm>
              <a:off x="326" y="800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</a:t>
              </a:r>
            </a:p>
          </p:txBody>
        </p:sp>
        <p:sp>
          <p:nvSpPr>
            <p:cNvPr id="162836" name="Line 10"/>
            <p:cNvSpPr>
              <a:spLocks noChangeShapeType="1"/>
            </p:cNvSpPr>
            <p:nvPr/>
          </p:nvSpPr>
          <p:spPr bwMode="auto">
            <a:xfrm>
              <a:off x="326" y="973"/>
              <a:ext cx="2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2837" name="Rectangle 11"/>
            <p:cNvSpPr>
              <a:spLocks noChangeArrowheads="1"/>
            </p:cNvSpPr>
            <p:nvPr/>
          </p:nvSpPr>
          <p:spPr bwMode="auto">
            <a:xfrm>
              <a:off x="326" y="1059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62823" name="Group 12"/>
          <p:cNvGrpSpPr>
            <a:grpSpLocks/>
          </p:cNvGrpSpPr>
          <p:nvPr/>
        </p:nvGrpSpPr>
        <p:grpSpPr bwMode="auto">
          <a:xfrm>
            <a:off x="3617913" y="1270000"/>
            <a:ext cx="1633537" cy="655638"/>
            <a:chOff x="326" y="800"/>
            <a:chExt cx="2416" cy="413"/>
          </a:xfrm>
        </p:grpSpPr>
        <p:sp>
          <p:nvSpPr>
            <p:cNvPr id="162832" name="Rectangle 13"/>
            <p:cNvSpPr>
              <a:spLocks noChangeArrowheads="1"/>
            </p:cNvSpPr>
            <p:nvPr/>
          </p:nvSpPr>
          <p:spPr bwMode="auto">
            <a:xfrm>
              <a:off x="326" y="800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</a:t>
              </a:r>
            </a:p>
          </p:txBody>
        </p:sp>
        <p:sp>
          <p:nvSpPr>
            <p:cNvPr id="162833" name="Line 14"/>
            <p:cNvSpPr>
              <a:spLocks noChangeShapeType="1"/>
            </p:cNvSpPr>
            <p:nvPr/>
          </p:nvSpPr>
          <p:spPr bwMode="auto">
            <a:xfrm>
              <a:off x="326" y="973"/>
              <a:ext cx="2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2834" name="Rectangle 15"/>
            <p:cNvSpPr>
              <a:spLocks noChangeArrowheads="1"/>
            </p:cNvSpPr>
            <p:nvPr/>
          </p:nvSpPr>
          <p:spPr bwMode="auto">
            <a:xfrm>
              <a:off x="326" y="1059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62824" name="Group 16"/>
          <p:cNvGrpSpPr>
            <a:grpSpLocks/>
          </p:cNvGrpSpPr>
          <p:nvPr/>
        </p:nvGrpSpPr>
        <p:grpSpPr bwMode="auto">
          <a:xfrm>
            <a:off x="5356225" y="1270000"/>
            <a:ext cx="1635125" cy="655638"/>
            <a:chOff x="326" y="800"/>
            <a:chExt cx="2416" cy="413"/>
          </a:xfrm>
        </p:grpSpPr>
        <p:sp>
          <p:nvSpPr>
            <p:cNvPr id="162829" name="Rectangle 17"/>
            <p:cNvSpPr>
              <a:spLocks noChangeArrowheads="1"/>
            </p:cNvSpPr>
            <p:nvPr/>
          </p:nvSpPr>
          <p:spPr bwMode="auto">
            <a:xfrm>
              <a:off x="326" y="800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</a:t>
              </a:r>
            </a:p>
          </p:txBody>
        </p:sp>
        <p:sp>
          <p:nvSpPr>
            <p:cNvPr id="162830" name="Line 18"/>
            <p:cNvSpPr>
              <a:spLocks noChangeShapeType="1"/>
            </p:cNvSpPr>
            <p:nvPr/>
          </p:nvSpPr>
          <p:spPr bwMode="auto">
            <a:xfrm>
              <a:off x="326" y="973"/>
              <a:ext cx="2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2831" name="Rectangle 19"/>
            <p:cNvSpPr>
              <a:spLocks noChangeArrowheads="1"/>
            </p:cNvSpPr>
            <p:nvPr/>
          </p:nvSpPr>
          <p:spPr bwMode="auto">
            <a:xfrm>
              <a:off x="326" y="1059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62825" name="Group 20"/>
          <p:cNvGrpSpPr>
            <a:grpSpLocks/>
          </p:cNvGrpSpPr>
          <p:nvPr/>
        </p:nvGrpSpPr>
        <p:grpSpPr bwMode="auto">
          <a:xfrm>
            <a:off x="7094538" y="1270000"/>
            <a:ext cx="1636712" cy="655638"/>
            <a:chOff x="326" y="800"/>
            <a:chExt cx="2416" cy="413"/>
          </a:xfrm>
        </p:grpSpPr>
        <p:sp>
          <p:nvSpPr>
            <p:cNvPr id="162826" name="Rectangle 21"/>
            <p:cNvSpPr>
              <a:spLocks noChangeArrowheads="1"/>
            </p:cNvSpPr>
            <p:nvPr/>
          </p:nvSpPr>
          <p:spPr bwMode="auto">
            <a:xfrm>
              <a:off x="326" y="800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</a:t>
              </a:r>
            </a:p>
          </p:txBody>
        </p:sp>
        <p:sp>
          <p:nvSpPr>
            <p:cNvPr id="162827" name="Line 22"/>
            <p:cNvSpPr>
              <a:spLocks noChangeShapeType="1"/>
            </p:cNvSpPr>
            <p:nvPr/>
          </p:nvSpPr>
          <p:spPr bwMode="auto">
            <a:xfrm>
              <a:off x="326" y="973"/>
              <a:ext cx="2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2828" name="Rectangle 23"/>
            <p:cNvSpPr>
              <a:spLocks noChangeArrowheads="1"/>
            </p:cNvSpPr>
            <p:nvPr/>
          </p:nvSpPr>
          <p:spPr bwMode="auto">
            <a:xfrm>
              <a:off x="326" y="1059"/>
              <a:ext cx="24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0DC1A4D-3D9E-496B-A1B6-3E0F8951BCE6}" type="slidenum">
              <a:rPr lang="zh-CN" altLang="en-US" smtClean="0"/>
              <a:pPr defTabSz="895350"/>
              <a:t>157</a:t>
            </a:fld>
            <a:endParaRPr lang="en-US" altLang="zh-CN"/>
          </a:p>
        </p:txBody>
      </p:sp>
      <p:sp>
        <p:nvSpPr>
          <p:cNvPr id="163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6 </a:t>
            </a:r>
            <a:r>
              <a:rPr lang="en-US" altLang="zh-CN"/>
              <a:t>COLUMN</a:t>
            </a:r>
          </a:p>
        </p:txBody>
      </p:sp>
      <p:sp>
        <p:nvSpPr>
          <p:cNvPr id="16384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63845" name="Rectangle 4"/>
          <p:cNvSpPr>
            <a:spLocks noChangeArrowheads="1"/>
          </p:cNvSpPr>
          <p:nvPr/>
        </p:nvSpPr>
        <p:spPr bwMode="auto">
          <a:xfrm>
            <a:off x="138113" y="1301750"/>
            <a:ext cx="132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3846" name="Line 5"/>
          <p:cNvSpPr>
            <a:spLocks noChangeShapeType="1"/>
          </p:cNvSpPr>
          <p:nvPr/>
        </p:nvSpPr>
        <p:spPr bwMode="auto">
          <a:xfrm>
            <a:off x="138113" y="1544638"/>
            <a:ext cx="132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3847" name="Rectangle 6"/>
          <p:cNvSpPr>
            <a:spLocks noChangeArrowheads="1"/>
          </p:cNvSpPr>
          <p:nvPr/>
        </p:nvSpPr>
        <p:spPr bwMode="auto">
          <a:xfrm>
            <a:off x="138113" y="1681163"/>
            <a:ext cx="1328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3848" name="Rectangle 7"/>
          <p:cNvSpPr>
            <a:spLocks noChangeArrowheads="1"/>
          </p:cNvSpPr>
          <p:nvPr/>
        </p:nvSpPr>
        <p:spPr bwMode="auto">
          <a:xfrm>
            <a:off x="1589088" y="1301750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3849" name="Line 8"/>
          <p:cNvSpPr>
            <a:spLocks noChangeShapeType="1"/>
          </p:cNvSpPr>
          <p:nvPr/>
        </p:nvSpPr>
        <p:spPr bwMode="auto">
          <a:xfrm>
            <a:off x="1589088" y="1544638"/>
            <a:ext cx="1330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3850" name="Rectangle 9"/>
          <p:cNvSpPr>
            <a:spLocks noChangeArrowheads="1"/>
          </p:cNvSpPr>
          <p:nvPr/>
        </p:nvSpPr>
        <p:spPr bwMode="auto">
          <a:xfrm>
            <a:off x="1589088" y="1681163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3851" name="Rectangle 10"/>
          <p:cNvSpPr>
            <a:spLocks noChangeArrowheads="1"/>
          </p:cNvSpPr>
          <p:nvPr/>
        </p:nvSpPr>
        <p:spPr bwMode="auto">
          <a:xfrm>
            <a:off x="3043238" y="1301750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3852" name="Line 11"/>
          <p:cNvSpPr>
            <a:spLocks noChangeShapeType="1"/>
          </p:cNvSpPr>
          <p:nvPr/>
        </p:nvSpPr>
        <p:spPr bwMode="auto">
          <a:xfrm>
            <a:off x="3043238" y="1544638"/>
            <a:ext cx="1330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3853" name="Rectangle 12"/>
          <p:cNvSpPr>
            <a:spLocks noChangeArrowheads="1"/>
          </p:cNvSpPr>
          <p:nvPr/>
        </p:nvSpPr>
        <p:spPr bwMode="auto">
          <a:xfrm>
            <a:off x="3043238" y="1681163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3854" name="Rectangle 13"/>
          <p:cNvSpPr>
            <a:spLocks noChangeArrowheads="1"/>
          </p:cNvSpPr>
          <p:nvPr/>
        </p:nvSpPr>
        <p:spPr bwMode="auto">
          <a:xfrm>
            <a:off x="4495800" y="1301750"/>
            <a:ext cx="132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3855" name="Line 14"/>
          <p:cNvSpPr>
            <a:spLocks noChangeShapeType="1"/>
          </p:cNvSpPr>
          <p:nvPr/>
        </p:nvSpPr>
        <p:spPr bwMode="auto">
          <a:xfrm>
            <a:off x="4495800" y="1544638"/>
            <a:ext cx="1328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3856" name="Rectangle 15"/>
          <p:cNvSpPr>
            <a:spLocks noChangeArrowheads="1"/>
          </p:cNvSpPr>
          <p:nvPr/>
        </p:nvSpPr>
        <p:spPr bwMode="auto">
          <a:xfrm>
            <a:off x="4495800" y="1681163"/>
            <a:ext cx="1328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3857" name="Rectangle 16"/>
          <p:cNvSpPr>
            <a:spLocks noChangeArrowheads="1"/>
          </p:cNvSpPr>
          <p:nvPr/>
        </p:nvSpPr>
        <p:spPr bwMode="auto">
          <a:xfrm>
            <a:off x="5946775" y="1301750"/>
            <a:ext cx="1331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3858" name="Line 17"/>
          <p:cNvSpPr>
            <a:spLocks noChangeShapeType="1"/>
          </p:cNvSpPr>
          <p:nvPr/>
        </p:nvSpPr>
        <p:spPr bwMode="auto">
          <a:xfrm>
            <a:off x="5946775" y="1544638"/>
            <a:ext cx="1331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3859" name="Rectangle 18"/>
          <p:cNvSpPr>
            <a:spLocks noChangeArrowheads="1"/>
          </p:cNvSpPr>
          <p:nvPr/>
        </p:nvSpPr>
        <p:spPr bwMode="auto">
          <a:xfrm>
            <a:off x="5946775" y="1681163"/>
            <a:ext cx="1331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3860" name="Rectangle 19"/>
          <p:cNvSpPr>
            <a:spLocks noChangeArrowheads="1"/>
          </p:cNvSpPr>
          <p:nvPr/>
        </p:nvSpPr>
        <p:spPr bwMode="auto">
          <a:xfrm>
            <a:off x="7400925" y="1301750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3861" name="Line 20"/>
          <p:cNvSpPr>
            <a:spLocks noChangeShapeType="1"/>
          </p:cNvSpPr>
          <p:nvPr/>
        </p:nvSpPr>
        <p:spPr bwMode="auto">
          <a:xfrm>
            <a:off x="7400925" y="1544638"/>
            <a:ext cx="1330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3862" name="Rectangle 21"/>
          <p:cNvSpPr>
            <a:spLocks noChangeArrowheads="1"/>
          </p:cNvSpPr>
          <p:nvPr/>
        </p:nvSpPr>
        <p:spPr bwMode="auto">
          <a:xfrm>
            <a:off x="7400925" y="1681163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294B09A-DE0D-49CC-BD5A-CF372A0986B2}" type="slidenum">
              <a:rPr lang="zh-CN" altLang="en-US" smtClean="0"/>
              <a:pPr defTabSz="895350"/>
              <a:t>158</a:t>
            </a:fld>
            <a:endParaRPr lang="en-US" altLang="zh-CN"/>
          </a:p>
        </p:txBody>
      </p:sp>
      <p:sp>
        <p:nvSpPr>
          <p:cNvPr id="164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7 </a:t>
            </a:r>
            <a:r>
              <a:rPr lang="en-US" altLang="zh-CN"/>
              <a:t>COLUMN</a:t>
            </a:r>
          </a:p>
        </p:txBody>
      </p:sp>
      <p:sp>
        <p:nvSpPr>
          <p:cNvPr id="16486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64869" name="Rectangle 4"/>
          <p:cNvSpPr>
            <a:spLocks noChangeArrowheads="1"/>
          </p:cNvSpPr>
          <p:nvPr/>
        </p:nvSpPr>
        <p:spPr bwMode="auto">
          <a:xfrm>
            <a:off x="138113" y="1301750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70" name="Line 5"/>
          <p:cNvSpPr>
            <a:spLocks noChangeShapeType="1"/>
          </p:cNvSpPr>
          <p:nvPr/>
        </p:nvSpPr>
        <p:spPr bwMode="auto">
          <a:xfrm>
            <a:off x="138113" y="1544638"/>
            <a:ext cx="1136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71" name="Rectangle 6"/>
          <p:cNvSpPr>
            <a:spLocks noChangeArrowheads="1"/>
          </p:cNvSpPr>
          <p:nvPr/>
        </p:nvSpPr>
        <p:spPr bwMode="auto">
          <a:xfrm>
            <a:off x="138113" y="1681163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72" name="Rectangle 7"/>
          <p:cNvSpPr>
            <a:spLocks noChangeArrowheads="1"/>
          </p:cNvSpPr>
          <p:nvPr/>
        </p:nvSpPr>
        <p:spPr bwMode="auto">
          <a:xfrm>
            <a:off x="1379538" y="1301750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73" name="Line 8"/>
          <p:cNvSpPr>
            <a:spLocks noChangeShapeType="1"/>
          </p:cNvSpPr>
          <p:nvPr/>
        </p:nvSpPr>
        <p:spPr bwMode="auto">
          <a:xfrm>
            <a:off x="1379538" y="1544638"/>
            <a:ext cx="1136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74" name="Rectangle 9"/>
          <p:cNvSpPr>
            <a:spLocks noChangeArrowheads="1"/>
          </p:cNvSpPr>
          <p:nvPr/>
        </p:nvSpPr>
        <p:spPr bwMode="auto">
          <a:xfrm>
            <a:off x="1379538" y="1681163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75" name="Rectangle 10"/>
          <p:cNvSpPr>
            <a:spLocks noChangeArrowheads="1"/>
          </p:cNvSpPr>
          <p:nvPr/>
        </p:nvSpPr>
        <p:spPr bwMode="auto">
          <a:xfrm>
            <a:off x="2622550" y="1301750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76" name="Line 11"/>
          <p:cNvSpPr>
            <a:spLocks noChangeShapeType="1"/>
          </p:cNvSpPr>
          <p:nvPr/>
        </p:nvSpPr>
        <p:spPr bwMode="auto">
          <a:xfrm>
            <a:off x="2622550" y="1544638"/>
            <a:ext cx="1136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77" name="Rectangle 12"/>
          <p:cNvSpPr>
            <a:spLocks noChangeArrowheads="1"/>
          </p:cNvSpPr>
          <p:nvPr/>
        </p:nvSpPr>
        <p:spPr bwMode="auto">
          <a:xfrm>
            <a:off x="2622550" y="1681163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78" name="Rectangle 13"/>
          <p:cNvSpPr>
            <a:spLocks noChangeArrowheads="1"/>
          </p:cNvSpPr>
          <p:nvPr/>
        </p:nvSpPr>
        <p:spPr bwMode="auto">
          <a:xfrm>
            <a:off x="3865563" y="1301750"/>
            <a:ext cx="11350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79" name="Line 14"/>
          <p:cNvSpPr>
            <a:spLocks noChangeShapeType="1"/>
          </p:cNvSpPr>
          <p:nvPr/>
        </p:nvSpPr>
        <p:spPr bwMode="auto">
          <a:xfrm>
            <a:off x="3865563" y="1544638"/>
            <a:ext cx="1135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80" name="Rectangle 15"/>
          <p:cNvSpPr>
            <a:spLocks noChangeArrowheads="1"/>
          </p:cNvSpPr>
          <p:nvPr/>
        </p:nvSpPr>
        <p:spPr bwMode="auto">
          <a:xfrm>
            <a:off x="3865563" y="1681163"/>
            <a:ext cx="11350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81" name="Rectangle 16"/>
          <p:cNvSpPr>
            <a:spLocks noChangeArrowheads="1"/>
          </p:cNvSpPr>
          <p:nvPr/>
        </p:nvSpPr>
        <p:spPr bwMode="auto">
          <a:xfrm>
            <a:off x="5108575" y="1301750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82" name="Line 17"/>
          <p:cNvSpPr>
            <a:spLocks noChangeShapeType="1"/>
          </p:cNvSpPr>
          <p:nvPr/>
        </p:nvSpPr>
        <p:spPr bwMode="auto">
          <a:xfrm>
            <a:off x="5108575" y="1544638"/>
            <a:ext cx="1136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83" name="Rectangle 18"/>
          <p:cNvSpPr>
            <a:spLocks noChangeArrowheads="1"/>
          </p:cNvSpPr>
          <p:nvPr/>
        </p:nvSpPr>
        <p:spPr bwMode="auto">
          <a:xfrm>
            <a:off x="5108575" y="1681163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84" name="Rectangle 19"/>
          <p:cNvSpPr>
            <a:spLocks noChangeArrowheads="1"/>
          </p:cNvSpPr>
          <p:nvPr/>
        </p:nvSpPr>
        <p:spPr bwMode="auto">
          <a:xfrm>
            <a:off x="6351588" y="1301750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85" name="Line 20"/>
          <p:cNvSpPr>
            <a:spLocks noChangeShapeType="1"/>
          </p:cNvSpPr>
          <p:nvPr/>
        </p:nvSpPr>
        <p:spPr bwMode="auto">
          <a:xfrm>
            <a:off x="6351588" y="1544638"/>
            <a:ext cx="1136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86" name="Rectangle 21"/>
          <p:cNvSpPr>
            <a:spLocks noChangeArrowheads="1"/>
          </p:cNvSpPr>
          <p:nvPr/>
        </p:nvSpPr>
        <p:spPr bwMode="auto">
          <a:xfrm>
            <a:off x="6351588" y="1681163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87" name="Rectangle 22"/>
          <p:cNvSpPr>
            <a:spLocks noChangeArrowheads="1"/>
          </p:cNvSpPr>
          <p:nvPr/>
        </p:nvSpPr>
        <p:spPr bwMode="auto">
          <a:xfrm>
            <a:off x="7591425" y="1301750"/>
            <a:ext cx="1139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88" name="Line 23"/>
          <p:cNvSpPr>
            <a:spLocks noChangeShapeType="1"/>
          </p:cNvSpPr>
          <p:nvPr/>
        </p:nvSpPr>
        <p:spPr bwMode="auto">
          <a:xfrm>
            <a:off x="7591425" y="1544638"/>
            <a:ext cx="1139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89" name="Rectangle 24"/>
          <p:cNvSpPr>
            <a:spLocks noChangeArrowheads="1"/>
          </p:cNvSpPr>
          <p:nvPr/>
        </p:nvSpPr>
        <p:spPr bwMode="auto">
          <a:xfrm>
            <a:off x="7591425" y="1681163"/>
            <a:ext cx="1139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4890" name="Rectangle 25"/>
          <p:cNvSpPr>
            <a:spLocks noChangeArrowheads="1"/>
          </p:cNvSpPr>
          <p:nvPr/>
        </p:nvSpPr>
        <p:spPr bwMode="auto">
          <a:xfrm>
            <a:off x="1379538" y="950913"/>
            <a:ext cx="3622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91" name="Line 26"/>
          <p:cNvSpPr>
            <a:spLocks noChangeShapeType="1"/>
          </p:cNvSpPr>
          <p:nvPr/>
        </p:nvSpPr>
        <p:spPr bwMode="auto">
          <a:xfrm>
            <a:off x="1379538" y="1193800"/>
            <a:ext cx="3622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4892" name="Rectangle 27"/>
          <p:cNvSpPr>
            <a:spLocks noChangeArrowheads="1"/>
          </p:cNvSpPr>
          <p:nvPr/>
        </p:nvSpPr>
        <p:spPr bwMode="auto">
          <a:xfrm>
            <a:off x="5108575" y="950913"/>
            <a:ext cx="3622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64893" name="Line 28"/>
          <p:cNvSpPr>
            <a:spLocks noChangeShapeType="1"/>
          </p:cNvSpPr>
          <p:nvPr/>
        </p:nvSpPr>
        <p:spPr bwMode="auto">
          <a:xfrm>
            <a:off x="5108575" y="1193800"/>
            <a:ext cx="3622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9DFAB23-6423-42D6-9C27-179308CC4B03}" type="slidenum">
              <a:rPr lang="zh-CN" altLang="en-US" smtClean="0"/>
              <a:pPr defTabSz="895350"/>
              <a:t>159</a:t>
            </a:fld>
            <a:endParaRPr lang="en-US" altLang="zh-CN"/>
          </a:p>
        </p:txBody>
      </p:sp>
      <p:sp>
        <p:nvSpPr>
          <p:cNvPr id="165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8 </a:t>
            </a:r>
            <a:r>
              <a:rPr lang="en-US" altLang="zh-CN"/>
              <a:t>COLUMN</a:t>
            </a:r>
          </a:p>
        </p:txBody>
      </p:sp>
      <p:sp>
        <p:nvSpPr>
          <p:cNvPr id="165892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165893" name="Rectangle 4"/>
          <p:cNvSpPr>
            <a:spLocks noChangeArrowheads="1"/>
          </p:cNvSpPr>
          <p:nvPr/>
        </p:nvSpPr>
        <p:spPr bwMode="auto">
          <a:xfrm>
            <a:off x="138113" y="1331913"/>
            <a:ext cx="100488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894" name="Line 5"/>
          <p:cNvSpPr>
            <a:spLocks noChangeShapeType="1"/>
          </p:cNvSpPr>
          <p:nvPr/>
        </p:nvSpPr>
        <p:spPr bwMode="auto">
          <a:xfrm>
            <a:off x="138113" y="1544638"/>
            <a:ext cx="8601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65895" name="Rectangle 6"/>
          <p:cNvSpPr>
            <a:spLocks noChangeArrowheads="1"/>
          </p:cNvSpPr>
          <p:nvPr/>
        </p:nvSpPr>
        <p:spPr bwMode="auto">
          <a:xfrm>
            <a:off x="138113" y="1681163"/>
            <a:ext cx="100488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896" name="Rectangle 7"/>
          <p:cNvSpPr>
            <a:spLocks noChangeArrowheads="1"/>
          </p:cNvSpPr>
          <p:nvPr/>
        </p:nvSpPr>
        <p:spPr bwMode="auto">
          <a:xfrm>
            <a:off x="1220788" y="133191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897" name="Rectangle 8"/>
          <p:cNvSpPr>
            <a:spLocks noChangeArrowheads="1"/>
          </p:cNvSpPr>
          <p:nvPr/>
        </p:nvSpPr>
        <p:spPr bwMode="auto">
          <a:xfrm>
            <a:off x="1220788" y="168116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898" name="Rectangle 9"/>
          <p:cNvSpPr>
            <a:spLocks noChangeArrowheads="1"/>
          </p:cNvSpPr>
          <p:nvPr/>
        </p:nvSpPr>
        <p:spPr bwMode="auto">
          <a:xfrm>
            <a:off x="2305050" y="1331913"/>
            <a:ext cx="10080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899" name="Rectangle 10"/>
          <p:cNvSpPr>
            <a:spLocks noChangeArrowheads="1"/>
          </p:cNvSpPr>
          <p:nvPr/>
        </p:nvSpPr>
        <p:spPr bwMode="auto">
          <a:xfrm>
            <a:off x="2305050" y="1681163"/>
            <a:ext cx="10080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900" name="Rectangle 11"/>
          <p:cNvSpPr>
            <a:spLocks noChangeArrowheads="1"/>
          </p:cNvSpPr>
          <p:nvPr/>
        </p:nvSpPr>
        <p:spPr bwMode="auto">
          <a:xfrm>
            <a:off x="3389313" y="133191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901" name="Rectangle 12"/>
          <p:cNvSpPr>
            <a:spLocks noChangeArrowheads="1"/>
          </p:cNvSpPr>
          <p:nvPr/>
        </p:nvSpPr>
        <p:spPr bwMode="auto">
          <a:xfrm>
            <a:off x="3389313" y="168116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902" name="Rectangle 13"/>
          <p:cNvSpPr>
            <a:spLocks noChangeArrowheads="1"/>
          </p:cNvSpPr>
          <p:nvPr/>
        </p:nvSpPr>
        <p:spPr bwMode="auto">
          <a:xfrm>
            <a:off x="4471988" y="1331913"/>
            <a:ext cx="10080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903" name="Rectangle 14"/>
          <p:cNvSpPr>
            <a:spLocks noChangeArrowheads="1"/>
          </p:cNvSpPr>
          <p:nvPr/>
        </p:nvSpPr>
        <p:spPr bwMode="auto">
          <a:xfrm>
            <a:off x="4471988" y="1681163"/>
            <a:ext cx="10080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904" name="Rectangle 15"/>
          <p:cNvSpPr>
            <a:spLocks noChangeArrowheads="1"/>
          </p:cNvSpPr>
          <p:nvPr/>
        </p:nvSpPr>
        <p:spPr bwMode="auto">
          <a:xfrm>
            <a:off x="5556250" y="133191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905" name="Rectangle 16"/>
          <p:cNvSpPr>
            <a:spLocks noChangeArrowheads="1"/>
          </p:cNvSpPr>
          <p:nvPr/>
        </p:nvSpPr>
        <p:spPr bwMode="auto">
          <a:xfrm>
            <a:off x="5556250" y="168116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906" name="Rectangle 17"/>
          <p:cNvSpPr>
            <a:spLocks noChangeArrowheads="1"/>
          </p:cNvSpPr>
          <p:nvPr/>
        </p:nvSpPr>
        <p:spPr bwMode="auto">
          <a:xfrm>
            <a:off x="6638925" y="1331913"/>
            <a:ext cx="10080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907" name="Rectangle 18"/>
          <p:cNvSpPr>
            <a:spLocks noChangeArrowheads="1"/>
          </p:cNvSpPr>
          <p:nvPr/>
        </p:nvSpPr>
        <p:spPr bwMode="auto">
          <a:xfrm>
            <a:off x="6638925" y="1681163"/>
            <a:ext cx="10080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165908" name="Rectangle 19"/>
          <p:cNvSpPr>
            <a:spLocks noChangeArrowheads="1"/>
          </p:cNvSpPr>
          <p:nvPr/>
        </p:nvSpPr>
        <p:spPr bwMode="auto">
          <a:xfrm>
            <a:off x="7724775" y="133191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165909" name="Rectangle 20"/>
          <p:cNvSpPr>
            <a:spLocks noChangeArrowheads="1"/>
          </p:cNvSpPr>
          <p:nvPr/>
        </p:nvSpPr>
        <p:spPr bwMode="auto">
          <a:xfrm>
            <a:off x="7724775" y="1681163"/>
            <a:ext cx="10064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4235228-4237-48C7-B9C2-0DAA4C16E78A}" type="slidenum">
              <a:rPr lang="zh-CN" altLang="en-US" smtClean="0"/>
              <a:pPr defTabSz="895350"/>
              <a:t>160</a:t>
            </a:fld>
            <a:endParaRPr lang="en-US" altLang="zh-CN"/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3-</a:t>
            </a:r>
            <a:r>
              <a:rPr lang="en-US" altLang="zh-CN"/>
              <a:t>STEP </a:t>
            </a:r>
          </a:p>
        </p:txBody>
      </p:sp>
      <p:sp>
        <p:nvSpPr>
          <p:cNvPr id="166916" name="Freeform 3"/>
          <p:cNvSpPr>
            <a:spLocks/>
          </p:cNvSpPr>
          <p:nvPr/>
        </p:nvSpPr>
        <p:spPr bwMode="auto">
          <a:xfrm>
            <a:off x="1519238" y="2138363"/>
            <a:ext cx="7116762" cy="1025525"/>
          </a:xfrm>
          <a:custGeom>
            <a:avLst/>
            <a:gdLst>
              <a:gd name="T0" fmla="*/ 0 w 2880"/>
              <a:gd name="T1" fmla="*/ 2147483647 h 576"/>
              <a:gd name="T2" fmla="*/ 2147483647 w 2880"/>
              <a:gd name="T3" fmla="*/ 2147483647 h 576"/>
              <a:gd name="T4" fmla="*/ 2147483647 w 2880"/>
              <a:gd name="T5" fmla="*/ 2147483647 h 576"/>
              <a:gd name="T6" fmla="*/ 2147483647 w 2880"/>
              <a:gd name="T7" fmla="*/ 2147483647 h 576"/>
              <a:gd name="T8" fmla="*/ 2147483647 w 2880"/>
              <a:gd name="T9" fmla="*/ 0 h 576"/>
              <a:gd name="T10" fmla="*/ 2147483647 w 2880"/>
              <a:gd name="T11" fmla="*/ 0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0"/>
              <a:gd name="T19" fmla="*/ 0 h 576"/>
              <a:gd name="T20" fmla="*/ 2880 w 2880"/>
              <a:gd name="T21" fmla="*/ 576 h 5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0" h="576">
                <a:moveTo>
                  <a:pt x="0" y="576"/>
                </a:moveTo>
                <a:lnTo>
                  <a:pt x="960" y="576"/>
                </a:lnTo>
                <a:lnTo>
                  <a:pt x="960" y="288"/>
                </a:lnTo>
                <a:lnTo>
                  <a:pt x="1920" y="288"/>
                </a:lnTo>
                <a:lnTo>
                  <a:pt x="1920" y="0"/>
                </a:lnTo>
                <a:lnTo>
                  <a:pt x="2880" y="0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endParaRPr lang="nl-NL"/>
          </a:p>
        </p:txBody>
      </p:sp>
      <p:grpSp>
        <p:nvGrpSpPr>
          <p:cNvPr id="166917" name="Group 4"/>
          <p:cNvGrpSpPr>
            <a:grpSpLocks/>
          </p:cNvGrpSpPr>
          <p:nvPr/>
        </p:nvGrpSpPr>
        <p:grpSpPr bwMode="auto">
          <a:xfrm>
            <a:off x="1852613" y="2163763"/>
            <a:ext cx="1730375" cy="735012"/>
            <a:chOff x="2400" y="1968"/>
            <a:chExt cx="960" cy="960"/>
          </a:xfrm>
        </p:grpSpPr>
        <p:sp>
          <p:nvSpPr>
            <p:cNvPr id="166928" name="Oval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6929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6918" name="Rectangle 7"/>
          <p:cNvSpPr>
            <a:spLocks noChangeArrowheads="1"/>
          </p:cNvSpPr>
          <p:nvPr/>
        </p:nvSpPr>
        <p:spPr bwMode="auto">
          <a:xfrm>
            <a:off x="1531938" y="3309938"/>
            <a:ext cx="2347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66919" name="Group 8"/>
          <p:cNvGrpSpPr>
            <a:grpSpLocks/>
          </p:cNvGrpSpPr>
          <p:nvPr/>
        </p:nvGrpSpPr>
        <p:grpSpPr bwMode="auto">
          <a:xfrm>
            <a:off x="4278313" y="1651000"/>
            <a:ext cx="1728787" cy="735013"/>
            <a:chOff x="2400" y="1968"/>
            <a:chExt cx="960" cy="960"/>
          </a:xfrm>
        </p:grpSpPr>
        <p:sp>
          <p:nvSpPr>
            <p:cNvPr id="166926" name="Oval 9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6927" name="Rectangle 10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6920" name="Rectangle 11"/>
          <p:cNvSpPr>
            <a:spLocks noChangeArrowheads="1"/>
          </p:cNvSpPr>
          <p:nvPr/>
        </p:nvSpPr>
        <p:spPr bwMode="auto">
          <a:xfrm>
            <a:off x="4027488" y="2797175"/>
            <a:ext cx="2173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66921" name="Group 12"/>
          <p:cNvGrpSpPr>
            <a:grpSpLocks/>
          </p:cNvGrpSpPr>
          <p:nvPr/>
        </p:nvGrpSpPr>
        <p:grpSpPr bwMode="auto">
          <a:xfrm>
            <a:off x="6656388" y="1139825"/>
            <a:ext cx="1728787" cy="735013"/>
            <a:chOff x="2400" y="1968"/>
            <a:chExt cx="960" cy="960"/>
          </a:xfrm>
        </p:grpSpPr>
        <p:sp>
          <p:nvSpPr>
            <p:cNvPr id="166924" name="Oval 1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6925" name="Rectangle 1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6922" name="Rectangle 15"/>
          <p:cNvSpPr>
            <a:spLocks noChangeArrowheads="1"/>
          </p:cNvSpPr>
          <p:nvPr/>
        </p:nvSpPr>
        <p:spPr bwMode="auto">
          <a:xfrm>
            <a:off x="6407150" y="2286000"/>
            <a:ext cx="2173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6923" name="Rectangle 16"/>
          <p:cNvSpPr>
            <a:spLocks noChangeArrowheads="1"/>
          </p:cNvSpPr>
          <p:nvPr/>
        </p:nvSpPr>
        <p:spPr bwMode="auto">
          <a:xfrm>
            <a:off x="254000" y="3309938"/>
            <a:ext cx="11668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7D60BE9-EF5E-4358-A09D-EC7EA878B60F}" type="slidenum">
              <a:rPr lang="zh-CN" altLang="en-US" smtClean="0"/>
              <a:pPr defTabSz="895350"/>
              <a:t>161</a:t>
            </a:fld>
            <a:endParaRPr lang="en-US" altLang="zh-CN"/>
          </a:p>
        </p:txBody>
      </p:sp>
      <p:sp>
        <p:nvSpPr>
          <p:cNvPr id="167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4-</a:t>
            </a:r>
            <a:r>
              <a:rPr lang="en-US" altLang="zh-CN"/>
              <a:t>STEP</a:t>
            </a:r>
          </a:p>
        </p:txBody>
      </p:sp>
      <p:grpSp>
        <p:nvGrpSpPr>
          <p:cNvPr id="167940" name="Group 3"/>
          <p:cNvGrpSpPr>
            <a:grpSpLocks/>
          </p:cNvGrpSpPr>
          <p:nvPr/>
        </p:nvGrpSpPr>
        <p:grpSpPr bwMode="auto">
          <a:xfrm>
            <a:off x="1703388" y="2271713"/>
            <a:ext cx="1439862" cy="735012"/>
            <a:chOff x="2400" y="1968"/>
            <a:chExt cx="960" cy="960"/>
          </a:xfrm>
        </p:grpSpPr>
        <p:sp>
          <p:nvSpPr>
            <p:cNvPr id="167956" name="Oval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7957" name="Rectangle 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7941" name="Rectangle 6"/>
          <p:cNvSpPr>
            <a:spLocks noChangeArrowheads="1"/>
          </p:cNvSpPr>
          <p:nvPr/>
        </p:nvSpPr>
        <p:spPr bwMode="auto">
          <a:xfrm>
            <a:off x="1531938" y="3309938"/>
            <a:ext cx="1657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7942" name="Rectangle 7"/>
          <p:cNvSpPr>
            <a:spLocks noChangeArrowheads="1"/>
          </p:cNvSpPr>
          <p:nvPr/>
        </p:nvSpPr>
        <p:spPr bwMode="auto">
          <a:xfrm>
            <a:off x="254000" y="3309938"/>
            <a:ext cx="11668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167943" name="Freeform 8"/>
          <p:cNvSpPr>
            <a:spLocks/>
          </p:cNvSpPr>
          <p:nvPr/>
        </p:nvSpPr>
        <p:spPr bwMode="auto">
          <a:xfrm>
            <a:off x="1504950" y="1882775"/>
            <a:ext cx="7169150" cy="1338263"/>
          </a:xfrm>
          <a:custGeom>
            <a:avLst/>
            <a:gdLst>
              <a:gd name="T0" fmla="*/ 0 w 1251"/>
              <a:gd name="T1" fmla="*/ 2147483647 h 708"/>
              <a:gd name="T2" fmla="*/ 2147483647 w 1251"/>
              <a:gd name="T3" fmla="*/ 2147483647 h 708"/>
              <a:gd name="T4" fmla="*/ 2147483647 w 1251"/>
              <a:gd name="T5" fmla="*/ 2147483647 h 708"/>
              <a:gd name="T6" fmla="*/ 2147483647 w 1251"/>
              <a:gd name="T7" fmla="*/ 2147483647 h 708"/>
              <a:gd name="T8" fmla="*/ 2147483647 w 1251"/>
              <a:gd name="T9" fmla="*/ 2147483647 h 708"/>
              <a:gd name="T10" fmla="*/ 2147483647 w 1251"/>
              <a:gd name="T11" fmla="*/ 2147483647 h 708"/>
              <a:gd name="T12" fmla="*/ 2147483647 w 1251"/>
              <a:gd name="T13" fmla="*/ 0 h 708"/>
              <a:gd name="T14" fmla="*/ 2147483647 w 1251"/>
              <a:gd name="T15" fmla="*/ 0 h 7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51"/>
              <a:gd name="T25" fmla="*/ 0 h 708"/>
              <a:gd name="T26" fmla="*/ 1251 w 1251"/>
              <a:gd name="T27" fmla="*/ 708 h 7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51" h="708">
                <a:moveTo>
                  <a:pt x="0" y="708"/>
                </a:moveTo>
                <a:lnTo>
                  <a:pt x="312" y="708"/>
                </a:lnTo>
                <a:lnTo>
                  <a:pt x="312" y="471"/>
                </a:lnTo>
                <a:lnTo>
                  <a:pt x="624" y="471"/>
                </a:lnTo>
                <a:lnTo>
                  <a:pt x="624" y="237"/>
                </a:lnTo>
                <a:lnTo>
                  <a:pt x="936" y="237"/>
                </a:lnTo>
                <a:lnTo>
                  <a:pt x="936" y="0"/>
                </a:lnTo>
                <a:lnTo>
                  <a:pt x="1251" y="0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endParaRPr lang="nl-NL"/>
          </a:p>
        </p:txBody>
      </p:sp>
      <p:grpSp>
        <p:nvGrpSpPr>
          <p:cNvPr id="167944" name="Group 9"/>
          <p:cNvGrpSpPr>
            <a:grpSpLocks/>
          </p:cNvGrpSpPr>
          <p:nvPr/>
        </p:nvGrpSpPr>
        <p:grpSpPr bwMode="auto">
          <a:xfrm>
            <a:off x="3473450" y="1825625"/>
            <a:ext cx="1438275" cy="735013"/>
            <a:chOff x="2400" y="1968"/>
            <a:chExt cx="960" cy="960"/>
          </a:xfrm>
        </p:grpSpPr>
        <p:sp>
          <p:nvSpPr>
            <p:cNvPr id="167954" name="Oval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7955" name="Rectangle 1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7945" name="Rectangle 12"/>
          <p:cNvSpPr>
            <a:spLocks noChangeArrowheads="1"/>
          </p:cNvSpPr>
          <p:nvPr/>
        </p:nvSpPr>
        <p:spPr bwMode="auto">
          <a:xfrm>
            <a:off x="3429000" y="2863850"/>
            <a:ext cx="1657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67946" name="Group 13"/>
          <p:cNvGrpSpPr>
            <a:grpSpLocks/>
          </p:cNvGrpSpPr>
          <p:nvPr/>
        </p:nvGrpSpPr>
        <p:grpSpPr bwMode="auto">
          <a:xfrm>
            <a:off x="5272088" y="1381125"/>
            <a:ext cx="1439862" cy="735013"/>
            <a:chOff x="2400" y="1968"/>
            <a:chExt cx="960" cy="960"/>
          </a:xfrm>
        </p:grpSpPr>
        <p:sp>
          <p:nvSpPr>
            <p:cNvPr id="167952" name="Oval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7953" name="Rectangle 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7947" name="Rectangle 16"/>
          <p:cNvSpPr>
            <a:spLocks noChangeArrowheads="1"/>
          </p:cNvSpPr>
          <p:nvPr/>
        </p:nvSpPr>
        <p:spPr bwMode="auto">
          <a:xfrm>
            <a:off x="5227638" y="2419350"/>
            <a:ext cx="1657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67948" name="Group 17"/>
          <p:cNvGrpSpPr>
            <a:grpSpLocks/>
          </p:cNvGrpSpPr>
          <p:nvPr/>
        </p:nvGrpSpPr>
        <p:grpSpPr bwMode="auto">
          <a:xfrm>
            <a:off x="7062788" y="936625"/>
            <a:ext cx="1439862" cy="735013"/>
            <a:chOff x="2400" y="1968"/>
            <a:chExt cx="960" cy="960"/>
          </a:xfrm>
        </p:grpSpPr>
        <p:sp>
          <p:nvSpPr>
            <p:cNvPr id="167950" name="Oval 18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7951" name="Rectangle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7949" name="Rectangle 20"/>
          <p:cNvSpPr>
            <a:spLocks noChangeArrowheads="1"/>
          </p:cNvSpPr>
          <p:nvPr/>
        </p:nvSpPr>
        <p:spPr bwMode="auto">
          <a:xfrm>
            <a:off x="7018338" y="1974850"/>
            <a:ext cx="1657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182703D-8C7A-4325-848F-49B6E37A0E53}" type="slidenum">
              <a:rPr lang="zh-CN" altLang="en-US" smtClean="0"/>
              <a:pPr defTabSz="895350"/>
              <a:t>162</a:t>
            </a:fld>
            <a:endParaRPr lang="en-US" altLang="zh-CN"/>
          </a:p>
        </p:txBody>
      </p:sp>
      <p:sp>
        <p:nvSpPr>
          <p:cNvPr id="168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5-</a:t>
            </a:r>
            <a:r>
              <a:rPr lang="en-US" altLang="zh-CN"/>
              <a:t>STEP</a:t>
            </a:r>
          </a:p>
        </p:txBody>
      </p:sp>
      <p:sp>
        <p:nvSpPr>
          <p:cNvPr id="168964" name="Rectangle 3"/>
          <p:cNvSpPr>
            <a:spLocks noChangeArrowheads="1"/>
          </p:cNvSpPr>
          <p:nvPr/>
        </p:nvSpPr>
        <p:spPr bwMode="auto">
          <a:xfrm>
            <a:off x="134938" y="3309938"/>
            <a:ext cx="11668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grpSp>
        <p:nvGrpSpPr>
          <p:cNvPr id="168965" name="Group 4"/>
          <p:cNvGrpSpPr>
            <a:grpSpLocks/>
          </p:cNvGrpSpPr>
          <p:nvPr/>
        </p:nvGrpSpPr>
        <p:grpSpPr bwMode="auto">
          <a:xfrm>
            <a:off x="1587500" y="2330450"/>
            <a:ext cx="1125538" cy="676275"/>
            <a:chOff x="2400" y="1968"/>
            <a:chExt cx="960" cy="960"/>
          </a:xfrm>
        </p:grpSpPr>
        <p:sp>
          <p:nvSpPr>
            <p:cNvPr id="168984" name="Oval 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8985" name="Rectangle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8966" name="Rectangle 7"/>
          <p:cNvSpPr>
            <a:spLocks noChangeArrowheads="1"/>
          </p:cNvSpPr>
          <p:nvPr/>
        </p:nvSpPr>
        <p:spPr bwMode="auto">
          <a:xfrm>
            <a:off x="1414463" y="3309938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68967" name="Freeform 8"/>
          <p:cNvSpPr>
            <a:spLocks/>
          </p:cNvSpPr>
          <p:nvPr/>
        </p:nvSpPr>
        <p:spPr bwMode="auto">
          <a:xfrm>
            <a:off x="1395413" y="1970088"/>
            <a:ext cx="7326312" cy="1222375"/>
          </a:xfrm>
          <a:custGeom>
            <a:avLst/>
            <a:gdLst>
              <a:gd name="T0" fmla="*/ 0 w 1566"/>
              <a:gd name="T1" fmla="*/ 2147483647 h 942"/>
              <a:gd name="T2" fmla="*/ 2147483647 w 1566"/>
              <a:gd name="T3" fmla="*/ 2147483647 h 942"/>
              <a:gd name="T4" fmla="*/ 2147483647 w 1566"/>
              <a:gd name="T5" fmla="*/ 2147483647 h 942"/>
              <a:gd name="T6" fmla="*/ 2147483647 w 1566"/>
              <a:gd name="T7" fmla="*/ 2147483647 h 942"/>
              <a:gd name="T8" fmla="*/ 2147483647 w 1566"/>
              <a:gd name="T9" fmla="*/ 2147483647 h 942"/>
              <a:gd name="T10" fmla="*/ 2147483647 w 1566"/>
              <a:gd name="T11" fmla="*/ 2147483647 h 942"/>
              <a:gd name="T12" fmla="*/ 2147483647 w 1566"/>
              <a:gd name="T13" fmla="*/ 2147483647 h 942"/>
              <a:gd name="T14" fmla="*/ 2147483647 w 1566"/>
              <a:gd name="T15" fmla="*/ 2147483647 h 942"/>
              <a:gd name="T16" fmla="*/ 2147483647 w 1566"/>
              <a:gd name="T17" fmla="*/ 0 h 942"/>
              <a:gd name="T18" fmla="*/ 2147483647 w 1566"/>
              <a:gd name="T19" fmla="*/ 0 h 94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66"/>
              <a:gd name="T31" fmla="*/ 0 h 942"/>
              <a:gd name="T32" fmla="*/ 1566 w 1566"/>
              <a:gd name="T33" fmla="*/ 942 h 94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66" h="942">
                <a:moveTo>
                  <a:pt x="0" y="942"/>
                </a:moveTo>
                <a:lnTo>
                  <a:pt x="312" y="942"/>
                </a:lnTo>
                <a:lnTo>
                  <a:pt x="312" y="705"/>
                </a:lnTo>
                <a:lnTo>
                  <a:pt x="627" y="705"/>
                </a:lnTo>
                <a:lnTo>
                  <a:pt x="627" y="471"/>
                </a:lnTo>
                <a:lnTo>
                  <a:pt x="936" y="471"/>
                </a:lnTo>
                <a:lnTo>
                  <a:pt x="936" y="234"/>
                </a:lnTo>
                <a:lnTo>
                  <a:pt x="1254" y="234"/>
                </a:lnTo>
                <a:lnTo>
                  <a:pt x="1254" y="0"/>
                </a:lnTo>
                <a:lnTo>
                  <a:pt x="1566" y="0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endParaRPr lang="nl-NL"/>
          </a:p>
        </p:txBody>
      </p:sp>
      <p:grpSp>
        <p:nvGrpSpPr>
          <p:cNvPr id="168968" name="Group 9"/>
          <p:cNvGrpSpPr>
            <a:grpSpLocks/>
          </p:cNvGrpSpPr>
          <p:nvPr/>
        </p:nvGrpSpPr>
        <p:grpSpPr bwMode="auto">
          <a:xfrm>
            <a:off x="3055938" y="1992313"/>
            <a:ext cx="1127125" cy="676275"/>
            <a:chOff x="2400" y="1968"/>
            <a:chExt cx="960" cy="960"/>
          </a:xfrm>
        </p:grpSpPr>
        <p:sp>
          <p:nvSpPr>
            <p:cNvPr id="168982" name="Oval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8983" name="Rectangle 1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8969" name="Rectangle 12"/>
          <p:cNvSpPr>
            <a:spLocks noChangeArrowheads="1"/>
          </p:cNvSpPr>
          <p:nvPr/>
        </p:nvSpPr>
        <p:spPr bwMode="auto">
          <a:xfrm>
            <a:off x="2992438" y="2971800"/>
            <a:ext cx="13319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168970" name="Group 13"/>
          <p:cNvGrpSpPr>
            <a:grpSpLocks/>
          </p:cNvGrpSpPr>
          <p:nvPr/>
        </p:nvGrpSpPr>
        <p:grpSpPr bwMode="auto">
          <a:xfrm>
            <a:off x="4537075" y="1687513"/>
            <a:ext cx="1123950" cy="676275"/>
            <a:chOff x="2400" y="1968"/>
            <a:chExt cx="960" cy="960"/>
          </a:xfrm>
        </p:grpSpPr>
        <p:sp>
          <p:nvSpPr>
            <p:cNvPr id="168980" name="Oval 1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8981" name="Rectangle 1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8971" name="Rectangle 16"/>
          <p:cNvSpPr>
            <a:spLocks noChangeArrowheads="1"/>
          </p:cNvSpPr>
          <p:nvPr/>
        </p:nvSpPr>
        <p:spPr bwMode="auto">
          <a:xfrm>
            <a:off x="4475163" y="2667000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168972" name="Group 17"/>
          <p:cNvGrpSpPr>
            <a:grpSpLocks/>
          </p:cNvGrpSpPr>
          <p:nvPr/>
        </p:nvGrpSpPr>
        <p:grpSpPr bwMode="auto">
          <a:xfrm>
            <a:off x="5994400" y="1382713"/>
            <a:ext cx="1125538" cy="676275"/>
            <a:chOff x="2400" y="1968"/>
            <a:chExt cx="960" cy="960"/>
          </a:xfrm>
        </p:grpSpPr>
        <p:sp>
          <p:nvSpPr>
            <p:cNvPr id="168978" name="Oval 18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8979" name="Rectangle 1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8973" name="Rectangle 20"/>
          <p:cNvSpPr>
            <a:spLocks noChangeArrowheads="1"/>
          </p:cNvSpPr>
          <p:nvPr/>
        </p:nvSpPr>
        <p:spPr bwMode="auto">
          <a:xfrm>
            <a:off x="5930900" y="2362200"/>
            <a:ext cx="1330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168974" name="Group 21"/>
          <p:cNvGrpSpPr>
            <a:grpSpLocks/>
          </p:cNvGrpSpPr>
          <p:nvPr/>
        </p:nvGrpSpPr>
        <p:grpSpPr bwMode="auto">
          <a:xfrm>
            <a:off x="7475538" y="1077913"/>
            <a:ext cx="1125537" cy="676275"/>
            <a:chOff x="2400" y="1968"/>
            <a:chExt cx="960" cy="960"/>
          </a:xfrm>
        </p:grpSpPr>
        <p:sp>
          <p:nvSpPr>
            <p:cNvPr id="168976" name="Oval 2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68977" name="Rectangle 2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68975" name="Rectangle 24"/>
          <p:cNvSpPr>
            <a:spLocks noChangeArrowheads="1"/>
          </p:cNvSpPr>
          <p:nvPr/>
        </p:nvSpPr>
        <p:spPr bwMode="auto">
          <a:xfrm>
            <a:off x="7412038" y="2057400"/>
            <a:ext cx="13319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192D916-0759-4DEE-B3E3-B4083FEBE31C}" type="slidenum">
              <a:rPr lang="zh-CN" altLang="en-US" smtClean="0"/>
              <a:pPr defTabSz="895350"/>
              <a:t>163</a:t>
            </a:fld>
            <a:endParaRPr lang="en-US" altLang="zh-CN"/>
          </a:p>
        </p:txBody>
      </p:sp>
      <p:sp>
        <p:nvSpPr>
          <p:cNvPr id="169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 </a:t>
            </a:r>
            <a:r>
              <a:rPr lang="en-US" altLang="zh-CN"/>
              <a:t>HORIZONTAL </a:t>
            </a:r>
          </a:p>
        </p:txBody>
      </p:sp>
      <p:sp>
        <p:nvSpPr>
          <p:cNvPr id="1699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699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69990" name="Freeform 5"/>
          <p:cNvSpPr>
            <a:spLocks/>
          </p:cNvSpPr>
          <p:nvPr/>
        </p:nvSpPr>
        <p:spPr bwMode="auto">
          <a:xfrm>
            <a:off x="957263" y="990600"/>
            <a:ext cx="7078662" cy="4032250"/>
          </a:xfrm>
          <a:custGeom>
            <a:avLst/>
            <a:gdLst>
              <a:gd name="T0" fmla="*/ 0 w 4461"/>
              <a:gd name="T1" fmla="*/ 0 h 2346"/>
              <a:gd name="T2" fmla="*/ 0 w 4461"/>
              <a:gd name="T3" fmla="*/ 2147483647 h 2346"/>
              <a:gd name="T4" fmla="*/ 2147483647 w 4461"/>
              <a:gd name="T5" fmla="*/ 2147483647 h 2346"/>
              <a:gd name="T6" fmla="*/ 0 60000 65536"/>
              <a:gd name="T7" fmla="*/ 0 60000 65536"/>
              <a:gd name="T8" fmla="*/ 0 60000 65536"/>
              <a:gd name="T9" fmla="*/ 0 w 4461"/>
              <a:gd name="T10" fmla="*/ 0 h 2346"/>
              <a:gd name="T11" fmla="*/ 4461 w 4461"/>
              <a:gd name="T12" fmla="*/ 2346 h 23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61" h="2346">
                <a:moveTo>
                  <a:pt x="0" y="0"/>
                </a:moveTo>
                <a:lnTo>
                  <a:pt x="0" y="2346"/>
                </a:lnTo>
                <a:lnTo>
                  <a:pt x="4461" y="234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grpSp>
        <p:nvGrpSpPr>
          <p:cNvPr id="169991" name="Group 6"/>
          <p:cNvGrpSpPr>
            <a:grpSpLocks/>
          </p:cNvGrpSpPr>
          <p:nvPr/>
        </p:nvGrpSpPr>
        <p:grpSpPr bwMode="auto">
          <a:xfrm>
            <a:off x="969963" y="1916113"/>
            <a:ext cx="6999287" cy="1649412"/>
            <a:chOff x="4080" y="1104"/>
            <a:chExt cx="2338" cy="803"/>
          </a:xfrm>
        </p:grpSpPr>
        <p:sp>
          <p:nvSpPr>
            <p:cNvPr id="170007" name="Freeform 7"/>
            <p:cNvSpPr>
              <a:spLocks/>
            </p:cNvSpPr>
            <p:nvPr/>
          </p:nvSpPr>
          <p:spPr bwMode="auto">
            <a:xfrm>
              <a:off x="4080" y="1592"/>
              <a:ext cx="802" cy="315"/>
            </a:xfrm>
            <a:custGeom>
              <a:avLst/>
              <a:gdLst>
                <a:gd name="T0" fmla="*/ 0 w 1849"/>
                <a:gd name="T1" fmla="*/ 59 h 726"/>
                <a:gd name="T2" fmla="*/ 44 w 1849"/>
                <a:gd name="T3" fmla="*/ 22 h 726"/>
                <a:gd name="T4" fmla="*/ 100 w 1849"/>
                <a:gd name="T5" fmla="*/ 2 h 726"/>
                <a:gd name="T6" fmla="*/ 151 w 1849"/>
                <a:gd name="T7" fmla="*/ 9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0008" name="Freeform 8"/>
            <p:cNvSpPr>
              <a:spLocks/>
            </p:cNvSpPr>
            <p:nvPr/>
          </p:nvSpPr>
          <p:spPr bwMode="auto">
            <a:xfrm>
              <a:off x="4848" y="1349"/>
              <a:ext cx="802" cy="314"/>
            </a:xfrm>
            <a:custGeom>
              <a:avLst/>
              <a:gdLst>
                <a:gd name="T0" fmla="*/ 0 w 1849"/>
                <a:gd name="T1" fmla="*/ 59 h 726"/>
                <a:gd name="T2" fmla="*/ 44 w 1849"/>
                <a:gd name="T3" fmla="*/ 22 h 726"/>
                <a:gd name="T4" fmla="*/ 100 w 1849"/>
                <a:gd name="T5" fmla="*/ 2 h 726"/>
                <a:gd name="T6" fmla="*/ 151 w 1849"/>
                <a:gd name="T7" fmla="*/ 8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0009" name="Freeform 9"/>
            <p:cNvSpPr>
              <a:spLocks/>
            </p:cNvSpPr>
            <p:nvPr/>
          </p:nvSpPr>
          <p:spPr bwMode="auto">
            <a:xfrm>
              <a:off x="5616" y="1104"/>
              <a:ext cx="802" cy="315"/>
            </a:xfrm>
            <a:custGeom>
              <a:avLst/>
              <a:gdLst>
                <a:gd name="T0" fmla="*/ 0 w 1849"/>
                <a:gd name="T1" fmla="*/ 59 h 726"/>
                <a:gd name="T2" fmla="*/ 44 w 1849"/>
                <a:gd name="T3" fmla="*/ 22 h 726"/>
                <a:gd name="T4" fmla="*/ 100 w 1849"/>
                <a:gd name="T5" fmla="*/ 2 h 726"/>
                <a:gd name="T6" fmla="*/ 151 w 1849"/>
                <a:gd name="T7" fmla="*/ 9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sp>
        <p:nvSpPr>
          <p:cNvPr id="169992" name="Rectangle 10"/>
          <p:cNvSpPr>
            <a:spLocks noChangeArrowheads="1"/>
          </p:cNvSpPr>
          <p:nvPr/>
        </p:nvSpPr>
        <p:spPr bwMode="auto">
          <a:xfrm>
            <a:off x="1052513" y="3636963"/>
            <a:ext cx="2274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9993" name="Rectangle 11"/>
          <p:cNvSpPr>
            <a:spLocks noChangeArrowheads="1"/>
          </p:cNvSpPr>
          <p:nvPr/>
        </p:nvSpPr>
        <p:spPr bwMode="auto">
          <a:xfrm>
            <a:off x="3397250" y="3165475"/>
            <a:ext cx="2276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9994" name="Rectangle 12"/>
          <p:cNvSpPr>
            <a:spLocks noChangeArrowheads="1"/>
          </p:cNvSpPr>
          <p:nvPr/>
        </p:nvSpPr>
        <p:spPr bwMode="auto">
          <a:xfrm>
            <a:off x="5718175" y="2638425"/>
            <a:ext cx="22780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9995" name="Rectangle 13"/>
          <p:cNvSpPr>
            <a:spLocks noChangeArrowheads="1"/>
          </p:cNvSpPr>
          <p:nvPr/>
        </p:nvSpPr>
        <p:spPr bwMode="auto">
          <a:xfrm>
            <a:off x="1052513" y="5099050"/>
            <a:ext cx="2274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9996" name="Rectangle 14"/>
          <p:cNvSpPr>
            <a:spLocks noChangeArrowheads="1"/>
          </p:cNvSpPr>
          <p:nvPr/>
        </p:nvSpPr>
        <p:spPr bwMode="auto">
          <a:xfrm>
            <a:off x="3397250" y="5099050"/>
            <a:ext cx="2276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69997" name="Rectangle 15"/>
          <p:cNvSpPr>
            <a:spLocks noChangeArrowheads="1"/>
          </p:cNvSpPr>
          <p:nvPr/>
        </p:nvSpPr>
        <p:spPr bwMode="auto">
          <a:xfrm>
            <a:off x="5718175" y="5099050"/>
            <a:ext cx="22780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69998" name="Group 16"/>
          <p:cNvGrpSpPr>
            <a:grpSpLocks/>
          </p:cNvGrpSpPr>
          <p:nvPr/>
        </p:nvGrpSpPr>
        <p:grpSpPr bwMode="auto">
          <a:xfrm>
            <a:off x="1293813" y="2030413"/>
            <a:ext cx="1879600" cy="735012"/>
            <a:chOff x="2400" y="1968"/>
            <a:chExt cx="960" cy="960"/>
          </a:xfrm>
        </p:grpSpPr>
        <p:sp>
          <p:nvSpPr>
            <p:cNvPr id="170005" name="Oval 1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0006" name="Rectangle 1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69999" name="Group 19"/>
          <p:cNvGrpSpPr>
            <a:grpSpLocks/>
          </p:cNvGrpSpPr>
          <p:nvPr/>
        </p:nvGrpSpPr>
        <p:grpSpPr bwMode="auto">
          <a:xfrm>
            <a:off x="3624263" y="1517650"/>
            <a:ext cx="1878012" cy="735013"/>
            <a:chOff x="2400" y="1968"/>
            <a:chExt cx="960" cy="960"/>
          </a:xfrm>
        </p:grpSpPr>
        <p:sp>
          <p:nvSpPr>
            <p:cNvPr id="170003" name="Oval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0004" name="Rectangle 2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0000" name="Group 22"/>
          <p:cNvGrpSpPr>
            <a:grpSpLocks/>
          </p:cNvGrpSpPr>
          <p:nvPr/>
        </p:nvGrpSpPr>
        <p:grpSpPr bwMode="auto">
          <a:xfrm>
            <a:off x="5940425" y="1004888"/>
            <a:ext cx="1879600" cy="735012"/>
            <a:chOff x="2400" y="1968"/>
            <a:chExt cx="960" cy="960"/>
          </a:xfrm>
        </p:grpSpPr>
        <p:sp>
          <p:nvSpPr>
            <p:cNvPr id="170001" name="Oval 2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0002" name="Rectangle 2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BA7D678-F06E-4BA6-960B-C4A88606E6D6}" type="slidenum">
              <a:rPr lang="zh-CN" altLang="en-US" smtClean="0"/>
              <a:pPr defTabSz="895350"/>
              <a:t>164</a:t>
            </a:fld>
            <a:endParaRPr lang="en-US" altLang="zh-CN"/>
          </a:p>
        </p:txBody>
      </p:sp>
      <p:sp>
        <p:nvSpPr>
          <p:cNvPr id="171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4 </a:t>
            </a:r>
            <a:r>
              <a:rPr lang="en-US" altLang="zh-CN"/>
              <a:t>HORIZONTAL</a:t>
            </a:r>
          </a:p>
        </p:txBody>
      </p:sp>
      <p:sp>
        <p:nvSpPr>
          <p:cNvPr id="17101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101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71014" name="Freeform 5"/>
          <p:cNvSpPr>
            <a:spLocks/>
          </p:cNvSpPr>
          <p:nvPr/>
        </p:nvSpPr>
        <p:spPr bwMode="auto">
          <a:xfrm>
            <a:off x="579438" y="1008063"/>
            <a:ext cx="7831137" cy="4014787"/>
          </a:xfrm>
          <a:custGeom>
            <a:avLst/>
            <a:gdLst>
              <a:gd name="T0" fmla="*/ 0 w 4461"/>
              <a:gd name="T1" fmla="*/ 0 h 2346"/>
              <a:gd name="T2" fmla="*/ 0 w 4461"/>
              <a:gd name="T3" fmla="*/ 2147483647 h 2346"/>
              <a:gd name="T4" fmla="*/ 2147483647 w 4461"/>
              <a:gd name="T5" fmla="*/ 2147483647 h 2346"/>
              <a:gd name="T6" fmla="*/ 0 60000 65536"/>
              <a:gd name="T7" fmla="*/ 0 60000 65536"/>
              <a:gd name="T8" fmla="*/ 0 60000 65536"/>
              <a:gd name="T9" fmla="*/ 0 w 4461"/>
              <a:gd name="T10" fmla="*/ 0 h 2346"/>
              <a:gd name="T11" fmla="*/ 4461 w 4461"/>
              <a:gd name="T12" fmla="*/ 2346 h 23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61" h="2346">
                <a:moveTo>
                  <a:pt x="0" y="0"/>
                </a:moveTo>
                <a:lnTo>
                  <a:pt x="0" y="2346"/>
                </a:lnTo>
                <a:lnTo>
                  <a:pt x="4461" y="234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sp>
        <p:nvSpPr>
          <p:cNvPr id="171015" name="Rectangle 6"/>
          <p:cNvSpPr>
            <a:spLocks noChangeArrowheads="1"/>
          </p:cNvSpPr>
          <p:nvPr/>
        </p:nvSpPr>
        <p:spPr bwMode="auto">
          <a:xfrm>
            <a:off x="661988" y="3622675"/>
            <a:ext cx="1873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1016" name="Rectangle 7"/>
          <p:cNvSpPr>
            <a:spLocks noChangeArrowheads="1"/>
          </p:cNvSpPr>
          <p:nvPr/>
        </p:nvSpPr>
        <p:spPr bwMode="auto">
          <a:xfrm>
            <a:off x="2620963" y="3240088"/>
            <a:ext cx="1871662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1017" name="Rectangle 8"/>
          <p:cNvSpPr>
            <a:spLocks noChangeArrowheads="1"/>
          </p:cNvSpPr>
          <p:nvPr/>
        </p:nvSpPr>
        <p:spPr bwMode="auto">
          <a:xfrm>
            <a:off x="4554538" y="2811463"/>
            <a:ext cx="1873250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71018" name="Group 9"/>
          <p:cNvGrpSpPr>
            <a:grpSpLocks/>
          </p:cNvGrpSpPr>
          <p:nvPr/>
        </p:nvGrpSpPr>
        <p:grpSpPr bwMode="auto">
          <a:xfrm>
            <a:off x="595313" y="1816100"/>
            <a:ext cx="7764462" cy="1749425"/>
            <a:chOff x="374" y="1144"/>
            <a:chExt cx="4892" cy="1102"/>
          </a:xfrm>
        </p:grpSpPr>
        <p:sp>
          <p:nvSpPr>
            <p:cNvPr id="171037" name="Freeform 10"/>
            <p:cNvSpPr>
              <a:spLocks/>
            </p:cNvSpPr>
            <p:nvPr/>
          </p:nvSpPr>
          <p:spPr bwMode="auto">
            <a:xfrm>
              <a:off x="374" y="1914"/>
              <a:ext cx="1261" cy="332"/>
            </a:xfrm>
            <a:custGeom>
              <a:avLst/>
              <a:gdLst>
                <a:gd name="T0" fmla="*/ 0 w 1849"/>
                <a:gd name="T1" fmla="*/ 70 h 726"/>
                <a:gd name="T2" fmla="*/ 170 w 1849"/>
                <a:gd name="T3" fmla="*/ 26 h 726"/>
                <a:gd name="T4" fmla="*/ 387 w 1849"/>
                <a:gd name="T5" fmla="*/ 3 h 726"/>
                <a:gd name="T6" fmla="*/ 587 w 1849"/>
                <a:gd name="T7" fmla="*/ 10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1038" name="Freeform 11"/>
            <p:cNvSpPr>
              <a:spLocks/>
            </p:cNvSpPr>
            <p:nvPr/>
          </p:nvSpPr>
          <p:spPr bwMode="auto">
            <a:xfrm>
              <a:off x="1582" y="1659"/>
              <a:ext cx="1261" cy="330"/>
            </a:xfrm>
            <a:custGeom>
              <a:avLst/>
              <a:gdLst>
                <a:gd name="T0" fmla="*/ 0 w 1849"/>
                <a:gd name="T1" fmla="*/ 68 h 726"/>
                <a:gd name="T2" fmla="*/ 170 w 1849"/>
                <a:gd name="T3" fmla="*/ 25 h 726"/>
                <a:gd name="T4" fmla="*/ 387 w 1849"/>
                <a:gd name="T5" fmla="*/ 3 h 726"/>
                <a:gd name="T6" fmla="*/ 587 w 1849"/>
                <a:gd name="T7" fmla="*/ 10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1039" name="Freeform 12"/>
            <p:cNvSpPr>
              <a:spLocks/>
            </p:cNvSpPr>
            <p:nvPr/>
          </p:nvSpPr>
          <p:spPr bwMode="auto">
            <a:xfrm>
              <a:off x="2790" y="1402"/>
              <a:ext cx="1261" cy="331"/>
            </a:xfrm>
            <a:custGeom>
              <a:avLst/>
              <a:gdLst>
                <a:gd name="T0" fmla="*/ 0 w 1849"/>
                <a:gd name="T1" fmla="*/ 69 h 726"/>
                <a:gd name="T2" fmla="*/ 170 w 1849"/>
                <a:gd name="T3" fmla="*/ 26 h 726"/>
                <a:gd name="T4" fmla="*/ 387 w 1849"/>
                <a:gd name="T5" fmla="*/ 3 h 726"/>
                <a:gd name="T6" fmla="*/ 587 w 1849"/>
                <a:gd name="T7" fmla="*/ 10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1040" name="Freeform 13"/>
            <p:cNvSpPr>
              <a:spLocks/>
            </p:cNvSpPr>
            <p:nvPr/>
          </p:nvSpPr>
          <p:spPr bwMode="auto">
            <a:xfrm>
              <a:off x="4005" y="1144"/>
              <a:ext cx="1261" cy="332"/>
            </a:xfrm>
            <a:custGeom>
              <a:avLst/>
              <a:gdLst>
                <a:gd name="T0" fmla="*/ 0 w 1849"/>
                <a:gd name="T1" fmla="*/ 70 h 726"/>
                <a:gd name="T2" fmla="*/ 170 w 1849"/>
                <a:gd name="T3" fmla="*/ 26 h 726"/>
                <a:gd name="T4" fmla="*/ 387 w 1849"/>
                <a:gd name="T5" fmla="*/ 3 h 726"/>
                <a:gd name="T6" fmla="*/ 587 w 1849"/>
                <a:gd name="T7" fmla="*/ 10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sp>
        <p:nvSpPr>
          <p:cNvPr id="171019" name="Rectangle 14"/>
          <p:cNvSpPr>
            <a:spLocks noChangeArrowheads="1"/>
          </p:cNvSpPr>
          <p:nvPr/>
        </p:nvSpPr>
        <p:spPr bwMode="auto">
          <a:xfrm>
            <a:off x="6467475" y="2390775"/>
            <a:ext cx="1873250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71020" name="Group 15"/>
          <p:cNvGrpSpPr>
            <a:grpSpLocks/>
          </p:cNvGrpSpPr>
          <p:nvPr/>
        </p:nvGrpSpPr>
        <p:grpSpPr bwMode="auto">
          <a:xfrm>
            <a:off x="661988" y="5095875"/>
            <a:ext cx="7678737" cy="244475"/>
            <a:chOff x="513" y="2378"/>
            <a:chExt cx="4838" cy="154"/>
          </a:xfrm>
        </p:grpSpPr>
        <p:sp>
          <p:nvSpPr>
            <p:cNvPr id="171033" name="Rectangle 16"/>
            <p:cNvSpPr>
              <a:spLocks noChangeArrowheads="1"/>
            </p:cNvSpPr>
            <p:nvPr/>
          </p:nvSpPr>
          <p:spPr bwMode="auto">
            <a:xfrm>
              <a:off x="513" y="2378"/>
              <a:ext cx="118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171034" name="Rectangle 17"/>
            <p:cNvSpPr>
              <a:spLocks noChangeArrowheads="1"/>
            </p:cNvSpPr>
            <p:nvPr/>
          </p:nvSpPr>
          <p:spPr bwMode="auto">
            <a:xfrm>
              <a:off x="1746" y="2379"/>
              <a:ext cx="1180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171035" name="Rectangle 18"/>
            <p:cNvSpPr>
              <a:spLocks noChangeArrowheads="1"/>
            </p:cNvSpPr>
            <p:nvPr/>
          </p:nvSpPr>
          <p:spPr bwMode="auto">
            <a:xfrm>
              <a:off x="2965" y="2379"/>
              <a:ext cx="1180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171036" name="Rectangle 19"/>
            <p:cNvSpPr>
              <a:spLocks noChangeArrowheads="1"/>
            </p:cNvSpPr>
            <p:nvPr/>
          </p:nvSpPr>
          <p:spPr bwMode="auto">
            <a:xfrm>
              <a:off x="4171" y="2379"/>
              <a:ext cx="1180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1021" name="Group 20"/>
          <p:cNvGrpSpPr>
            <a:grpSpLocks/>
          </p:cNvGrpSpPr>
          <p:nvPr/>
        </p:nvGrpSpPr>
        <p:grpSpPr bwMode="auto">
          <a:xfrm>
            <a:off x="776288" y="2178050"/>
            <a:ext cx="1738312" cy="693738"/>
            <a:chOff x="2400" y="1968"/>
            <a:chExt cx="960" cy="960"/>
          </a:xfrm>
        </p:grpSpPr>
        <p:sp>
          <p:nvSpPr>
            <p:cNvPr id="171031" name="Oval 21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1032" name="Rectangle 2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1022" name="Group 23"/>
          <p:cNvGrpSpPr>
            <a:grpSpLocks/>
          </p:cNvGrpSpPr>
          <p:nvPr/>
        </p:nvGrpSpPr>
        <p:grpSpPr bwMode="auto">
          <a:xfrm>
            <a:off x="2767013" y="1773238"/>
            <a:ext cx="1738312" cy="693737"/>
            <a:chOff x="2400" y="1968"/>
            <a:chExt cx="960" cy="960"/>
          </a:xfrm>
        </p:grpSpPr>
        <p:sp>
          <p:nvSpPr>
            <p:cNvPr id="171029" name="Oval 2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1030" name="Rectangle 2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1023" name="Group 26"/>
          <p:cNvGrpSpPr>
            <a:grpSpLocks/>
          </p:cNvGrpSpPr>
          <p:nvPr/>
        </p:nvGrpSpPr>
        <p:grpSpPr bwMode="auto">
          <a:xfrm>
            <a:off x="4718050" y="1368425"/>
            <a:ext cx="1736725" cy="693738"/>
            <a:chOff x="2400" y="1968"/>
            <a:chExt cx="960" cy="960"/>
          </a:xfrm>
        </p:grpSpPr>
        <p:sp>
          <p:nvSpPr>
            <p:cNvPr id="171027" name="Oval 2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1028" name="Rectangle 28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1024" name="Group 29"/>
          <p:cNvGrpSpPr>
            <a:grpSpLocks/>
          </p:cNvGrpSpPr>
          <p:nvPr/>
        </p:nvGrpSpPr>
        <p:grpSpPr bwMode="auto">
          <a:xfrm>
            <a:off x="6588125" y="963613"/>
            <a:ext cx="1739900" cy="693737"/>
            <a:chOff x="2400" y="1968"/>
            <a:chExt cx="960" cy="960"/>
          </a:xfrm>
        </p:grpSpPr>
        <p:sp>
          <p:nvSpPr>
            <p:cNvPr id="171025" name="Oval 30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1026" name="Rectangle 3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F2E0329-4FCA-40CA-962F-9ED1968A4336}" type="slidenum">
              <a:rPr lang="zh-CN" altLang="en-US" smtClean="0"/>
              <a:pPr defTabSz="895350"/>
              <a:t>165</a:t>
            </a:fld>
            <a:endParaRPr lang="en-US" altLang="zh-CN"/>
          </a:p>
        </p:txBody>
      </p:sp>
      <p:sp>
        <p:nvSpPr>
          <p:cNvPr id="172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5 </a:t>
            </a:r>
            <a:r>
              <a:rPr lang="en-US" altLang="zh-CN"/>
              <a:t>HORIZONTAL</a:t>
            </a:r>
          </a:p>
        </p:txBody>
      </p:sp>
      <p:sp>
        <p:nvSpPr>
          <p:cNvPr id="17203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203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72038" name="Freeform 5"/>
          <p:cNvSpPr>
            <a:spLocks/>
          </p:cNvSpPr>
          <p:nvPr/>
        </p:nvSpPr>
        <p:spPr bwMode="auto">
          <a:xfrm>
            <a:off x="322263" y="1190625"/>
            <a:ext cx="8348662" cy="3998913"/>
          </a:xfrm>
          <a:custGeom>
            <a:avLst/>
            <a:gdLst>
              <a:gd name="T0" fmla="*/ 0 w 4461"/>
              <a:gd name="T1" fmla="*/ 0 h 2346"/>
              <a:gd name="T2" fmla="*/ 0 w 4461"/>
              <a:gd name="T3" fmla="*/ 2147483647 h 2346"/>
              <a:gd name="T4" fmla="*/ 2147483647 w 4461"/>
              <a:gd name="T5" fmla="*/ 2147483647 h 2346"/>
              <a:gd name="T6" fmla="*/ 0 60000 65536"/>
              <a:gd name="T7" fmla="*/ 0 60000 65536"/>
              <a:gd name="T8" fmla="*/ 0 60000 65536"/>
              <a:gd name="T9" fmla="*/ 0 w 4461"/>
              <a:gd name="T10" fmla="*/ 0 h 2346"/>
              <a:gd name="T11" fmla="*/ 4461 w 4461"/>
              <a:gd name="T12" fmla="*/ 2346 h 23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61" h="2346">
                <a:moveTo>
                  <a:pt x="0" y="0"/>
                </a:moveTo>
                <a:lnTo>
                  <a:pt x="0" y="2346"/>
                </a:lnTo>
                <a:lnTo>
                  <a:pt x="4461" y="234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sp>
        <p:nvSpPr>
          <p:cNvPr id="172039" name="Rectangle 6"/>
          <p:cNvSpPr>
            <a:spLocks noChangeArrowheads="1"/>
          </p:cNvSpPr>
          <p:nvPr/>
        </p:nvSpPr>
        <p:spPr bwMode="auto">
          <a:xfrm>
            <a:off x="398463" y="5289550"/>
            <a:ext cx="1587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0" name="Rectangle 7"/>
          <p:cNvSpPr>
            <a:spLocks noChangeArrowheads="1"/>
          </p:cNvSpPr>
          <p:nvPr/>
        </p:nvSpPr>
        <p:spPr bwMode="auto">
          <a:xfrm>
            <a:off x="2057400" y="5291138"/>
            <a:ext cx="1589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1" name="Rectangle 8"/>
          <p:cNvSpPr>
            <a:spLocks noChangeArrowheads="1"/>
          </p:cNvSpPr>
          <p:nvPr/>
        </p:nvSpPr>
        <p:spPr bwMode="auto">
          <a:xfrm>
            <a:off x="3700463" y="5291138"/>
            <a:ext cx="1585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2" name="Rectangle 9"/>
          <p:cNvSpPr>
            <a:spLocks noChangeArrowheads="1"/>
          </p:cNvSpPr>
          <p:nvPr/>
        </p:nvSpPr>
        <p:spPr bwMode="auto">
          <a:xfrm>
            <a:off x="5322888" y="5291138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3" name="Rectangle 10"/>
          <p:cNvSpPr>
            <a:spLocks noChangeArrowheads="1"/>
          </p:cNvSpPr>
          <p:nvPr/>
        </p:nvSpPr>
        <p:spPr bwMode="auto">
          <a:xfrm>
            <a:off x="398463" y="3460750"/>
            <a:ext cx="1587500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4" name="Rectangle 11"/>
          <p:cNvSpPr>
            <a:spLocks noChangeArrowheads="1"/>
          </p:cNvSpPr>
          <p:nvPr/>
        </p:nvSpPr>
        <p:spPr bwMode="auto">
          <a:xfrm>
            <a:off x="2057400" y="3167063"/>
            <a:ext cx="15890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5" name="Rectangle 12"/>
          <p:cNvSpPr>
            <a:spLocks noChangeArrowheads="1"/>
          </p:cNvSpPr>
          <p:nvPr/>
        </p:nvSpPr>
        <p:spPr bwMode="auto">
          <a:xfrm>
            <a:off x="3700463" y="2838450"/>
            <a:ext cx="1585912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6" name="Rectangle 13"/>
          <p:cNvSpPr>
            <a:spLocks noChangeArrowheads="1"/>
          </p:cNvSpPr>
          <p:nvPr/>
        </p:nvSpPr>
        <p:spPr bwMode="auto">
          <a:xfrm>
            <a:off x="5322888" y="2517775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72047" name="Group 14"/>
          <p:cNvGrpSpPr>
            <a:grpSpLocks/>
          </p:cNvGrpSpPr>
          <p:nvPr/>
        </p:nvGrpSpPr>
        <p:grpSpPr bwMode="auto">
          <a:xfrm>
            <a:off x="338138" y="1766888"/>
            <a:ext cx="8224837" cy="1649412"/>
            <a:chOff x="213" y="1008"/>
            <a:chExt cx="5182" cy="1039"/>
          </a:xfrm>
        </p:grpSpPr>
        <p:sp>
          <p:nvSpPr>
            <p:cNvPr id="172065" name="Freeform 15"/>
            <p:cNvSpPr>
              <a:spLocks/>
            </p:cNvSpPr>
            <p:nvPr/>
          </p:nvSpPr>
          <p:spPr bwMode="auto">
            <a:xfrm>
              <a:off x="213" y="1793"/>
              <a:ext cx="1070" cy="254"/>
            </a:xfrm>
            <a:custGeom>
              <a:avLst/>
              <a:gdLst>
                <a:gd name="T0" fmla="*/ 0 w 1849"/>
                <a:gd name="T1" fmla="*/ 31 h 726"/>
                <a:gd name="T2" fmla="*/ 104 w 1849"/>
                <a:gd name="T3" fmla="*/ 12 h 726"/>
                <a:gd name="T4" fmla="*/ 237 w 1849"/>
                <a:gd name="T5" fmla="*/ 1 h 726"/>
                <a:gd name="T6" fmla="*/ 358 w 1849"/>
                <a:gd name="T7" fmla="*/ 5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2066" name="Freeform 16"/>
            <p:cNvSpPr>
              <a:spLocks/>
            </p:cNvSpPr>
            <p:nvPr/>
          </p:nvSpPr>
          <p:spPr bwMode="auto">
            <a:xfrm>
              <a:off x="1238" y="1598"/>
              <a:ext cx="1070" cy="252"/>
            </a:xfrm>
            <a:custGeom>
              <a:avLst/>
              <a:gdLst>
                <a:gd name="T0" fmla="*/ 0 w 1849"/>
                <a:gd name="T1" fmla="*/ 30 h 726"/>
                <a:gd name="T2" fmla="*/ 104 w 1849"/>
                <a:gd name="T3" fmla="*/ 11 h 726"/>
                <a:gd name="T4" fmla="*/ 237 w 1849"/>
                <a:gd name="T5" fmla="*/ 1 h 726"/>
                <a:gd name="T6" fmla="*/ 358 w 1849"/>
                <a:gd name="T7" fmla="*/ 4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2067" name="Freeform 17"/>
            <p:cNvSpPr>
              <a:spLocks/>
            </p:cNvSpPr>
            <p:nvPr/>
          </p:nvSpPr>
          <p:spPr bwMode="auto">
            <a:xfrm>
              <a:off x="2263" y="1401"/>
              <a:ext cx="1070" cy="253"/>
            </a:xfrm>
            <a:custGeom>
              <a:avLst/>
              <a:gdLst>
                <a:gd name="T0" fmla="*/ 0 w 1849"/>
                <a:gd name="T1" fmla="*/ 31 h 726"/>
                <a:gd name="T2" fmla="*/ 104 w 1849"/>
                <a:gd name="T3" fmla="*/ 12 h 726"/>
                <a:gd name="T4" fmla="*/ 237 w 1849"/>
                <a:gd name="T5" fmla="*/ 1 h 726"/>
                <a:gd name="T6" fmla="*/ 358 w 1849"/>
                <a:gd name="T7" fmla="*/ 5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2068" name="Freeform 18"/>
            <p:cNvSpPr>
              <a:spLocks/>
            </p:cNvSpPr>
            <p:nvPr/>
          </p:nvSpPr>
          <p:spPr bwMode="auto">
            <a:xfrm>
              <a:off x="3294" y="1203"/>
              <a:ext cx="1070" cy="254"/>
            </a:xfrm>
            <a:custGeom>
              <a:avLst/>
              <a:gdLst>
                <a:gd name="T0" fmla="*/ 0 w 1849"/>
                <a:gd name="T1" fmla="*/ 31 h 726"/>
                <a:gd name="T2" fmla="*/ 104 w 1849"/>
                <a:gd name="T3" fmla="*/ 12 h 726"/>
                <a:gd name="T4" fmla="*/ 237 w 1849"/>
                <a:gd name="T5" fmla="*/ 1 h 726"/>
                <a:gd name="T6" fmla="*/ 358 w 1849"/>
                <a:gd name="T7" fmla="*/ 5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  <p:sp>
          <p:nvSpPr>
            <p:cNvPr id="172069" name="Freeform 19"/>
            <p:cNvSpPr>
              <a:spLocks/>
            </p:cNvSpPr>
            <p:nvPr/>
          </p:nvSpPr>
          <p:spPr bwMode="auto">
            <a:xfrm>
              <a:off x="4325" y="1008"/>
              <a:ext cx="1070" cy="254"/>
            </a:xfrm>
            <a:custGeom>
              <a:avLst/>
              <a:gdLst>
                <a:gd name="T0" fmla="*/ 0 w 1849"/>
                <a:gd name="T1" fmla="*/ 31 h 726"/>
                <a:gd name="T2" fmla="*/ 104 w 1849"/>
                <a:gd name="T3" fmla="*/ 12 h 726"/>
                <a:gd name="T4" fmla="*/ 237 w 1849"/>
                <a:gd name="T5" fmla="*/ 1 h 726"/>
                <a:gd name="T6" fmla="*/ 358 w 1849"/>
                <a:gd name="T7" fmla="*/ 5 h 7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9"/>
                <a:gd name="T13" fmla="*/ 0 h 726"/>
                <a:gd name="T14" fmla="*/ 1849 w 1849"/>
                <a:gd name="T15" fmla="*/ 726 h 7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9" h="726">
                  <a:moveTo>
                    <a:pt x="0" y="726"/>
                  </a:moveTo>
                  <a:cubicBezTo>
                    <a:pt x="167" y="557"/>
                    <a:pt x="334" y="388"/>
                    <a:pt x="537" y="272"/>
                  </a:cubicBezTo>
                  <a:cubicBezTo>
                    <a:pt x="740" y="156"/>
                    <a:pt x="1002" y="56"/>
                    <a:pt x="1221" y="28"/>
                  </a:cubicBezTo>
                  <a:cubicBezTo>
                    <a:pt x="1440" y="0"/>
                    <a:pt x="1695" y="56"/>
                    <a:pt x="1849" y="105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nl-NL"/>
            </a:p>
          </p:txBody>
        </p:sp>
      </p:grpSp>
      <p:sp>
        <p:nvSpPr>
          <p:cNvPr id="172048" name="Rectangle 20"/>
          <p:cNvSpPr>
            <a:spLocks noChangeArrowheads="1"/>
          </p:cNvSpPr>
          <p:nvPr/>
        </p:nvSpPr>
        <p:spPr bwMode="auto">
          <a:xfrm>
            <a:off x="7038975" y="2163763"/>
            <a:ext cx="159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2049" name="Rectangle 21"/>
          <p:cNvSpPr>
            <a:spLocks noChangeArrowheads="1"/>
          </p:cNvSpPr>
          <p:nvPr/>
        </p:nvSpPr>
        <p:spPr bwMode="auto">
          <a:xfrm>
            <a:off x="7038975" y="5291138"/>
            <a:ext cx="159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72050" name="Group 22"/>
          <p:cNvGrpSpPr>
            <a:grpSpLocks/>
          </p:cNvGrpSpPr>
          <p:nvPr/>
        </p:nvGrpSpPr>
        <p:grpSpPr bwMode="auto">
          <a:xfrm>
            <a:off x="493713" y="2185988"/>
            <a:ext cx="1498600" cy="668337"/>
            <a:chOff x="2400" y="1968"/>
            <a:chExt cx="960" cy="960"/>
          </a:xfrm>
        </p:grpSpPr>
        <p:sp>
          <p:nvSpPr>
            <p:cNvPr id="172063" name="Oval 2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2064" name="Rectangle 2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2051" name="Group 25"/>
          <p:cNvGrpSpPr>
            <a:grpSpLocks/>
          </p:cNvGrpSpPr>
          <p:nvPr/>
        </p:nvGrpSpPr>
        <p:grpSpPr bwMode="auto">
          <a:xfrm>
            <a:off x="2138363" y="1878013"/>
            <a:ext cx="1498600" cy="668337"/>
            <a:chOff x="2400" y="1968"/>
            <a:chExt cx="960" cy="960"/>
          </a:xfrm>
        </p:grpSpPr>
        <p:sp>
          <p:nvSpPr>
            <p:cNvPr id="172061" name="Oval 2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2062" name="Rectangle 2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2052" name="Group 28"/>
          <p:cNvGrpSpPr>
            <a:grpSpLocks/>
          </p:cNvGrpSpPr>
          <p:nvPr/>
        </p:nvGrpSpPr>
        <p:grpSpPr bwMode="auto">
          <a:xfrm>
            <a:off x="3779838" y="1570038"/>
            <a:ext cx="1498600" cy="668337"/>
            <a:chOff x="2400" y="1968"/>
            <a:chExt cx="960" cy="960"/>
          </a:xfrm>
        </p:grpSpPr>
        <p:sp>
          <p:nvSpPr>
            <p:cNvPr id="172059" name="Oval 2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2060" name="Rectangle 30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2053" name="Group 31"/>
          <p:cNvGrpSpPr>
            <a:grpSpLocks/>
          </p:cNvGrpSpPr>
          <p:nvPr/>
        </p:nvGrpSpPr>
        <p:grpSpPr bwMode="auto">
          <a:xfrm>
            <a:off x="5422900" y="1262063"/>
            <a:ext cx="1498600" cy="668337"/>
            <a:chOff x="2400" y="1968"/>
            <a:chExt cx="960" cy="960"/>
          </a:xfrm>
        </p:grpSpPr>
        <p:sp>
          <p:nvSpPr>
            <p:cNvPr id="172057" name="Oval 3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2058" name="Rectangle 3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72054" name="Group 34"/>
          <p:cNvGrpSpPr>
            <a:grpSpLocks/>
          </p:cNvGrpSpPr>
          <p:nvPr/>
        </p:nvGrpSpPr>
        <p:grpSpPr bwMode="auto">
          <a:xfrm>
            <a:off x="7064375" y="954088"/>
            <a:ext cx="1498600" cy="668337"/>
            <a:chOff x="2400" y="1968"/>
            <a:chExt cx="960" cy="960"/>
          </a:xfrm>
        </p:grpSpPr>
        <p:sp>
          <p:nvSpPr>
            <p:cNvPr id="172055" name="Oval 35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2056" name="Rectangle 3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65584ED-2854-4719-87C0-1A0EC8EA4996}" type="slidenum">
              <a:rPr lang="zh-CN" altLang="en-US" smtClean="0"/>
              <a:pPr defTabSz="895350"/>
              <a:t>166</a:t>
            </a:fld>
            <a:endParaRPr lang="en-US" altLang="zh-CN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4-</a:t>
            </a:r>
            <a:r>
              <a:rPr lang="en-US" altLang="zh-CN"/>
              <a:t>STEP </a:t>
            </a:r>
          </a:p>
        </p:txBody>
      </p:sp>
      <p:sp>
        <p:nvSpPr>
          <p:cNvPr id="1730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306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73062" name="Rectangle 5"/>
          <p:cNvSpPr>
            <a:spLocks noChangeArrowheads="1"/>
          </p:cNvSpPr>
          <p:nvPr/>
        </p:nvSpPr>
        <p:spPr bwMode="auto">
          <a:xfrm>
            <a:off x="574675" y="2790825"/>
            <a:ext cx="1955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3063" name="Rectangle 6"/>
          <p:cNvSpPr>
            <a:spLocks noChangeArrowheads="1"/>
          </p:cNvSpPr>
          <p:nvPr/>
        </p:nvSpPr>
        <p:spPr bwMode="auto">
          <a:xfrm>
            <a:off x="2647950" y="2343150"/>
            <a:ext cx="1824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3064" name="Rectangle 7"/>
          <p:cNvSpPr>
            <a:spLocks noChangeArrowheads="1"/>
          </p:cNvSpPr>
          <p:nvPr/>
        </p:nvSpPr>
        <p:spPr bwMode="auto">
          <a:xfrm>
            <a:off x="4652963" y="1924050"/>
            <a:ext cx="1866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3065" name="Freeform 8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2000250" y="2233613"/>
            <a:ext cx="581025" cy="447675"/>
          </a:xfrm>
          <a:custGeom>
            <a:avLst/>
            <a:gdLst>
              <a:gd name="T0" fmla="*/ 0 w 384"/>
              <a:gd name="T1" fmla="*/ 2147483647 h 295"/>
              <a:gd name="T2" fmla="*/ 0 w 384"/>
              <a:gd name="T3" fmla="*/ 2147483647 h 295"/>
              <a:gd name="T4" fmla="*/ 2147483647 w 384"/>
              <a:gd name="T5" fmla="*/ 0 h 295"/>
              <a:gd name="T6" fmla="*/ 2147483647 w 384"/>
              <a:gd name="T7" fmla="*/ 2147483647 h 295"/>
              <a:gd name="T8" fmla="*/ 0 w 384"/>
              <a:gd name="T9" fmla="*/ 2147483647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295"/>
              <a:gd name="T17" fmla="*/ 384 w 384"/>
              <a:gd name="T18" fmla="*/ 295 h 2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73066" name="Freeform 9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019550" y="1841500"/>
            <a:ext cx="584200" cy="387350"/>
          </a:xfrm>
          <a:custGeom>
            <a:avLst/>
            <a:gdLst>
              <a:gd name="T0" fmla="*/ 0 w 384"/>
              <a:gd name="T1" fmla="*/ 2147483647 h 295"/>
              <a:gd name="T2" fmla="*/ 0 w 384"/>
              <a:gd name="T3" fmla="*/ 2147483647 h 295"/>
              <a:gd name="T4" fmla="*/ 2147483647 w 384"/>
              <a:gd name="T5" fmla="*/ 0 h 295"/>
              <a:gd name="T6" fmla="*/ 2147483647 w 384"/>
              <a:gd name="T7" fmla="*/ 2147483647 h 295"/>
              <a:gd name="T8" fmla="*/ 0 w 384"/>
              <a:gd name="T9" fmla="*/ 2147483647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295"/>
              <a:gd name="T17" fmla="*/ 384 w 384"/>
              <a:gd name="T18" fmla="*/ 295 h 2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73067" name="Freeform 10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46788" y="1374775"/>
            <a:ext cx="579437" cy="458788"/>
          </a:xfrm>
          <a:custGeom>
            <a:avLst/>
            <a:gdLst>
              <a:gd name="T0" fmla="*/ 0 w 384"/>
              <a:gd name="T1" fmla="*/ 2147483647 h 295"/>
              <a:gd name="T2" fmla="*/ 0 w 384"/>
              <a:gd name="T3" fmla="*/ 2147483647 h 295"/>
              <a:gd name="T4" fmla="*/ 2147483647 w 384"/>
              <a:gd name="T5" fmla="*/ 0 h 295"/>
              <a:gd name="T6" fmla="*/ 2147483647 w 384"/>
              <a:gd name="T7" fmla="*/ 2147483647 h 295"/>
              <a:gd name="T8" fmla="*/ 0 w 384"/>
              <a:gd name="T9" fmla="*/ 2147483647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295"/>
              <a:gd name="T17" fmla="*/ 384 w 384"/>
              <a:gd name="T18" fmla="*/ 295 h 2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73068" name="Freeform 11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58800" y="1387475"/>
            <a:ext cx="7927975" cy="1295400"/>
          </a:xfrm>
          <a:custGeom>
            <a:avLst/>
            <a:gdLst>
              <a:gd name="T0" fmla="*/ 0 w 4704"/>
              <a:gd name="T1" fmla="*/ 2147483647 h 960"/>
              <a:gd name="T2" fmla="*/ 2147483647 w 4704"/>
              <a:gd name="T3" fmla="*/ 2147483647 h 960"/>
              <a:gd name="T4" fmla="*/ 2147483647 w 4704"/>
              <a:gd name="T5" fmla="*/ 2147483647 h 960"/>
              <a:gd name="T6" fmla="*/ 2147483647 w 4704"/>
              <a:gd name="T7" fmla="*/ 2147483647 h 960"/>
              <a:gd name="T8" fmla="*/ 2147483647 w 4704"/>
              <a:gd name="T9" fmla="*/ 2147483647 h 960"/>
              <a:gd name="T10" fmla="*/ 2147483647 w 4704"/>
              <a:gd name="T11" fmla="*/ 2147483647 h 960"/>
              <a:gd name="T12" fmla="*/ 2147483647 w 4704"/>
              <a:gd name="T13" fmla="*/ 0 h 960"/>
              <a:gd name="T14" fmla="*/ 2147483647 w 4704"/>
              <a:gd name="T15" fmla="*/ 0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704"/>
              <a:gd name="T25" fmla="*/ 0 h 960"/>
              <a:gd name="T26" fmla="*/ 4704 w 4704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704" h="960">
                <a:moveTo>
                  <a:pt x="0" y="960"/>
                </a:moveTo>
                <a:lnTo>
                  <a:pt x="1200" y="960"/>
                </a:lnTo>
                <a:lnTo>
                  <a:pt x="1200" y="624"/>
                </a:lnTo>
                <a:lnTo>
                  <a:pt x="2400" y="624"/>
                </a:lnTo>
                <a:lnTo>
                  <a:pt x="2400" y="336"/>
                </a:lnTo>
                <a:lnTo>
                  <a:pt x="3600" y="336"/>
                </a:lnTo>
                <a:lnTo>
                  <a:pt x="3600" y="0"/>
                </a:lnTo>
                <a:lnTo>
                  <a:pt x="4704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73069" name="Rectangle 12"/>
          <p:cNvSpPr>
            <a:spLocks noChangeArrowheads="1"/>
          </p:cNvSpPr>
          <p:nvPr/>
        </p:nvSpPr>
        <p:spPr bwMode="auto">
          <a:xfrm>
            <a:off x="6697663" y="1473200"/>
            <a:ext cx="1757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73070" name="Rectangle 13"/>
          <p:cNvSpPr>
            <a:spLocks noChangeArrowheads="1"/>
          </p:cNvSpPr>
          <p:nvPr/>
        </p:nvSpPr>
        <p:spPr bwMode="auto">
          <a:xfrm>
            <a:off x="574675" y="2355850"/>
            <a:ext cx="1317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173071" name="Rectangle 14"/>
          <p:cNvSpPr>
            <a:spLocks noChangeArrowheads="1"/>
          </p:cNvSpPr>
          <p:nvPr/>
        </p:nvSpPr>
        <p:spPr bwMode="auto">
          <a:xfrm>
            <a:off x="2647950" y="1920875"/>
            <a:ext cx="1317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173072" name="Rectangle 15"/>
          <p:cNvSpPr>
            <a:spLocks noChangeArrowheads="1"/>
          </p:cNvSpPr>
          <p:nvPr/>
        </p:nvSpPr>
        <p:spPr bwMode="auto">
          <a:xfrm>
            <a:off x="4652963" y="1519238"/>
            <a:ext cx="1317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173073" name="Rectangle 16"/>
          <p:cNvSpPr>
            <a:spLocks noChangeArrowheads="1"/>
          </p:cNvSpPr>
          <p:nvPr/>
        </p:nvSpPr>
        <p:spPr bwMode="auto">
          <a:xfrm>
            <a:off x="6697663" y="1085850"/>
            <a:ext cx="1317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297DFFD-8706-484C-A05A-8183B73657B4}" type="slidenum">
              <a:rPr lang="zh-CN" altLang="en-US" smtClean="0"/>
              <a:pPr defTabSz="895350"/>
              <a:t>167</a:t>
            </a:fld>
            <a:endParaRPr lang="en-US" altLang="zh-CN"/>
          </a:p>
        </p:txBody>
      </p:sp>
      <p:sp>
        <p:nvSpPr>
          <p:cNvPr id="174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2</a:t>
            </a:r>
          </a:p>
        </p:txBody>
      </p:sp>
      <p:sp>
        <p:nvSpPr>
          <p:cNvPr id="174084" name="Rectangle 3"/>
          <p:cNvSpPr>
            <a:spLocks noChangeArrowheads="1"/>
          </p:cNvSpPr>
          <p:nvPr/>
        </p:nvSpPr>
        <p:spPr bwMode="auto">
          <a:xfrm>
            <a:off x="776288" y="2171700"/>
            <a:ext cx="3470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4085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774700" y="1130300"/>
            <a:ext cx="3781425" cy="914400"/>
            <a:chOff x="484" y="1697"/>
            <a:chExt cx="2382" cy="576"/>
          </a:xfrm>
        </p:grpSpPr>
        <p:sp>
          <p:nvSpPr>
            <p:cNvPr id="174092" name="Freeform 5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484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0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4093" name="Rectangle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516" y="1729"/>
              <a:ext cx="224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4086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376738" y="1131888"/>
            <a:ext cx="3779837" cy="914400"/>
            <a:chOff x="2776" y="1697"/>
            <a:chExt cx="2382" cy="576"/>
          </a:xfrm>
        </p:grpSpPr>
        <p:sp>
          <p:nvSpPr>
            <p:cNvPr id="174090" name="Freeform 8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2776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104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4091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912" y="1729"/>
              <a:ext cx="2143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4087" name="Rectangle 10"/>
          <p:cNvSpPr>
            <a:spLocks noChangeArrowheads="1"/>
          </p:cNvSpPr>
          <p:nvPr/>
        </p:nvSpPr>
        <p:spPr bwMode="auto">
          <a:xfrm>
            <a:off x="4376738" y="2171700"/>
            <a:ext cx="34686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740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40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1B6A60D-02B1-4C71-BEB6-7C882B4B5AAB}" type="slidenum">
              <a:rPr lang="zh-CN" altLang="en-US" smtClean="0"/>
              <a:pPr defTabSz="895350"/>
              <a:t>168</a:t>
            </a:fld>
            <a:endParaRPr lang="en-US" altLang="zh-CN"/>
          </a:p>
        </p:txBody>
      </p:sp>
      <p:sp>
        <p:nvSpPr>
          <p:cNvPr id="175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2 TITLE</a:t>
            </a:r>
          </a:p>
        </p:txBody>
      </p:sp>
      <p:sp>
        <p:nvSpPr>
          <p:cNvPr id="17510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510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75110" name="Rectangle 5"/>
          <p:cNvSpPr>
            <a:spLocks noChangeArrowheads="1"/>
          </p:cNvSpPr>
          <p:nvPr/>
        </p:nvSpPr>
        <p:spPr bwMode="auto">
          <a:xfrm>
            <a:off x="1581150" y="2222500"/>
            <a:ext cx="3279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5111" name="Group 6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579563" y="1189038"/>
            <a:ext cx="3573462" cy="914400"/>
            <a:chOff x="484" y="1697"/>
            <a:chExt cx="2382" cy="576"/>
          </a:xfrm>
        </p:grpSpPr>
        <p:sp>
          <p:nvSpPr>
            <p:cNvPr id="175119" name="Freeform 7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484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0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5120" name="Rectangle 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516" y="1729"/>
              <a:ext cx="224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5112" name="Group 9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986338" y="1190625"/>
            <a:ext cx="3575050" cy="914400"/>
            <a:chOff x="2776" y="1697"/>
            <a:chExt cx="2382" cy="576"/>
          </a:xfrm>
        </p:grpSpPr>
        <p:sp>
          <p:nvSpPr>
            <p:cNvPr id="175117" name="Freeform 10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2776" y="1697"/>
              <a:ext cx="2382" cy="576"/>
            </a:xfrm>
            <a:custGeom>
              <a:avLst/>
              <a:gdLst>
                <a:gd name="T0" fmla="*/ 0 w 2382"/>
                <a:gd name="T1" fmla="*/ 0 h 576"/>
                <a:gd name="T2" fmla="*/ 2278 w 2382"/>
                <a:gd name="T3" fmla="*/ 0 h 576"/>
                <a:gd name="T4" fmla="*/ 2382 w 2382"/>
                <a:gd name="T5" fmla="*/ 288 h 576"/>
                <a:gd name="T6" fmla="*/ 2278 w 2382"/>
                <a:gd name="T7" fmla="*/ 576 h 576"/>
                <a:gd name="T8" fmla="*/ 0 w 2382"/>
                <a:gd name="T9" fmla="*/ 576 h 576"/>
                <a:gd name="T10" fmla="*/ 104 w 2382"/>
                <a:gd name="T11" fmla="*/ 288 h 576"/>
                <a:gd name="T12" fmla="*/ 0 w 238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82"/>
                <a:gd name="T22" fmla="*/ 0 h 576"/>
                <a:gd name="T23" fmla="*/ 2382 w 2382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82" h="576">
                  <a:moveTo>
                    <a:pt x="0" y="0"/>
                  </a:moveTo>
                  <a:lnTo>
                    <a:pt x="2278" y="0"/>
                  </a:lnTo>
                  <a:lnTo>
                    <a:pt x="2382" y="288"/>
                  </a:lnTo>
                  <a:lnTo>
                    <a:pt x="2278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5118" name="Rectangle 1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912" y="1729"/>
              <a:ext cx="2143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5113" name="Rectangle 12"/>
          <p:cNvSpPr>
            <a:spLocks noChangeArrowheads="1"/>
          </p:cNvSpPr>
          <p:nvPr/>
        </p:nvSpPr>
        <p:spPr bwMode="auto">
          <a:xfrm>
            <a:off x="4986338" y="2222500"/>
            <a:ext cx="3281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5114" name="Group 13"/>
          <p:cNvGrpSpPr>
            <a:grpSpLocks/>
          </p:cNvGrpSpPr>
          <p:nvPr/>
        </p:nvGrpSpPr>
        <p:grpSpPr bwMode="auto">
          <a:xfrm>
            <a:off x="273050" y="2222500"/>
            <a:ext cx="1130300" cy="676275"/>
            <a:chOff x="2400" y="1968"/>
            <a:chExt cx="960" cy="960"/>
          </a:xfrm>
        </p:grpSpPr>
        <p:sp>
          <p:nvSpPr>
            <p:cNvPr id="175115" name="Oval 1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5116" name="Rectangle 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  <p:transition/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ACC1F15-0286-4845-A762-808C376F3477}" type="slidenum">
              <a:rPr lang="zh-CN" altLang="en-US" smtClean="0"/>
              <a:pPr defTabSz="895350"/>
              <a:t>169</a:t>
            </a:fld>
            <a:endParaRPr lang="en-US" altLang="zh-CN"/>
          </a:p>
        </p:txBody>
      </p:sp>
      <p:sp>
        <p:nvSpPr>
          <p:cNvPr id="176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3</a:t>
            </a:r>
          </a:p>
        </p:txBody>
      </p:sp>
      <p:grpSp>
        <p:nvGrpSpPr>
          <p:cNvPr id="176132" name="Group 3"/>
          <p:cNvGrpSpPr>
            <a:grpSpLocks/>
          </p:cNvGrpSpPr>
          <p:nvPr/>
        </p:nvGrpSpPr>
        <p:grpSpPr bwMode="auto">
          <a:xfrm>
            <a:off x="503238" y="1131888"/>
            <a:ext cx="7937500" cy="1284287"/>
            <a:chOff x="484" y="713"/>
            <a:chExt cx="4686" cy="809"/>
          </a:xfrm>
        </p:grpSpPr>
        <p:sp>
          <p:nvSpPr>
            <p:cNvPr id="176135" name="Rectangle 4"/>
            <p:cNvSpPr>
              <a:spLocks noChangeArrowheads="1"/>
            </p:cNvSpPr>
            <p:nvPr/>
          </p:nvSpPr>
          <p:spPr bwMode="auto">
            <a:xfrm>
              <a:off x="484" y="1368"/>
              <a:ext cx="145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33350" lvl="1" indent="-131763" defTabSz="787400">
                <a:buSzPct val="120000"/>
                <a:buFontTx/>
                <a:buChar char="•"/>
              </a:pPr>
              <a:r>
                <a:rPr lang="en-US" altLang="zh-CN"/>
                <a:t>Text</a:t>
              </a:r>
            </a:p>
          </p:txBody>
        </p:sp>
        <p:grpSp>
          <p:nvGrpSpPr>
            <p:cNvPr id="176136" name="Group 5"/>
            <p:cNvGrpSpPr>
              <a:grpSpLocks/>
            </p:cNvGrpSpPr>
            <p:nvPr>
              <p:custDataLst>
                <p:tags r:id="rId1"/>
              </p:custDataLst>
            </p:nvPr>
          </p:nvGrpSpPr>
          <p:grpSpPr bwMode="auto">
            <a:xfrm>
              <a:off x="484" y="713"/>
              <a:ext cx="1635" cy="576"/>
              <a:chOff x="484" y="713"/>
              <a:chExt cx="1635" cy="576"/>
            </a:xfrm>
          </p:grpSpPr>
          <p:sp>
            <p:nvSpPr>
              <p:cNvPr id="176145" name="Freeform 6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blackWhite">
              <a:xfrm>
                <a:off x="484" y="713"/>
                <a:ext cx="1635" cy="576"/>
              </a:xfrm>
              <a:custGeom>
                <a:avLst/>
                <a:gdLst>
                  <a:gd name="T0" fmla="*/ 0 w 1635"/>
                  <a:gd name="T1" fmla="*/ 0 h 576"/>
                  <a:gd name="T2" fmla="*/ 1531 w 1635"/>
                  <a:gd name="T3" fmla="*/ 0 h 576"/>
                  <a:gd name="T4" fmla="*/ 1635 w 1635"/>
                  <a:gd name="T5" fmla="*/ 288 h 576"/>
                  <a:gd name="T6" fmla="*/ 1531 w 1635"/>
                  <a:gd name="T7" fmla="*/ 576 h 576"/>
                  <a:gd name="T8" fmla="*/ 0 w 1635"/>
                  <a:gd name="T9" fmla="*/ 576 h 576"/>
                  <a:gd name="T10" fmla="*/ 0 w 1635"/>
                  <a:gd name="T11" fmla="*/ 288 h 576"/>
                  <a:gd name="T12" fmla="*/ 0 w 1635"/>
                  <a:gd name="T13" fmla="*/ 0 h 5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5"/>
                  <a:gd name="T22" fmla="*/ 0 h 576"/>
                  <a:gd name="T23" fmla="*/ 1635 w 1635"/>
                  <a:gd name="T24" fmla="*/ 576 h 5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5" h="576">
                    <a:moveTo>
                      <a:pt x="0" y="0"/>
                    </a:moveTo>
                    <a:lnTo>
                      <a:pt x="1531" y="0"/>
                    </a:lnTo>
                    <a:lnTo>
                      <a:pt x="1635" y="288"/>
                    </a:lnTo>
                    <a:lnTo>
                      <a:pt x="1531" y="576"/>
                    </a:lnTo>
                    <a:lnTo>
                      <a:pt x="0" y="576"/>
                    </a:lnTo>
                    <a:lnTo>
                      <a:pt x="0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45720" tIns="0" rIns="45720" bIns="0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176146" name="Rectangle 7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blackWhite">
              <a:xfrm>
                <a:off x="516" y="745"/>
                <a:ext cx="1499" cy="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0" rIns="45720" bIns="0" anchor="ctr"/>
              <a:lstStyle/>
              <a:p>
                <a:pPr defTabSz="895350">
                  <a:buSzPct val="120000"/>
                </a:pPr>
                <a:r>
                  <a:rPr lang="en-US" altLang="zh-CN" b="1"/>
                  <a:t>Header</a:t>
                </a:r>
              </a:p>
            </p:txBody>
          </p:sp>
        </p:grpSp>
        <p:grpSp>
          <p:nvGrpSpPr>
            <p:cNvPr id="176137" name="Group 8"/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2014" y="713"/>
              <a:ext cx="1635" cy="576"/>
              <a:chOff x="2002" y="713"/>
              <a:chExt cx="1635" cy="576"/>
            </a:xfrm>
          </p:grpSpPr>
          <p:sp>
            <p:nvSpPr>
              <p:cNvPr id="176143" name="Freeform 9"/>
              <p:cNvSpPr>
                <a:spLocks/>
              </p:cNvSpPr>
              <p:nvPr>
                <p:custDataLst>
                  <p:tags r:id="rId6"/>
                </p:custDataLst>
              </p:nvPr>
            </p:nvSpPr>
            <p:spPr bwMode="blackWhite">
              <a:xfrm>
                <a:off x="2002" y="713"/>
                <a:ext cx="1635" cy="576"/>
              </a:xfrm>
              <a:custGeom>
                <a:avLst/>
                <a:gdLst>
                  <a:gd name="T0" fmla="*/ 0 w 1635"/>
                  <a:gd name="T1" fmla="*/ 0 h 576"/>
                  <a:gd name="T2" fmla="*/ 1531 w 1635"/>
                  <a:gd name="T3" fmla="*/ 0 h 576"/>
                  <a:gd name="T4" fmla="*/ 1635 w 1635"/>
                  <a:gd name="T5" fmla="*/ 288 h 576"/>
                  <a:gd name="T6" fmla="*/ 1531 w 1635"/>
                  <a:gd name="T7" fmla="*/ 576 h 576"/>
                  <a:gd name="T8" fmla="*/ 0 w 1635"/>
                  <a:gd name="T9" fmla="*/ 576 h 576"/>
                  <a:gd name="T10" fmla="*/ 104 w 1635"/>
                  <a:gd name="T11" fmla="*/ 288 h 576"/>
                  <a:gd name="T12" fmla="*/ 0 w 1635"/>
                  <a:gd name="T13" fmla="*/ 0 h 5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5"/>
                  <a:gd name="T22" fmla="*/ 0 h 576"/>
                  <a:gd name="T23" fmla="*/ 1635 w 1635"/>
                  <a:gd name="T24" fmla="*/ 576 h 5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5" h="576">
                    <a:moveTo>
                      <a:pt x="0" y="0"/>
                    </a:moveTo>
                    <a:lnTo>
                      <a:pt x="1531" y="0"/>
                    </a:lnTo>
                    <a:lnTo>
                      <a:pt x="1635" y="288"/>
                    </a:lnTo>
                    <a:lnTo>
                      <a:pt x="1531" y="576"/>
                    </a:lnTo>
                    <a:lnTo>
                      <a:pt x="0" y="576"/>
                    </a:lnTo>
                    <a:lnTo>
                      <a:pt x="104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45720" tIns="0" rIns="45720" bIns="0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176144" name="Rectangle 10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blackWhite">
              <a:xfrm>
                <a:off x="2138" y="745"/>
                <a:ext cx="1396" cy="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0" rIns="45720" bIns="0" anchor="ctr"/>
              <a:lstStyle/>
              <a:p>
                <a:pPr defTabSz="895350">
                  <a:buSzPct val="120000"/>
                </a:pPr>
                <a:r>
                  <a:rPr lang="en-US" altLang="zh-CN" b="1"/>
                  <a:t>Header</a:t>
                </a:r>
              </a:p>
            </p:txBody>
          </p:sp>
        </p:grpSp>
        <p:sp>
          <p:nvSpPr>
            <p:cNvPr id="176138" name="Rectangle 11"/>
            <p:cNvSpPr>
              <a:spLocks noChangeArrowheads="1"/>
            </p:cNvSpPr>
            <p:nvPr/>
          </p:nvSpPr>
          <p:spPr bwMode="auto">
            <a:xfrm>
              <a:off x="1984" y="1368"/>
              <a:ext cx="150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33350" lvl="1" indent="-131763" defTabSz="787400">
                <a:buSzPct val="120000"/>
                <a:buFontTx/>
                <a:buChar char="•"/>
              </a:pPr>
              <a:r>
                <a:rPr lang="en-US" altLang="zh-CN"/>
                <a:t>Text</a:t>
              </a:r>
            </a:p>
          </p:txBody>
        </p:sp>
        <p:grpSp>
          <p:nvGrpSpPr>
            <p:cNvPr id="176139" name="Group 12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3535" y="713"/>
              <a:ext cx="1635" cy="576"/>
              <a:chOff x="3523" y="713"/>
              <a:chExt cx="1635" cy="576"/>
            </a:xfrm>
          </p:grpSpPr>
          <p:sp>
            <p:nvSpPr>
              <p:cNvPr id="176141" name="Freeform 13"/>
              <p:cNvSpPr>
                <a:spLocks/>
              </p:cNvSpPr>
              <p:nvPr>
                <p:custDataLst>
                  <p:tags r:id="rId4"/>
                </p:custDataLst>
              </p:nvPr>
            </p:nvSpPr>
            <p:spPr bwMode="blackWhite">
              <a:xfrm>
                <a:off x="3523" y="713"/>
                <a:ext cx="1635" cy="576"/>
              </a:xfrm>
              <a:custGeom>
                <a:avLst/>
                <a:gdLst>
                  <a:gd name="T0" fmla="*/ 0 w 1635"/>
                  <a:gd name="T1" fmla="*/ 0 h 576"/>
                  <a:gd name="T2" fmla="*/ 1531 w 1635"/>
                  <a:gd name="T3" fmla="*/ 0 h 576"/>
                  <a:gd name="T4" fmla="*/ 1635 w 1635"/>
                  <a:gd name="T5" fmla="*/ 288 h 576"/>
                  <a:gd name="T6" fmla="*/ 1531 w 1635"/>
                  <a:gd name="T7" fmla="*/ 576 h 576"/>
                  <a:gd name="T8" fmla="*/ 0 w 1635"/>
                  <a:gd name="T9" fmla="*/ 576 h 576"/>
                  <a:gd name="T10" fmla="*/ 104 w 1635"/>
                  <a:gd name="T11" fmla="*/ 288 h 576"/>
                  <a:gd name="T12" fmla="*/ 0 w 1635"/>
                  <a:gd name="T13" fmla="*/ 0 h 5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5"/>
                  <a:gd name="T22" fmla="*/ 0 h 576"/>
                  <a:gd name="T23" fmla="*/ 1635 w 1635"/>
                  <a:gd name="T24" fmla="*/ 576 h 5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5" h="576">
                    <a:moveTo>
                      <a:pt x="0" y="0"/>
                    </a:moveTo>
                    <a:lnTo>
                      <a:pt x="1531" y="0"/>
                    </a:lnTo>
                    <a:lnTo>
                      <a:pt x="1635" y="288"/>
                    </a:lnTo>
                    <a:lnTo>
                      <a:pt x="1531" y="576"/>
                    </a:lnTo>
                    <a:lnTo>
                      <a:pt x="0" y="576"/>
                    </a:lnTo>
                    <a:lnTo>
                      <a:pt x="104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45720" tIns="0" rIns="45720" bIns="0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176142" name="Rectangle 1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blackWhite">
              <a:xfrm>
                <a:off x="3659" y="745"/>
                <a:ext cx="1396" cy="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0" rIns="45720" bIns="0" anchor="ctr"/>
              <a:lstStyle/>
              <a:p>
                <a:pPr defTabSz="895350">
                  <a:buSzPct val="120000"/>
                </a:pPr>
                <a:r>
                  <a:rPr lang="en-US" altLang="zh-CN" b="1"/>
                  <a:t>Header</a:t>
                </a:r>
              </a:p>
            </p:txBody>
          </p:sp>
        </p:grpSp>
        <p:sp>
          <p:nvSpPr>
            <p:cNvPr id="176140" name="Rectangle 15"/>
            <p:cNvSpPr>
              <a:spLocks noChangeArrowheads="1"/>
            </p:cNvSpPr>
            <p:nvPr/>
          </p:nvSpPr>
          <p:spPr bwMode="auto">
            <a:xfrm>
              <a:off x="3535" y="1368"/>
              <a:ext cx="150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33350" lvl="1" indent="-131763" defTabSz="787400">
                <a:buSzPct val="120000"/>
                <a:buFontTx/>
                <a:buChar char="•"/>
              </a:pPr>
              <a:r>
                <a:rPr lang="en-US" altLang="zh-CN"/>
                <a:t>Text</a:t>
              </a:r>
            </a:p>
          </p:txBody>
        </p:sp>
      </p:grpSp>
      <p:sp>
        <p:nvSpPr>
          <p:cNvPr id="176133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613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47EB825-AE4E-4078-92DD-3ACC585FB3BE}" type="slidenum">
              <a:rPr lang="zh-CN" altLang="en-US" smtClean="0"/>
              <a:pPr defTabSz="895350"/>
              <a:t>170</a:t>
            </a:fld>
            <a:endParaRPr lang="en-US" altLang="zh-CN"/>
          </a:p>
        </p:txBody>
      </p:sp>
      <p:sp>
        <p:nvSpPr>
          <p:cNvPr id="177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3 TITLE</a:t>
            </a:r>
          </a:p>
        </p:txBody>
      </p:sp>
      <p:sp>
        <p:nvSpPr>
          <p:cNvPr id="17715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715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77158" name="Rectangle 5"/>
          <p:cNvSpPr>
            <a:spLocks noChangeArrowheads="1"/>
          </p:cNvSpPr>
          <p:nvPr/>
        </p:nvSpPr>
        <p:spPr bwMode="auto">
          <a:xfrm>
            <a:off x="1468438" y="2278063"/>
            <a:ext cx="22526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7159" name="Group 6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468438" y="1214438"/>
            <a:ext cx="2536825" cy="914400"/>
            <a:chOff x="484" y="713"/>
            <a:chExt cx="1635" cy="576"/>
          </a:xfrm>
        </p:grpSpPr>
        <p:sp>
          <p:nvSpPr>
            <p:cNvPr id="177171" name="Freeform 7"/>
            <p:cNvSpPr>
              <a:spLocks/>
            </p:cNvSpPr>
            <p:nvPr>
              <p:custDataLst>
                <p:tags r:id="rId10"/>
              </p:custDataLst>
            </p:nvPr>
          </p:nvSpPr>
          <p:spPr bwMode="blackWhite">
            <a:xfrm>
              <a:off x="484" y="713"/>
              <a:ext cx="1635" cy="576"/>
            </a:xfrm>
            <a:custGeom>
              <a:avLst/>
              <a:gdLst>
                <a:gd name="T0" fmla="*/ 0 w 1635"/>
                <a:gd name="T1" fmla="*/ 0 h 576"/>
                <a:gd name="T2" fmla="*/ 1531 w 1635"/>
                <a:gd name="T3" fmla="*/ 0 h 576"/>
                <a:gd name="T4" fmla="*/ 1635 w 1635"/>
                <a:gd name="T5" fmla="*/ 288 h 576"/>
                <a:gd name="T6" fmla="*/ 1531 w 1635"/>
                <a:gd name="T7" fmla="*/ 576 h 576"/>
                <a:gd name="T8" fmla="*/ 0 w 1635"/>
                <a:gd name="T9" fmla="*/ 576 h 576"/>
                <a:gd name="T10" fmla="*/ 0 w 1635"/>
                <a:gd name="T11" fmla="*/ 288 h 576"/>
                <a:gd name="T12" fmla="*/ 0 w 163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5"/>
                <a:gd name="T22" fmla="*/ 0 h 576"/>
                <a:gd name="T23" fmla="*/ 1635 w 163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5" h="576">
                  <a:moveTo>
                    <a:pt x="0" y="0"/>
                  </a:moveTo>
                  <a:lnTo>
                    <a:pt x="1531" y="0"/>
                  </a:lnTo>
                  <a:lnTo>
                    <a:pt x="1635" y="288"/>
                  </a:lnTo>
                  <a:lnTo>
                    <a:pt x="1531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7172" name="Rectangle 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516" y="745"/>
              <a:ext cx="149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7160" name="Group 9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841750" y="1214438"/>
            <a:ext cx="2536825" cy="914400"/>
            <a:chOff x="2002" y="713"/>
            <a:chExt cx="1635" cy="576"/>
          </a:xfrm>
        </p:grpSpPr>
        <p:sp>
          <p:nvSpPr>
            <p:cNvPr id="177169" name="Freeform 10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2002" y="713"/>
              <a:ext cx="1635" cy="576"/>
            </a:xfrm>
            <a:custGeom>
              <a:avLst/>
              <a:gdLst>
                <a:gd name="T0" fmla="*/ 0 w 1635"/>
                <a:gd name="T1" fmla="*/ 0 h 576"/>
                <a:gd name="T2" fmla="*/ 1531 w 1635"/>
                <a:gd name="T3" fmla="*/ 0 h 576"/>
                <a:gd name="T4" fmla="*/ 1635 w 1635"/>
                <a:gd name="T5" fmla="*/ 288 h 576"/>
                <a:gd name="T6" fmla="*/ 1531 w 1635"/>
                <a:gd name="T7" fmla="*/ 576 h 576"/>
                <a:gd name="T8" fmla="*/ 0 w 1635"/>
                <a:gd name="T9" fmla="*/ 576 h 576"/>
                <a:gd name="T10" fmla="*/ 104 w 1635"/>
                <a:gd name="T11" fmla="*/ 288 h 576"/>
                <a:gd name="T12" fmla="*/ 0 w 163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5"/>
                <a:gd name="T22" fmla="*/ 0 h 576"/>
                <a:gd name="T23" fmla="*/ 1635 w 163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5" h="576">
                  <a:moveTo>
                    <a:pt x="0" y="0"/>
                  </a:moveTo>
                  <a:lnTo>
                    <a:pt x="1531" y="0"/>
                  </a:lnTo>
                  <a:lnTo>
                    <a:pt x="1635" y="288"/>
                  </a:lnTo>
                  <a:lnTo>
                    <a:pt x="153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7170" name="Rectangle 1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138" y="745"/>
              <a:ext cx="139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7161" name="Rectangle 12"/>
          <p:cNvSpPr>
            <a:spLocks noChangeArrowheads="1"/>
          </p:cNvSpPr>
          <p:nvPr/>
        </p:nvSpPr>
        <p:spPr bwMode="auto">
          <a:xfrm>
            <a:off x="3795713" y="2278063"/>
            <a:ext cx="2328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7162" name="Group 13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200775" y="1214438"/>
            <a:ext cx="2538413" cy="914400"/>
            <a:chOff x="3523" y="713"/>
            <a:chExt cx="1635" cy="576"/>
          </a:xfrm>
        </p:grpSpPr>
        <p:sp>
          <p:nvSpPr>
            <p:cNvPr id="177167" name="Freeform 14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3523" y="713"/>
              <a:ext cx="1635" cy="576"/>
            </a:xfrm>
            <a:custGeom>
              <a:avLst/>
              <a:gdLst>
                <a:gd name="T0" fmla="*/ 0 w 1635"/>
                <a:gd name="T1" fmla="*/ 0 h 576"/>
                <a:gd name="T2" fmla="*/ 1531 w 1635"/>
                <a:gd name="T3" fmla="*/ 0 h 576"/>
                <a:gd name="T4" fmla="*/ 1635 w 1635"/>
                <a:gd name="T5" fmla="*/ 288 h 576"/>
                <a:gd name="T6" fmla="*/ 1531 w 1635"/>
                <a:gd name="T7" fmla="*/ 576 h 576"/>
                <a:gd name="T8" fmla="*/ 0 w 1635"/>
                <a:gd name="T9" fmla="*/ 576 h 576"/>
                <a:gd name="T10" fmla="*/ 104 w 1635"/>
                <a:gd name="T11" fmla="*/ 288 h 576"/>
                <a:gd name="T12" fmla="*/ 0 w 1635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5"/>
                <a:gd name="T22" fmla="*/ 0 h 576"/>
                <a:gd name="T23" fmla="*/ 1635 w 1635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5" h="576">
                  <a:moveTo>
                    <a:pt x="0" y="0"/>
                  </a:moveTo>
                  <a:lnTo>
                    <a:pt x="1531" y="0"/>
                  </a:lnTo>
                  <a:lnTo>
                    <a:pt x="1635" y="288"/>
                  </a:lnTo>
                  <a:lnTo>
                    <a:pt x="1531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7168" name="Rectangle 1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3659" y="745"/>
              <a:ext cx="139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7163" name="Rectangle 16"/>
          <p:cNvSpPr>
            <a:spLocks noChangeArrowheads="1"/>
          </p:cNvSpPr>
          <p:nvPr/>
        </p:nvSpPr>
        <p:spPr bwMode="auto">
          <a:xfrm>
            <a:off x="6200775" y="2278063"/>
            <a:ext cx="2330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7164" name="Group 17"/>
          <p:cNvGrpSpPr>
            <a:grpSpLocks/>
          </p:cNvGrpSpPr>
          <p:nvPr/>
        </p:nvGrpSpPr>
        <p:grpSpPr bwMode="auto">
          <a:xfrm>
            <a:off x="195263" y="2278063"/>
            <a:ext cx="1130300" cy="676275"/>
            <a:chOff x="2400" y="1968"/>
            <a:chExt cx="960" cy="960"/>
          </a:xfrm>
        </p:grpSpPr>
        <p:sp>
          <p:nvSpPr>
            <p:cNvPr id="177165" name="Oval 18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7166" name="Rectangle 1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  <p:transition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B4F7BB3-79B0-4F96-8C57-E3C440948837}" type="slidenum">
              <a:rPr lang="zh-CN" altLang="en-US" smtClean="0"/>
              <a:pPr defTabSz="895350"/>
              <a:t>171</a:t>
            </a:fld>
            <a:endParaRPr lang="en-US" altLang="zh-CN"/>
          </a:p>
        </p:txBody>
      </p:sp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4</a:t>
            </a:r>
          </a:p>
        </p:txBody>
      </p:sp>
      <p:sp>
        <p:nvSpPr>
          <p:cNvPr id="178180" name="Rectangle 3"/>
          <p:cNvSpPr>
            <a:spLocks noChangeArrowheads="1"/>
          </p:cNvSpPr>
          <p:nvPr/>
        </p:nvSpPr>
        <p:spPr bwMode="auto">
          <a:xfrm>
            <a:off x="493713" y="217170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8181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493713" y="1131888"/>
            <a:ext cx="2117725" cy="914400"/>
            <a:chOff x="484" y="713"/>
            <a:chExt cx="1246" cy="576"/>
          </a:xfrm>
        </p:grpSpPr>
        <p:sp>
          <p:nvSpPr>
            <p:cNvPr id="178196" name="Freeform 5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484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0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8197" name="Rectangle 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516" y="745"/>
              <a:ext cx="111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8182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433638" y="1131888"/>
            <a:ext cx="2119312" cy="914400"/>
            <a:chOff x="1625" y="713"/>
            <a:chExt cx="1247" cy="576"/>
          </a:xfrm>
        </p:grpSpPr>
        <p:sp>
          <p:nvSpPr>
            <p:cNvPr id="178194" name="Freeform 8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1625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8195" name="Rectangle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1761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8183" name="Rectangle 10"/>
          <p:cNvSpPr>
            <a:spLocks noChangeArrowheads="1"/>
          </p:cNvSpPr>
          <p:nvPr/>
        </p:nvSpPr>
        <p:spPr bwMode="auto">
          <a:xfrm>
            <a:off x="2379663" y="2171700"/>
            <a:ext cx="1889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8184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368800" y="1131888"/>
            <a:ext cx="2117725" cy="914400"/>
            <a:chOff x="2770" y="713"/>
            <a:chExt cx="1247" cy="576"/>
          </a:xfrm>
        </p:grpSpPr>
        <p:sp>
          <p:nvSpPr>
            <p:cNvPr id="178192" name="Freeform 12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2770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8193" name="Rectangle 1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906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8185" name="Group 1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6308725" y="1131888"/>
            <a:ext cx="2119313" cy="914400"/>
            <a:chOff x="3912" y="713"/>
            <a:chExt cx="1246" cy="576"/>
          </a:xfrm>
        </p:grpSpPr>
        <p:sp>
          <p:nvSpPr>
            <p:cNvPr id="178190" name="Freeform 15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3912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104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8191" name="Rectangle 1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4048" y="745"/>
              <a:ext cx="100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8186" name="Rectangle 17"/>
          <p:cNvSpPr>
            <a:spLocks noChangeArrowheads="1"/>
          </p:cNvSpPr>
          <p:nvPr/>
        </p:nvSpPr>
        <p:spPr bwMode="auto">
          <a:xfrm>
            <a:off x="4344988" y="2171700"/>
            <a:ext cx="1887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78187" name="Rectangle 18"/>
          <p:cNvSpPr>
            <a:spLocks noChangeArrowheads="1"/>
          </p:cNvSpPr>
          <p:nvPr/>
        </p:nvSpPr>
        <p:spPr bwMode="auto">
          <a:xfrm>
            <a:off x="6308725" y="2171700"/>
            <a:ext cx="1889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781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81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B79F48C-C545-4A63-A06C-F1C1084A6848}" type="slidenum">
              <a:rPr lang="zh-CN" altLang="en-US" smtClean="0"/>
              <a:pPr defTabSz="895350"/>
              <a:t>172</a:t>
            </a:fld>
            <a:endParaRPr lang="en-US" altLang="zh-CN"/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4 TITLE</a:t>
            </a:r>
          </a:p>
        </p:txBody>
      </p:sp>
      <p:sp>
        <p:nvSpPr>
          <p:cNvPr id="1792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792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79206" name="Rectangle 5"/>
          <p:cNvSpPr>
            <a:spLocks noChangeArrowheads="1"/>
          </p:cNvSpPr>
          <p:nvPr/>
        </p:nvSpPr>
        <p:spPr bwMode="auto">
          <a:xfrm>
            <a:off x="1192213" y="2171700"/>
            <a:ext cx="171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9207" name="Group 6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92213" y="1131888"/>
            <a:ext cx="2006600" cy="914400"/>
            <a:chOff x="484" y="713"/>
            <a:chExt cx="1246" cy="576"/>
          </a:xfrm>
        </p:grpSpPr>
        <p:sp>
          <p:nvSpPr>
            <p:cNvPr id="179223" name="Freeform 7"/>
            <p:cNvSpPr>
              <a:spLocks/>
            </p:cNvSpPr>
            <p:nvPr>
              <p:custDataLst>
                <p:tags r:id="rId13"/>
              </p:custDataLst>
            </p:nvPr>
          </p:nvSpPr>
          <p:spPr bwMode="blackWhite">
            <a:xfrm>
              <a:off x="484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0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9224" name="Rectangle 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516" y="745"/>
              <a:ext cx="111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9208" name="Group 9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030538" y="1131888"/>
            <a:ext cx="2008187" cy="914400"/>
            <a:chOff x="1625" y="713"/>
            <a:chExt cx="1247" cy="576"/>
          </a:xfrm>
        </p:grpSpPr>
        <p:sp>
          <p:nvSpPr>
            <p:cNvPr id="179221" name="Freeform 10"/>
            <p:cNvSpPr>
              <a:spLocks/>
            </p:cNvSpPr>
            <p:nvPr>
              <p:custDataLst>
                <p:tags r:id="rId11"/>
              </p:custDataLst>
            </p:nvPr>
          </p:nvSpPr>
          <p:spPr bwMode="blackWhite">
            <a:xfrm>
              <a:off x="1625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9222" name="Rectangle 1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1761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9209" name="Rectangle 12"/>
          <p:cNvSpPr>
            <a:spLocks noChangeArrowheads="1"/>
          </p:cNvSpPr>
          <p:nvPr/>
        </p:nvSpPr>
        <p:spPr bwMode="auto">
          <a:xfrm>
            <a:off x="2979738" y="2171700"/>
            <a:ext cx="17891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9210" name="Group 13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864100" y="1131888"/>
            <a:ext cx="2008188" cy="914400"/>
            <a:chOff x="2770" y="713"/>
            <a:chExt cx="1247" cy="576"/>
          </a:xfrm>
        </p:grpSpPr>
        <p:sp>
          <p:nvSpPr>
            <p:cNvPr id="179219" name="Freeform 14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2770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9220" name="Rectangle 1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906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79211" name="Group 16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6702425" y="1131888"/>
            <a:ext cx="2006600" cy="914400"/>
            <a:chOff x="3912" y="713"/>
            <a:chExt cx="1246" cy="576"/>
          </a:xfrm>
        </p:grpSpPr>
        <p:sp>
          <p:nvSpPr>
            <p:cNvPr id="179217" name="Freeform 17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3912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104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79218" name="Rectangle 1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4048" y="745"/>
              <a:ext cx="1007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79212" name="Rectangle 19"/>
          <p:cNvSpPr>
            <a:spLocks noChangeArrowheads="1"/>
          </p:cNvSpPr>
          <p:nvPr/>
        </p:nvSpPr>
        <p:spPr bwMode="auto">
          <a:xfrm>
            <a:off x="4841875" y="2171700"/>
            <a:ext cx="17891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79213" name="Rectangle 20"/>
          <p:cNvSpPr>
            <a:spLocks noChangeArrowheads="1"/>
          </p:cNvSpPr>
          <p:nvPr/>
        </p:nvSpPr>
        <p:spPr bwMode="auto">
          <a:xfrm>
            <a:off x="6702425" y="2171700"/>
            <a:ext cx="1790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79214" name="Group 21"/>
          <p:cNvGrpSpPr>
            <a:grpSpLocks/>
          </p:cNvGrpSpPr>
          <p:nvPr/>
        </p:nvGrpSpPr>
        <p:grpSpPr bwMode="auto">
          <a:xfrm>
            <a:off x="136525" y="2171700"/>
            <a:ext cx="969963" cy="676275"/>
            <a:chOff x="2400" y="1968"/>
            <a:chExt cx="960" cy="960"/>
          </a:xfrm>
        </p:grpSpPr>
        <p:sp>
          <p:nvSpPr>
            <p:cNvPr id="179215" name="Oval 2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9216" name="Rectangle 2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  <p:transition/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DFE7F91-042C-47A9-8681-18D355C2E875}" type="slidenum">
              <a:rPr lang="zh-CN" altLang="en-US" smtClean="0"/>
              <a:pPr defTabSz="895350"/>
              <a:t>173</a:t>
            </a:fld>
            <a:endParaRPr lang="en-US" altLang="zh-CN"/>
          </a:p>
        </p:txBody>
      </p:sp>
      <p:sp>
        <p:nvSpPr>
          <p:cNvPr id="180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5</a:t>
            </a:r>
          </a:p>
        </p:txBody>
      </p:sp>
      <p:sp>
        <p:nvSpPr>
          <p:cNvPr id="180228" name="Rectangle 3"/>
          <p:cNvSpPr>
            <a:spLocks noChangeArrowheads="1"/>
          </p:cNvSpPr>
          <p:nvPr/>
        </p:nvSpPr>
        <p:spPr bwMode="auto">
          <a:xfrm>
            <a:off x="393700" y="2181225"/>
            <a:ext cx="1411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0229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393700" y="1141413"/>
            <a:ext cx="1785938" cy="914400"/>
            <a:chOff x="484" y="719"/>
            <a:chExt cx="1017" cy="576"/>
          </a:xfrm>
        </p:grpSpPr>
        <p:sp>
          <p:nvSpPr>
            <p:cNvPr id="180248" name="Freeform 5"/>
            <p:cNvSpPr>
              <a:spLocks/>
            </p:cNvSpPr>
            <p:nvPr>
              <p:custDataLst>
                <p:tags r:id="rId14"/>
              </p:custDataLst>
            </p:nvPr>
          </p:nvSpPr>
          <p:spPr bwMode="blackWhite">
            <a:xfrm>
              <a:off x="48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0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0249" name="Rectangle 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516" y="751"/>
              <a:ext cx="881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0230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1985963" y="1141413"/>
            <a:ext cx="1787525" cy="914400"/>
            <a:chOff x="1390" y="719"/>
            <a:chExt cx="1018" cy="576"/>
          </a:xfrm>
        </p:grpSpPr>
        <p:sp>
          <p:nvSpPr>
            <p:cNvPr id="180246" name="Freeform 8"/>
            <p:cNvSpPr>
              <a:spLocks/>
            </p:cNvSpPr>
            <p:nvPr>
              <p:custDataLst>
                <p:tags r:id="rId12"/>
              </p:custDataLst>
            </p:nvPr>
          </p:nvSpPr>
          <p:spPr bwMode="blackWhite">
            <a:xfrm>
              <a:off x="1390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0247" name="Rectangle 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1526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0231" name="Rectangle 10"/>
          <p:cNvSpPr>
            <a:spLocks noChangeArrowheads="1"/>
          </p:cNvSpPr>
          <p:nvPr/>
        </p:nvSpPr>
        <p:spPr bwMode="auto">
          <a:xfrm>
            <a:off x="1868488" y="2181225"/>
            <a:ext cx="1565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0232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573463" y="1141413"/>
            <a:ext cx="1787525" cy="914400"/>
            <a:chOff x="2294" y="719"/>
            <a:chExt cx="1018" cy="576"/>
          </a:xfrm>
        </p:grpSpPr>
        <p:sp>
          <p:nvSpPr>
            <p:cNvPr id="180244" name="Freeform 12"/>
            <p:cNvSpPr>
              <a:spLocks/>
            </p:cNvSpPr>
            <p:nvPr>
              <p:custDataLst>
                <p:tags r:id="rId10"/>
              </p:custDataLst>
            </p:nvPr>
          </p:nvSpPr>
          <p:spPr bwMode="blackWhite">
            <a:xfrm>
              <a:off x="2294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0245" name="Rectangle 1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2430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0233" name="Group 1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165725" y="1141413"/>
            <a:ext cx="1787525" cy="914400"/>
            <a:chOff x="3201" y="719"/>
            <a:chExt cx="1018" cy="576"/>
          </a:xfrm>
        </p:grpSpPr>
        <p:sp>
          <p:nvSpPr>
            <p:cNvPr id="180242" name="Freeform 15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3201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0243" name="Rectangle 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3337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0234" name="Group 17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6751638" y="1141413"/>
            <a:ext cx="1785937" cy="914400"/>
            <a:chOff x="4104" y="719"/>
            <a:chExt cx="1017" cy="576"/>
          </a:xfrm>
        </p:grpSpPr>
        <p:sp>
          <p:nvSpPr>
            <p:cNvPr id="180240" name="Freeform 18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410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104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0241" name="Rectangle 1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4240" y="751"/>
              <a:ext cx="77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0235" name="Rectangle 20"/>
          <p:cNvSpPr>
            <a:spLocks noChangeArrowheads="1"/>
          </p:cNvSpPr>
          <p:nvPr/>
        </p:nvSpPr>
        <p:spPr bwMode="auto">
          <a:xfrm>
            <a:off x="3497263" y="2181225"/>
            <a:ext cx="1560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0236" name="Rectangle 21"/>
          <p:cNvSpPr>
            <a:spLocks noChangeArrowheads="1"/>
          </p:cNvSpPr>
          <p:nvPr/>
        </p:nvSpPr>
        <p:spPr bwMode="auto">
          <a:xfrm>
            <a:off x="5121275" y="2181225"/>
            <a:ext cx="1565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0237" name="Rectangle 22"/>
          <p:cNvSpPr>
            <a:spLocks noChangeArrowheads="1"/>
          </p:cNvSpPr>
          <p:nvPr/>
        </p:nvSpPr>
        <p:spPr bwMode="auto">
          <a:xfrm>
            <a:off x="6751638" y="2181225"/>
            <a:ext cx="1562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023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023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</p:spTree>
  </p:cSld>
  <p:clrMapOvr>
    <a:masterClrMapping/>
  </p:clrMapOvr>
  <p:transition/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1E1C79C-1713-4337-9E7D-A21F4AC85E64}" type="slidenum">
              <a:rPr lang="zh-CN" altLang="en-US" smtClean="0"/>
              <a:pPr defTabSz="895350"/>
              <a:t>174</a:t>
            </a:fld>
            <a:endParaRPr lang="en-US" altLang="zh-CN"/>
          </a:p>
        </p:txBody>
      </p:sp>
      <p:sp>
        <p:nvSpPr>
          <p:cNvPr id="181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5 TITLE</a:t>
            </a:r>
          </a:p>
        </p:txBody>
      </p:sp>
      <p:sp>
        <p:nvSpPr>
          <p:cNvPr id="18125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125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1254" name="Rectangle 5"/>
          <p:cNvSpPr>
            <a:spLocks noChangeArrowheads="1"/>
          </p:cNvSpPr>
          <p:nvPr/>
        </p:nvSpPr>
        <p:spPr bwMode="auto">
          <a:xfrm>
            <a:off x="1125538" y="2171700"/>
            <a:ext cx="1317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1255" name="Group 6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125538" y="1141413"/>
            <a:ext cx="1666875" cy="914400"/>
            <a:chOff x="484" y="719"/>
            <a:chExt cx="1017" cy="576"/>
          </a:xfrm>
        </p:grpSpPr>
        <p:sp>
          <p:nvSpPr>
            <p:cNvPr id="181275" name="Freeform 7"/>
            <p:cNvSpPr>
              <a:spLocks/>
            </p:cNvSpPr>
            <p:nvPr>
              <p:custDataLst>
                <p:tags r:id="rId16"/>
              </p:custDataLst>
            </p:nvPr>
          </p:nvSpPr>
          <p:spPr bwMode="blackWhite">
            <a:xfrm>
              <a:off x="48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0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1276" name="Rectangle 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blackWhite">
            <a:xfrm>
              <a:off x="516" y="751"/>
              <a:ext cx="881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1256" name="Group 9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611438" y="1141413"/>
            <a:ext cx="1670050" cy="914400"/>
            <a:chOff x="1390" y="719"/>
            <a:chExt cx="1018" cy="576"/>
          </a:xfrm>
        </p:grpSpPr>
        <p:sp>
          <p:nvSpPr>
            <p:cNvPr id="181273" name="Freeform 10"/>
            <p:cNvSpPr>
              <a:spLocks/>
            </p:cNvSpPr>
            <p:nvPr>
              <p:custDataLst>
                <p:tags r:id="rId14"/>
              </p:custDataLst>
            </p:nvPr>
          </p:nvSpPr>
          <p:spPr bwMode="blackWhite">
            <a:xfrm>
              <a:off x="1390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1274" name="Rectangle 11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1526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1257" name="Rectangle 12"/>
          <p:cNvSpPr>
            <a:spLocks noChangeArrowheads="1"/>
          </p:cNvSpPr>
          <p:nvPr/>
        </p:nvSpPr>
        <p:spPr bwMode="auto">
          <a:xfrm>
            <a:off x="2501900" y="2171700"/>
            <a:ext cx="1460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1258" name="Group 13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094163" y="1141413"/>
            <a:ext cx="1668462" cy="914400"/>
            <a:chOff x="2294" y="719"/>
            <a:chExt cx="1018" cy="576"/>
          </a:xfrm>
        </p:grpSpPr>
        <p:sp>
          <p:nvSpPr>
            <p:cNvPr id="181271" name="Freeform 14"/>
            <p:cNvSpPr>
              <a:spLocks/>
            </p:cNvSpPr>
            <p:nvPr>
              <p:custDataLst>
                <p:tags r:id="rId12"/>
              </p:custDataLst>
            </p:nvPr>
          </p:nvSpPr>
          <p:spPr bwMode="blackWhite">
            <a:xfrm>
              <a:off x="2294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1272" name="Rectangle 1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2430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1259" name="Group 16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581650" y="1141413"/>
            <a:ext cx="1666875" cy="914400"/>
            <a:chOff x="3201" y="719"/>
            <a:chExt cx="1018" cy="576"/>
          </a:xfrm>
        </p:grpSpPr>
        <p:sp>
          <p:nvSpPr>
            <p:cNvPr id="181269" name="Freeform 17"/>
            <p:cNvSpPr>
              <a:spLocks/>
            </p:cNvSpPr>
            <p:nvPr>
              <p:custDataLst>
                <p:tags r:id="rId10"/>
              </p:custDataLst>
            </p:nvPr>
          </p:nvSpPr>
          <p:spPr bwMode="blackWhite">
            <a:xfrm>
              <a:off x="3201" y="719"/>
              <a:ext cx="1018" cy="576"/>
            </a:xfrm>
            <a:custGeom>
              <a:avLst/>
              <a:gdLst>
                <a:gd name="T0" fmla="*/ 0 w 1018"/>
                <a:gd name="T1" fmla="*/ 0 h 576"/>
                <a:gd name="T2" fmla="*/ 914 w 1018"/>
                <a:gd name="T3" fmla="*/ 0 h 576"/>
                <a:gd name="T4" fmla="*/ 1018 w 1018"/>
                <a:gd name="T5" fmla="*/ 288 h 576"/>
                <a:gd name="T6" fmla="*/ 914 w 1018"/>
                <a:gd name="T7" fmla="*/ 576 h 576"/>
                <a:gd name="T8" fmla="*/ 0 w 1018"/>
                <a:gd name="T9" fmla="*/ 576 h 576"/>
                <a:gd name="T10" fmla="*/ 104 w 1018"/>
                <a:gd name="T11" fmla="*/ 288 h 576"/>
                <a:gd name="T12" fmla="*/ 0 w 1018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8"/>
                <a:gd name="T22" fmla="*/ 0 h 576"/>
                <a:gd name="T23" fmla="*/ 1018 w 1018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8" h="576">
                  <a:moveTo>
                    <a:pt x="0" y="0"/>
                  </a:moveTo>
                  <a:lnTo>
                    <a:pt x="914" y="0"/>
                  </a:lnTo>
                  <a:lnTo>
                    <a:pt x="1018" y="288"/>
                  </a:lnTo>
                  <a:lnTo>
                    <a:pt x="914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1270" name="Rectangle 1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3337" y="751"/>
              <a:ext cx="779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1260" name="Group 19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7062788" y="1141413"/>
            <a:ext cx="1665287" cy="914400"/>
            <a:chOff x="4104" y="719"/>
            <a:chExt cx="1017" cy="576"/>
          </a:xfrm>
        </p:grpSpPr>
        <p:sp>
          <p:nvSpPr>
            <p:cNvPr id="181267" name="Freeform 20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4104" y="719"/>
              <a:ext cx="1017" cy="576"/>
            </a:xfrm>
            <a:custGeom>
              <a:avLst/>
              <a:gdLst>
                <a:gd name="T0" fmla="*/ 0 w 1017"/>
                <a:gd name="T1" fmla="*/ 0 h 576"/>
                <a:gd name="T2" fmla="*/ 913 w 1017"/>
                <a:gd name="T3" fmla="*/ 0 h 576"/>
                <a:gd name="T4" fmla="*/ 1017 w 1017"/>
                <a:gd name="T5" fmla="*/ 288 h 576"/>
                <a:gd name="T6" fmla="*/ 913 w 1017"/>
                <a:gd name="T7" fmla="*/ 576 h 576"/>
                <a:gd name="T8" fmla="*/ 0 w 1017"/>
                <a:gd name="T9" fmla="*/ 576 h 576"/>
                <a:gd name="T10" fmla="*/ 104 w 1017"/>
                <a:gd name="T11" fmla="*/ 288 h 576"/>
                <a:gd name="T12" fmla="*/ 0 w 101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7"/>
                <a:gd name="T22" fmla="*/ 0 h 576"/>
                <a:gd name="T23" fmla="*/ 1017 w 101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7" h="576">
                  <a:moveTo>
                    <a:pt x="0" y="0"/>
                  </a:moveTo>
                  <a:lnTo>
                    <a:pt x="913" y="0"/>
                  </a:lnTo>
                  <a:lnTo>
                    <a:pt x="1017" y="288"/>
                  </a:lnTo>
                  <a:lnTo>
                    <a:pt x="91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1268" name="Rectangle 2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4240" y="751"/>
              <a:ext cx="77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1261" name="Rectangle 22"/>
          <p:cNvSpPr>
            <a:spLocks noChangeArrowheads="1"/>
          </p:cNvSpPr>
          <p:nvPr/>
        </p:nvSpPr>
        <p:spPr bwMode="auto">
          <a:xfrm>
            <a:off x="4024313" y="2171700"/>
            <a:ext cx="1457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1262" name="Rectangle 23"/>
          <p:cNvSpPr>
            <a:spLocks noChangeArrowheads="1"/>
          </p:cNvSpPr>
          <p:nvPr/>
        </p:nvSpPr>
        <p:spPr bwMode="auto">
          <a:xfrm>
            <a:off x="5540375" y="2171700"/>
            <a:ext cx="1460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1263" name="Rectangle 24"/>
          <p:cNvSpPr>
            <a:spLocks noChangeArrowheads="1"/>
          </p:cNvSpPr>
          <p:nvPr/>
        </p:nvSpPr>
        <p:spPr bwMode="auto">
          <a:xfrm>
            <a:off x="7062788" y="2171700"/>
            <a:ext cx="1455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1264" name="Group 25"/>
          <p:cNvGrpSpPr>
            <a:grpSpLocks/>
          </p:cNvGrpSpPr>
          <p:nvPr/>
        </p:nvGrpSpPr>
        <p:grpSpPr bwMode="auto">
          <a:xfrm>
            <a:off x="136525" y="2171700"/>
            <a:ext cx="877888" cy="676275"/>
            <a:chOff x="2400" y="1968"/>
            <a:chExt cx="960" cy="960"/>
          </a:xfrm>
        </p:grpSpPr>
        <p:sp>
          <p:nvSpPr>
            <p:cNvPr id="181265" name="Oval 2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1266" name="Rectangle 2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  <p:transition/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D4972D2-CB78-4DA4-84D3-519AC9A3A8CF}" type="slidenum">
              <a:rPr lang="zh-CN" altLang="en-US" smtClean="0"/>
              <a:pPr defTabSz="895350"/>
              <a:t>175</a:t>
            </a:fld>
            <a:endParaRPr lang="en-US" altLang="zh-CN"/>
          </a:p>
        </p:txBody>
      </p:sp>
      <p:sp>
        <p:nvSpPr>
          <p:cNvPr id="182275" name="AutoShape 2"/>
          <p:cNvSpPr>
            <a:spLocks noChangeArrowheads="1"/>
          </p:cNvSpPr>
          <p:nvPr/>
        </p:nvSpPr>
        <p:spPr bwMode="auto">
          <a:xfrm rot="5400000">
            <a:off x="1033462" y="1609726"/>
            <a:ext cx="1592263" cy="1712912"/>
          </a:xfrm>
          <a:prstGeom prst="homePlate">
            <a:avLst>
              <a:gd name="adj" fmla="val 18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2276" name="AutoShape 3"/>
          <p:cNvSpPr>
            <a:spLocks noChangeArrowheads="1"/>
          </p:cNvSpPr>
          <p:nvPr/>
        </p:nvSpPr>
        <p:spPr bwMode="auto">
          <a:xfrm rot="5400000">
            <a:off x="1010444" y="2920207"/>
            <a:ext cx="1638300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2277" name="AutoShape 4"/>
          <p:cNvSpPr>
            <a:spLocks noChangeArrowheads="1"/>
          </p:cNvSpPr>
          <p:nvPr/>
        </p:nvSpPr>
        <p:spPr bwMode="auto">
          <a:xfrm rot="5400000">
            <a:off x="1010444" y="4250532"/>
            <a:ext cx="1638300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227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HORIZONTAL FLOW 3</a:t>
            </a:r>
          </a:p>
        </p:txBody>
      </p:sp>
      <p:sp>
        <p:nvSpPr>
          <p:cNvPr id="18227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228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2281" name="Rectangle 8"/>
          <p:cNvSpPr>
            <a:spLocks noChangeArrowheads="1"/>
          </p:cNvSpPr>
          <p:nvPr/>
        </p:nvSpPr>
        <p:spPr bwMode="auto">
          <a:xfrm>
            <a:off x="2944813" y="1671638"/>
            <a:ext cx="5237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2282" name="Rectangle 9"/>
          <p:cNvSpPr>
            <a:spLocks noChangeArrowheads="1"/>
          </p:cNvSpPr>
          <p:nvPr/>
        </p:nvSpPr>
        <p:spPr bwMode="auto">
          <a:xfrm>
            <a:off x="2944813" y="2973388"/>
            <a:ext cx="54149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2283" name="Rectangle 10"/>
          <p:cNvSpPr>
            <a:spLocks noChangeArrowheads="1"/>
          </p:cNvSpPr>
          <p:nvPr/>
        </p:nvSpPr>
        <p:spPr bwMode="auto">
          <a:xfrm>
            <a:off x="2944813" y="4303713"/>
            <a:ext cx="5418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2284" name="Line 11"/>
          <p:cNvSpPr>
            <a:spLocks noChangeShapeType="1"/>
          </p:cNvSpPr>
          <p:nvPr/>
        </p:nvSpPr>
        <p:spPr bwMode="auto">
          <a:xfrm>
            <a:off x="2944813" y="1473200"/>
            <a:ext cx="52451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2285" name="Rectangle 12"/>
          <p:cNvSpPr>
            <a:spLocks noChangeArrowheads="1"/>
          </p:cNvSpPr>
          <p:nvPr/>
        </p:nvSpPr>
        <p:spPr bwMode="auto">
          <a:xfrm>
            <a:off x="2944813" y="1173163"/>
            <a:ext cx="5226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82286" name="Rectangle 13"/>
          <p:cNvSpPr>
            <a:spLocks noChangeArrowheads="1"/>
          </p:cNvSpPr>
          <p:nvPr/>
        </p:nvSpPr>
        <p:spPr bwMode="auto">
          <a:xfrm>
            <a:off x="1077913" y="1792288"/>
            <a:ext cx="150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2287" name="Rectangle 14"/>
          <p:cNvSpPr>
            <a:spLocks noChangeArrowheads="1"/>
          </p:cNvSpPr>
          <p:nvPr/>
        </p:nvSpPr>
        <p:spPr bwMode="auto">
          <a:xfrm>
            <a:off x="1077913" y="3316288"/>
            <a:ext cx="150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2288" name="Rectangle 15"/>
          <p:cNvSpPr>
            <a:spLocks noChangeArrowheads="1"/>
          </p:cNvSpPr>
          <p:nvPr/>
        </p:nvSpPr>
        <p:spPr bwMode="auto">
          <a:xfrm>
            <a:off x="1077913" y="4697413"/>
            <a:ext cx="150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6774D19-40DE-4417-B06B-9C9AFB29D180}" type="slidenum">
              <a:rPr lang="zh-CN" altLang="en-US" smtClean="0"/>
              <a:pPr defTabSz="895350"/>
              <a:t>176</a:t>
            </a:fld>
            <a:endParaRPr lang="en-US" altLang="zh-CN"/>
          </a:p>
        </p:txBody>
      </p:sp>
      <p:sp>
        <p:nvSpPr>
          <p:cNvPr id="183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HORIZONTAL FLOW 4</a:t>
            </a:r>
          </a:p>
        </p:txBody>
      </p:sp>
      <p:sp>
        <p:nvSpPr>
          <p:cNvPr id="18330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330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3302" name="Line 5"/>
          <p:cNvSpPr>
            <a:spLocks noChangeShapeType="1"/>
          </p:cNvSpPr>
          <p:nvPr/>
        </p:nvSpPr>
        <p:spPr bwMode="auto">
          <a:xfrm>
            <a:off x="2936875" y="1314450"/>
            <a:ext cx="52451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3303" name="Rectangle 6"/>
          <p:cNvSpPr>
            <a:spLocks noChangeArrowheads="1"/>
          </p:cNvSpPr>
          <p:nvPr/>
        </p:nvSpPr>
        <p:spPr bwMode="auto">
          <a:xfrm>
            <a:off x="2936875" y="1014413"/>
            <a:ext cx="5226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83304" name="AutoShape 7"/>
          <p:cNvSpPr>
            <a:spLocks noChangeArrowheads="1"/>
          </p:cNvSpPr>
          <p:nvPr/>
        </p:nvSpPr>
        <p:spPr bwMode="auto">
          <a:xfrm rot="5400000">
            <a:off x="1187450" y="1289050"/>
            <a:ext cx="1268413" cy="1712913"/>
          </a:xfrm>
          <a:prstGeom prst="homePlate">
            <a:avLst>
              <a:gd name="adj" fmla="val 18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3305" name="AutoShape 8"/>
          <p:cNvSpPr>
            <a:spLocks noChangeArrowheads="1"/>
          </p:cNvSpPr>
          <p:nvPr/>
        </p:nvSpPr>
        <p:spPr bwMode="auto">
          <a:xfrm rot="5400000">
            <a:off x="1169194" y="2332831"/>
            <a:ext cx="1304925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3306" name="AutoShape 9"/>
          <p:cNvSpPr>
            <a:spLocks noChangeArrowheads="1"/>
          </p:cNvSpPr>
          <p:nvPr/>
        </p:nvSpPr>
        <p:spPr bwMode="auto">
          <a:xfrm rot="5400000">
            <a:off x="1169194" y="3393281"/>
            <a:ext cx="1304925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3307" name="Rectangle 10"/>
          <p:cNvSpPr>
            <a:spLocks noChangeArrowheads="1"/>
          </p:cNvSpPr>
          <p:nvPr/>
        </p:nvSpPr>
        <p:spPr bwMode="auto">
          <a:xfrm>
            <a:off x="2936875" y="1512888"/>
            <a:ext cx="52371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3308" name="Rectangle 11"/>
          <p:cNvSpPr>
            <a:spLocks noChangeArrowheads="1"/>
          </p:cNvSpPr>
          <p:nvPr/>
        </p:nvSpPr>
        <p:spPr bwMode="auto">
          <a:xfrm>
            <a:off x="2936875" y="2549525"/>
            <a:ext cx="5414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3309" name="Rectangle 12"/>
          <p:cNvSpPr>
            <a:spLocks noChangeArrowheads="1"/>
          </p:cNvSpPr>
          <p:nvPr/>
        </p:nvSpPr>
        <p:spPr bwMode="auto">
          <a:xfrm>
            <a:off x="2936875" y="3609975"/>
            <a:ext cx="5418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3310" name="Rectangle 13"/>
          <p:cNvSpPr>
            <a:spLocks noChangeArrowheads="1"/>
          </p:cNvSpPr>
          <p:nvPr/>
        </p:nvSpPr>
        <p:spPr bwMode="auto">
          <a:xfrm>
            <a:off x="1069975" y="1609725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3311" name="Rectangle 14"/>
          <p:cNvSpPr>
            <a:spLocks noChangeArrowheads="1"/>
          </p:cNvSpPr>
          <p:nvPr/>
        </p:nvSpPr>
        <p:spPr bwMode="auto">
          <a:xfrm>
            <a:off x="1069975" y="2822575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3312" name="Rectangle 15"/>
          <p:cNvSpPr>
            <a:spLocks noChangeArrowheads="1"/>
          </p:cNvSpPr>
          <p:nvPr/>
        </p:nvSpPr>
        <p:spPr bwMode="auto">
          <a:xfrm>
            <a:off x="1069975" y="3922713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3313" name="AutoShape 16"/>
          <p:cNvSpPr>
            <a:spLocks noChangeArrowheads="1"/>
          </p:cNvSpPr>
          <p:nvPr/>
        </p:nvSpPr>
        <p:spPr bwMode="auto">
          <a:xfrm rot="5400000">
            <a:off x="1169194" y="4453731"/>
            <a:ext cx="1304925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3314" name="Rectangle 17"/>
          <p:cNvSpPr>
            <a:spLocks noChangeArrowheads="1"/>
          </p:cNvSpPr>
          <p:nvPr/>
        </p:nvSpPr>
        <p:spPr bwMode="auto">
          <a:xfrm>
            <a:off x="2938463" y="4670425"/>
            <a:ext cx="5418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3315" name="Rectangle 18"/>
          <p:cNvSpPr>
            <a:spLocks noChangeArrowheads="1"/>
          </p:cNvSpPr>
          <p:nvPr/>
        </p:nvSpPr>
        <p:spPr bwMode="auto">
          <a:xfrm>
            <a:off x="1071563" y="4983163"/>
            <a:ext cx="150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0A418A7-0F2B-45FD-A658-EFD2104DF412}" type="slidenum">
              <a:rPr lang="zh-CN" altLang="en-US" smtClean="0"/>
              <a:pPr defTabSz="895350"/>
              <a:t>177</a:t>
            </a:fld>
            <a:endParaRPr lang="en-US" altLang="zh-CN"/>
          </a:p>
        </p:txBody>
      </p:sp>
      <p:sp>
        <p:nvSpPr>
          <p:cNvPr id="184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HORIZONTAL FLOW 5</a:t>
            </a:r>
          </a:p>
        </p:txBody>
      </p:sp>
      <p:sp>
        <p:nvSpPr>
          <p:cNvPr id="18432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432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4326" name="AutoShape 5"/>
          <p:cNvSpPr>
            <a:spLocks noChangeArrowheads="1"/>
          </p:cNvSpPr>
          <p:nvPr/>
        </p:nvSpPr>
        <p:spPr bwMode="auto">
          <a:xfrm rot="5400000">
            <a:off x="869156" y="1018382"/>
            <a:ext cx="1095375" cy="1712912"/>
          </a:xfrm>
          <a:prstGeom prst="homePlate">
            <a:avLst>
              <a:gd name="adj" fmla="val 18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4327" name="AutoShape 6"/>
          <p:cNvSpPr>
            <a:spLocks noChangeArrowheads="1"/>
          </p:cNvSpPr>
          <p:nvPr/>
        </p:nvSpPr>
        <p:spPr bwMode="auto">
          <a:xfrm rot="5400000">
            <a:off x="852487" y="1920876"/>
            <a:ext cx="1128713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4328" name="AutoShape 7"/>
          <p:cNvSpPr>
            <a:spLocks noChangeArrowheads="1"/>
          </p:cNvSpPr>
          <p:nvPr/>
        </p:nvSpPr>
        <p:spPr bwMode="auto">
          <a:xfrm rot="5400000">
            <a:off x="853281" y="2837657"/>
            <a:ext cx="1127125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4329" name="Rectangle 8"/>
          <p:cNvSpPr>
            <a:spLocks noChangeArrowheads="1"/>
          </p:cNvSpPr>
          <p:nvPr/>
        </p:nvSpPr>
        <p:spPr bwMode="auto">
          <a:xfrm>
            <a:off x="663575" y="1412875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4330" name="Rectangle 9"/>
          <p:cNvSpPr>
            <a:spLocks noChangeArrowheads="1"/>
          </p:cNvSpPr>
          <p:nvPr/>
        </p:nvSpPr>
        <p:spPr bwMode="auto">
          <a:xfrm>
            <a:off x="663575" y="2460625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4331" name="Rectangle 10"/>
          <p:cNvSpPr>
            <a:spLocks noChangeArrowheads="1"/>
          </p:cNvSpPr>
          <p:nvPr/>
        </p:nvSpPr>
        <p:spPr bwMode="auto">
          <a:xfrm>
            <a:off x="663575" y="3411538"/>
            <a:ext cx="15065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4332" name="AutoShape 11"/>
          <p:cNvSpPr>
            <a:spLocks noChangeArrowheads="1"/>
          </p:cNvSpPr>
          <p:nvPr/>
        </p:nvSpPr>
        <p:spPr bwMode="auto">
          <a:xfrm rot="5400000">
            <a:off x="853281" y="3753645"/>
            <a:ext cx="1127125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4333" name="Rectangle 12"/>
          <p:cNvSpPr>
            <a:spLocks noChangeArrowheads="1"/>
          </p:cNvSpPr>
          <p:nvPr/>
        </p:nvSpPr>
        <p:spPr bwMode="auto">
          <a:xfrm>
            <a:off x="663575" y="4327525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4334" name="AutoShape 13"/>
          <p:cNvSpPr>
            <a:spLocks noChangeArrowheads="1"/>
          </p:cNvSpPr>
          <p:nvPr/>
        </p:nvSpPr>
        <p:spPr bwMode="auto">
          <a:xfrm rot="5400000">
            <a:off x="853281" y="4660107"/>
            <a:ext cx="1127125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4335" name="Rectangle 14"/>
          <p:cNvSpPr>
            <a:spLocks noChangeArrowheads="1"/>
          </p:cNvSpPr>
          <p:nvPr/>
        </p:nvSpPr>
        <p:spPr bwMode="auto">
          <a:xfrm>
            <a:off x="663575" y="5233988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4336" name="Line 15"/>
          <p:cNvSpPr>
            <a:spLocks noChangeShapeType="1"/>
          </p:cNvSpPr>
          <p:nvPr/>
        </p:nvSpPr>
        <p:spPr bwMode="auto">
          <a:xfrm>
            <a:off x="2540000" y="1157288"/>
            <a:ext cx="2803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337" name="Rectangle 16"/>
          <p:cNvSpPr>
            <a:spLocks noChangeArrowheads="1"/>
          </p:cNvSpPr>
          <p:nvPr/>
        </p:nvSpPr>
        <p:spPr bwMode="auto">
          <a:xfrm>
            <a:off x="2540000" y="865188"/>
            <a:ext cx="279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84338" name="Rectangle 17"/>
          <p:cNvSpPr>
            <a:spLocks noChangeArrowheads="1"/>
          </p:cNvSpPr>
          <p:nvPr/>
        </p:nvSpPr>
        <p:spPr bwMode="auto">
          <a:xfrm>
            <a:off x="2540000" y="1328738"/>
            <a:ext cx="2800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39" name="Rectangle 18"/>
          <p:cNvSpPr>
            <a:spLocks noChangeArrowheads="1"/>
          </p:cNvSpPr>
          <p:nvPr/>
        </p:nvSpPr>
        <p:spPr bwMode="auto">
          <a:xfrm>
            <a:off x="2540000" y="2222500"/>
            <a:ext cx="2805113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0" name="Rectangle 19"/>
          <p:cNvSpPr>
            <a:spLocks noChangeArrowheads="1"/>
          </p:cNvSpPr>
          <p:nvPr/>
        </p:nvSpPr>
        <p:spPr bwMode="auto">
          <a:xfrm>
            <a:off x="2540000" y="3140075"/>
            <a:ext cx="28067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1" name="Rectangle 20"/>
          <p:cNvSpPr>
            <a:spLocks noChangeArrowheads="1"/>
          </p:cNvSpPr>
          <p:nvPr/>
        </p:nvSpPr>
        <p:spPr bwMode="auto">
          <a:xfrm>
            <a:off x="2541588" y="4057650"/>
            <a:ext cx="280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2" name="Rectangle 21"/>
          <p:cNvSpPr>
            <a:spLocks noChangeArrowheads="1"/>
          </p:cNvSpPr>
          <p:nvPr/>
        </p:nvSpPr>
        <p:spPr bwMode="auto">
          <a:xfrm>
            <a:off x="2533650" y="4964113"/>
            <a:ext cx="280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3" name="Line 22"/>
          <p:cNvSpPr>
            <a:spLocks noChangeShapeType="1"/>
          </p:cNvSpPr>
          <p:nvPr/>
        </p:nvSpPr>
        <p:spPr bwMode="auto">
          <a:xfrm>
            <a:off x="5637213" y="1157288"/>
            <a:ext cx="2803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4344" name="Rectangle 23"/>
          <p:cNvSpPr>
            <a:spLocks noChangeArrowheads="1"/>
          </p:cNvSpPr>
          <p:nvPr/>
        </p:nvSpPr>
        <p:spPr bwMode="auto">
          <a:xfrm>
            <a:off x="5637213" y="865188"/>
            <a:ext cx="279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84345" name="Rectangle 24"/>
          <p:cNvSpPr>
            <a:spLocks noChangeArrowheads="1"/>
          </p:cNvSpPr>
          <p:nvPr/>
        </p:nvSpPr>
        <p:spPr bwMode="auto">
          <a:xfrm>
            <a:off x="5637213" y="1328738"/>
            <a:ext cx="2800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6" name="Rectangle 25"/>
          <p:cNvSpPr>
            <a:spLocks noChangeArrowheads="1"/>
          </p:cNvSpPr>
          <p:nvPr/>
        </p:nvSpPr>
        <p:spPr bwMode="auto">
          <a:xfrm>
            <a:off x="5637213" y="2222500"/>
            <a:ext cx="2811462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7" name="Rectangle 26"/>
          <p:cNvSpPr>
            <a:spLocks noChangeArrowheads="1"/>
          </p:cNvSpPr>
          <p:nvPr/>
        </p:nvSpPr>
        <p:spPr bwMode="auto">
          <a:xfrm>
            <a:off x="5637213" y="3140075"/>
            <a:ext cx="28130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8" name="Rectangle 27"/>
          <p:cNvSpPr>
            <a:spLocks noChangeArrowheads="1"/>
          </p:cNvSpPr>
          <p:nvPr/>
        </p:nvSpPr>
        <p:spPr bwMode="auto">
          <a:xfrm>
            <a:off x="5638800" y="4057650"/>
            <a:ext cx="281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4349" name="Rectangle 28"/>
          <p:cNvSpPr>
            <a:spLocks noChangeArrowheads="1"/>
          </p:cNvSpPr>
          <p:nvPr/>
        </p:nvSpPr>
        <p:spPr bwMode="auto">
          <a:xfrm>
            <a:off x="5630863" y="4964113"/>
            <a:ext cx="281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CF19959-46AB-4B00-AD69-3C988E84D2EC}" type="slidenum">
              <a:rPr lang="zh-CN" altLang="en-US" smtClean="0"/>
              <a:pPr defTabSz="895350"/>
              <a:t>178</a:t>
            </a:fld>
            <a:endParaRPr lang="en-US" altLang="zh-CN"/>
          </a:p>
        </p:txBody>
      </p:sp>
      <p:sp>
        <p:nvSpPr>
          <p:cNvPr id="185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HORIZONTAL FLOW 6</a:t>
            </a:r>
          </a:p>
        </p:txBody>
      </p:sp>
      <p:sp>
        <p:nvSpPr>
          <p:cNvPr id="18534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534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5350" name="Line 5"/>
          <p:cNvSpPr>
            <a:spLocks noChangeShapeType="1"/>
          </p:cNvSpPr>
          <p:nvPr/>
        </p:nvSpPr>
        <p:spPr bwMode="auto">
          <a:xfrm>
            <a:off x="2540000" y="1149350"/>
            <a:ext cx="2803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5351" name="Rectangle 6"/>
          <p:cNvSpPr>
            <a:spLocks noChangeArrowheads="1"/>
          </p:cNvSpPr>
          <p:nvPr/>
        </p:nvSpPr>
        <p:spPr bwMode="auto">
          <a:xfrm>
            <a:off x="2540000" y="857250"/>
            <a:ext cx="279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85352" name="Line 7"/>
          <p:cNvSpPr>
            <a:spLocks noChangeShapeType="1"/>
          </p:cNvSpPr>
          <p:nvPr/>
        </p:nvSpPr>
        <p:spPr bwMode="auto">
          <a:xfrm>
            <a:off x="5637213" y="1149350"/>
            <a:ext cx="2803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5353" name="Rectangle 8"/>
          <p:cNvSpPr>
            <a:spLocks noChangeArrowheads="1"/>
          </p:cNvSpPr>
          <p:nvPr/>
        </p:nvSpPr>
        <p:spPr bwMode="auto">
          <a:xfrm>
            <a:off x="5637213" y="857250"/>
            <a:ext cx="279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</p:txBody>
      </p:sp>
      <p:sp>
        <p:nvSpPr>
          <p:cNvPr id="185354" name="AutoShape 9"/>
          <p:cNvSpPr>
            <a:spLocks noChangeArrowheads="1"/>
          </p:cNvSpPr>
          <p:nvPr/>
        </p:nvSpPr>
        <p:spPr bwMode="auto">
          <a:xfrm rot="5400000">
            <a:off x="962025" y="917576"/>
            <a:ext cx="909637" cy="1712912"/>
          </a:xfrm>
          <a:prstGeom prst="homePlate">
            <a:avLst>
              <a:gd name="adj" fmla="val 18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5355" name="AutoShape 10"/>
          <p:cNvSpPr>
            <a:spLocks noChangeArrowheads="1"/>
          </p:cNvSpPr>
          <p:nvPr/>
        </p:nvSpPr>
        <p:spPr bwMode="auto">
          <a:xfrm rot="5400000">
            <a:off x="947737" y="1666876"/>
            <a:ext cx="938213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5356" name="AutoShape 11"/>
          <p:cNvSpPr>
            <a:spLocks noChangeArrowheads="1"/>
          </p:cNvSpPr>
          <p:nvPr/>
        </p:nvSpPr>
        <p:spPr bwMode="auto">
          <a:xfrm rot="5400000">
            <a:off x="948531" y="2428082"/>
            <a:ext cx="936625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5357" name="Rectangle 12"/>
          <p:cNvSpPr>
            <a:spLocks noChangeArrowheads="1"/>
          </p:cNvSpPr>
          <p:nvPr/>
        </p:nvSpPr>
        <p:spPr bwMode="auto">
          <a:xfrm>
            <a:off x="663575" y="1390650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5358" name="Rectangle 13"/>
          <p:cNvSpPr>
            <a:spLocks noChangeArrowheads="1"/>
          </p:cNvSpPr>
          <p:nvPr/>
        </p:nvSpPr>
        <p:spPr bwMode="auto">
          <a:xfrm>
            <a:off x="663575" y="2260600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5359" name="Rectangle 14"/>
          <p:cNvSpPr>
            <a:spLocks noChangeArrowheads="1"/>
          </p:cNvSpPr>
          <p:nvPr/>
        </p:nvSpPr>
        <p:spPr bwMode="auto">
          <a:xfrm>
            <a:off x="663575" y="3049588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5360" name="AutoShape 15"/>
          <p:cNvSpPr>
            <a:spLocks noChangeArrowheads="1"/>
          </p:cNvSpPr>
          <p:nvPr/>
        </p:nvSpPr>
        <p:spPr bwMode="auto">
          <a:xfrm rot="5400000">
            <a:off x="948531" y="3188495"/>
            <a:ext cx="936625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5361" name="Rectangle 16"/>
          <p:cNvSpPr>
            <a:spLocks noChangeArrowheads="1"/>
          </p:cNvSpPr>
          <p:nvPr/>
        </p:nvSpPr>
        <p:spPr bwMode="auto">
          <a:xfrm>
            <a:off x="663575" y="3810000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5362" name="AutoShape 17"/>
          <p:cNvSpPr>
            <a:spLocks noChangeArrowheads="1"/>
          </p:cNvSpPr>
          <p:nvPr/>
        </p:nvSpPr>
        <p:spPr bwMode="auto">
          <a:xfrm rot="5400000">
            <a:off x="949325" y="3941763"/>
            <a:ext cx="935038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5363" name="Rectangle 18"/>
          <p:cNvSpPr>
            <a:spLocks noChangeArrowheads="1"/>
          </p:cNvSpPr>
          <p:nvPr/>
        </p:nvSpPr>
        <p:spPr bwMode="auto">
          <a:xfrm>
            <a:off x="663575" y="4562475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5364" name="Rectangle 19"/>
          <p:cNvSpPr>
            <a:spLocks noChangeArrowheads="1"/>
          </p:cNvSpPr>
          <p:nvPr/>
        </p:nvSpPr>
        <p:spPr bwMode="auto">
          <a:xfrm>
            <a:off x="2540000" y="1320800"/>
            <a:ext cx="2800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65" name="Rectangle 20"/>
          <p:cNvSpPr>
            <a:spLocks noChangeArrowheads="1"/>
          </p:cNvSpPr>
          <p:nvPr/>
        </p:nvSpPr>
        <p:spPr bwMode="auto">
          <a:xfrm>
            <a:off x="2540000" y="2062163"/>
            <a:ext cx="28051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66" name="Rectangle 21"/>
          <p:cNvSpPr>
            <a:spLocks noChangeArrowheads="1"/>
          </p:cNvSpPr>
          <p:nvPr/>
        </p:nvSpPr>
        <p:spPr bwMode="auto">
          <a:xfrm>
            <a:off x="2540000" y="2824163"/>
            <a:ext cx="280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67" name="Rectangle 22"/>
          <p:cNvSpPr>
            <a:spLocks noChangeArrowheads="1"/>
          </p:cNvSpPr>
          <p:nvPr/>
        </p:nvSpPr>
        <p:spPr bwMode="auto">
          <a:xfrm>
            <a:off x="2541588" y="3586163"/>
            <a:ext cx="280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68" name="Rectangle 23"/>
          <p:cNvSpPr>
            <a:spLocks noChangeArrowheads="1"/>
          </p:cNvSpPr>
          <p:nvPr/>
        </p:nvSpPr>
        <p:spPr bwMode="auto">
          <a:xfrm>
            <a:off x="2533650" y="4338638"/>
            <a:ext cx="280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69" name="Rectangle 24"/>
          <p:cNvSpPr>
            <a:spLocks noChangeArrowheads="1"/>
          </p:cNvSpPr>
          <p:nvPr/>
        </p:nvSpPr>
        <p:spPr bwMode="auto">
          <a:xfrm>
            <a:off x="5637213" y="1320800"/>
            <a:ext cx="2800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70" name="Rectangle 25"/>
          <p:cNvSpPr>
            <a:spLocks noChangeArrowheads="1"/>
          </p:cNvSpPr>
          <p:nvPr/>
        </p:nvSpPr>
        <p:spPr bwMode="auto">
          <a:xfrm>
            <a:off x="5637213" y="2062163"/>
            <a:ext cx="28114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71" name="Rectangle 26"/>
          <p:cNvSpPr>
            <a:spLocks noChangeArrowheads="1"/>
          </p:cNvSpPr>
          <p:nvPr/>
        </p:nvSpPr>
        <p:spPr bwMode="auto">
          <a:xfrm>
            <a:off x="5637213" y="2824163"/>
            <a:ext cx="281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72" name="Rectangle 27"/>
          <p:cNvSpPr>
            <a:spLocks noChangeArrowheads="1"/>
          </p:cNvSpPr>
          <p:nvPr/>
        </p:nvSpPr>
        <p:spPr bwMode="auto">
          <a:xfrm>
            <a:off x="5638800" y="3586163"/>
            <a:ext cx="281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73" name="Rectangle 28"/>
          <p:cNvSpPr>
            <a:spLocks noChangeArrowheads="1"/>
          </p:cNvSpPr>
          <p:nvPr/>
        </p:nvSpPr>
        <p:spPr bwMode="auto">
          <a:xfrm>
            <a:off x="5630863" y="4338638"/>
            <a:ext cx="281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74" name="AutoShape 29"/>
          <p:cNvSpPr>
            <a:spLocks noChangeArrowheads="1"/>
          </p:cNvSpPr>
          <p:nvPr/>
        </p:nvSpPr>
        <p:spPr bwMode="auto">
          <a:xfrm rot="5400000">
            <a:off x="949325" y="4702176"/>
            <a:ext cx="935037" cy="1712912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5375" name="Rectangle 30"/>
          <p:cNvSpPr>
            <a:spLocks noChangeArrowheads="1"/>
          </p:cNvSpPr>
          <p:nvPr/>
        </p:nvSpPr>
        <p:spPr bwMode="auto">
          <a:xfrm>
            <a:off x="663575" y="5322888"/>
            <a:ext cx="1506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185376" name="Rectangle 31"/>
          <p:cNvSpPr>
            <a:spLocks noChangeArrowheads="1"/>
          </p:cNvSpPr>
          <p:nvPr/>
        </p:nvSpPr>
        <p:spPr bwMode="auto">
          <a:xfrm>
            <a:off x="2533650" y="5099050"/>
            <a:ext cx="2806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5377" name="Rectangle 32"/>
          <p:cNvSpPr>
            <a:spLocks noChangeArrowheads="1"/>
          </p:cNvSpPr>
          <p:nvPr/>
        </p:nvSpPr>
        <p:spPr bwMode="auto">
          <a:xfrm>
            <a:off x="5630863" y="5099050"/>
            <a:ext cx="281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1475999-FB7E-444B-9177-510514C0EDBD}" type="slidenum">
              <a:rPr lang="zh-CN" altLang="en-US" smtClean="0"/>
              <a:pPr defTabSz="895350"/>
              <a:t>179</a:t>
            </a:fld>
            <a:endParaRPr lang="en-US" altLang="zh-CN"/>
          </a:p>
        </p:txBody>
      </p:sp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HORIZONTAL FLOW 7</a:t>
            </a:r>
          </a:p>
        </p:txBody>
      </p:sp>
      <p:sp>
        <p:nvSpPr>
          <p:cNvPr id="18637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637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6374" name="Line 5"/>
          <p:cNvSpPr>
            <a:spLocks noChangeShapeType="1"/>
          </p:cNvSpPr>
          <p:nvPr/>
        </p:nvSpPr>
        <p:spPr bwMode="auto">
          <a:xfrm>
            <a:off x="2532063" y="1049338"/>
            <a:ext cx="2803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6375" name="Rectangle 6"/>
          <p:cNvSpPr>
            <a:spLocks noChangeArrowheads="1"/>
          </p:cNvSpPr>
          <p:nvPr/>
        </p:nvSpPr>
        <p:spPr bwMode="auto">
          <a:xfrm>
            <a:off x="2532063" y="793750"/>
            <a:ext cx="2794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86376" name="Line 7"/>
          <p:cNvSpPr>
            <a:spLocks noChangeShapeType="1"/>
          </p:cNvSpPr>
          <p:nvPr/>
        </p:nvSpPr>
        <p:spPr bwMode="auto">
          <a:xfrm>
            <a:off x="5629275" y="1049338"/>
            <a:ext cx="2803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6377" name="Rectangle 8"/>
          <p:cNvSpPr>
            <a:spLocks noChangeArrowheads="1"/>
          </p:cNvSpPr>
          <p:nvPr/>
        </p:nvSpPr>
        <p:spPr bwMode="auto">
          <a:xfrm>
            <a:off x="5629275" y="793750"/>
            <a:ext cx="2794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186378" name="AutoShape 9"/>
          <p:cNvSpPr>
            <a:spLocks noChangeArrowheads="1"/>
          </p:cNvSpPr>
          <p:nvPr/>
        </p:nvSpPr>
        <p:spPr bwMode="auto">
          <a:xfrm rot="5400000">
            <a:off x="999332" y="754856"/>
            <a:ext cx="819150" cy="1712913"/>
          </a:xfrm>
          <a:prstGeom prst="homePlate">
            <a:avLst>
              <a:gd name="adj" fmla="val 18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379" name="AutoShape 10"/>
          <p:cNvSpPr>
            <a:spLocks noChangeArrowheads="1"/>
          </p:cNvSpPr>
          <p:nvPr/>
        </p:nvSpPr>
        <p:spPr bwMode="auto">
          <a:xfrm rot="5400000">
            <a:off x="986632" y="1429543"/>
            <a:ext cx="844550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380" name="AutoShape 11"/>
          <p:cNvSpPr>
            <a:spLocks noChangeArrowheads="1"/>
          </p:cNvSpPr>
          <p:nvPr/>
        </p:nvSpPr>
        <p:spPr bwMode="auto">
          <a:xfrm rot="5400000">
            <a:off x="987426" y="2116137"/>
            <a:ext cx="842962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381" name="Rectangle 12"/>
          <p:cNvSpPr>
            <a:spLocks noChangeArrowheads="1"/>
          </p:cNvSpPr>
          <p:nvPr/>
        </p:nvSpPr>
        <p:spPr bwMode="auto">
          <a:xfrm>
            <a:off x="655638" y="1266825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382" name="Rectangle 13"/>
          <p:cNvSpPr>
            <a:spLocks noChangeArrowheads="1"/>
          </p:cNvSpPr>
          <p:nvPr/>
        </p:nvSpPr>
        <p:spPr bwMode="auto">
          <a:xfrm>
            <a:off x="655638" y="2049463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383" name="Rectangle 14"/>
          <p:cNvSpPr>
            <a:spLocks noChangeArrowheads="1"/>
          </p:cNvSpPr>
          <p:nvPr/>
        </p:nvSpPr>
        <p:spPr bwMode="auto">
          <a:xfrm>
            <a:off x="655638" y="2760663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384" name="AutoShape 15"/>
          <p:cNvSpPr>
            <a:spLocks noChangeArrowheads="1"/>
          </p:cNvSpPr>
          <p:nvPr/>
        </p:nvSpPr>
        <p:spPr bwMode="auto">
          <a:xfrm rot="5400000">
            <a:off x="987425" y="2800350"/>
            <a:ext cx="842963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385" name="Rectangle 16"/>
          <p:cNvSpPr>
            <a:spLocks noChangeArrowheads="1"/>
          </p:cNvSpPr>
          <p:nvPr/>
        </p:nvSpPr>
        <p:spPr bwMode="auto">
          <a:xfrm>
            <a:off x="655638" y="3444875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386" name="AutoShape 17"/>
          <p:cNvSpPr>
            <a:spLocks noChangeArrowheads="1"/>
          </p:cNvSpPr>
          <p:nvPr/>
        </p:nvSpPr>
        <p:spPr bwMode="auto">
          <a:xfrm rot="5400000">
            <a:off x="987426" y="3478212"/>
            <a:ext cx="842962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387" name="Rectangle 18"/>
          <p:cNvSpPr>
            <a:spLocks noChangeArrowheads="1"/>
          </p:cNvSpPr>
          <p:nvPr/>
        </p:nvSpPr>
        <p:spPr bwMode="auto">
          <a:xfrm>
            <a:off x="655638" y="4122738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388" name="Rectangle 19"/>
          <p:cNvSpPr>
            <a:spLocks noChangeArrowheads="1"/>
          </p:cNvSpPr>
          <p:nvPr/>
        </p:nvSpPr>
        <p:spPr bwMode="auto">
          <a:xfrm>
            <a:off x="2532063" y="1203325"/>
            <a:ext cx="28003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89" name="Rectangle 20"/>
          <p:cNvSpPr>
            <a:spLocks noChangeArrowheads="1"/>
          </p:cNvSpPr>
          <p:nvPr/>
        </p:nvSpPr>
        <p:spPr bwMode="auto">
          <a:xfrm>
            <a:off x="2532063" y="1870075"/>
            <a:ext cx="28051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0" name="Rectangle 21"/>
          <p:cNvSpPr>
            <a:spLocks noChangeArrowheads="1"/>
          </p:cNvSpPr>
          <p:nvPr/>
        </p:nvSpPr>
        <p:spPr bwMode="auto">
          <a:xfrm>
            <a:off x="2532063" y="2557463"/>
            <a:ext cx="2806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1" name="Rectangle 22"/>
          <p:cNvSpPr>
            <a:spLocks noChangeArrowheads="1"/>
          </p:cNvSpPr>
          <p:nvPr/>
        </p:nvSpPr>
        <p:spPr bwMode="auto">
          <a:xfrm>
            <a:off x="2533650" y="3243263"/>
            <a:ext cx="2806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2" name="Rectangle 23"/>
          <p:cNvSpPr>
            <a:spLocks noChangeArrowheads="1"/>
          </p:cNvSpPr>
          <p:nvPr/>
        </p:nvSpPr>
        <p:spPr bwMode="auto">
          <a:xfrm>
            <a:off x="2525713" y="3921125"/>
            <a:ext cx="2806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3" name="Rectangle 24"/>
          <p:cNvSpPr>
            <a:spLocks noChangeArrowheads="1"/>
          </p:cNvSpPr>
          <p:nvPr/>
        </p:nvSpPr>
        <p:spPr bwMode="auto">
          <a:xfrm>
            <a:off x="5629275" y="1203325"/>
            <a:ext cx="28003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4" name="Rectangle 25"/>
          <p:cNvSpPr>
            <a:spLocks noChangeArrowheads="1"/>
          </p:cNvSpPr>
          <p:nvPr/>
        </p:nvSpPr>
        <p:spPr bwMode="auto">
          <a:xfrm>
            <a:off x="5629275" y="1870075"/>
            <a:ext cx="2811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5" name="Rectangle 26"/>
          <p:cNvSpPr>
            <a:spLocks noChangeArrowheads="1"/>
          </p:cNvSpPr>
          <p:nvPr/>
        </p:nvSpPr>
        <p:spPr bwMode="auto">
          <a:xfrm>
            <a:off x="5629275" y="2557463"/>
            <a:ext cx="2813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6" name="Rectangle 27"/>
          <p:cNvSpPr>
            <a:spLocks noChangeArrowheads="1"/>
          </p:cNvSpPr>
          <p:nvPr/>
        </p:nvSpPr>
        <p:spPr bwMode="auto">
          <a:xfrm>
            <a:off x="5630863" y="3243263"/>
            <a:ext cx="2813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7" name="Rectangle 28"/>
          <p:cNvSpPr>
            <a:spLocks noChangeArrowheads="1"/>
          </p:cNvSpPr>
          <p:nvPr/>
        </p:nvSpPr>
        <p:spPr bwMode="auto">
          <a:xfrm>
            <a:off x="5622925" y="3921125"/>
            <a:ext cx="2813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398" name="AutoShape 29"/>
          <p:cNvSpPr>
            <a:spLocks noChangeArrowheads="1"/>
          </p:cNvSpPr>
          <p:nvPr/>
        </p:nvSpPr>
        <p:spPr bwMode="auto">
          <a:xfrm rot="5400000">
            <a:off x="988219" y="4163219"/>
            <a:ext cx="841375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399" name="Rectangle 30"/>
          <p:cNvSpPr>
            <a:spLocks noChangeArrowheads="1"/>
          </p:cNvSpPr>
          <p:nvPr/>
        </p:nvSpPr>
        <p:spPr bwMode="auto">
          <a:xfrm>
            <a:off x="655638" y="4806950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400" name="Rectangle 31"/>
          <p:cNvSpPr>
            <a:spLocks noChangeArrowheads="1"/>
          </p:cNvSpPr>
          <p:nvPr/>
        </p:nvSpPr>
        <p:spPr bwMode="auto">
          <a:xfrm>
            <a:off x="2525713" y="4605338"/>
            <a:ext cx="2806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401" name="Rectangle 32"/>
          <p:cNvSpPr>
            <a:spLocks noChangeArrowheads="1"/>
          </p:cNvSpPr>
          <p:nvPr/>
        </p:nvSpPr>
        <p:spPr bwMode="auto">
          <a:xfrm>
            <a:off x="5622925" y="4605338"/>
            <a:ext cx="2813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402" name="AutoShape 33"/>
          <p:cNvSpPr>
            <a:spLocks noChangeArrowheads="1"/>
          </p:cNvSpPr>
          <p:nvPr/>
        </p:nvSpPr>
        <p:spPr bwMode="auto">
          <a:xfrm rot="5400000">
            <a:off x="988219" y="4845844"/>
            <a:ext cx="841375" cy="1712913"/>
          </a:xfrm>
          <a:prstGeom prst="chevron">
            <a:avLst>
              <a:gd name="adj" fmla="val 183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6403" name="Rectangle 34"/>
          <p:cNvSpPr>
            <a:spLocks noChangeArrowheads="1"/>
          </p:cNvSpPr>
          <p:nvPr/>
        </p:nvSpPr>
        <p:spPr bwMode="auto">
          <a:xfrm>
            <a:off x="655638" y="5489575"/>
            <a:ext cx="15065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186404" name="Rectangle 35"/>
          <p:cNvSpPr>
            <a:spLocks noChangeArrowheads="1"/>
          </p:cNvSpPr>
          <p:nvPr/>
        </p:nvSpPr>
        <p:spPr bwMode="auto">
          <a:xfrm>
            <a:off x="2525713" y="5287963"/>
            <a:ext cx="2806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  <p:sp>
        <p:nvSpPr>
          <p:cNvPr id="186405" name="Rectangle 36"/>
          <p:cNvSpPr>
            <a:spLocks noChangeArrowheads="1"/>
          </p:cNvSpPr>
          <p:nvPr/>
        </p:nvSpPr>
        <p:spPr bwMode="auto">
          <a:xfrm>
            <a:off x="5622925" y="5287963"/>
            <a:ext cx="2813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 sz="1400"/>
              <a:t>Text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0DA98E5-9B46-4A10-8AEA-AED1181F1FA1}" type="slidenum">
              <a:rPr lang="zh-CN" altLang="en-US" smtClean="0"/>
              <a:pPr defTabSz="895350"/>
              <a:t>180</a:t>
            </a:fld>
            <a:endParaRPr lang="en-US" altLang="zh-CN"/>
          </a:p>
        </p:txBody>
      </p:sp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WITH SHOCK 1</a:t>
            </a:r>
          </a:p>
        </p:txBody>
      </p:sp>
      <p:sp>
        <p:nvSpPr>
          <p:cNvPr id="187396" name="Rectangle 3"/>
          <p:cNvSpPr>
            <a:spLocks noChangeArrowheads="1"/>
          </p:cNvSpPr>
          <p:nvPr/>
        </p:nvSpPr>
        <p:spPr bwMode="auto">
          <a:xfrm>
            <a:off x="2501900" y="235585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7397" name="Group 4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2501900" y="1071563"/>
            <a:ext cx="2117725" cy="1095375"/>
            <a:chOff x="484" y="713"/>
            <a:chExt cx="1246" cy="576"/>
          </a:xfrm>
        </p:grpSpPr>
        <p:sp>
          <p:nvSpPr>
            <p:cNvPr id="187411" name="Freeform 5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484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0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7412" name="Rectangle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516" y="745"/>
              <a:ext cx="111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7398" name="Group 7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4441825" y="1073150"/>
            <a:ext cx="2119313" cy="1095375"/>
            <a:chOff x="1625" y="713"/>
            <a:chExt cx="1247" cy="576"/>
          </a:xfrm>
        </p:grpSpPr>
        <p:sp>
          <p:nvSpPr>
            <p:cNvPr id="187409" name="Freeform 8"/>
            <p:cNvSpPr>
              <a:spLocks/>
            </p:cNvSpPr>
            <p:nvPr>
              <p:custDataLst>
                <p:tags r:id="rId6"/>
              </p:custDataLst>
            </p:nvPr>
          </p:nvSpPr>
          <p:spPr bwMode="blackWhite">
            <a:xfrm>
              <a:off x="1625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7410" name="Rectangle 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1761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7399" name="Rectangle 10"/>
          <p:cNvSpPr>
            <a:spLocks noChangeArrowheads="1"/>
          </p:cNvSpPr>
          <p:nvPr/>
        </p:nvSpPr>
        <p:spPr bwMode="auto">
          <a:xfrm>
            <a:off x="4387850" y="2355850"/>
            <a:ext cx="18891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7400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6376988" y="1073150"/>
            <a:ext cx="2117725" cy="1095375"/>
            <a:chOff x="2770" y="713"/>
            <a:chExt cx="1247" cy="576"/>
          </a:xfrm>
        </p:grpSpPr>
        <p:sp>
          <p:nvSpPr>
            <p:cNvPr id="187407" name="Freeform 12"/>
            <p:cNvSpPr>
              <a:spLocks/>
            </p:cNvSpPr>
            <p:nvPr>
              <p:custDataLst>
                <p:tags r:id="rId4"/>
              </p:custDataLst>
            </p:nvPr>
          </p:nvSpPr>
          <p:spPr bwMode="blackWhite">
            <a:xfrm>
              <a:off x="2770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7408" name="Rectangle 1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906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7401" name="Rectangle 14"/>
          <p:cNvSpPr>
            <a:spLocks noChangeArrowheads="1"/>
          </p:cNvSpPr>
          <p:nvPr/>
        </p:nvSpPr>
        <p:spPr bwMode="auto">
          <a:xfrm>
            <a:off x="6353175" y="2355850"/>
            <a:ext cx="18875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740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740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87404" name="Freeform 17"/>
          <p:cNvSpPr>
            <a:spLocks/>
          </p:cNvSpPr>
          <p:nvPr/>
        </p:nvSpPr>
        <p:spPr bwMode="auto">
          <a:xfrm>
            <a:off x="303213" y="960438"/>
            <a:ext cx="2114550" cy="1317625"/>
          </a:xfrm>
          <a:custGeom>
            <a:avLst/>
            <a:gdLst>
              <a:gd name="T0" fmla="*/ 280 w 761"/>
              <a:gd name="T1" fmla="*/ 0 h 633"/>
              <a:gd name="T2" fmla="*/ 344 w 761"/>
              <a:gd name="T3" fmla="*/ 128 h 633"/>
              <a:gd name="T4" fmla="*/ 384 w 761"/>
              <a:gd name="T5" fmla="*/ 56 h 633"/>
              <a:gd name="T6" fmla="*/ 408 w 761"/>
              <a:gd name="T7" fmla="*/ 136 h 633"/>
              <a:gd name="T8" fmla="*/ 432 w 761"/>
              <a:gd name="T9" fmla="*/ 88 h 633"/>
              <a:gd name="T10" fmla="*/ 440 w 761"/>
              <a:gd name="T11" fmla="*/ 128 h 633"/>
              <a:gd name="T12" fmla="*/ 536 w 761"/>
              <a:gd name="T13" fmla="*/ 8 h 633"/>
              <a:gd name="T14" fmla="*/ 496 w 761"/>
              <a:gd name="T15" fmla="*/ 160 h 633"/>
              <a:gd name="T16" fmla="*/ 600 w 761"/>
              <a:gd name="T17" fmla="*/ 88 h 633"/>
              <a:gd name="T18" fmla="*/ 544 w 761"/>
              <a:gd name="T19" fmla="*/ 176 h 633"/>
              <a:gd name="T20" fmla="*/ 712 w 761"/>
              <a:gd name="T21" fmla="*/ 104 h 633"/>
              <a:gd name="T22" fmla="*/ 600 w 761"/>
              <a:gd name="T23" fmla="*/ 200 h 633"/>
              <a:gd name="T24" fmla="*/ 712 w 761"/>
              <a:gd name="T25" fmla="*/ 176 h 633"/>
              <a:gd name="T26" fmla="*/ 624 w 761"/>
              <a:gd name="T27" fmla="*/ 232 h 633"/>
              <a:gd name="T28" fmla="*/ 760 w 761"/>
              <a:gd name="T29" fmla="*/ 216 h 633"/>
              <a:gd name="T30" fmla="*/ 656 w 761"/>
              <a:gd name="T31" fmla="*/ 288 h 633"/>
              <a:gd name="T32" fmla="*/ 760 w 761"/>
              <a:gd name="T33" fmla="*/ 288 h 633"/>
              <a:gd name="T34" fmla="*/ 656 w 761"/>
              <a:gd name="T35" fmla="*/ 320 h 633"/>
              <a:gd name="T36" fmla="*/ 712 w 761"/>
              <a:gd name="T37" fmla="*/ 328 h 633"/>
              <a:gd name="T38" fmla="*/ 624 w 761"/>
              <a:gd name="T39" fmla="*/ 336 h 633"/>
              <a:gd name="T40" fmla="*/ 760 w 761"/>
              <a:gd name="T41" fmla="*/ 400 h 633"/>
              <a:gd name="T42" fmla="*/ 616 w 761"/>
              <a:gd name="T43" fmla="*/ 376 h 633"/>
              <a:gd name="T44" fmla="*/ 688 w 761"/>
              <a:gd name="T45" fmla="*/ 432 h 633"/>
              <a:gd name="T46" fmla="*/ 592 w 761"/>
              <a:gd name="T47" fmla="*/ 416 h 633"/>
              <a:gd name="T48" fmla="*/ 656 w 761"/>
              <a:gd name="T49" fmla="*/ 472 h 633"/>
              <a:gd name="T50" fmla="*/ 568 w 761"/>
              <a:gd name="T51" fmla="*/ 456 h 633"/>
              <a:gd name="T52" fmla="*/ 656 w 761"/>
              <a:gd name="T53" fmla="*/ 568 h 633"/>
              <a:gd name="T54" fmla="*/ 544 w 761"/>
              <a:gd name="T55" fmla="*/ 488 h 633"/>
              <a:gd name="T56" fmla="*/ 568 w 761"/>
              <a:gd name="T57" fmla="*/ 592 h 633"/>
              <a:gd name="T58" fmla="*/ 480 w 761"/>
              <a:gd name="T59" fmla="*/ 520 h 633"/>
              <a:gd name="T60" fmla="*/ 464 w 761"/>
              <a:gd name="T61" fmla="*/ 632 h 633"/>
              <a:gd name="T62" fmla="*/ 408 w 761"/>
              <a:gd name="T63" fmla="*/ 504 h 633"/>
              <a:gd name="T64" fmla="*/ 384 w 761"/>
              <a:gd name="T65" fmla="*/ 552 h 633"/>
              <a:gd name="T66" fmla="*/ 368 w 761"/>
              <a:gd name="T67" fmla="*/ 520 h 633"/>
              <a:gd name="T68" fmla="*/ 296 w 761"/>
              <a:gd name="T69" fmla="*/ 608 h 633"/>
              <a:gd name="T70" fmla="*/ 320 w 761"/>
              <a:gd name="T71" fmla="*/ 520 h 633"/>
              <a:gd name="T72" fmla="*/ 280 w 761"/>
              <a:gd name="T73" fmla="*/ 536 h 633"/>
              <a:gd name="T74" fmla="*/ 296 w 761"/>
              <a:gd name="T75" fmla="*/ 488 h 633"/>
              <a:gd name="T76" fmla="*/ 232 w 761"/>
              <a:gd name="T77" fmla="*/ 520 h 633"/>
              <a:gd name="T78" fmla="*/ 240 w 761"/>
              <a:gd name="T79" fmla="*/ 472 h 633"/>
              <a:gd name="T80" fmla="*/ 152 w 761"/>
              <a:gd name="T81" fmla="*/ 536 h 633"/>
              <a:gd name="T82" fmla="*/ 208 w 761"/>
              <a:gd name="T83" fmla="*/ 440 h 633"/>
              <a:gd name="T84" fmla="*/ 152 w 761"/>
              <a:gd name="T85" fmla="*/ 456 h 633"/>
              <a:gd name="T86" fmla="*/ 176 w 761"/>
              <a:gd name="T87" fmla="*/ 400 h 633"/>
              <a:gd name="T88" fmla="*/ 48 w 761"/>
              <a:gd name="T89" fmla="*/ 416 h 633"/>
              <a:gd name="T90" fmla="*/ 152 w 761"/>
              <a:gd name="T91" fmla="*/ 352 h 633"/>
              <a:gd name="T92" fmla="*/ 96 w 761"/>
              <a:gd name="T93" fmla="*/ 336 h 633"/>
              <a:gd name="T94" fmla="*/ 176 w 761"/>
              <a:gd name="T95" fmla="*/ 320 h 633"/>
              <a:gd name="T96" fmla="*/ 0 w 761"/>
              <a:gd name="T97" fmla="*/ 304 h 633"/>
              <a:gd name="T98" fmla="*/ 160 w 761"/>
              <a:gd name="T99" fmla="*/ 288 h 633"/>
              <a:gd name="T100" fmla="*/ 96 w 761"/>
              <a:gd name="T101" fmla="*/ 248 h 633"/>
              <a:gd name="T102" fmla="*/ 216 w 761"/>
              <a:gd name="T103" fmla="*/ 248 h 633"/>
              <a:gd name="T104" fmla="*/ 96 w 761"/>
              <a:gd name="T105" fmla="*/ 176 h 633"/>
              <a:gd name="T106" fmla="*/ 224 w 761"/>
              <a:gd name="T107" fmla="*/ 200 h 633"/>
              <a:gd name="T108" fmla="*/ 128 w 761"/>
              <a:gd name="T109" fmla="*/ 72 h 633"/>
              <a:gd name="T110" fmla="*/ 264 w 761"/>
              <a:gd name="T111" fmla="*/ 160 h 633"/>
              <a:gd name="T112" fmla="*/ 240 w 761"/>
              <a:gd name="T113" fmla="*/ 88 h 633"/>
              <a:gd name="T114" fmla="*/ 296 w 761"/>
              <a:gd name="T115" fmla="*/ 136 h 633"/>
              <a:gd name="T116" fmla="*/ 280 w 761"/>
              <a:gd name="T117" fmla="*/ 8 h 633"/>
              <a:gd name="T118" fmla="*/ 280 w 761"/>
              <a:gd name="T119" fmla="*/ 0 h 63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761" h="633">
                <a:moveTo>
                  <a:pt x="280" y="0"/>
                </a:moveTo>
                <a:lnTo>
                  <a:pt x="344" y="128"/>
                </a:lnTo>
                <a:lnTo>
                  <a:pt x="384" y="56"/>
                </a:lnTo>
                <a:lnTo>
                  <a:pt x="408" y="136"/>
                </a:lnTo>
                <a:lnTo>
                  <a:pt x="432" y="88"/>
                </a:lnTo>
                <a:lnTo>
                  <a:pt x="440" y="128"/>
                </a:lnTo>
                <a:lnTo>
                  <a:pt x="536" y="8"/>
                </a:lnTo>
                <a:lnTo>
                  <a:pt x="496" y="160"/>
                </a:lnTo>
                <a:lnTo>
                  <a:pt x="600" y="88"/>
                </a:lnTo>
                <a:lnTo>
                  <a:pt x="544" y="176"/>
                </a:lnTo>
                <a:lnTo>
                  <a:pt x="712" y="104"/>
                </a:lnTo>
                <a:lnTo>
                  <a:pt x="600" y="200"/>
                </a:lnTo>
                <a:lnTo>
                  <a:pt x="712" y="176"/>
                </a:lnTo>
                <a:lnTo>
                  <a:pt x="624" y="232"/>
                </a:lnTo>
                <a:lnTo>
                  <a:pt x="760" y="216"/>
                </a:lnTo>
                <a:lnTo>
                  <a:pt x="656" y="288"/>
                </a:lnTo>
                <a:lnTo>
                  <a:pt x="760" y="288"/>
                </a:lnTo>
                <a:lnTo>
                  <a:pt x="656" y="320"/>
                </a:lnTo>
                <a:lnTo>
                  <a:pt x="712" y="328"/>
                </a:lnTo>
                <a:lnTo>
                  <a:pt x="624" y="336"/>
                </a:lnTo>
                <a:lnTo>
                  <a:pt x="760" y="400"/>
                </a:lnTo>
                <a:lnTo>
                  <a:pt x="616" y="376"/>
                </a:lnTo>
                <a:lnTo>
                  <a:pt x="688" y="432"/>
                </a:lnTo>
                <a:lnTo>
                  <a:pt x="592" y="416"/>
                </a:lnTo>
                <a:lnTo>
                  <a:pt x="656" y="472"/>
                </a:lnTo>
                <a:lnTo>
                  <a:pt x="568" y="456"/>
                </a:lnTo>
                <a:lnTo>
                  <a:pt x="656" y="568"/>
                </a:lnTo>
                <a:lnTo>
                  <a:pt x="544" y="488"/>
                </a:lnTo>
                <a:lnTo>
                  <a:pt x="568" y="592"/>
                </a:lnTo>
                <a:lnTo>
                  <a:pt x="480" y="520"/>
                </a:lnTo>
                <a:lnTo>
                  <a:pt x="464" y="632"/>
                </a:lnTo>
                <a:lnTo>
                  <a:pt x="408" y="504"/>
                </a:lnTo>
                <a:lnTo>
                  <a:pt x="384" y="552"/>
                </a:lnTo>
                <a:lnTo>
                  <a:pt x="368" y="520"/>
                </a:lnTo>
                <a:lnTo>
                  <a:pt x="296" y="608"/>
                </a:lnTo>
                <a:lnTo>
                  <a:pt x="320" y="520"/>
                </a:lnTo>
                <a:lnTo>
                  <a:pt x="280" y="536"/>
                </a:lnTo>
                <a:lnTo>
                  <a:pt x="296" y="488"/>
                </a:lnTo>
                <a:lnTo>
                  <a:pt x="232" y="520"/>
                </a:lnTo>
                <a:lnTo>
                  <a:pt x="240" y="472"/>
                </a:lnTo>
                <a:lnTo>
                  <a:pt x="152" y="536"/>
                </a:lnTo>
                <a:lnTo>
                  <a:pt x="208" y="440"/>
                </a:lnTo>
                <a:lnTo>
                  <a:pt x="152" y="456"/>
                </a:lnTo>
                <a:lnTo>
                  <a:pt x="176" y="400"/>
                </a:lnTo>
                <a:lnTo>
                  <a:pt x="48" y="416"/>
                </a:lnTo>
                <a:lnTo>
                  <a:pt x="152" y="352"/>
                </a:lnTo>
                <a:lnTo>
                  <a:pt x="96" y="336"/>
                </a:lnTo>
                <a:lnTo>
                  <a:pt x="176" y="320"/>
                </a:lnTo>
                <a:lnTo>
                  <a:pt x="0" y="304"/>
                </a:lnTo>
                <a:lnTo>
                  <a:pt x="160" y="288"/>
                </a:lnTo>
                <a:lnTo>
                  <a:pt x="96" y="248"/>
                </a:lnTo>
                <a:lnTo>
                  <a:pt x="216" y="248"/>
                </a:lnTo>
                <a:lnTo>
                  <a:pt x="96" y="176"/>
                </a:lnTo>
                <a:lnTo>
                  <a:pt x="224" y="200"/>
                </a:lnTo>
                <a:lnTo>
                  <a:pt x="128" y="72"/>
                </a:lnTo>
                <a:lnTo>
                  <a:pt x="264" y="160"/>
                </a:lnTo>
                <a:lnTo>
                  <a:pt x="240" y="88"/>
                </a:lnTo>
                <a:lnTo>
                  <a:pt x="296" y="136"/>
                </a:lnTo>
                <a:lnTo>
                  <a:pt x="280" y="8"/>
                </a:lnTo>
                <a:lnTo>
                  <a:pt x="280" y="0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7405" name="Rectangle 18"/>
          <p:cNvSpPr>
            <a:spLocks noChangeArrowheads="1"/>
          </p:cNvSpPr>
          <p:nvPr/>
        </p:nvSpPr>
        <p:spPr bwMode="auto">
          <a:xfrm>
            <a:off x="533400" y="235585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7406" name="Rectangle 19"/>
          <p:cNvSpPr>
            <a:spLocks noChangeArrowheads="1"/>
          </p:cNvSpPr>
          <p:nvPr/>
        </p:nvSpPr>
        <p:spPr bwMode="auto">
          <a:xfrm>
            <a:off x="876300" y="1511300"/>
            <a:ext cx="1119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Title</a:t>
            </a:r>
          </a:p>
        </p:txBody>
      </p:sp>
    </p:spTree>
  </p:cSld>
  <p:clrMapOvr>
    <a:masterClrMapping/>
  </p:clrMapOvr>
  <p:transition/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5A6F03F-728A-481D-BF14-A9420272249A}" type="slidenum">
              <a:rPr lang="zh-CN" altLang="en-US" smtClean="0"/>
              <a:pPr defTabSz="895350"/>
              <a:t>181</a:t>
            </a:fld>
            <a:endParaRPr lang="en-US" altLang="zh-CN"/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WITH SHOCK 2</a:t>
            </a:r>
          </a:p>
        </p:txBody>
      </p:sp>
      <p:sp>
        <p:nvSpPr>
          <p:cNvPr id="18842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8842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88422" name="Group 5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416050" y="1155700"/>
            <a:ext cx="1801813" cy="835025"/>
            <a:chOff x="484" y="713"/>
            <a:chExt cx="1246" cy="576"/>
          </a:xfrm>
        </p:grpSpPr>
        <p:sp>
          <p:nvSpPr>
            <p:cNvPr id="188445" name="Freeform 6"/>
            <p:cNvSpPr>
              <a:spLocks/>
            </p:cNvSpPr>
            <p:nvPr>
              <p:custDataLst>
                <p:tags r:id="rId12"/>
              </p:custDataLst>
            </p:nvPr>
          </p:nvSpPr>
          <p:spPr bwMode="blackWhite">
            <a:xfrm>
              <a:off x="484" y="713"/>
              <a:ext cx="1246" cy="576"/>
            </a:xfrm>
            <a:custGeom>
              <a:avLst/>
              <a:gdLst>
                <a:gd name="T0" fmla="*/ 0 w 1246"/>
                <a:gd name="T1" fmla="*/ 0 h 576"/>
                <a:gd name="T2" fmla="*/ 1142 w 1246"/>
                <a:gd name="T3" fmla="*/ 0 h 576"/>
                <a:gd name="T4" fmla="*/ 1246 w 1246"/>
                <a:gd name="T5" fmla="*/ 288 h 576"/>
                <a:gd name="T6" fmla="*/ 1142 w 1246"/>
                <a:gd name="T7" fmla="*/ 576 h 576"/>
                <a:gd name="T8" fmla="*/ 0 w 1246"/>
                <a:gd name="T9" fmla="*/ 576 h 576"/>
                <a:gd name="T10" fmla="*/ 0 w 1246"/>
                <a:gd name="T11" fmla="*/ 288 h 576"/>
                <a:gd name="T12" fmla="*/ 0 w 1246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6"/>
                <a:gd name="T22" fmla="*/ 0 h 576"/>
                <a:gd name="T23" fmla="*/ 1246 w 1246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6" h="576">
                  <a:moveTo>
                    <a:pt x="0" y="0"/>
                  </a:moveTo>
                  <a:lnTo>
                    <a:pt x="1142" y="0"/>
                  </a:lnTo>
                  <a:lnTo>
                    <a:pt x="1246" y="288"/>
                  </a:lnTo>
                  <a:lnTo>
                    <a:pt x="1142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8446" name="Rectangle 7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516" y="745"/>
              <a:ext cx="111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8423" name="Group 8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067050" y="1157288"/>
            <a:ext cx="1803400" cy="833437"/>
            <a:chOff x="1625" y="713"/>
            <a:chExt cx="1247" cy="576"/>
          </a:xfrm>
        </p:grpSpPr>
        <p:sp>
          <p:nvSpPr>
            <p:cNvPr id="188443" name="Freeform 9"/>
            <p:cNvSpPr>
              <a:spLocks/>
            </p:cNvSpPr>
            <p:nvPr>
              <p:custDataLst>
                <p:tags r:id="rId10"/>
              </p:custDataLst>
            </p:nvPr>
          </p:nvSpPr>
          <p:spPr bwMode="blackWhite">
            <a:xfrm>
              <a:off x="1625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8444" name="Rectangle 1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1761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grpSp>
        <p:nvGrpSpPr>
          <p:cNvPr id="188424" name="Group 11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4713288" y="1157288"/>
            <a:ext cx="1801812" cy="833437"/>
            <a:chOff x="2770" y="713"/>
            <a:chExt cx="1247" cy="576"/>
          </a:xfrm>
        </p:grpSpPr>
        <p:sp>
          <p:nvSpPr>
            <p:cNvPr id="188441" name="Freeform 12"/>
            <p:cNvSpPr>
              <a:spLocks/>
            </p:cNvSpPr>
            <p:nvPr>
              <p:custDataLst>
                <p:tags r:id="rId8"/>
              </p:custDataLst>
            </p:nvPr>
          </p:nvSpPr>
          <p:spPr bwMode="blackWhite">
            <a:xfrm>
              <a:off x="2770" y="713"/>
              <a:ext cx="1247" cy="576"/>
            </a:xfrm>
            <a:custGeom>
              <a:avLst/>
              <a:gdLst>
                <a:gd name="T0" fmla="*/ 0 w 1247"/>
                <a:gd name="T1" fmla="*/ 0 h 576"/>
                <a:gd name="T2" fmla="*/ 1143 w 1247"/>
                <a:gd name="T3" fmla="*/ 0 h 576"/>
                <a:gd name="T4" fmla="*/ 1247 w 1247"/>
                <a:gd name="T5" fmla="*/ 288 h 576"/>
                <a:gd name="T6" fmla="*/ 1143 w 1247"/>
                <a:gd name="T7" fmla="*/ 576 h 576"/>
                <a:gd name="T8" fmla="*/ 0 w 1247"/>
                <a:gd name="T9" fmla="*/ 576 h 576"/>
                <a:gd name="T10" fmla="*/ 104 w 1247"/>
                <a:gd name="T11" fmla="*/ 288 h 576"/>
                <a:gd name="T12" fmla="*/ 0 w 1247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47"/>
                <a:gd name="T22" fmla="*/ 0 h 576"/>
                <a:gd name="T23" fmla="*/ 1247 w 1247"/>
                <a:gd name="T24" fmla="*/ 576 h 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47" h="576">
                  <a:moveTo>
                    <a:pt x="0" y="0"/>
                  </a:moveTo>
                  <a:lnTo>
                    <a:pt x="1143" y="0"/>
                  </a:lnTo>
                  <a:lnTo>
                    <a:pt x="1247" y="288"/>
                  </a:lnTo>
                  <a:lnTo>
                    <a:pt x="1143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45720" tIns="0" rIns="45720" bIns="0" anchor="ctr">
              <a:spAutoFit/>
            </a:bodyPr>
            <a:lstStyle/>
            <a:p>
              <a:endParaRPr lang="nl-NL"/>
            </a:p>
          </p:txBody>
        </p:sp>
        <p:sp>
          <p:nvSpPr>
            <p:cNvPr id="188442" name="Rectangle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906" y="745"/>
              <a:ext cx="1008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 anchor="ctr"/>
            <a:lstStyle/>
            <a:p>
              <a:pPr defTabSz="895350">
                <a:buSzPct val="120000"/>
              </a:pPr>
              <a:r>
                <a:rPr lang="en-US" altLang="zh-CN" b="1"/>
                <a:t>Header</a:t>
              </a:r>
            </a:p>
          </p:txBody>
        </p:sp>
      </p:grpSp>
      <p:sp>
        <p:nvSpPr>
          <p:cNvPr id="188425" name="Freeform 14"/>
          <p:cNvSpPr>
            <a:spLocks/>
          </p:cNvSpPr>
          <p:nvPr/>
        </p:nvSpPr>
        <p:spPr bwMode="auto">
          <a:xfrm>
            <a:off x="6613525" y="966788"/>
            <a:ext cx="1798638" cy="1152525"/>
          </a:xfrm>
          <a:custGeom>
            <a:avLst/>
            <a:gdLst>
              <a:gd name="T0" fmla="*/ 280 w 761"/>
              <a:gd name="T1" fmla="*/ 0 h 633"/>
              <a:gd name="T2" fmla="*/ 344 w 761"/>
              <a:gd name="T3" fmla="*/ 128 h 633"/>
              <a:gd name="T4" fmla="*/ 384 w 761"/>
              <a:gd name="T5" fmla="*/ 56 h 633"/>
              <a:gd name="T6" fmla="*/ 408 w 761"/>
              <a:gd name="T7" fmla="*/ 136 h 633"/>
              <a:gd name="T8" fmla="*/ 432 w 761"/>
              <a:gd name="T9" fmla="*/ 88 h 633"/>
              <a:gd name="T10" fmla="*/ 440 w 761"/>
              <a:gd name="T11" fmla="*/ 128 h 633"/>
              <a:gd name="T12" fmla="*/ 536 w 761"/>
              <a:gd name="T13" fmla="*/ 8 h 633"/>
              <a:gd name="T14" fmla="*/ 496 w 761"/>
              <a:gd name="T15" fmla="*/ 160 h 633"/>
              <a:gd name="T16" fmla="*/ 600 w 761"/>
              <a:gd name="T17" fmla="*/ 88 h 633"/>
              <a:gd name="T18" fmla="*/ 544 w 761"/>
              <a:gd name="T19" fmla="*/ 176 h 633"/>
              <a:gd name="T20" fmla="*/ 712 w 761"/>
              <a:gd name="T21" fmla="*/ 104 h 633"/>
              <a:gd name="T22" fmla="*/ 600 w 761"/>
              <a:gd name="T23" fmla="*/ 200 h 633"/>
              <a:gd name="T24" fmla="*/ 712 w 761"/>
              <a:gd name="T25" fmla="*/ 176 h 633"/>
              <a:gd name="T26" fmla="*/ 624 w 761"/>
              <a:gd name="T27" fmla="*/ 232 h 633"/>
              <a:gd name="T28" fmla="*/ 760 w 761"/>
              <a:gd name="T29" fmla="*/ 216 h 633"/>
              <a:gd name="T30" fmla="*/ 656 w 761"/>
              <a:gd name="T31" fmla="*/ 288 h 633"/>
              <a:gd name="T32" fmla="*/ 760 w 761"/>
              <a:gd name="T33" fmla="*/ 288 h 633"/>
              <a:gd name="T34" fmla="*/ 656 w 761"/>
              <a:gd name="T35" fmla="*/ 320 h 633"/>
              <a:gd name="T36" fmla="*/ 712 w 761"/>
              <a:gd name="T37" fmla="*/ 328 h 633"/>
              <a:gd name="T38" fmla="*/ 624 w 761"/>
              <a:gd name="T39" fmla="*/ 336 h 633"/>
              <a:gd name="T40" fmla="*/ 760 w 761"/>
              <a:gd name="T41" fmla="*/ 400 h 633"/>
              <a:gd name="T42" fmla="*/ 616 w 761"/>
              <a:gd name="T43" fmla="*/ 376 h 633"/>
              <a:gd name="T44" fmla="*/ 688 w 761"/>
              <a:gd name="T45" fmla="*/ 432 h 633"/>
              <a:gd name="T46" fmla="*/ 592 w 761"/>
              <a:gd name="T47" fmla="*/ 416 h 633"/>
              <a:gd name="T48" fmla="*/ 656 w 761"/>
              <a:gd name="T49" fmla="*/ 472 h 633"/>
              <a:gd name="T50" fmla="*/ 568 w 761"/>
              <a:gd name="T51" fmla="*/ 456 h 633"/>
              <a:gd name="T52" fmla="*/ 656 w 761"/>
              <a:gd name="T53" fmla="*/ 568 h 633"/>
              <a:gd name="T54" fmla="*/ 544 w 761"/>
              <a:gd name="T55" fmla="*/ 488 h 633"/>
              <a:gd name="T56" fmla="*/ 568 w 761"/>
              <a:gd name="T57" fmla="*/ 592 h 633"/>
              <a:gd name="T58" fmla="*/ 480 w 761"/>
              <a:gd name="T59" fmla="*/ 520 h 633"/>
              <a:gd name="T60" fmla="*/ 464 w 761"/>
              <a:gd name="T61" fmla="*/ 632 h 633"/>
              <a:gd name="T62" fmla="*/ 408 w 761"/>
              <a:gd name="T63" fmla="*/ 504 h 633"/>
              <a:gd name="T64" fmla="*/ 384 w 761"/>
              <a:gd name="T65" fmla="*/ 552 h 633"/>
              <a:gd name="T66" fmla="*/ 368 w 761"/>
              <a:gd name="T67" fmla="*/ 520 h 633"/>
              <a:gd name="T68" fmla="*/ 296 w 761"/>
              <a:gd name="T69" fmla="*/ 608 h 633"/>
              <a:gd name="T70" fmla="*/ 320 w 761"/>
              <a:gd name="T71" fmla="*/ 520 h 633"/>
              <a:gd name="T72" fmla="*/ 280 w 761"/>
              <a:gd name="T73" fmla="*/ 536 h 633"/>
              <a:gd name="T74" fmla="*/ 296 w 761"/>
              <a:gd name="T75" fmla="*/ 488 h 633"/>
              <a:gd name="T76" fmla="*/ 232 w 761"/>
              <a:gd name="T77" fmla="*/ 520 h 633"/>
              <a:gd name="T78" fmla="*/ 240 w 761"/>
              <a:gd name="T79" fmla="*/ 472 h 633"/>
              <a:gd name="T80" fmla="*/ 152 w 761"/>
              <a:gd name="T81" fmla="*/ 536 h 633"/>
              <a:gd name="T82" fmla="*/ 208 w 761"/>
              <a:gd name="T83" fmla="*/ 440 h 633"/>
              <a:gd name="T84" fmla="*/ 152 w 761"/>
              <a:gd name="T85" fmla="*/ 456 h 633"/>
              <a:gd name="T86" fmla="*/ 176 w 761"/>
              <a:gd name="T87" fmla="*/ 400 h 633"/>
              <a:gd name="T88" fmla="*/ 48 w 761"/>
              <a:gd name="T89" fmla="*/ 416 h 633"/>
              <a:gd name="T90" fmla="*/ 152 w 761"/>
              <a:gd name="T91" fmla="*/ 352 h 633"/>
              <a:gd name="T92" fmla="*/ 96 w 761"/>
              <a:gd name="T93" fmla="*/ 336 h 633"/>
              <a:gd name="T94" fmla="*/ 176 w 761"/>
              <a:gd name="T95" fmla="*/ 320 h 633"/>
              <a:gd name="T96" fmla="*/ 0 w 761"/>
              <a:gd name="T97" fmla="*/ 304 h 633"/>
              <a:gd name="T98" fmla="*/ 160 w 761"/>
              <a:gd name="T99" fmla="*/ 288 h 633"/>
              <a:gd name="T100" fmla="*/ 96 w 761"/>
              <a:gd name="T101" fmla="*/ 248 h 633"/>
              <a:gd name="T102" fmla="*/ 216 w 761"/>
              <a:gd name="T103" fmla="*/ 248 h 633"/>
              <a:gd name="T104" fmla="*/ 96 w 761"/>
              <a:gd name="T105" fmla="*/ 176 h 633"/>
              <a:gd name="T106" fmla="*/ 224 w 761"/>
              <a:gd name="T107" fmla="*/ 200 h 633"/>
              <a:gd name="T108" fmla="*/ 128 w 761"/>
              <a:gd name="T109" fmla="*/ 72 h 633"/>
              <a:gd name="T110" fmla="*/ 264 w 761"/>
              <a:gd name="T111" fmla="*/ 160 h 633"/>
              <a:gd name="T112" fmla="*/ 240 w 761"/>
              <a:gd name="T113" fmla="*/ 88 h 633"/>
              <a:gd name="T114" fmla="*/ 296 w 761"/>
              <a:gd name="T115" fmla="*/ 136 h 633"/>
              <a:gd name="T116" fmla="*/ 280 w 761"/>
              <a:gd name="T117" fmla="*/ 8 h 633"/>
              <a:gd name="T118" fmla="*/ 280 w 761"/>
              <a:gd name="T119" fmla="*/ 0 h 63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761" h="633">
                <a:moveTo>
                  <a:pt x="280" y="0"/>
                </a:moveTo>
                <a:lnTo>
                  <a:pt x="344" y="128"/>
                </a:lnTo>
                <a:lnTo>
                  <a:pt x="384" y="56"/>
                </a:lnTo>
                <a:lnTo>
                  <a:pt x="408" y="136"/>
                </a:lnTo>
                <a:lnTo>
                  <a:pt x="432" y="88"/>
                </a:lnTo>
                <a:lnTo>
                  <a:pt x="440" y="128"/>
                </a:lnTo>
                <a:lnTo>
                  <a:pt x="536" y="8"/>
                </a:lnTo>
                <a:lnTo>
                  <a:pt x="496" y="160"/>
                </a:lnTo>
                <a:lnTo>
                  <a:pt x="600" y="88"/>
                </a:lnTo>
                <a:lnTo>
                  <a:pt x="544" y="176"/>
                </a:lnTo>
                <a:lnTo>
                  <a:pt x="712" y="104"/>
                </a:lnTo>
                <a:lnTo>
                  <a:pt x="600" y="200"/>
                </a:lnTo>
                <a:lnTo>
                  <a:pt x="712" y="176"/>
                </a:lnTo>
                <a:lnTo>
                  <a:pt x="624" y="232"/>
                </a:lnTo>
                <a:lnTo>
                  <a:pt x="760" y="216"/>
                </a:lnTo>
                <a:lnTo>
                  <a:pt x="656" y="288"/>
                </a:lnTo>
                <a:lnTo>
                  <a:pt x="760" y="288"/>
                </a:lnTo>
                <a:lnTo>
                  <a:pt x="656" y="320"/>
                </a:lnTo>
                <a:lnTo>
                  <a:pt x="712" y="328"/>
                </a:lnTo>
                <a:lnTo>
                  <a:pt x="624" y="336"/>
                </a:lnTo>
                <a:lnTo>
                  <a:pt x="760" y="400"/>
                </a:lnTo>
                <a:lnTo>
                  <a:pt x="616" y="376"/>
                </a:lnTo>
                <a:lnTo>
                  <a:pt x="688" y="432"/>
                </a:lnTo>
                <a:lnTo>
                  <a:pt x="592" y="416"/>
                </a:lnTo>
                <a:lnTo>
                  <a:pt x="656" y="472"/>
                </a:lnTo>
                <a:lnTo>
                  <a:pt x="568" y="456"/>
                </a:lnTo>
                <a:lnTo>
                  <a:pt x="656" y="568"/>
                </a:lnTo>
                <a:lnTo>
                  <a:pt x="544" y="488"/>
                </a:lnTo>
                <a:lnTo>
                  <a:pt x="568" y="592"/>
                </a:lnTo>
                <a:lnTo>
                  <a:pt x="480" y="520"/>
                </a:lnTo>
                <a:lnTo>
                  <a:pt x="464" y="632"/>
                </a:lnTo>
                <a:lnTo>
                  <a:pt x="408" y="504"/>
                </a:lnTo>
                <a:lnTo>
                  <a:pt x="384" y="552"/>
                </a:lnTo>
                <a:lnTo>
                  <a:pt x="368" y="520"/>
                </a:lnTo>
                <a:lnTo>
                  <a:pt x="296" y="608"/>
                </a:lnTo>
                <a:lnTo>
                  <a:pt x="320" y="520"/>
                </a:lnTo>
                <a:lnTo>
                  <a:pt x="280" y="536"/>
                </a:lnTo>
                <a:lnTo>
                  <a:pt x="296" y="488"/>
                </a:lnTo>
                <a:lnTo>
                  <a:pt x="232" y="520"/>
                </a:lnTo>
                <a:lnTo>
                  <a:pt x="240" y="472"/>
                </a:lnTo>
                <a:lnTo>
                  <a:pt x="152" y="536"/>
                </a:lnTo>
                <a:lnTo>
                  <a:pt x="208" y="440"/>
                </a:lnTo>
                <a:lnTo>
                  <a:pt x="152" y="456"/>
                </a:lnTo>
                <a:lnTo>
                  <a:pt x="176" y="400"/>
                </a:lnTo>
                <a:lnTo>
                  <a:pt x="48" y="416"/>
                </a:lnTo>
                <a:lnTo>
                  <a:pt x="152" y="352"/>
                </a:lnTo>
                <a:lnTo>
                  <a:pt x="96" y="336"/>
                </a:lnTo>
                <a:lnTo>
                  <a:pt x="176" y="320"/>
                </a:lnTo>
                <a:lnTo>
                  <a:pt x="0" y="304"/>
                </a:lnTo>
                <a:lnTo>
                  <a:pt x="160" y="288"/>
                </a:lnTo>
                <a:lnTo>
                  <a:pt x="96" y="248"/>
                </a:lnTo>
                <a:lnTo>
                  <a:pt x="216" y="248"/>
                </a:lnTo>
                <a:lnTo>
                  <a:pt x="96" y="176"/>
                </a:lnTo>
                <a:lnTo>
                  <a:pt x="224" y="200"/>
                </a:lnTo>
                <a:lnTo>
                  <a:pt x="128" y="72"/>
                </a:lnTo>
                <a:lnTo>
                  <a:pt x="264" y="160"/>
                </a:lnTo>
                <a:lnTo>
                  <a:pt x="240" y="88"/>
                </a:lnTo>
                <a:lnTo>
                  <a:pt x="296" y="136"/>
                </a:lnTo>
                <a:lnTo>
                  <a:pt x="280" y="8"/>
                </a:lnTo>
                <a:lnTo>
                  <a:pt x="280" y="0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88426" name="Rectangle 15"/>
          <p:cNvSpPr>
            <a:spLocks noChangeArrowheads="1"/>
          </p:cNvSpPr>
          <p:nvPr/>
        </p:nvSpPr>
        <p:spPr bwMode="auto">
          <a:xfrm>
            <a:off x="7100888" y="1460500"/>
            <a:ext cx="952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Title</a:t>
            </a:r>
          </a:p>
        </p:txBody>
      </p:sp>
      <p:sp>
        <p:nvSpPr>
          <p:cNvPr id="188427" name="Rectangle 16"/>
          <p:cNvSpPr>
            <a:spLocks noChangeArrowheads="1"/>
          </p:cNvSpPr>
          <p:nvPr/>
        </p:nvSpPr>
        <p:spPr bwMode="auto">
          <a:xfrm>
            <a:off x="6808788" y="2266950"/>
            <a:ext cx="1539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8428" name="Rectangle 17"/>
          <p:cNvSpPr>
            <a:spLocks noChangeArrowheads="1"/>
          </p:cNvSpPr>
          <p:nvPr/>
        </p:nvSpPr>
        <p:spPr bwMode="auto">
          <a:xfrm>
            <a:off x="1416050" y="2266950"/>
            <a:ext cx="1539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8429" name="Rectangle 18"/>
          <p:cNvSpPr>
            <a:spLocks noChangeArrowheads="1"/>
          </p:cNvSpPr>
          <p:nvPr/>
        </p:nvSpPr>
        <p:spPr bwMode="auto">
          <a:xfrm>
            <a:off x="3021013" y="2266950"/>
            <a:ext cx="1606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8430" name="Rectangle 19"/>
          <p:cNvSpPr>
            <a:spLocks noChangeArrowheads="1"/>
          </p:cNvSpPr>
          <p:nvPr/>
        </p:nvSpPr>
        <p:spPr bwMode="auto">
          <a:xfrm>
            <a:off x="4692650" y="2266950"/>
            <a:ext cx="1606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8431" name="Group 20"/>
          <p:cNvGrpSpPr>
            <a:grpSpLocks/>
          </p:cNvGrpSpPr>
          <p:nvPr/>
        </p:nvGrpSpPr>
        <p:grpSpPr bwMode="auto">
          <a:xfrm>
            <a:off x="128588" y="2266950"/>
            <a:ext cx="1074737" cy="611188"/>
            <a:chOff x="2400" y="1968"/>
            <a:chExt cx="960" cy="960"/>
          </a:xfrm>
        </p:grpSpPr>
        <p:sp>
          <p:nvSpPr>
            <p:cNvPr id="188439" name="Oval 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8440" name="Rectangle 2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88432" name="Rectangle 23"/>
          <p:cNvSpPr>
            <a:spLocks noChangeArrowheads="1"/>
          </p:cNvSpPr>
          <p:nvPr/>
        </p:nvSpPr>
        <p:spPr bwMode="auto">
          <a:xfrm>
            <a:off x="6808788" y="3924300"/>
            <a:ext cx="1539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8433" name="Rectangle 24"/>
          <p:cNvSpPr>
            <a:spLocks noChangeArrowheads="1"/>
          </p:cNvSpPr>
          <p:nvPr/>
        </p:nvSpPr>
        <p:spPr bwMode="auto">
          <a:xfrm>
            <a:off x="1416050" y="3924300"/>
            <a:ext cx="1539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8434" name="Rectangle 25"/>
          <p:cNvSpPr>
            <a:spLocks noChangeArrowheads="1"/>
          </p:cNvSpPr>
          <p:nvPr/>
        </p:nvSpPr>
        <p:spPr bwMode="auto">
          <a:xfrm>
            <a:off x="3021013" y="3924300"/>
            <a:ext cx="1606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sp>
        <p:nvSpPr>
          <p:cNvPr id="188435" name="Rectangle 26"/>
          <p:cNvSpPr>
            <a:spLocks noChangeArrowheads="1"/>
          </p:cNvSpPr>
          <p:nvPr/>
        </p:nvSpPr>
        <p:spPr bwMode="auto">
          <a:xfrm>
            <a:off x="4692650" y="3924300"/>
            <a:ext cx="1606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33350" lvl="1" indent="-131763" defTabSz="787400">
              <a:buSzPct val="120000"/>
              <a:buFontTx/>
              <a:buChar char="•"/>
            </a:pPr>
            <a:r>
              <a:rPr lang="en-US" altLang="zh-CN"/>
              <a:t>Text</a:t>
            </a:r>
          </a:p>
        </p:txBody>
      </p:sp>
      <p:grpSp>
        <p:nvGrpSpPr>
          <p:cNvPr id="188436" name="Group 27"/>
          <p:cNvGrpSpPr>
            <a:grpSpLocks/>
          </p:cNvGrpSpPr>
          <p:nvPr/>
        </p:nvGrpSpPr>
        <p:grpSpPr bwMode="auto">
          <a:xfrm>
            <a:off x="128588" y="3924300"/>
            <a:ext cx="1074737" cy="611188"/>
            <a:chOff x="2400" y="1968"/>
            <a:chExt cx="960" cy="960"/>
          </a:xfrm>
        </p:grpSpPr>
        <p:sp>
          <p:nvSpPr>
            <p:cNvPr id="188437" name="Oval 28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8438" name="Rectangle 2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  <p:transition/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3A1E7A2-4404-4EA9-A03D-F2CC95B45BC5}" type="slidenum">
              <a:rPr lang="zh-CN" altLang="en-US" smtClean="0"/>
              <a:pPr defTabSz="895350"/>
              <a:t>182</a:t>
            </a:fld>
            <a:endParaRPr lang="en-US" altLang="zh-CN"/>
          </a:p>
        </p:txBody>
      </p:sp>
      <p:sp>
        <p:nvSpPr>
          <p:cNvPr id="189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WITH 3 COLUMN </a:t>
            </a:r>
          </a:p>
        </p:txBody>
      </p:sp>
      <p:sp>
        <p:nvSpPr>
          <p:cNvPr id="18944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89445" name="Group 4"/>
          <p:cNvGrpSpPr>
            <a:grpSpLocks/>
          </p:cNvGrpSpPr>
          <p:nvPr/>
        </p:nvGrpSpPr>
        <p:grpSpPr bwMode="auto">
          <a:xfrm>
            <a:off x="138113" y="1331913"/>
            <a:ext cx="1485900" cy="704850"/>
            <a:chOff x="2400" y="1968"/>
            <a:chExt cx="1152" cy="576"/>
          </a:xfrm>
        </p:grpSpPr>
        <p:sp>
          <p:nvSpPr>
            <p:cNvPr id="189479" name="Freeform 5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9480" name="Rectangle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89446" name="Group 7"/>
          <p:cNvGrpSpPr>
            <a:grpSpLocks/>
          </p:cNvGrpSpPr>
          <p:nvPr/>
        </p:nvGrpSpPr>
        <p:grpSpPr bwMode="auto">
          <a:xfrm>
            <a:off x="138113" y="2306638"/>
            <a:ext cx="1485900" cy="704850"/>
            <a:chOff x="2400" y="1968"/>
            <a:chExt cx="1152" cy="576"/>
          </a:xfrm>
        </p:grpSpPr>
        <p:sp>
          <p:nvSpPr>
            <p:cNvPr id="189477" name="Freeform 8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9478" name="Rectangl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89447" name="Group 10"/>
          <p:cNvGrpSpPr>
            <a:grpSpLocks/>
          </p:cNvGrpSpPr>
          <p:nvPr/>
        </p:nvGrpSpPr>
        <p:grpSpPr bwMode="auto">
          <a:xfrm>
            <a:off x="138113" y="3281363"/>
            <a:ext cx="1485900" cy="704850"/>
            <a:chOff x="2400" y="1968"/>
            <a:chExt cx="1152" cy="576"/>
          </a:xfrm>
        </p:grpSpPr>
        <p:sp>
          <p:nvSpPr>
            <p:cNvPr id="189475" name="Freeform 11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9476" name="Rectangle 1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89448" name="Group 13"/>
          <p:cNvGrpSpPr>
            <a:grpSpLocks/>
          </p:cNvGrpSpPr>
          <p:nvPr/>
        </p:nvGrpSpPr>
        <p:grpSpPr bwMode="auto">
          <a:xfrm>
            <a:off x="138113" y="4256088"/>
            <a:ext cx="1485900" cy="704850"/>
            <a:chOff x="2400" y="1968"/>
            <a:chExt cx="1152" cy="576"/>
          </a:xfrm>
        </p:grpSpPr>
        <p:sp>
          <p:nvSpPr>
            <p:cNvPr id="189473" name="Freeform 14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9474" name="Rectangle 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89449" name="Rectangle 16"/>
          <p:cNvSpPr>
            <a:spLocks noChangeArrowheads="1"/>
          </p:cNvSpPr>
          <p:nvPr/>
        </p:nvSpPr>
        <p:spPr bwMode="auto">
          <a:xfrm>
            <a:off x="1776413" y="904875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189450" name="Line 17"/>
          <p:cNvSpPr>
            <a:spLocks noChangeShapeType="1"/>
          </p:cNvSpPr>
          <p:nvPr/>
        </p:nvSpPr>
        <p:spPr bwMode="auto">
          <a:xfrm>
            <a:off x="1776413" y="1147763"/>
            <a:ext cx="2228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9451" name="Rectangle 18"/>
          <p:cNvSpPr>
            <a:spLocks noChangeArrowheads="1"/>
          </p:cNvSpPr>
          <p:nvPr/>
        </p:nvSpPr>
        <p:spPr bwMode="auto">
          <a:xfrm>
            <a:off x="1776413" y="13319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52" name="Rectangle 19"/>
          <p:cNvSpPr>
            <a:spLocks noChangeArrowheads="1"/>
          </p:cNvSpPr>
          <p:nvPr/>
        </p:nvSpPr>
        <p:spPr bwMode="auto">
          <a:xfrm>
            <a:off x="1776413" y="230663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53" name="Rectangle 20"/>
          <p:cNvSpPr>
            <a:spLocks noChangeArrowheads="1"/>
          </p:cNvSpPr>
          <p:nvPr/>
        </p:nvSpPr>
        <p:spPr bwMode="auto">
          <a:xfrm>
            <a:off x="1776413" y="328136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54" name="Rectangle 21"/>
          <p:cNvSpPr>
            <a:spLocks noChangeArrowheads="1"/>
          </p:cNvSpPr>
          <p:nvPr/>
        </p:nvSpPr>
        <p:spPr bwMode="auto">
          <a:xfrm>
            <a:off x="1776413" y="425608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55" name="Rectangle 22"/>
          <p:cNvSpPr>
            <a:spLocks noChangeArrowheads="1"/>
          </p:cNvSpPr>
          <p:nvPr/>
        </p:nvSpPr>
        <p:spPr bwMode="auto">
          <a:xfrm>
            <a:off x="1776413" y="52308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56" name="Rectangle 23"/>
          <p:cNvSpPr>
            <a:spLocks noChangeArrowheads="1"/>
          </p:cNvSpPr>
          <p:nvPr/>
        </p:nvSpPr>
        <p:spPr bwMode="auto">
          <a:xfrm>
            <a:off x="4138613" y="904875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189457" name="Line 24"/>
          <p:cNvSpPr>
            <a:spLocks noChangeShapeType="1"/>
          </p:cNvSpPr>
          <p:nvPr/>
        </p:nvSpPr>
        <p:spPr bwMode="auto">
          <a:xfrm>
            <a:off x="4138613" y="1147763"/>
            <a:ext cx="2227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9458" name="Rectangle 25"/>
          <p:cNvSpPr>
            <a:spLocks noChangeArrowheads="1"/>
          </p:cNvSpPr>
          <p:nvPr/>
        </p:nvSpPr>
        <p:spPr bwMode="auto">
          <a:xfrm>
            <a:off x="4138613" y="13319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59" name="Rectangle 26"/>
          <p:cNvSpPr>
            <a:spLocks noChangeArrowheads="1"/>
          </p:cNvSpPr>
          <p:nvPr/>
        </p:nvSpPr>
        <p:spPr bwMode="auto">
          <a:xfrm>
            <a:off x="4138613" y="230663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60" name="Rectangle 27"/>
          <p:cNvSpPr>
            <a:spLocks noChangeArrowheads="1"/>
          </p:cNvSpPr>
          <p:nvPr/>
        </p:nvSpPr>
        <p:spPr bwMode="auto">
          <a:xfrm>
            <a:off x="4138613" y="328136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61" name="Rectangle 28"/>
          <p:cNvSpPr>
            <a:spLocks noChangeArrowheads="1"/>
          </p:cNvSpPr>
          <p:nvPr/>
        </p:nvSpPr>
        <p:spPr bwMode="auto">
          <a:xfrm>
            <a:off x="4138613" y="425608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62" name="Rectangle 29"/>
          <p:cNvSpPr>
            <a:spLocks noChangeArrowheads="1"/>
          </p:cNvSpPr>
          <p:nvPr/>
        </p:nvSpPr>
        <p:spPr bwMode="auto">
          <a:xfrm>
            <a:off x="4138613" y="52308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189463" name="Group 30"/>
          <p:cNvGrpSpPr>
            <a:grpSpLocks/>
          </p:cNvGrpSpPr>
          <p:nvPr/>
        </p:nvGrpSpPr>
        <p:grpSpPr bwMode="auto">
          <a:xfrm>
            <a:off x="138113" y="5230813"/>
            <a:ext cx="1485900" cy="704850"/>
            <a:chOff x="2400" y="1968"/>
            <a:chExt cx="1152" cy="576"/>
          </a:xfrm>
        </p:grpSpPr>
        <p:sp>
          <p:nvSpPr>
            <p:cNvPr id="189471" name="Freeform 31"/>
            <p:cNvSpPr>
              <a:spLocks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9472" name="Rectangle 3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89464" name="Rectangle 33"/>
          <p:cNvSpPr>
            <a:spLocks noChangeArrowheads="1"/>
          </p:cNvSpPr>
          <p:nvPr/>
        </p:nvSpPr>
        <p:spPr bwMode="auto">
          <a:xfrm>
            <a:off x="6499225" y="904875"/>
            <a:ext cx="2232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189465" name="Line 34"/>
          <p:cNvSpPr>
            <a:spLocks noChangeShapeType="1"/>
          </p:cNvSpPr>
          <p:nvPr/>
        </p:nvSpPr>
        <p:spPr bwMode="auto">
          <a:xfrm>
            <a:off x="6499225" y="1147763"/>
            <a:ext cx="2228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89466" name="Rectangle 35"/>
          <p:cNvSpPr>
            <a:spLocks noChangeArrowheads="1"/>
          </p:cNvSpPr>
          <p:nvPr/>
        </p:nvSpPr>
        <p:spPr bwMode="auto">
          <a:xfrm>
            <a:off x="6499225" y="1331913"/>
            <a:ext cx="2232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67" name="Rectangle 36"/>
          <p:cNvSpPr>
            <a:spLocks noChangeArrowheads="1"/>
          </p:cNvSpPr>
          <p:nvPr/>
        </p:nvSpPr>
        <p:spPr bwMode="auto">
          <a:xfrm>
            <a:off x="6499225" y="2306638"/>
            <a:ext cx="2232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68" name="Rectangle 37"/>
          <p:cNvSpPr>
            <a:spLocks noChangeArrowheads="1"/>
          </p:cNvSpPr>
          <p:nvPr/>
        </p:nvSpPr>
        <p:spPr bwMode="auto">
          <a:xfrm>
            <a:off x="6499225" y="3281363"/>
            <a:ext cx="2232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69" name="Rectangle 38"/>
          <p:cNvSpPr>
            <a:spLocks noChangeArrowheads="1"/>
          </p:cNvSpPr>
          <p:nvPr/>
        </p:nvSpPr>
        <p:spPr bwMode="auto">
          <a:xfrm>
            <a:off x="6499225" y="4256088"/>
            <a:ext cx="2232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89470" name="Rectangle 39"/>
          <p:cNvSpPr>
            <a:spLocks noChangeArrowheads="1"/>
          </p:cNvSpPr>
          <p:nvPr/>
        </p:nvSpPr>
        <p:spPr bwMode="auto">
          <a:xfrm>
            <a:off x="6499225" y="5230813"/>
            <a:ext cx="2232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C77FD48-38CC-43AB-9F33-181D3CA2CC2E}" type="slidenum">
              <a:rPr lang="zh-CN" altLang="en-US" smtClean="0"/>
              <a:pPr defTabSz="895350"/>
              <a:t>183</a:t>
            </a:fld>
            <a:endParaRPr lang="en-US" altLang="zh-CN"/>
          </a:p>
        </p:txBody>
      </p:sp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FLOW WITH 2 COLUMN</a:t>
            </a:r>
          </a:p>
        </p:txBody>
      </p:sp>
      <p:sp>
        <p:nvSpPr>
          <p:cNvPr id="19046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90469" name="Group 4"/>
          <p:cNvGrpSpPr>
            <a:grpSpLocks/>
          </p:cNvGrpSpPr>
          <p:nvPr/>
        </p:nvGrpSpPr>
        <p:grpSpPr bwMode="auto">
          <a:xfrm>
            <a:off x="138113" y="1395413"/>
            <a:ext cx="1485900" cy="704850"/>
            <a:chOff x="2400" y="1968"/>
            <a:chExt cx="1152" cy="576"/>
          </a:xfrm>
        </p:grpSpPr>
        <p:sp>
          <p:nvSpPr>
            <p:cNvPr id="190498" name="Freeform 5"/>
            <p:cNvSpPr>
              <a:spLocks/>
            </p:cNvSpPr>
            <p:nvPr>
              <p:custDataLst>
                <p:tags r:id="rId9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0499" name="Rectangle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90470" name="Group 7"/>
          <p:cNvGrpSpPr>
            <a:grpSpLocks/>
          </p:cNvGrpSpPr>
          <p:nvPr/>
        </p:nvGrpSpPr>
        <p:grpSpPr bwMode="auto">
          <a:xfrm>
            <a:off x="138113" y="2370138"/>
            <a:ext cx="1485900" cy="704850"/>
            <a:chOff x="2400" y="1968"/>
            <a:chExt cx="1152" cy="576"/>
          </a:xfrm>
        </p:grpSpPr>
        <p:sp>
          <p:nvSpPr>
            <p:cNvPr id="190496" name="Freeform 8"/>
            <p:cNvSpPr>
              <a:spLocks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0497" name="Rectangl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90471" name="Group 10"/>
          <p:cNvGrpSpPr>
            <a:grpSpLocks/>
          </p:cNvGrpSpPr>
          <p:nvPr/>
        </p:nvGrpSpPr>
        <p:grpSpPr bwMode="auto">
          <a:xfrm>
            <a:off x="138113" y="3344863"/>
            <a:ext cx="1485900" cy="704850"/>
            <a:chOff x="2400" y="1968"/>
            <a:chExt cx="1152" cy="576"/>
          </a:xfrm>
        </p:grpSpPr>
        <p:sp>
          <p:nvSpPr>
            <p:cNvPr id="190494" name="Freeform 11"/>
            <p:cNvSpPr>
              <a:spLocks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0495" name="Rectangle 1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grpSp>
        <p:nvGrpSpPr>
          <p:cNvPr id="190472" name="Group 13"/>
          <p:cNvGrpSpPr>
            <a:grpSpLocks/>
          </p:cNvGrpSpPr>
          <p:nvPr/>
        </p:nvGrpSpPr>
        <p:grpSpPr bwMode="auto">
          <a:xfrm>
            <a:off x="138113" y="4319588"/>
            <a:ext cx="1485900" cy="704850"/>
            <a:chOff x="2400" y="1968"/>
            <a:chExt cx="1152" cy="576"/>
          </a:xfrm>
        </p:grpSpPr>
        <p:sp>
          <p:nvSpPr>
            <p:cNvPr id="190492" name="Freeform 14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0493" name="Rectangle 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90473" name="Rectangle 16"/>
          <p:cNvSpPr>
            <a:spLocks noChangeArrowheads="1"/>
          </p:cNvSpPr>
          <p:nvPr/>
        </p:nvSpPr>
        <p:spPr bwMode="auto">
          <a:xfrm>
            <a:off x="1776413" y="968375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190474" name="Rectangle 17"/>
          <p:cNvSpPr>
            <a:spLocks noChangeArrowheads="1"/>
          </p:cNvSpPr>
          <p:nvPr/>
        </p:nvSpPr>
        <p:spPr bwMode="auto">
          <a:xfrm>
            <a:off x="4119563" y="968375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190475" name="Line 18"/>
          <p:cNvSpPr>
            <a:spLocks noChangeShapeType="1"/>
          </p:cNvSpPr>
          <p:nvPr/>
        </p:nvSpPr>
        <p:spPr bwMode="auto">
          <a:xfrm>
            <a:off x="1776413" y="1211263"/>
            <a:ext cx="2228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90476" name="Line 19"/>
          <p:cNvSpPr>
            <a:spLocks noChangeShapeType="1"/>
          </p:cNvSpPr>
          <p:nvPr/>
        </p:nvSpPr>
        <p:spPr bwMode="auto">
          <a:xfrm>
            <a:off x="4119563" y="1211263"/>
            <a:ext cx="2227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90477" name="Rectangle 20"/>
          <p:cNvSpPr>
            <a:spLocks noChangeArrowheads="1"/>
          </p:cNvSpPr>
          <p:nvPr/>
        </p:nvSpPr>
        <p:spPr bwMode="auto">
          <a:xfrm>
            <a:off x="1776413" y="13954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78" name="Rectangle 21"/>
          <p:cNvSpPr>
            <a:spLocks noChangeArrowheads="1"/>
          </p:cNvSpPr>
          <p:nvPr/>
        </p:nvSpPr>
        <p:spPr bwMode="auto">
          <a:xfrm>
            <a:off x="4119563" y="13954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79" name="Rectangle 22"/>
          <p:cNvSpPr>
            <a:spLocks noChangeArrowheads="1"/>
          </p:cNvSpPr>
          <p:nvPr/>
        </p:nvSpPr>
        <p:spPr bwMode="auto">
          <a:xfrm>
            <a:off x="1776413" y="237013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0" name="Rectangle 23"/>
          <p:cNvSpPr>
            <a:spLocks noChangeArrowheads="1"/>
          </p:cNvSpPr>
          <p:nvPr/>
        </p:nvSpPr>
        <p:spPr bwMode="auto">
          <a:xfrm>
            <a:off x="4119563" y="237013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1" name="Rectangle 24"/>
          <p:cNvSpPr>
            <a:spLocks noChangeArrowheads="1"/>
          </p:cNvSpPr>
          <p:nvPr/>
        </p:nvSpPr>
        <p:spPr bwMode="auto">
          <a:xfrm>
            <a:off x="1776413" y="334486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2" name="Rectangle 25"/>
          <p:cNvSpPr>
            <a:spLocks noChangeArrowheads="1"/>
          </p:cNvSpPr>
          <p:nvPr/>
        </p:nvSpPr>
        <p:spPr bwMode="auto">
          <a:xfrm>
            <a:off x="4119563" y="334486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3" name="Rectangle 26"/>
          <p:cNvSpPr>
            <a:spLocks noChangeArrowheads="1"/>
          </p:cNvSpPr>
          <p:nvPr/>
        </p:nvSpPr>
        <p:spPr bwMode="auto">
          <a:xfrm>
            <a:off x="1776413" y="431958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4" name="Rectangle 27"/>
          <p:cNvSpPr>
            <a:spLocks noChangeArrowheads="1"/>
          </p:cNvSpPr>
          <p:nvPr/>
        </p:nvSpPr>
        <p:spPr bwMode="auto">
          <a:xfrm>
            <a:off x="4119563" y="4319588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5" name="Rectangle 28"/>
          <p:cNvSpPr>
            <a:spLocks noChangeArrowheads="1"/>
          </p:cNvSpPr>
          <p:nvPr/>
        </p:nvSpPr>
        <p:spPr bwMode="auto">
          <a:xfrm>
            <a:off x="1776413" y="52943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190486" name="Rectangle 29"/>
          <p:cNvSpPr>
            <a:spLocks noChangeArrowheads="1"/>
          </p:cNvSpPr>
          <p:nvPr/>
        </p:nvSpPr>
        <p:spPr bwMode="auto">
          <a:xfrm>
            <a:off x="4119563" y="5294313"/>
            <a:ext cx="22304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190487" name="Group 30"/>
          <p:cNvGrpSpPr>
            <a:grpSpLocks/>
          </p:cNvGrpSpPr>
          <p:nvPr/>
        </p:nvGrpSpPr>
        <p:grpSpPr bwMode="auto">
          <a:xfrm>
            <a:off x="138113" y="5294313"/>
            <a:ext cx="1485900" cy="704850"/>
            <a:chOff x="2400" y="1968"/>
            <a:chExt cx="1152" cy="576"/>
          </a:xfrm>
        </p:grpSpPr>
        <p:sp>
          <p:nvSpPr>
            <p:cNvPr id="190490" name="Freeform 31"/>
            <p:cNvSpPr>
              <a:spLocks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1152" cy="576"/>
            </a:xfrm>
            <a:custGeom>
              <a:avLst/>
              <a:gdLst>
                <a:gd name="T0" fmla="*/ 0 w 1152"/>
                <a:gd name="T1" fmla="*/ 0 h 576"/>
                <a:gd name="T2" fmla="*/ 1048 w 1152"/>
                <a:gd name="T3" fmla="*/ 0 h 576"/>
                <a:gd name="T4" fmla="*/ 1152 w 1152"/>
                <a:gd name="T5" fmla="*/ 288 h 576"/>
                <a:gd name="T6" fmla="*/ 1048 w 1152"/>
                <a:gd name="T7" fmla="*/ 576 h 576"/>
                <a:gd name="T8" fmla="*/ 0 w 1152"/>
                <a:gd name="T9" fmla="*/ 576 h 576"/>
                <a:gd name="T10" fmla="*/ 0 w 1152"/>
                <a:gd name="T11" fmla="*/ 288 h 576"/>
                <a:gd name="T12" fmla="*/ 0 w 1152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76">
                  <a:moveTo>
                    <a:pt x="0" y="0"/>
                  </a:moveTo>
                  <a:lnTo>
                    <a:pt x="1048" y="0"/>
                  </a:lnTo>
                  <a:lnTo>
                    <a:pt x="1152" y="288"/>
                  </a:lnTo>
                  <a:lnTo>
                    <a:pt x="1048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0491" name="Rectangle 3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0"/>
              <a:ext cx="96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-윤명조130" pitchFamily="18" charset="-127"/>
                </a:rPr>
                <a:t>Text</a:t>
              </a:r>
            </a:p>
          </p:txBody>
        </p:sp>
      </p:grpSp>
      <p:sp>
        <p:nvSpPr>
          <p:cNvPr id="190488" name="AutoShape 33"/>
          <p:cNvSpPr>
            <a:spLocks noChangeArrowheads="1"/>
          </p:cNvSpPr>
          <p:nvPr/>
        </p:nvSpPr>
        <p:spPr bwMode="auto">
          <a:xfrm rot="5400000">
            <a:off x="5312568" y="3545682"/>
            <a:ext cx="2970213" cy="34925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190489" name="Rectangle 34"/>
          <p:cNvSpPr>
            <a:spLocks noChangeArrowheads="1"/>
          </p:cNvSpPr>
          <p:nvPr/>
        </p:nvSpPr>
        <p:spPr bwMode="auto">
          <a:xfrm>
            <a:off x="7140575" y="3613150"/>
            <a:ext cx="1590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8D520FA-00E2-4ABB-846E-01573E68EE76}" type="slidenum">
              <a:rPr lang="zh-CN" altLang="en-US" smtClean="0"/>
              <a:pPr defTabSz="895350"/>
              <a:t>184</a:t>
            </a:fld>
            <a:endParaRPr lang="en-US" altLang="zh-CN"/>
          </a:p>
        </p:txBody>
      </p:sp>
      <p:sp>
        <p:nvSpPr>
          <p:cNvPr id="191491" name="Rectangle 2"/>
          <p:cNvSpPr>
            <a:spLocks noChangeArrowheads="1"/>
          </p:cNvSpPr>
          <p:nvPr/>
        </p:nvSpPr>
        <p:spPr bwMode="auto">
          <a:xfrm rot="-5400000">
            <a:off x="1799431" y="3488532"/>
            <a:ext cx="2282825" cy="27289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1492" name="AutoShape 3"/>
          <p:cNvSpPr>
            <a:spLocks noChangeArrowheads="1"/>
          </p:cNvSpPr>
          <p:nvPr/>
        </p:nvSpPr>
        <p:spPr bwMode="auto">
          <a:xfrm>
            <a:off x="1576388" y="1228725"/>
            <a:ext cx="2727325" cy="2786063"/>
          </a:xfrm>
          <a:prstGeom prst="downArrowCallout">
            <a:avLst>
              <a:gd name="adj1" fmla="val 25000"/>
              <a:gd name="adj2" fmla="val 25000"/>
              <a:gd name="adj3" fmla="val 17026"/>
              <a:gd name="adj4" fmla="val 807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1493" name="AutoShape 4"/>
          <p:cNvSpPr>
            <a:spLocks noChangeArrowheads="1"/>
          </p:cNvSpPr>
          <p:nvPr/>
        </p:nvSpPr>
        <p:spPr bwMode="auto">
          <a:xfrm rot="5400000" flipH="1">
            <a:off x="4588669" y="669131"/>
            <a:ext cx="2282825" cy="3402013"/>
          </a:xfrm>
          <a:prstGeom prst="downArrowCallout">
            <a:avLst>
              <a:gd name="adj1" fmla="val 25000"/>
              <a:gd name="adj2" fmla="val 25000"/>
              <a:gd name="adj3" fmla="val 24838"/>
              <a:gd name="adj4" fmla="val 807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1494" name="AutoShape 5"/>
          <p:cNvSpPr>
            <a:spLocks noChangeArrowheads="1"/>
          </p:cNvSpPr>
          <p:nvPr/>
        </p:nvSpPr>
        <p:spPr bwMode="auto">
          <a:xfrm flipV="1">
            <a:off x="4714875" y="3159125"/>
            <a:ext cx="2727325" cy="2835275"/>
          </a:xfrm>
          <a:prstGeom prst="downArrowCallout">
            <a:avLst>
              <a:gd name="adj1" fmla="val 25000"/>
              <a:gd name="adj2" fmla="val 25000"/>
              <a:gd name="adj3" fmla="val 17326"/>
              <a:gd name="adj4" fmla="val 807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14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SQUARE FLOW </a:t>
            </a:r>
          </a:p>
        </p:txBody>
      </p:sp>
      <p:sp>
        <p:nvSpPr>
          <p:cNvPr id="19149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149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91498" name="Rectangle 9"/>
          <p:cNvSpPr>
            <a:spLocks noChangeArrowheads="1"/>
          </p:cNvSpPr>
          <p:nvPr/>
        </p:nvSpPr>
        <p:spPr bwMode="auto">
          <a:xfrm>
            <a:off x="1689100" y="1317625"/>
            <a:ext cx="2516188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1499" name="Rectangle 10"/>
          <p:cNvSpPr>
            <a:spLocks noChangeArrowheads="1"/>
          </p:cNvSpPr>
          <p:nvPr/>
        </p:nvSpPr>
        <p:spPr bwMode="auto">
          <a:xfrm>
            <a:off x="4791075" y="1317625"/>
            <a:ext cx="25177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1500" name="Rectangle 11"/>
          <p:cNvSpPr>
            <a:spLocks noChangeArrowheads="1"/>
          </p:cNvSpPr>
          <p:nvPr/>
        </p:nvSpPr>
        <p:spPr bwMode="auto">
          <a:xfrm>
            <a:off x="4791075" y="3956050"/>
            <a:ext cx="25177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1501" name="Rectangle 12"/>
          <p:cNvSpPr>
            <a:spLocks noChangeArrowheads="1"/>
          </p:cNvSpPr>
          <p:nvPr/>
        </p:nvSpPr>
        <p:spPr bwMode="auto">
          <a:xfrm>
            <a:off x="1703388" y="4095750"/>
            <a:ext cx="25177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1502" name="AutoShape 13"/>
          <p:cNvSpPr>
            <a:spLocks noChangeArrowheads="1"/>
          </p:cNvSpPr>
          <p:nvPr/>
        </p:nvSpPr>
        <p:spPr bwMode="auto">
          <a:xfrm>
            <a:off x="3943350" y="4279900"/>
            <a:ext cx="1046163" cy="1149350"/>
          </a:xfrm>
          <a:prstGeom prst="rightArrow">
            <a:avLst>
              <a:gd name="adj1" fmla="val 48898"/>
              <a:gd name="adj2" fmla="val 55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1503" name="Rectangle 14"/>
          <p:cNvSpPr>
            <a:spLocks noChangeArrowheads="1"/>
          </p:cNvSpPr>
          <p:nvPr/>
        </p:nvSpPr>
        <p:spPr bwMode="auto">
          <a:xfrm>
            <a:off x="3822700" y="4406900"/>
            <a:ext cx="479425" cy="10287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920A15C-4728-4613-BDB7-ABC727EAEB31}" type="slidenum">
              <a:rPr lang="zh-CN" altLang="en-US" smtClean="0"/>
              <a:pPr defTabSz="895350"/>
              <a:t>185</a:t>
            </a:fld>
            <a:endParaRPr lang="en-US" altLang="zh-CN"/>
          </a:p>
        </p:txBody>
      </p:sp>
      <p:sp>
        <p:nvSpPr>
          <p:cNvPr id="192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FRAMEWORK </a:t>
            </a:r>
          </a:p>
        </p:txBody>
      </p:sp>
      <p:sp>
        <p:nvSpPr>
          <p:cNvPr id="19251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251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92518" name="Group 5"/>
          <p:cNvGrpSpPr>
            <a:grpSpLocks/>
          </p:cNvGrpSpPr>
          <p:nvPr/>
        </p:nvGrpSpPr>
        <p:grpSpPr bwMode="auto">
          <a:xfrm>
            <a:off x="1531938" y="1162050"/>
            <a:ext cx="5862637" cy="4805363"/>
            <a:chOff x="965" y="732"/>
            <a:chExt cx="3693" cy="3027"/>
          </a:xfrm>
        </p:grpSpPr>
        <p:sp>
          <p:nvSpPr>
            <p:cNvPr id="192523" name="Rectangle 6"/>
            <p:cNvSpPr>
              <a:spLocks noChangeArrowheads="1"/>
            </p:cNvSpPr>
            <p:nvPr/>
          </p:nvSpPr>
          <p:spPr bwMode="ltGray">
            <a:xfrm>
              <a:off x="965" y="2238"/>
              <a:ext cx="1853" cy="15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24" name="Rectangle 7"/>
            <p:cNvSpPr>
              <a:spLocks noChangeArrowheads="1"/>
            </p:cNvSpPr>
            <p:nvPr/>
          </p:nvSpPr>
          <p:spPr bwMode="ltGray">
            <a:xfrm>
              <a:off x="2805" y="2238"/>
              <a:ext cx="1853" cy="15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25" name="Rectangle 8"/>
            <p:cNvSpPr>
              <a:spLocks noChangeArrowheads="1"/>
            </p:cNvSpPr>
            <p:nvPr/>
          </p:nvSpPr>
          <p:spPr bwMode="ltGray">
            <a:xfrm>
              <a:off x="965" y="732"/>
              <a:ext cx="1853" cy="15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26" name="Rectangle 9"/>
            <p:cNvSpPr>
              <a:spLocks noChangeArrowheads="1"/>
            </p:cNvSpPr>
            <p:nvPr/>
          </p:nvSpPr>
          <p:spPr bwMode="ltGray">
            <a:xfrm>
              <a:off x="2805" y="732"/>
              <a:ext cx="1853" cy="15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27" name="Oval 10"/>
            <p:cNvSpPr>
              <a:spLocks noChangeArrowheads="1"/>
            </p:cNvSpPr>
            <p:nvPr/>
          </p:nvSpPr>
          <p:spPr bwMode="ltGray">
            <a:xfrm flipV="1">
              <a:off x="1659" y="1992"/>
              <a:ext cx="46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28" name="Oval 11"/>
            <p:cNvSpPr>
              <a:spLocks noChangeArrowheads="1"/>
            </p:cNvSpPr>
            <p:nvPr/>
          </p:nvSpPr>
          <p:spPr bwMode="ltGray">
            <a:xfrm flipV="1">
              <a:off x="1637" y="2217"/>
              <a:ext cx="509" cy="2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29" name="Oval 12"/>
            <p:cNvSpPr>
              <a:spLocks noChangeArrowheads="1"/>
            </p:cNvSpPr>
            <p:nvPr/>
          </p:nvSpPr>
          <p:spPr bwMode="ltGray">
            <a:xfrm rot="5400000" flipV="1">
              <a:off x="2730" y="1294"/>
              <a:ext cx="383" cy="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30" name="Oval 13"/>
            <p:cNvSpPr>
              <a:spLocks noChangeArrowheads="1"/>
            </p:cNvSpPr>
            <p:nvPr/>
          </p:nvSpPr>
          <p:spPr bwMode="ltGray">
            <a:xfrm rot="5400000" flipV="1">
              <a:off x="2482" y="1319"/>
              <a:ext cx="416" cy="33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31" name="Oval 14"/>
            <p:cNvSpPr>
              <a:spLocks noChangeArrowheads="1"/>
            </p:cNvSpPr>
            <p:nvPr/>
          </p:nvSpPr>
          <p:spPr bwMode="ltGray">
            <a:xfrm>
              <a:off x="3500" y="2194"/>
              <a:ext cx="464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32" name="Oval 15"/>
            <p:cNvSpPr>
              <a:spLocks noChangeArrowheads="1"/>
            </p:cNvSpPr>
            <p:nvPr/>
          </p:nvSpPr>
          <p:spPr bwMode="ltGray">
            <a:xfrm>
              <a:off x="3480" y="2013"/>
              <a:ext cx="506" cy="2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33" name="Oval 16"/>
            <p:cNvSpPr>
              <a:spLocks noChangeArrowheads="1"/>
            </p:cNvSpPr>
            <p:nvPr/>
          </p:nvSpPr>
          <p:spPr bwMode="ltGray">
            <a:xfrm rot="-5400000" flipH="1" flipV="1">
              <a:off x="2502" y="2803"/>
              <a:ext cx="380" cy="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2534" name="Oval 17"/>
            <p:cNvSpPr>
              <a:spLocks noChangeArrowheads="1"/>
            </p:cNvSpPr>
            <p:nvPr/>
          </p:nvSpPr>
          <p:spPr bwMode="ltGray">
            <a:xfrm rot="-5400000" flipH="1" flipV="1">
              <a:off x="2714" y="2830"/>
              <a:ext cx="415" cy="33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</p:grpSp>
      <p:sp>
        <p:nvSpPr>
          <p:cNvPr id="192519" name="Rectangle 18"/>
          <p:cNvSpPr>
            <a:spLocks noChangeArrowheads="1"/>
          </p:cNvSpPr>
          <p:nvPr/>
        </p:nvSpPr>
        <p:spPr bwMode="auto">
          <a:xfrm>
            <a:off x="1649413" y="1284288"/>
            <a:ext cx="268128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2520" name="Rectangle 19"/>
          <p:cNvSpPr>
            <a:spLocks noChangeArrowheads="1"/>
          </p:cNvSpPr>
          <p:nvPr/>
        </p:nvSpPr>
        <p:spPr bwMode="auto">
          <a:xfrm>
            <a:off x="4568825" y="1284288"/>
            <a:ext cx="26828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2521" name="Rectangle 20"/>
          <p:cNvSpPr>
            <a:spLocks noChangeArrowheads="1"/>
          </p:cNvSpPr>
          <p:nvPr/>
        </p:nvSpPr>
        <p:spPr bwMode="auto">
          <a:xfrm>
            <a:off x="1649413" y="3956050"/>
            <a:ext cx="268128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2522" name="Rectangle 21"/>
          <p:cNvSpPr>
            <a:spLocks noChangeArrowheads="1"/>
          </p:cNvSpPr>
          <p:nvPr/>
        </p:nvSpPr>
        <p:spPr bwMode="auto">
          <a:xfrm>
            <a:off x="4568825" y="3956050"/>
            <a:ext cx="26828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1622A94-FFE3-430F-914B-3094AE42B285}" type="slidenum">
              <a:rPr lang="zh-CN" altLang="en-US" smtClean="0"/>
              <a:pPr defTabSz="895350"/>
              <a:t>186</a:t>
            </a:fld>
            <a:endParaRPr lang="en-US" altLang="zh-CN"/>
          </a:p>
        </p:txBody>
      </p:sp>
      <p:sp>
        <p:nvSpPr>
          <p:cNvPr id="193539" name="Rectangle 2"/>
          <p:cNvSpPr>
            <a:spLocks noChangeArrowheads="1"/>
          </p:cNvSpPr>
          <p:nvPr/>
        </p:nvSpPr>
        <p:spPr bwMode="auto">
          <a:xfrm>
            <a:off x="4214813" y="1439863"/>
            <a:ext cx="3563937" cy="4237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354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354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354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93543" name="AutoShape 6"/>
          <p:cNvSpPr>
            <a:spLocks noChangeArrowheads="1"/>
          </p:cNvSpPr>
          <p:nvPr/>
        </p:nvSpPr>
        <p:spPr bwMode="auto">
          <a:xfrm>
            <a:off x="881063" y="1439863"/>
            <a:ext cx="3562350" cy="4237037"/>
          </a:xfrm>
          <a:prstGeom prst="homePlate">
            <a:avLst>
              <a:gd name="adj" fmla="val 180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3544" name="Freeform 7"/>
          <p:cNvSpPr>
            <a:spLocks/>
          </p:cNvSpPr>
          <p:nvPr/>
        </p:nvSpPr>
        <p:spPr bwMode="auto">
          <a:xfrm>
            <a:off x="881063" y="1435100"/>
            <a:ext cx="3101975" cy="581025"/>
          </a:xfrm>
          <a:custGeom>
            <a:avLst/>
            <a:gdLst>
              <a:gd name="T0" fmla="*/ 2147483647 w 1955"/>
              <a:gd name="T1" fmla="*/ 0 h 366"/>
              <a:gd name="T2" fmla="*/ 0 w 1955"/>
              <a:gd name="T3" fmla="*/ 2147483647 h 366"/>
              <a:gd name="T4" fmla="*/ 2147483647 w 1955"/>
              <a:gd name="T5" fmla="*/ 2147483647 h 366"/>
              <a:gd name="T6" fmla="*/ 2147483647 w 1955"/>
              <a:gd name="T7" fmla="*/ 2147483647 h 366"/>
              <a:gd name="T8" fmla="*/ 2147483647 w 1955"/>
              <a:gd name="T9" fmla="*/ 0 h 3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55"/>
              <a:gd name="T16" fmla="*/ 0 h 366"/>
              <a:gd name="T17" fmla="*/ 1955 w 1955"/>
              <a:gd name="T18" fmla="*/ 366 h 3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55" h="366">
                <a:moveTo>
                  <a:pt x="3" y="0"/>
                </a:moveTo>
                <a:lnTo>
                  <a:pt x="0" y="366"/>
                </a:lnTo>
                <a:lnTo>
                  <a:pt x="1955" y="366"/>
                </a:lnTo>
                <a:lnTo>
                  <a:pt x="1849" y="2"/>
                </a:lnTo>
                <a:lnTo>
                  <a:pt x="3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93545" name="Rectangle 8"/>
          <p:cNvSpPr>
            <a:spLocks noChangeArrowheads="1"/>
          </p:cNvSpPr>
          <p:nvPr/>
        </p:nvSpPr>
        <p:spPr bwMode="auto">
          <a:xfrm>
            <a:off x="4214813" y="1439863"/>
            <a:ext cx="3563937" cy="579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193546" name="Rectangle 9"/>
          <p:cNvSpPr>
            <a:spLocks noChangeArrowheads="1"/>
          </p:cNvSpPr>
          <p:nvPr/>
        </p:nvSpPr>
        <p:spPr bwMode="auto">
          <a:xfrm>
            <a:off x="989013" y="1611313"/>
            <a:ext cx="2820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 </a:t>
            </a:r>
          </a:p>
        </p:txBody>
      </p:sp>
      <p:sp>
        <p:nvSpPr>
          <p:cNvPr id="193547" name="Rectangle 10"/>
          <p:cNvSpPr>
            <a:spLocks noChangeArrowheads="1"/>
          </p:cNvSpPr>
          <p:nvPr/>
        </p:nvSpPr>
        <p:spPr bwMode="auto">
          <a:xfrm>
            <a:off x="4357688" y="1604963"/>
            <a:ext cx="2820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 </a:t>
            </a:r>
          </a:p>
        </p:txBody>
      </p:sp>
      <p:sp>
        <p:nvSpPr>
          <p:cNvPr id="193548" name="Rectangle 11"/>
          <p:cNvSpPr>
            <a:spLocks noChangeArrowheads="1"/>
          </p:cNvSpPr>
          <p:nvPr/>
        </p:nvSpPr>
        <p:spPr bwMode="auto">
          <a:xfrm>
            <a:off x="989013" y="2139950"/>
            <a:ext cx="2857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3549" name="Rectangle 12"/>
          <p:cNvSpPr>
            <a:spLocks noChangeArrowheads="1"/>
          </p:cNvSpPr>
          <p:nvPr/>
        </p:nvSpPr>
        <p:spPr bwMode="auto">
          <a:xfrm>
            <a:off x="4591050" y="2139950"/>
            <a:ext cx="3076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162354B-EDF9-4F27-B578-CFB0670BC823}" type="slidenum">
              <a:rPr lang="zh-CN" altLang="en-US" smtClean="0"/>
              <a:pPr defTabSz="895350"/>
              <a:t>187</a:t>
            </a:fld>
            <a:endParaRPr lang="en-US" altLang="zh-CN"/>
          </a:p>
        </p:txBody>
      </p:sp>
      <p:sp>
        <p:nvSpPr>
          <p:cNvPr id="194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456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456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94566" name="Group 5"/>
          <p:cNvGrpSpPr>
            <a:grpSpLocks/>
          </p:cNvGrpSpPr>
          <p:nvPr/>
        </p:nvGrpSpPr>
        <p:grpSpPr bwMode="auto">
          <a:xfrm>
            <a:off x="4540250" y="1439863"/>
            <a:ext cx="3563938" cy="4237037"/>
            <a:chOff x="2655" y="907"/>
            <a:chExt cx="2245" cy="2669"/>
          </a:xfrm>
        </p:grpSpPr>
        <p:sp>
          <p:nvSpPr>
            <p:cNvPr id="194572" name="Rectangle 6"/>
            <p:cNvSpPr>
              <a:spLocks noChangeArrowheads="1"/>
            </p:cNvSpPr>
            <p:nvPr/>
          </p:nvSpPr>
          <p:spPr bwMode="auto">
            <a:xfrm>
              <a:off x="2655" y="907"/>
              <a:ext cx="2245" cy="26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4573" name="Rectangle 7"/>
            <p:cNvSpPr>
              <a:spLocks noChangeArrowheads="1"/>
            </p:cNvSpPr>
            <p:nvPr/>
          </p:nvSpPr>
          <p:spPr bwMode="auto">
            <a:xfrm>
              <a:off x="2655" y="907"/>
              <a:ext cx="2245" cy="36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4574" name="Rectangle 8"/>
            <p:cNvSpPr>
              <a:spLocks noChangeArrowheads="1"/>
            </p:cNvSpPr>
            <p:nvPr/>
          </p:nvSpPr>
          <p:spPr bwMode="auto">
            <a:xfrm>
              <a:off x="2745" y="1011"/>
              <a:ext cx="20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194575" name="Rectangle 9"/>
            <p:cNvSpPr>
              <a:spLocks noChangeArrowheads="1"/>
            </p:cNvSpPr>
            <p:nvPr/>
          </p:nvSpPr>
          <p:spPr bwMode="auto">
            <a:xfrm>
              <a:off x="2745" y="1348"/>
              <a:ext cx="20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94567" name="Group 10"/>
          <p:cNvGrpSpPr>
            <a:grpSpLocks/>
          </p:cNvGrpSpPr>
          <p:nvPr/>
        </p:nvGrpSpPr>
        <p:grpSpPr bwMode="auto">
          <a:xfrm>
            <a:off x="711200" y="1439863"/>
            <a:ext cx="3563938" cy="4237037"/>
            <a:chOff x="2655" y="907"/>
            <a:chExt cx="2245" cy="2669"/>
          </a:xfrm>
        </p:grpSpPr>
        <p:sp>
          <p:nvSpPr>
            <p:cNvPr id="194568" name="Rectangle 11"/>
            <p:cNvSpPr>
              <a:spLocks noChangeArrowheads="1"/>
            </p:cNvSpPr>
            <p:nvPr/>
          </p:nvSpPr>
          <p:spPr bwMode="auto">
            <a:xfrm>
              <a:off x="2655" y="907"/>
              <a:ext cx="2245" cy="26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4569" name="Rectangle 12"/>
            <p:cNvSpPr>
              <a:spLocks noChangeArrowheads="1"/>
            </p:cNvSpPr>
            <p:nvPr/>
          </p:nvSpPr>
          <p:spPr bwMode="auto">
            <a:xfrm>
              <a:off x="2655" y="907"/>
              <a:ext cx="2245" cy="36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4570" name="Rectangle 13"/>
            <p:cNvSpPr>
              <a:spLocks noChangeArrowheads="1"/>
            </p:cNvSpPr>
            <p:nvPr/>
          </p:nvSpPr>
          <p:spPr bwMode="auto">
            <a:xfrm>
              <a:off x="2745" y="1011"/>
              <a:ext cx="20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194571" name="Rectangle 14"/>
            <p:cNvSpPr>
              <a:spLocks noChangeArrowheads="1"/>
            </p:cNvSpPr>
            <p:nvPr/>
          </p:nvSpPr>
          <p:spPr bwMode="auto">
            <a:xfrm>
              <a:off x="2745" y="1348"/>
              <a:ext cx="20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2B8608A-D41A-438A-A2F2-A3D17120EDF6}" type="slidenum">
              <a:rPr lang="zh-CN" altLang="en-US" smtClean="0"/>
              <a:pPr defTabSz="895350"/>
              <a:t>188</a:t>
            </a:fld>
            <a:endParaRPr lang="en-US" altLang="zh-CN"/>
          </a:p>
        </p:txBody>
      </p:sp>
      <p:sp>
        <p:nvSpPr>
          <p:cNvPr id="195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55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558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95590" name="Rectangle 5"/>
          <p:cNvSpPr>
            <a:spLocks noChangeArrowheads="1"/>
          </p:cNvSpPr>
          <p:nvPr/>
        </p:nvSpPr>
        <p:spPr bwMode="auto">
          <a:xfrm>
            <a:off x="376238" y="887413"/>
            <a:ext cx="3870325" cy="2517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5591" name="Rectangle 6"/>
          <p:cNvSpPr>
            <a:spLocks noChangeArrowheads="1"/>
          </p:cNvSpPr>
          <p:nvPr/>
        </p:nvSpPr>
        <p:spPr bwMode="auto">
          <a:xfrm>
            <a:off x="376238" y="887413"/>
            <a:ext cx="3870325" cy="4032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195592" name="Rectangle 7"/>
          <p:cNvSpPr>
            <a:spLocks noChangeArrowheads="1"/>
          </p:cNvSpPr>
          <p:nvPr/>
        </p:nvSpPr>
        <p:spPr bwMode="auto">
          <a:xfrm>
            <a:off x="500063" y="966788"/>
            <a:ext cx="3594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 </a:t>
            </a:r>
          </a:p>
        </p:txBody>
      </p:sp>
      <p:sp>
        <p:nvSpPr>
          <p:cNvPr id="195593" name="Rectangle 8"/>
          <p:cNvSpPr>
            <a:spLocks noChangeArrowheads="1"/>
          </p:cNvSpPr>
          <p:nvPr/>
        </p:nvSpPr>
        <p:spPr bwMode="auto">
          <a:xfrm>
            <a:off x="500063" y="1390650"/>
            <a:ext cx="3594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195594" name="Group 9"/>
          <p:cNvGrpSpPr>
            <a:grpSpLocks/>
          </p:cNvGrpSpPr>
          <p:nvPr/>
        </p:nvGrpSpPr>
        <p:grpSpPr bwMode="auto">
          <a:xfrm>
            <a:off x="4551363" y="885825"/>
            <a:ext cx="3870325" cy="2517775"/>
            <a:chOff x="292" y="630"/>
            <a:chExt cx="2438" cy="1586"/>
          </a:xfrm>
        </p:grpSpPr>
        <p:sp>
          <p:nvSpPr>
            <p:cNvPr id="195605" name="Rectangle 10"/>
            <p:cNvSpPr>
              <a:spLocks noChangeArrowheads="1"/>
            </p:cNvSpPr>
            <p:nvPr/>
          </p:nvSpPr>
          <p:spPr bwMode="auto">
            <a:xfrm>
              <a:off x="292" y="630"/>
              <a:ext cx="2438" cy="158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5606" name="Rectangle 11"/>
            <p:cNvSpPr>
              <a:spLocks noChangeArrowheads="1"/>
            </p:cNvSpPr>
            <p:nvPr/>
          </p:nvSpPr>
          <p:spPr bwMode="auto">
            <a:xfrm>
              <a:off x="292" y="630"/>
              <a:ext cx="2438" cy="25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5607" name="Rectangle 12"/>
            <p:cNvSpPr>
              <a:spLocks noChangeArrowheads="1"/>
            </p:cNvSpPr>
            <p:nvPr/>
          </p:nvSpPr>
          <p:spPr bwMode="auto">
            <a:xfrm>
              <a:off x="370" y="680"/>
              <a:ext cx="2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195608" name="Rectangle 13"/>
            <p:cNvSpPr>
              <a:spLocks noChangeArrowheads="1"/>
            </p:cNvSpPr>
            <p:nvPr/>
          </p:nvSpPr>
          <p:spPr bwMode="auto">
            <a:xfrm>
              <a:off x="370" y="947"/>
              <a:ext cx="2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95595" name="Group 14"/>
          <p:cNvGrpSpPr>
            <a:grpSpLocks/>
          </p:cNvGrpSpPr>
          <p:nvPr/>
        </p:nvGrpSpPr>
        <p:grpSpPr bwMode="auto">
          <a:xfrm>
            <a:off x="376238" y="3605213"/>
            <a:ext cx="3870325" cy="2517775"/>
            <a:chOff x="292" y="630"/>
            <a:chExt cx="2438" cy="1586"/>
          </a:xfrm>
        </p:grpSpPr>
        <p:sp>
          <p:nvSpPr>
            <p:cNvPr id="195601" name="Rectangle 15"/>
            <p:cNvSpPr>
              <a:spLocks noChangeArrowheads="1"/>
            </p:cNvSpPr>
            <p:nvPr/>
          </p:nvSpPr>
          <p:spPr bwMode="auto">
            <a:xfrm>
              <a:off x="292" y="630"/>
              <a:ext cx="2438" cy="158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5602" name="Rectangle 16"/>
            <p:cNvSpPr>
              <a:spLocks noChangeArrowheads="1"/>
            </p:cNvSpPr>
            <p:nvPr/>
          </p:nvSpPr>
          <p:spPr bwMode="auto">
            <a:xfrm>
              <a:off x="292" y="630"/>
              <a:ext cx="2438" cy="25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5603" name="Rectangle 17"/>
            <p:cNvSpPr>
              <a:spLocks noChangeArrowheads="1"/>
            </p:cNvSpPr>
            <p:nvPr/>
          </p:nvSpPr>
          <p:spPr bwMode="auto">
            <a:xfrm>
              <a:off x="370" y="680"/>
              <a:ext cx="2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195604" name="Rectangle 18"/>
            <p:cNvSpPr>
              <a:spLocks noChangeArrowheads="1"/>
            </p:cNvSpPr>
            <p:nvPr/>
          </p:nvSpPr>
          <p:spPr bwMode="auto">
            <a:xfrm>
              <a:off x="370" y="947"/>
              <a:ext cx="2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95596" name="Group 19"/>
          <p:cNvGrpSpPr>
            <a:grpSpLocks/>
          </p:cNvGrpSpPr>
          <p:nvPr/>
        </p:nvGrpSpPr>
        <p:grpSpPr bwMode="auto">
          <a:xfrm>
            <a:off x="4551363" y="3603625"/>
            <a:ext cx="3870325" cy="2517775"/>
            <a:chOff x="292" y="630"/>
            <a:chExt cx="2438" cy="1586"/>
          </a:xfrm>
        </p:grpSpPr>
        <p:sp>
          <p:nvSpPr>
            <p:cNvPr id="195597" name="Rectangle 20"/>
            <p:cNvSpPr>
              <a:spLocks noChangeArrowheads="1"/>
            </p:cNvSpPr>
            <p:nvPr/>
          </p:nvSpPr>
          <p:spPr bwMode="auto">
            <a:xfrm>
              <a:off x="292" y="630"/>
              <a:ext cx="2438" cy="158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5598" name="Rectangle 21"/>
            <p:cNvSpPr>
              <a:spLocks noChangeArrowheads="1"/>
            </p:cNvSpPr>
            <p:nvPr/>
          </p:nvSpPr>
          <p:spPr bwMode="auto">
            <a:xfrm>
              <a:off x="292" y="630"/>
              <a:ext cx="2438" cy="25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195599" name="Rectangle 22"/>
            <p:cNvSpPr>
              <a:spLocks noChangeArrowheads="1"/>
            </p:cNvSpPr>
            <p:nvPr/>
          </p:nvSpPr>
          <p:spPr bwMode="auto">
            <a:xfrm>
              <a:off x="370" y="680"/>
              <a:ext cx="2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195600" name="Rectangle 23"/>
            <p:cNvSpPr>
              <a:spLocks noChangeArrowheads="1"/>
            </p:cNvSpPr>
            <p:nvPr/>
          </p:nvSpPr>
          <p:spPr bwMode="auto">
            <a:xfrm>
              <a:off x="370" y="947"/>
              <a:ext cx="22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81B86DF-A720-4737-91B4-FD379DAD7941}" type="slidenum">
              <a:rPr lang="zh-CN" altLang="en-US" smtClean="0"/>
              <a:pPr defTabSz="895350"/>
              <a:t>189</a:t>
            </a:fld>
            <a:endParaRPr lang="en-US" altLang="zh-CN"/>
          </a:p>
        </p:txBody>
      </p:sp>
      <p:sp>
        <p:nvSpPr>
          <p:cNvPr id="196611" name="Freeform 2"/>
          <p:cNvSpPr>
            <a:spLocks/>
          </p:cNvSpPr>
          <p:nvPr/>
        </p:nvSpPr>
        <p:spPr bwMode="auto">
          <a:xfrm>
            <a:off x="4460875" y="1093788"/>
            <a:ext cx="4027488" cy="2533650"/>
          </a:xfrm>
          <a:custGeom>
            <a:avLst/>
            <a:gdLst>
              <a:gd name="T0" fmla="*/ 730 w 2537"/>
              <a:gd name="T1" fmla="*/ 0 h 1596"/>
              <a:gd name="T2" fmla="*/ 2537 w 2537"/>
              <a:gd name="T3" fmla="*/ 0 h 1596"/>
              <a:gd name="T4" fmla="*/ 2537 w 2537"/>
              <a:gd name="T5" fmla="*/ 1411 h 1596"/>
              <a:gd name="T6" fmla="*/ 730 w 2537"/>
              <a:gd name="T7" fmla="*/ 1411 h 1596"/>
              <a:gd name="T8" fmla="*/ 0 w 2537"/>
              <a:gd name="T9" fmla="*/ 1596 h 1596"/>
              <a:gd name="T10" fmla="*/ 0 w 2537"/>
              <a:gd name="T11" fmla="*/ 1364 h 1596"/>
              <a:gd name="T12" fmla="*/ 730 w 2537"/>
              <a:gd name="T13" fmla="*/ 0 h 15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7" h="1596">
                <a:moveTo>
                  <a:pt x="730" y="0"/>
                </a:moveTo>
                <a:lnTo>
                  <a:pt x="2537" y="0"/>
                </a:lnTo>
                <a:lnTo>
                  <a:pt x="2537" y="1411"/>
                </a:lnTo>
                <a:lnTo>
                  <a:pt x="730" y="1411"/>
                </a:lnTo>
                <a:lnTo>
                  <a:pt x="0" y="1596"/>
                </a:lnTo>
                <a:lnTo>
                  <a:pt x="0" y="1364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6612" name="Freeform 3"/>
          <p:cNvSpPr>
            <a:spLocks/>
          </p:cNvSpPr>
          <p:nvPr/>
        </p:nvSpPr>
        <p:spPr bwMode="auto">
          <a:xfrm flipH="1">
            <a:off x="400050" y="1092200"/>
            <a:ext cx="4027488" cy="2533650"/>
          </a:xfrm>
          <a:custGeom>
            <a:avLst/>
            <a:gdLst>
              <a:gd name="T0" fmla="*/ 730 w 2537"/>
              <a:gd name="T1" fmla="*/ 0 h 1596"/>
              <a:gd name="T2" fmla="*/ 2537 w 2537"/>
              <a:gd name="T3" fmla="*/ 0 h 1596"/>
              <a:gd name="T4" fmla="*/ 2537 w 2537"/>
              <a:gd name="T5" fmla="*/ 1411 h 1596"/>
              <a:gd name="T6" fmla="*/ 730 w 2537"/>
              <a:gd name="T7" fmla="*/ 1411 h 1596"/>
              <a:gd name="T8" fmla="*/ 0 w 2537"/>
              <a:gd name="T9" fmla="*/ 1596 h 1596"/>
              <a:gd name="T10" fmla="*/ 0 w 2537"/>
              <a:gd name="T11" fmla="*/ 1364 h 1596"/>
              <a:gd name="T12" fmla="*/ 730 w 2537"/>
              <a:gd name="T13" fmla="*/ 0 h 15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7" h="1596">
                <a:moveTo>
                  <a:pt x="730" y="0"/>
                </a:moveTo>
                <a:lnTo>
                  <a:pt x="2537" y="0"/>
                </a:lnTo>
                <a:lnTo>
                  <a:pt x="2537" y="1411"/>
                </a:lnTo>
                <a:lnTo>
                  <a:pt x="730" y="1411"/>
                </a:lnTo>
                <a:lnTo>
                  <a:pt x="0" y="1596"/>
                </a:lnTo>
                <a:lnTo>
                  <a:pt x="0" y="1364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6613" name="Freeform 4"/>
          <p:cNvSpPr>
            <a:spLocks/>
          </p:cNvSpPr>
          <p:nvPr/>
        </p:nvSpPr>
        <p:spPr bwMode="auto">
          <a:xfrm flipV="1">
            <a:off x="4460875" y="3624263"/>
            <a:ext cx="4027488" cy="2533650"/>
          </a:xfrm>
          <a:custGeom>
            <a:avLst/>
            <a:gdLst>
              <a:gd name="T0" fmla="*/ 730 w 2537"/>
              <a:gd name="T1" fmla="*/ 0 h 1596"/>
              <a:gd name="T2" fmla="*/ 2537 w 2537"/>
              <a:gd name="T3" fmla="*/ 0 h 1596"/>
              <a:gd name="T4" fmla="*/ 2537 w 2537"/>
              <a:gd name="T5" fmla="*/ 1411 h 1596"/>
              <a:gd name="T6" fmla="*/ 730 w 2537"/>
              <a:gd name="T7" fmla="*/ 1411 h 1596"/>
              <a:gd name="T8" fmla="*/ 0 w 2537"/>
              <a:gd name="T9" fmla="*/ 1596 h 1596"/>
              <a:gd name="T10" fmla="*/ 0 w 2537"/>
              <a:gd name="T11" fmla="*/ 1364 h 1596"/>
              <a:gd name="T12" fmla="*/ 730 w 2537"/>
              <a:gd name="T13" fmla="*/ 0 h 15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7" h="1596">
                <a:moveTo>
                  <a:pt x="730" y="0"/>
                </a:moveTo>
                <a:lnTo>
                  <a:pt x="2537" y="0"/>
                </a:lnTo>
                <a:lnTo>
                  <a:pt x="2537" y="1411"/>
                </a:lnTo>
                <a:lnTo>
                  <a:pt x="730" y="1411"/>
                </a:lnTo>
                <a:lnTo>
                  <a:pt x="0" y="1596"/>
                </a:lnTo>
                <a:lnTo>
                  <a:pt x="0" y="1364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6614" name="Freeform 5"/>
          <p:cNvSpPr>
            <a:spLocks/>
          </p:cNvSpPr>
          <p:nvPr/>
        </p:nvSpPr>
        <p:spPr bwMode="auto">
          <a:xfrm flipH="1" flipV="1">
            <a:off x="400050" y="3624263"/>
            <a:ext cx="4027488" cy="2533650"/>
          </a:xfrm>
          <a:custGeom>
            <a:avLst/>
            <a:gdLst>
              <a:gd name="T0" fmla="*/ 730 w 2537"/>
              <a:gd name="T1" fmla="*/ 0 h 1596"/>
              <a:gd name="T2" fmla="*/ 2537 w 2537"/>
              <a:gd name="T3" fmla="*/ 0 h 1596"/>
              <a:gd name="T4" fmla="*/ 2537 w 2537"/>
              <a:gd name="T5" fmla="*/ 1411 h 1596"/>
              <a:gd name="T6" fmla="*/ 730 w 2537"/>
              <a:gd name="T7" fmla="*/ 1411 h 1596"/>
              <a:gd name="T8" fmla="*/ 0 w 2537"/>
              <a:gd name="T9" fmla="*/ 1596 h 1596"/>
              <a:gd name="T10" fmla="*/ 0 w 2537"/>
              <a:gd name="T11" fmla="*/ 1364 h 1596"/>
              <a:gd name="T12" fmla="*/ 730 w 2537"/>
              <a:gd name="T13" fmla="*/ 0 h 15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7" h="1596">
                <a:moveTo>
                  <a:pt x="730" y="0"/>
                </a:moveTo>
                <a:lnTo>
                  <a:pt x="2537" y="0"/>
                </a:lnTo>
                <a:lnTo>
                  <a:pt x="2537" y="1411"/>
                </a:lnTo>
                <a:lnTo>
                  <a:pt x="730" y="1411"/>
                </a:lnTo>
                <a:lnTo>
                  <a:pt x="0" y="1596"/>
                </a:lnTo>
                <a:lnTo>
                  <a:pt x="0" y="1364"/>
                </a:lnTo>
                <a:lnTo>
                  <a:pt x="73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6615" name="Rectangle 6"/>
          <p:cNvSpPr>
            <a:spLocks noGrp="1" noChangeArrowheads="1"/>
          </p:cNvSpPr>
          <p:nvPr>
            <p:ph type="title"/>
          </p:nvPr>
        </p:nvSpPr>
        <p:spPr>
          <a:xfrm>
            <a:off x="119063" y="230188"/>
            <a:ext cx="8220075" cy="288925"/>
          </a:xfrm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6616" name="Oval 7"/>
          <p:cNvSpPr>
            <a:spLocks noChangeArrowheads="1"/>
          </p:cNvSpPr>
          <p:nvPr/>
        </p:nvSpPr>
        <p:spPr bwMode="blackWhite">
          <a:xfrm>
            <a:off x="3670300" y="2995613"/>
            <a:ext cx="1549400" cy="1260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25400" dir="54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6617" name="Rectangle 8"/>
          <p:cNvSpPr>
            <a:spLocks noChangeArrowheads="1"/>
          </p:cNvSpPr>
          <p:nvPr/>
        </p:nvSpPr>
        <p:spPr bwMode="auto">
          <a:xfrm>
            <a:off x="3937000" y="3503613"/>
            <a:ext cx="101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xxxxx</a:t>
            </a:r>
            <a:endParaRPr lang="en-US" altLang="ko-KR">
              <a:ea typeface="Gulim" pitchFamily="34" charset="-127"/>
            </a:endParaRPr>
          </a:p>
        </p:txBody>
      </p:sp>
      <p:sp>
        <p:nvSpPr>
          <p:cNvPr id="196618" name="Rectangle 9"/>
          <p:cNvSpPr>
            <a:spLocks noChangeArrowheads="1"/>
          </p:cNvSpPr>
          <p:nvPr/>
        </p:nvSpPr>
        <p:spPr bwMode="auto">
          <a:xfrm>
            <a:off x="501650" y="1187450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96619" name="Rectangle 10"/>
          <p:cNvSpPr>
            <a:spLocks noChangeArrowheads="1"/>
          </p:cNvSpPr>
          <p:nvPr/>
        </p:nvSpPr>
        <p:spPr bwMode="auto">
          <a:xfrm>
            <a:off x="501650" y="1611313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6620" name="Rectangle 11"/>
          <p:cNvSpPr>
            <a:spLocks noChangeArrowheads="1"/>
          </p:cNvSpPr>
          <p:nvPr/>
        </p:nvSpPr>
        <p:spPr bwMode="auto">
          <a:xfrm>
            <a:off x="5680075" y="1187450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96621" name="Rectangle 12"/>
          <p:cNvSpPr>
            <a:spLocks noChangeArrowheads="1"/>
          </p:cNvSpPr>
          <p:nvPr/>
        </p:nvSpPr>
        <p:spPr bwMode="auto">
          <a:xfrm>
            <a:off x="5680075" y="1611313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6622" name="Rectangle 13"/>
          <p:cNvSpPr>
            <a:spLocks noChangeArrowheads="1"/>
          </p:cNvSpPr>
          <p:nvPr/>
        </p:nvSpPr>
        <p:spPr bwMode="auto">
          <a:xfrm>
            <a:off x="501650" y="4032250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96623" name="Rectangle 14"/>
          <p:cNvSpPr>
            <a:spLocks noChangeArrowheads="1"/>
          </p:cNvSpPr>
          <p:nvPr/>
        </p:nvSpPr>
        <p:spPr bwMode="auto">
          <a:xfrm>
            <a:off x="501650" y="4456113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6624" name="Rectangle 15"/>
          <p:cNvSpPr>
            <a:spLocks noChangeArrowheads="1"/>
          </p:cNvSpPr>
          <p:nvPr/>
        </p:nvSpPr>
        <p:spPr bwMode="auto">
          <a:xfrm>
            <a:off x="5680075" y="4032250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196625" name="Rectangle 16"/>
          <p:cNvSpPr>
            <a:spLocks noChangeArrowheads="1"/>
          </p:cNvSpPr>
          <p:nvPr/>
        </p:nvSpPr>
        <p:spPr bwMode="auto">
          <a:xfrm>
            <a:off x="5680075" y="4456113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87CDC20-45C1-4A23-81E7-E93B5215D8A0}" type="slidenum">
              <a:rPr lang="zh-CN" altLang="en-US" smtClean="0"/>
              <a:pPr defTabSz="895350"/>
              <a:t>190</a:t>
            </a:fld>
            <a:endParaRPr lang="en-US" altLang="zh-CN"/>
          </a:p>
        </p:txBody>
      </p:sp>
      <p:sp>
        <p:nvSpPr>
          <p:cNvPr id="197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763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763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97638" name="AutoShape 5"/>
          <p:cNvSpPr>
            <a:spLocks noChangeArrowheads="1"/>
          </p:cNvSpPr>
          <p:nvPr/>
        </p:nvSpPr>
        <p:spPr bwMode="auto">
          <a:xfrm>
            <a:off x="5672138" y="1423988"/>
            <a:ext cx="2713037" cy="4211637"/>
          </a:xfrm>
          <a:prstGeom prst="homePlate">
            <a:avLst>
              <a:gd name="adj" fmla="val 166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7639" name="Rectangle 6"/>
          <p:cNvSpPr>
            <a:spLocks noChangeArrowheads="1"/>
          </p:cNvSpPr>
          <p:nvPr/>
        </p:nvSpPr>
        <p:spPr bwMode="auto">
          <a:xfrm>
            <a:off x="5864225" y="2032000"/>
            <a:ext cx="2095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b="1">
                <a:ea typeface="Gulim" pitchFamily="34" charset="-127"/>
              </a:rPr>
              <a:t> </a:t>
            </a:r>
            <a:endParaRPr lang="en-US" altLang="ko-KR">
              <a:ea typeface="Gulim" pitchFamily="34" charset="-127"/>
            </a:endParaRPr>
          </a:p>
        </p:txBody>
      </p:sp>
      <p:sp>
        <p:nvSpPr>
          <p:cNvPr id="197640" name="Freeform 7"/>
          <p:cNvSpPr>
            <a:spLocks/>
          </p:cNvSpPr>
          <p:nvPr/>
        </p:nvSpPr>
        <p:spPr bwMode="auto">
          <a:xfrm>
            <a:off x="5672138" y="1419225"/>
            <a:ext cx="2355850" cy="436563"/>
          </a:xfrm>
          <a:custGeom>
            <a:avLst/>
            <a:gdLst>
              <a:gd name="T0" fmla="*/ 0 w 1544"/>
              <a:gd name="T1" fmla="*/ 0 h 311"/>
              <a:gd name="T2" fmla="*/ 2147483647 w 1544"/>
              <a:gd name="T3" fmla="*/ 0 h 311"/>
              <a:gd name="T4" fmla="*/ 2147483647 w 1544"/>
              <a:gd name="T5" fmla="*/ 2147483647 h 311"/>
              <a:gd name="T6" fmla="*/ 0 w 1544"/>
              <a:gd name="T7" fmla="*/ 2147483647 h 311"/>
              <a:gd name="T8" fmla="*/ 0 w 1544"/>
              <a:gd name="T9" fmla="*/ 0 h 3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44"/>
              <a:gd name="T16" fmla="*/ 0 h 311"/>
              <a:gd name="T17" fmla="*/ 1544 w 1544"/>
              <a:gd name="T18" fmla="*/ 311 h 3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44" h="311">
                <a:moveTo>
                  <a:pt x="0" y="0"/>
                </a:moveTo>
                <a:lnTo>
                  <a:pt x="1478" y="0"/>
                </a:lnTo>
                <a:lnTo>
                  <a:pt x="1544" y="311"/>
                </a:lnTo>
                <a:lnTo>
                  <a:pt x="0" y="31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97641" name="Rectangle 8"/>
          <p:cNvSpPr>
            <a:spLocks noChangeArrowheads="1"/>
          </p:cNvSpPr>
          <p:nvPr/>
        </p:nvSpPr>
        <p:spPr bwMode="auto">
          <a:xfrm>
            <a:off x="5864225" y="1516063"/>
            <a:ext cx="1941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</p:txBody>
      </p:sp>
      <p:sp>
        <p:nvSpPr>
          <p:cNvPr id="197642" name="AutoShape 9"/>
          <p:cNvSpPr>
            <a:spLocks noChangeArrowheads="1"/>
          </p:cNvSpPr>
          <p:nvPr/>
        </p:nvSpPr>
        <p:spPr bwMode="auto">
          <a:xfrm>
            <a:off x="3116263" y="1423988"/>
            <a:ext cx="2713037" cy="4211637"/>
          </a:xfrm>
          <a:prstGeom prst="homePlate">
            <a:avLst>
              <a:gd name="adj" fmla="val 166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7643" name="Rectangle 10"/>
          <p:cNvSpPr>
            <a:spLocks noChangeArrowheads="1"/>
          </p:cNvSpPr>
          <p:nvPr/>
        </p:nvSpPr>
        <p:spPr bwMode="auto">
          <a:xfrm>
            <a:off x="3309938" y="2032000"/>
            <a:ext cx="2090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97644" name="Freeform 11"/>
          <p:cNvSpPr>
            <a:spLocks/>
          </p:cNvSpPr>
          <p:nvPr/>
        </p:nvSpPr>
        <p:spPr bwMode="auto">
          <a:xfrm>
            <a:off x="3116263" y="1419225"/>
            <a:ext cx="2354262" cy="436563"/>
          </a:xfrm>
          <a:custGeom>
            <a:avLst/>
            <a:gdLst>
              <a:gd name="T0" fmla="*/ 0 w 1544"/>
              <a:gd name="T1" fmla="*/ 0 h 311"/>
              <a:gd name="T2" fmla="*/ 2147483647 w 1544"/>
              <a:gd name="T3" fmla="*/ 0 h 311"/>
              <a:gd name="T4" fmla="*/ 2147483647 w 1544"/>
              <a:gd name="T5" fmla="*/ 2147483647 h 311"/>
              <a:gd name="T6" fmla="*/ 0 w 1544"/>
              <a:gd name="T7" fmla="*/ 2147483647 h 311"/>
              <a:gd name="T8" fmla="*/ 0 w 1544"/>
              <a:gd name="T9" fmla="*/ 0 h 3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44"/>
              <a:gd name="T16" fmla="*/ 0 h 311"/>
              <a:gd name="T17" fmla="*/ 1544 w 1544"/>
              <a:gd name="T18" fmla="*/ 311 h 3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44" h="311">
                <a:moveTo>
                  <a:pt x="0" y="0"/>
                </a:moveTo>
                <a:lnTo>
                  <a:pt x="1478" y="0"/>
                </a:lnTo>
                <a:lnTo>
                  <a:pt x="1544" y="311"/>
                </a:lnTo>
                <a:lnTo>
                  <a:pt x="0" y="31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97645" name="Rectangle 12"/>
          <p:cNvSpPr>
            <a:spLocks noChangeArrowheads="1"/>
          </p:cNvSpPr>
          <p:nvPr/>
        </p:nvSpPr>
        <p:spPr bwMode="auto">
          <a:xfrm>
            <a:off x="3309938" y="1516063"/>
            <a:ext cx="1938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</p:txBody>
      </p:sp>
      <p:sp>
        <p:nvSpPr>
          <p:cNvPr id="197646" name="AutoShape 13"/>
          <p:cNvSpPr>
            <a:spLocks noChangeArrowheads="1"/>
          </p:cNvSpPr>
          <p:nvPr/>
        </p:nvSpPr>
        <p:spPr bwMode="auto">
          <a:xfrm>
            <a:off x="550863" y="1423988"/>
            <a:ext cx="2713037" cy="4211637"/>
          </a:xfrm>
          <a:prstGeom prst="homePlate">
            <a:avLst>
              <a:gd name="adj" fmla="val 166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7647" name="Rectangle 14"/>
          <p:cNvSpPr>
            <a:spLocks noChangeArrowheads="1"/>
          </p:cNvSpPr>
          <p:nvPr/>
        </p:nvSpPr>
        <p:spPr bwMode="auto">
          <a:xfrm>
            <a:off x="744538" y="2032000"/>
            <a:ext cx="2093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spcAft>
                <a:spcPct val="50000"/>
              </a:spcAft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197648" name="Freeform 15"/>
          <p:cNvSpPr>
            <a:spLocks/>
          </p:cNvSpPr>
          <p:nvPr/>
        </p:nvSpPr>
        <p:spPr bwMode="auto">
          <a:xfrm>
            <a:off x="550863" y="1419225"/>
            <a:ext cx="2355850" cy="436563"/>
          </a:xfrm>
          <a:custGeom>
            <a:avLst/>
            <a:gdLst>
              <a:gd name="T0" fmla="*/ 0 w 1544"/>
              <a:gd name="T1" fmla="*/ 0 h 311"/>
              <a:gd name="T2" fmla="*/ 2147483647 w 1544"/>
              <a:gd name="T3" fmla="*/ 0 h 311"/>
              <a:gd name="T4" fmla="*/ 2147483647 w 1544"/>
              <a:gd name="T5" fmla="*/ 2147483647 h 311"/>
              <a:gd name="T6" fmla="*/ 0 w 1544"/>
              <a:gd name="T7" fmla="*/ 2147483647 h 311"/>
              <a:gd name="T8" fmla="*/ 0 w 1544"/>
              <a:gd name="T9" fmla="*/ 0 h 3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44"/>
              <a:gd name="T16" fmla="*/ 0 h 311"/>
              <a:gd name="T17" fmla="*/ 1544 w 1544"/>
              <a:gd name="T18" fmla="*/ 311 h 3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44" h="311">
                <a:moveTo>
                  <a:pt x="0" y="0"/>
                </a:moveTo>
                <a:lnTo>
                  <a:pt x="1478" y="0"/>
                </a:lnTo>
                <a:lnTo>
                  <a:pt x="1544" y="311"/>
                </a:lnTo>
                <a:lnTo>
                  <a:pt x="0" y="31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97649" name="Rectangle 16"/>
          <p:cNvSpPr>
            <a:spLocks noChangeArrowheads="1"/>
          </p:cNvSpPr>
          <p:nvPr/>
        </p:nvSpPr>
        <p:spPr bwMode="auto">
          <a:xfrm>
            <a:off x="744538" y="1516063"/>
            <a:ext cx="1939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 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5E97BBC-014B-43D7-8FEF-36FF1CC752E5}" type="slidenum">
              <a:rPr lang="zh-CN" altLang="en-US" smtClean="0"/>
              <a:pPr defTabSz="895350"/>
              <a:t>191</a:t>
            </a:fld>
            <a:endParaRPr lang="en-US" altLang="zh-CN"/>
          </a:p>
        </p:txBody>
      </p:sp>
      <p:sp>
        <p:nvSpPr>
          <p:cNvPr id="198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86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866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198662" name="AutoShape 5"/>
          <p:cNvSpPr>
            <a:spLocks noChangeArrowheads="1"/>
          </p:cNvSpPr>
          <p:nvPr/>
        </p:nvSpPr>
        <p:spPr bwMode="auto">
          <a:xfrm>
            <a:off x="331788" y="1439863"/>
            <a:ext cx="3562350" cy="4237037"/>
          </a:xfrm>
          <a:prstGeom prst="homePlate">
            <a:avLst>
              <a:gd name="adj" fmla="val 180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8663" name="Freeform 6"/>
          <p:cNvSpPr>
            <a:spLocks/>
          </p:cNvSpPr>
          <p:nvPr/>
        </p:nvSpPr>
        <p:spPr bwMode="auto">
          <a:xfrm>
            <a:off x="331788" y="1435100"/>
            <a:ext cx="3101975" cy="581025"/>
          </a:xfrm>
          <a:custGeom>
            <a:avLst/>
            <a:gdLst>
              <a:gd name="T0" fmla="*/ 2147483647 w 1955"/>
              <a:gd name="T1" fmla="*/ 0 h 366"/>
              <a:gd name="T2" fmla="*/ 0 w 1955"/>
              <a:gd name="T3" fmla="*/ 2147483647 h 366"/>
              <a:gd name="T4" fmla="*/ 2147483647 w 1955"/>
              <a:gd name="T5" fmla="*/ 2147483647 h 366"/>
              <a:gd name="T6" fmla="*/ 2147483647 w 1955"/>
              <a:gd name="T7" fmla="*/ 2147483647 h 366"/>
              <a:gd name="T8" fmla="*/ 2147483647 w 1955"/>
              <a:gd name="T9" fmla="*/ 0 h 3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55"/>
              <a:gd name="T16" fmla="*/ 0 h 366"/>
              <a:gd name="T17" fmla="*/ 1955 w 1955"/>
              <a:gd name="T18" fmla="*/ 366 h 3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55" h="366">
                <a:moveTo>
                  <a:pt x="3" y="0"/>
                </a:moveTo>
                <a:lnTo>
                  <a:pt x="0" y="366"/>
                </a:lnTo>
                <a:lnTo>
                  <a:pt x="1955" y="366"/>
                </a:lnTo>
                <a:lnTo>
                  <a:pt x="1849" y="2"/>
                </a:lnTo>
                <a:lnTo>
                  <a:pt x="3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98664" name="Rectangle 7"/>
          <p:cNvSpPr>
            <a:spLocks noChangeArrowheads="1"/>
          </p:cNvSpPr>
          <p:nvPr/>
        </p:nvSpPr>
        <p:spPr bwMode="auto">
          <a:xfrm>
            <a:off x="439738" y="1611313"/>
            <a:ext cx="2820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 </a:t>
            </a:r>
          </a:p>
        </p:txBody>
      </p:sp>
      <p:sp>
        <p:nvSpPr>
          <p:cNvPr id="198665" name="Rectangle 8"/>
          <p:cNvSpPr>
            <a:spLocks noChangeArrowheads="1"/>
          </p:cNvSpPr>
          <p:nvPr/>
        </p:nvSpPr>
        <p:spPr bwMode="auto">
          <a:xfrm>
            <a:off x="439738" y="2139950"/>
            <a:ext cx="2857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8666" name="AutoShape 9"/>
          <p:cNvSpPr>
            <a:spLocks noChangeArrowheads="1"/>
          </p:cNvSpPr>
          <p:nvPr/>
        </p:nvSpPr>
        <p:spPr bwMode="auto">
          <a:xfrm flipH="1">
            <a:off x="4964113" y="1439863"/>
            <a:ext cx="3562350" cy="4237037"/>
          </a:xfrm>
          <a:prstGeom prst="homePlate">
            <a:avLst>
              <a:gd name="adj" fmla="val 180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8667" name="Freeform 10"/>
          <p:cNvSpPr>
            <a:spLocks/>
          </p:cNvSpPr>
          <p:nvPr/>
        </p:nvSpPr>
        <p:spPr bwMode="auto">
          <a:xfrm flipH="1">
            <a:off x="5424488" y="1435100"/>
            <a:ext cx="3101975" cy="581025"/>
          </a:xfrm>
          <a:custGeom>
            <a:avLst/>
            <a:gdLst>
              <a:gd name="T0" fmla="*/ 2147483647 w 1955"/>
              <a:gd name="T1" fmla="*/ 0 h 366"/>
              <a:gd name="T2" fmla="*/ 0 w 1955"/>
              <a:gd name="T3" fmla="*/ 2147483647 h 366"/>
              <a:gd name="T4" fmla="*/ 2147483647 w 1955"/>
              <a:gd name="T5" fmla="*/ 2147483647 h 366"/>
              <a:gd name="T6" fmla="*/ 2147483647 w 1955"/>
              <a:gd name="T7" fmla="*/ 2147483647 h 366"/>
              <a:gd name="T8" fmla="*/ 2147483647 w 1955"/>
              <a:gd name="T9" fmla="*/ 0 h 3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55"/>
              <a:gd name="T16" fmla="*/ 0 h 366"/>
              <a:gd name="T17" fmla="*/ 1955 w 1955"/>
              <a:gd name="T18" fmla="*/ 366 h 3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55" h="366">
                <a:moveTo>
                  <a:pt x="3" y="0"/>
                </a:moveTo>
                <a:lnTo>
                  <a:pt x="0" y="366"/>
                </a:lnTo>
                <a:lnTo>
                  <a:pt x="1955" y="366"/>
                </a:lnTo>
                <a:lnTo>
                  <a:pt x="1849" y="2"/>
                </a:lnTo>
                <a:lnTo>
                  <a:pt x="3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98668" name="Rectangle 11"/>
          <p:cNvSpPr>
            <a:spLocks noChangeArrowheads="1"/>
          </p:cNvSpPr>
          <p:nvPr/>
        </p:nvSpPr>
        <p:spPr bwMode="auto">
          <a:xfrm flipH="1">
            <a:off x="5727700" y="1611313"/>
            <a:ext cx="26876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bg1"/>
                </a:solidFill>
                <a:ea typeface="Gulim" pitchFamily="34" charset="-127"/>
              </a:rPr>
              <a:t>Title </a:t>
            </a:r>
          </a:p>
        </p:txBody>
      </p:sp>
      <p:sp>
        <p:nvSpPr>
          <p:cNvPr id="198669" name="Rectangle 12"/>
          <p:cNvSpPr>
            <a:spLocks noChangeArrowheads="1"/>
          </p:cNvSpPr>
          <p:nvPr/>
        </p:nvSpPr>
        <p:spPr bwMode="auto">
          <a:xfrm flipH="1">
            <a:off x="5727700" y="2139950"/>
            <a:ext cx="27225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8670" name="Freeform 13"/>
          <p:cNvSpPr>
            <a:spLocks/>
          </p:cNvSpPr>
          <p:nvPr/>
        </p:nvSpPr>
        <p:spPr bwMode="auto">
          <a:xfrm>
            <a:off x="3028950" y="2325688"/>
            <a:ext cx="2743200" cy="2660650"/>
          </a:xfrm>
          <a:custGeom>
            <a:avLst/>
            <a:gdLst>
              <a:gd name="T0" fmla="*/ 280 w 761"/>
              <a:gd name="T1" fmla="*/ 0 h 633"/>
              <a:gd name="T2" fmla="*/ 344 w 761"/>
              <a:gd name="T3" fmla="*/ 128 h 633"/>
              <a:gd name="T4" fmla="*/ 384 w 761"/>
              <a:gd name="T5" fmla="*/ 56 h 633"/>
              <a:gd name="T6" fmla="*/ 408 w 761"/>
              <a:gd name="T7" fmla="*/ 136 h 633"/>
              <a:gd name="T8" fmla="*/ 432 w 761"/>
              <a:gd name="T9" fmla="*/ 88 h 633"/>
              <a:gd name="T10" fmla="*/ 440 w 761"/>
              <a:gd name="T11" fmla="*/ 128 h 633"/>
              <a:gd name="T12" fmla="*/ 536 w 761"/>
              <a:gd name="T13" fmla="*/ 8 h 633"/>
              <a:gd name="T14" fmla="*/ 496 w 761"/>
              <a:gd name="T15" fmla="*/ 160 h 633"/>
              <a:gd name="T16" fmla="*/ 600 w 761"/>
              <a:gd name="T17" fmla="*/ 88 h 633"/>
              <a:gd name="T18" fmla="*/ 544 w 761"/>
              <a:gd name="T19" fmla="*/ 176 h 633"/>
              <a:gd name="T20" fmla="*/ 712 w 761"/>
              <a:gd name="T21" fmla="*/ 104 h 633"/>
              <a:gd name="T22" fmla="*/ 600 w 761"/>
              <a:gd name="T23" fmla="*/ 200 h 633"/>
              <a:gd name="T24" fmla="*/ 712 w 761"/>
              <a:gd name="T25" fmla="*/ 176 h 633"/>
              <a:gd name="T26" fmla="*/ 624 w 761"/>
              <a:gd name="T27" fmla="*/ 232 h 633"/>
              <a:gd name="T28" fmla="*/ 760 w 761"/>
              <a:gd name="T29" fmla="*/ 216 h 633"/>
              <a:gd name="T30" fmla="*/ 656 w 761"/>
              <a:gd name="T31" fmla="*/ 288 h 633"/>
              <a:gd name="T32" fmla="*/ 760 w 761"/>
              <a:gd name="T33" fmla="*/ 288 h 633"/>
              <a:gd name="T34" fmla="*/ 656 w 761"/>
              <a:gd name="T35" fmla="*/ 320 h 633"/>
              <a:gd name="T36" fmla="*/ 712 w 761"/>
              <a:gd name="T37" fmla="*/ 328 h 633"/>
              <a:gd name="T38" fmla="*/ 624 w 761"/>
              <a:gd name="T39" fmla="*/ 336 h 633"/>
              <a:gd name="T40" fmla="*/ 760 w 761"/>
              <a:gd name="T41" fmla="*/ 400 h 633"/>
              <a:gd name="T42" fmla="*/ 616 w 761"/>
              <a:gd name="T43" fmla="*/ 376 h 633"/>
              <a:gd name="T44" fmla="*/ 688 w 761"/>
              <a:gd name="T45" fmla="*/ 432 h 633"/>
              <a:gd name="T46" fmla="*/ 592 w 761"/>
              <a:gd name="T47" fmla="*/ 416 h 633"/>
              <a:gd name="T48" fmla="*/ 656 w 761"/>
              <a:gd name="T49" fmla="*/ 472 h 633"/>
              <a:gd name="T50" fmla="*/ 568 w 761"/>
              <a:gd name="T51" fmla="*/ 456 h 633"/>
              <a:gd name="T52" fmla="*/ 656 w 761"/>
              <a:gd name="T53" fmla="*/ 568 h 633"/>
              <a:gd name="T54" fmla="*/ 544 w 761"/>
              <a:gd name="T55" fmla="*/ 488 h 633"/>
              <a:gd name="T56" fmla="*/ 568 w 761"/>
              <a:gd name="T57" fmla="*/ 592 h 633"/>
              <a:gd name="T58" fmla="*/ 480 w 761"/>
              <a:gd name="T59" fmla="*/ 520 h 633"/>
              <a:gd name="T60" fmla="*/ 464 w 761"/>
              <a:gd name="T61" fmla="*/ 632 h 633"/>
              <a:gd name="T62" fmla="*/ 408 w 761"/>
              <a:gd name="T63" fmla="*/ 504 h 633"/>
              <a:gd name="T64" fmla="*/ 384 w 761"/>
              <a:gd name="T65" fmla="*/ 552 h 633"/>
              <a:gd name="T66" fmla="*/ 368 w 761"/>
              <a:gd name="T67" fmla="*/ 520 h 633"/>
              <a:gd name="T68" fmla="*/ 296 w 761"/>
              <a:gd name="T69" fmla="*/ 608 h 633"/>
              <a:gd name="T70" fmla="*/ 320 w 761"/>
              <a:gd name="T71" fmla="*/ 520 h 633"/>
              <a:gd name="T72" fmla="*/ 280 w 761"/>
              <a:gd name="T73" fmla="*/ 536 h 633"/>
              <a:gd name="T74" fmla="*/ 296 w 761"/>
              <a:gd name="T75" fmla="*/ 488 h 633"/>
              <a:gd name="T76" fmla="*/ 232 w 761"/>
              <a:gd name="T77" fmla="*/ 520 h 633"/>
              <a:gd name="T78" fmla="*/ 240 w 761"/>
              <a:gd name="T79" fmla="*/ 472 h 633"/>
              <a:gd name="T80" fmla="*/ 152 w 761"/>
              <a:gd name="T81" fmla="*/ 536 h 633"/>
              <a:gd name="T82" fmla="*/ 208 w 761"/>
              <a:gd name="T83" fmla="*/ 440 h 633"/>
              <a:gd name="T84" fmla="*/ 152 w 761"/>
              <a:gd name="T85" fmla="*/ 456 h 633"/>
              <a:gd name="T86" fmla="*/ 176 w 761"/>
              <a:gd name="T87" fmla="*/ 400 h 633"/>
              <a:gd name="T88" fmla="*/ 48 w 761"/>
              <a:gd name="T89" fmla="*/ 416 h 633"/>
              <a:gd name="T90" fmla="*/ 152 w 761"/>
              <a:gd name="T91" fmla="*/ 352 h 633"/>
              <a:gd name="T92" fmla="*/ 96 w 761"/>
              <a:gd name="T93" fmla="*/ 336 h 633"/>
              <a:gd name="T94" fmla="*/ 176 w 761"/>
              <a:gd name="T95" fmla="*/ 320 h 633"/>
              <a:gd name="T96" fmla="*/ 0 w 761"/>
              <a:gd name="T97" fmla="*/ 304 h 633"/>
              <a:gd name="T98" fmla="*/ 160 w 761"/>
              <a:gd name="T99" fmla="*/ 288 h 633"/>
              <a:gd name="T100" fmla="*/ 96 w 761"/>
              <a:gd name="T101" fmla="*/ 248 h 633"/>
              <a:gd name="T102" fmla="*/ 216 w 761"/>
              <a:gd name="T103" fmla="*/ 248 h 633"/>
              <a:gd name="T104" fmla="*/ 96 w 761"/>
              <a:gd name="T105" fmla="*/ 176 h 633"/>
              <a:gd name="T106" fmla="*/ 224 w 761"/>
              <a:gd name="T107" fmla="*/ 200 h 633"/>
              <a:gd name="T108" fmla="*/ 128 w 761"/>
              <a:gd name="T109" fmla="*/ 72 h 633"/>
              <a:gd name="T110" fmla="*/ 264 w 761"/>
              <a:gd name="T111" fmla="*/ 160 h 633"/>
              <a:gd name="T112" fmla="*/ 240 w 761"/>
              <a:gd name="T113" fmla="*/ 88 h 633"/>
              <a:gd name="T114" fmla="*/ 296 w 761"/>
              <a:gd name="T115" fmla="*/ 136 h 633"/>
              <a:gd name="T116" fmla="*/ 280 w 761"/>
              <a:gd name="T117" fmla="*/ 8 h 633"/>
              <a:gd name="T118" fmla="*/ 280 w 761"/>
              <a:gd name="T119" fmla="*/ 0 h 63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761" h="633">
                <a:moveTo>
                  <a:pt x="280" y="0"/>
                </a:moveTo>
                <a:lnTo>
                  <a:pt x="344" y="128"/>
                </a:lnTo>
                <a:lnTo>
                  <a:pt x="384" y="56"/>
                </a:lnTo>
                <a:lnTo>
                  <a:pt x="408" y="136"/>
                </a:lnTo>
                <a:lnTo>
                  <a:pt x="432" y="88"/>
                </a:lnTo>
                <a:lnTo>
                  <a:pt x="440" y="128"/>
                </a:lnTo>
                <a:lnTo>
                  <a:pt x="536" y="8"/>
                </a:lnTo>
                <a:lnTo>
                  <a:pt x="496" y="160"/>
                </a:lnTo>
                <a:lnTo>
                  <a:pt x="600" y="88"/>
                </a:lnTo>
                <a:lnTo>
                  <a:pt x="544" y="176"/>
                </a:lnTo>
                <a:lnTo>
                  <a:pt x="712" y="104"/>
                </a:lnTo>
                <a:lnTo>
                  <a:pt x="600" y="200"/>
                </a:lnTo>
                <a:lnTo>
                  <a:pt x="712" y="176"/>
                </a:lnTo>
                <a:lnTo>
                  <a:pt x="624" y="232"/>
                </a:lnTo>
                <a:lnTo>
                  <a:pt x="760" y="216"/>
                </a:lnTo>
                <a:lnTo>
                  <a:pt x="656" y="288"/>
                </a:lnTo>
                <a:lnTo>
                  <a:pt x="760" y="288"/>
                </a:lnTo>
                <a:lnTo>
                  <a:pt x="656" y="320"/>
                </a:lnTo>
                <a:lnTo>
                  <a:pt x="712" y="328"/>
                </a:lnTo>
                <a:lnTo>
                  <a:pt x="624" y="336"/>
                </a:lnTo>
                <a:lnTo>
                  <a:pt x="760" y="400"/>
                </a:lnTo>
                <a:lnTo>
                  <a:pt x="616" y="376"/>
                </a:lnTo>
                <a:lnTo>
                  <a:pt x="688" y="432"/>
                </a:lnTo>
                <a:lnTo>
                  <a:pt x="592" y="416"/>
                </a:lnTo>
                <a:lnTo>
                  <a:pt x="656" y="472"/>
                </a:lnTo>
                <a:lnTo>
                  <a:pt x="568" y="456"/>
                </a:lnTo>
                <a:lnTo>
                  <a:pt x="656" y="568"/>
                </a:lnTo>
                <a:lnTo>
                  <a:pt x="544" y="488"/>
                </a:lnTo>
                <a:lnTo>
                  <a:pt x="568" y="592"/>
                </a:lnTo>
                <a:lnTo>
                  <a:pt x="480" y="520"/>
                </a:lnTo>
                <a:lnTo>
                  <a:pt x="464" y="632"/>
                </a:lnTo>
                <a:lnTo>
                  <a:pt x="408" y="504"/>
                </a:lnTo>
                <a:lnTo>
                  <a:pt x="384" y="552"/>
                </a:lnTo>
                <a:lnTo>
                  <a:pt x="368" y="520"/>
                </a:lnTo>
                <a:lnTo>
                  <a:pt x="296" y="608"/>
                </a:lnTo>
                <a:lnTo>
                  <a:pt x="320" y="520"/>
                </a:lnTo>
                <a:lnTo>
                  <a:pt x="280" y="536"/>
                </a:lnTo>
                <a:lnTo>
                  <a:pt x="296" y="488"/>
                </a:lnTo>
                <a:lnTo>
                  <a:pt x="232" y="520"/>
                </a:lnTo>
                <a:lnTo>
                  <a:pt x="240" y="472"/>
                </a:lnTo>
                <a:lnTo>
                  <a:pt x="152" y="536"/>
                </a:lnTo>
                <a:lnTo>
                  <a:pt x="208" y="440"/>
                </a:lnTo>
                <a:lnTo>
                  <a:pt x="152" y="456"/>
                </a:lnTo>
                <a:lnTo>
                  <a:pt x="176" y="400"/>
                </a:lnTo>
                <a:lnTo>
                  <a:pt x="48" y="416"/>
                </a:lnTo>
                <a:lnTo>
                  <a:pt x="152" y="352"/>
                </a:lnTo>
                <a:lnTo>
                  <a:pt x="96" y="336"/>
                </a:lnTo>
                <a:lnTo>
                  <a:pt x="176" y="320"/>
                </a:lnTo>
                <a:lnTo>
                  <a:pt x="0" y="304"/>
                </a:lnTo>
                <a:lnTo>
                  <a:pt x="160" y="288"/>
                </a:lnTo>
                <a:lnTo>
                  <a:pt x="96" y="248"/>
                </a:lnTo>
                <a:lnTo>
                  <a:pt x="216" y="248"/>
                </a:lnTo>
                <a:lnTo>
                  <a:pt x="96" y="176"/>
                </a:lnTo>
                <a:lnTo>
                  <a:pt x="224" y="200"/>
                </a:lnTo>
                <a:lnTo>
                  <a:pt x="128" y="72"/>
                </a:lnTo>
                <a:lnTo>
                  <a:pt x="264" y="160"/>
                </a:lnTo>
                <a:lnTo>
                  <a:pt x="240" y="88"/>
                </a:lnTo>
                <a:lnTo>
                  <a:pt x="296" y="136"/>
                </a:lnTo>
                <a:lnTo>
                  <a:pt x="280" y="8"/>
                </a:lnTo>
                <a:lnTo>
                  <a:pt x="280" y="0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198671" name="Rectangle 14"/>
          <p:cNvSpPr>
            <a:spLocks noChangeArrowheads="1"/>
          </p:cNvSpPr>
          <p:nvPr/>
        </p:nvSpPr>
        <p:spPr bwMode="auto">
          <a:xfrm flipH="1">
            <a:off x="3792538" y="3519488"/>
            <a:ext cx="1441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3CA245D-4F88-4195-90D2-F29755104D02}" type="slidenum">
              <a:rPr lang="zh-CN" altLang="en-US" smtClean="0"/>
              <a:pPr defTabSz="895350"/>
              <a:t>192</a:t>
            </a:fld>
            <a:endParaRPr lang="en-US" altLang="zh-CN"/>
          </a:p>
        </p:txBody>
      </p:sp>
      <p:sp>
        <p:nvSpPr>
          <p:cNvPr id="199683" name="AutoShape 2"/>
          <p:cNvSpPr>
            <a:spLocks noChangeArrowheads="1"/>
          </p:cNvSpPr>
          <p:nvPr/>
        </p:nvSpPr>
        <p:spPr bwMode="auto">
          <a:xfrm>
            <a:off x="2822575" y="1865313"/>
            <a:ext cx="3333750" cy="2111375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1996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968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19968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199687" name="Group 6"/>
          <p:cNvGrpSpPr>
            <a:grpSpLocks/>
          </p:cNvGrpSpPr>
          <p:nvPr/>
        </p:nvGrpSpPr>
        <p:grpSpPr bwMode="auto">
          <a:xfrm>
            <a:off x="3824288" y="1423988"/>
            <a:ext cx="1316037" cy="876300"/>
            <a:chOff x="2400" y="1968"/>
            <a:chExt cx="960" cy="960"/>
          </a:xfrm>
        </p:grpSpPr>
        <p:sp>
          <p:nvSpPr>
            <p:cNvPr id="199698" name="Oval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9699" name="Rectangle 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99688" name="Group 9"/>
          <p:cNvGrpSpPr>
            <a:grpSpLocks/>
          </p:cNvGrpSpPr>
          <p:nvPr/>
        </p:nvGrpSpPr>
        <p:grpSpPr bwMode="auto">
          <a:xfrm>
            <a:off x="2501900" y="3538538"/>
            <a:ext cx="1316038" cy="876300"/>
            <a:chOff x="2400" y="1968"/>
            <a:chExt cx="960" cy="960"/>
          </a:xfrm>
        </p:grpSpPr>
        <p:sp>
          <p:nvSpPr>
            <p:cNvPr id="199696" name="Oval 1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9697" name="Rectangle 1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199689" name="Group 12"/>
          <p:cNvGrpSpPr>
            <a:grpSpLocks/>
          </p:cNvGrpSpPr>
          <p:nvPr/>
        </p:nvGrpSpPr>
        <p:grpSpPr bwMode="auto">
          <a:xfrm>
            <a:off x="5148263" y="3538538"/>
            <a:ext cx="1316037" cy="876300"/>
            <a:chOff x="2400" y="1968"/>
            <a:chExt cx="960" cy="960"/>
          </a:xfrm>
        </p:grpSpPr>
        <p:sp>
          <p:nvSpPr>
            <p:cNvPr id="199694" name="Oval 1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9695" name="Rectangle 1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199690" name="Rectangle 15"/>
          <p:cNvSpPr>
            <a:spLocks noChangeArrowheads="1"/>
          </p:cNvSpPr>
          <p:nvPr/>
        </p:nvSpPr>
        <p:spPr bwMode="auto">
          <a:xfrm flipH="1">
            <a:off x="5441950" y="1403350"/>
            <a:ext cx="2438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9691" name="Rectangle 16"/>
          <p:cNvSpPr>
            <a:spLocks noChangeArrowheads="1"/>
          </p:cNvSpPr>
          <p:nvPr/>
        </p:nvSpPr>
        <p:spPr bwMode="auto">
          <a:xfrm flipH="1">
            <a:off x="5205413" y="4635500"/>
            <a:ext cx="2438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9692" name="Rectangle 17"/>
          <p:cNvSpPr>
            <a:spLocks noChangeArrowheads="1"/>
          </p:cNvSpPr>
          <p:nvPr/>
        </p:nvSpPr>
        <p:spPr bwMode="auto">
          <a:xfrm flipH="1">
            <a:off x="1419225" y="4635500"/>
            <a:ext cx="2438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199693" name="Rectangle 18"/>
          <p:cNvSpPr>
            <a:spLocks noChangeArrowheads="1"/>
          </p:cNvSpPr>
          <p:nvPr/>
        </p:nvSpPr>
        <p:spPr bwMode="auto">
          <a:xfrm flipH="1">
            <a:off x="3797300" y="3003550"/>
            <a:ext cx="1373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37AA88B-FE6A-4A14-91DF-41FBBEAFCF48}" type="slidenum">
              <a:rPr lang="zh-CN" altLang="en-US" smtClean="0"/>
              <a:pPr defTabSz="895350"/>
              <a:t>193</a:t>
            </a:fld>
            <a:endParaRPr lang="en-US" altLang="zh-CN"/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070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070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0710" name="Group 5"/>
          <p:cNvGrpSpPr>
            <a:grpSpLocks/>
          </p:cNvGrpSpPr>
          <p:nvPr/>
        </p:nvGrpSpPr>
        <p:grpSpPr bwMode="auto">
          <a:xfrm>
            <a:off x="128588" y="1244600"/>
            <a:ext cx="8610600" cy="4003675"/>
            <a:chOff x="81" y="784"/>
            <a:chExt cx="5424" cy="2522"/>
          </a:xfrm>
        </p:grpSpPr>
        <p:sp>
          <p:nvSpPr>
            <p:cNvPr id="200711" name="Oval 6"/>
            <p:cNvSpPr>
              <a:spLocks noChangeArrowheads="1"/>
            </p:cNvSpPr>
            <p:nvPr/>
          </p:nvSpPr>
          <p:spPr bwMode="auto">
            <a:xfrm>
              <a:off x="1686" y="1167"/>
              <a:ext cx="2167" cy="201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200712" name="Group 7"/>
            <p:cNvGrpSpPr>
              <a:grpSpLocks/>
            </p:cNvGrpSpPr>
            <p:nvPr/>
          </p:nvGrpSpPr>
          <p:grpSpPr bwMode="auto">
            <a:xfrm>
              <a:off x="2953" y="2729"/>
              <a:ext cx="978" cy="577"/>
              <a:chOff x="2400" y="1968"/>
              <a:chExt cx="960" cy="960"/>
            </a:xfrm>
          </p:grpSpPr>
          <p:sp>
            <p:nvSpPr>
              <p:cNvPr id="200731" name="Oval 8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blackWhite">
              <a:xfrm>
                <a:off x="2400" y="1968"/>
                <a:ext cx="960" cy="9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00732" name="Rectangle 9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blackWhite">
              <a:xfrm>
                <a:off x="2440" y="2008"/>
                <a:ext cx="880" cy="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200713" name="Group 10"/>
            <p:cNvGrpSpPr>
              <a:grpSpLocks/>
            </p:cNvGrpSpPr>
            <p:nvPr/>
          </p:nvGrpSpPr>
          <p:grpSpPr bwMode="auto">
            <a:xfrm>
              <a:off x="1607" y="2729"/>
              <a:ext cx="978" cy="577"/>
              <a:chOff x="2400" y="1968"/>
              <a:chExt cx="960" cy="960"/>
            </a:xfrm>
          </p:grpSpPr>
          <p:sp>
            <p:nvSpPr>
              <p:cNvPr id="200729" name="Oval 11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blackWhite">
              <a:xfrm>
                <a:off x="2400" y="1968"/>
                <a:ext cx="960" cy="9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00730" name="Rectangle 12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blackWhite">
              <a:xfrm>
                <a:off x="2440" y="2008"/>
                <a:ext cx="880" cy="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200714" name="Group 13"/>
            <p:cNvGrpSpPr>
              <a:grpSpLocks/>
            </p:cNvGrpSpPr>
            <p:nvPr/>
          </p:nvGrpSpPr>
          <p:grpSpPr bwMode="auto">
            <a:xfrm>
              <a:off x="3362" y="1725"/>
              <a:ext cx="978" cy="577"/>
              <a:chOff x="2400" y="1968"/>
              <a:chExt cx="960" cy="960"/>
            </a:xfrm>
          </p:grpSpPr>
          <p:sp>
            <p:nvSpPr>
              <p:cNvPr id="200727" name="Oval 14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blackWhite">
              <a:xfrm>
                <a:off x="2400" y="1968"/>
                <a:ext cx="960" cy="9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00728" name="Rectangle 15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blackWhite">
              <a:xfrm>
                <a:off x="2440" y="2008"/>
                <a:ext cx="880" cy="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200715" name="Group 16"/>
            <p:cNvGrpSpPr>
              <a:grpSpLocks/>
            </p:cNvGrpSpPr>
            <p:nvPr/>
          </p:nvGrpSpPr>
          <p:grpSpPr bwMode="auto">
            <a:xfrm>
              <a:off x="1202" y="1728"/>
              <a:ext cx="978" cy="577"/>
              <a:chOff x="2400" y="1968"/>
              <a:chExt cx="960" cy="960"/>
            </a:xfrm>
          </p:grpSpPr>
          <p:sp>
            <p:nvSpPr>
              <p:cNvPr id="200725" name="Oval 17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blackWhite">
              <a:xfrm>
                <a:off x="2400" y="1968"/>
                <a:ext cx="960" cy="9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00726" name="Rectangle 18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blackWhite">
              <a:xfrm>
                <a:off x="2440" y="2008"/>
                <a:ext cx="880" cy="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grpSp>
          <p:nvGrpSpPr>
            <p:cNvPr id="200716" name="Group 19"/>
            <p:cNvGrpSpPr>
              <a:grpSpLocks/>
            </p:cNvGrpSpPr>
            <p:nvPr/>
          </p:nvGrpSpPr>
          <p:grpSpPr bwMode="auto">
            <a:xfrm>
              <a:off x="2258" y="963"/>
              <a:ext cx="978" cy="577"/>
              <a:chOff x="2400" y="1968"/>
              <a:chExt cx="960" cy="960"/>
            </a:xfrm>
          </p:grpSpPr>
          <p:sp>
            <p:nvSpPr>
              <p:cNvPr id="200723" name="Oval 20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blackWhite">
              <a:xfrm>
                <a:off x="2400" y="1968"/>
                <a:ext cx="960" cy="9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00724" name="Rectangle 21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blackWhite">
              <a:xfrm>
                <a:off x="2440" y="2008"/>
                <a:ext cx="880" cy="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>
                    <a:ea typeface="Gulim" pitchFamily="34" charset="-127"/>
                  </a:rPr>
                  <a:t>Text</a:t>
                </a:r>
              </a:p>
            </p:txBody>
          </p:sp>
        </p:grpSp>
        <p:sp>
          <p:nvSpPr>
            <p:cNvPr id="200717" name="Rectangle 22"/>
            <p:cNvSpPr>
              <a:spLocks noChangeArrowheads="1"/>
            </p:cNvSpPr>
            <p:nvPr/>
          </p:nvSpPr>
          <p:spPr bwMode="auto">
            <a:xfrm flipH="1">
              <a:off x="3259" y="784"/>
              <a:ext cx="15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00718" name="Rectangle 23"/>
            <p:cNvSpPr>
              <a:spLocks noChangeArrowheads="1"/>
            </p:cNvSpPr>
            <p:nvPr/>
          </p:nvSpPr>
          <p:spPr bwMode="auto">
            <a:xfrm flipH="1">
              <a:off x="2339" y="2057"/>
              <a:ext cx="86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00719" name="Rectangle 24"/>
            <p:cNvSpPr>
              <a:spLocks noChangeArrowheads="1"/>
            </p:cNvSpPr>
            <p:nvPr/>
          </p:nvSpPr>
          <p:spPr bwMode="auto">
            <a:xfrm flipH="1">
              <a:off x="4445" y="1725"/>
              <a:ext cx="10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00720" name="Rectangle 25"/>
            <p:cNvSpPr>
              <a:spLocks noChangeArrowheads="1"/>
            </p:cNvSpPr>
            <p:nvPr/>
          </p:nvSpPr>
          <p:spPr bwMode="auto">
            <a:xfrm flipH="1">
              <a:off x="4066" y="2729"/>
              <a:ext cx="10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00721" name="Rectangle 26"/>
            <p:cNvSpPr>
              <a:spLocks noChangeArrowheads="1"/>
            </p:cNvSpPr>
            <p:nvPr/>
          </p:nvSpPr>
          <p:spPr bwMode="auto">
            <a:xfrm flipH="1">
              <a:off x="489" y="2729"/>
              <a:ext cx="10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00722" name="Rectangle 27"/>
            <p:cNvSpPr>
              <a:spLocks noChangeArrowheads="1"/>
            </p:cNvSpPr>
            <p:nvPr/>
          </p:nvSpPr>
          <p:spPr bwMode="auto">
            <a:xfrm flipH="1">
              <a:off x="81" y="1728"/>
              <a:ext cx="10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FB2BA18-464B-4135-9EA0-8599F13F22C3}" type="slidenum">
              <a:rPr lang="zh-CN" altLang="en-US" smtClean="0"/>
              <a:pPr defTabSz="895350"/>
              <a:t>194</a:t>
            </a:fld>
            <a:endParaRPr lang="en-US" altLang="zh-CN"/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SCP </a:t>
            </a:r>
          </a:p>
        </p:txBody>
      </p:sp>
      <p:sp>
        <p:nvSpPr>
          <p:cNvPr id="20173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0173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82763" y="2249488"/>
            <a:ext cx="2152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xxx</a:t>
            </a:r>
          </a:p>
        </p:txBody>
      </p:sp>
      <p:sp>
        <p:nvSpPr>
          <p:cNvPr id="201734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119563" y="2249488"/>
            <a:ext cx="2151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xxxx</a:t>
            </a:r>
          </a:p>
        </p:txBody>
      </p:sp>
      <p:sp>
        <p:nvSpPr>
          <p:cNvPr id="201735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454775" y="2249488"/>
            <a:ext cx="2152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xxxx</a:t>
            </a:r>
          </a:p>
        </p:txBody>
      </p:sp>
      <p:sp>
        <p:nvSpPr>
          <p:cNvPr id="201736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1150" y="2249488"/>
            <a:ext cx="1373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xxxx</a:t>
            </a:r>
          </a:p>
        </p:txBody>
      </p:sp>
      <p:sp>
        <p:nvSpPr>
          <p:cNvPr id="201737" name="AutoShape 8"/>
          <p:cNvSpPr>
            <a:spLocks noChangeArrowheads="1"/>
          </p:cNvSpPr>
          <p:nvPr/>
        </p:nvSpPr>
        <p:spPr bwMode="gray">
          <a:xfrm>
            <a:off x="6445250" y="1157288"/>
            <a:ext cx="2217738" cy="777875"/>
          </a:xfrm>
          <a:prstGeom prst="rightArrow">
            <a:avLst>
              <a:gd name="adj1" fmla="val 100000"/>
              <a:gd name="adj2" fmla="val 25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32000" anchor="ctr"/>
          <a:lstStyle/>
          <a:p>
            <a:pPr latinLnBrk="1"/>
            <a:r>
              <a:rPr kumimoji="1" lang="en-US" altLang="ko-KR" b="1">
                <a:ea typeface="Gulim" pitchFamily="34" charset="-127"/>
              </a:rPr>
              <a:t>erformance</a:t>
            </a:r>
          </a:p>
        </p:txBody>
      </p:sp>
      <p:sp>
        <p:nvSpPr>
          <p:cNvPr id="201738" name="AutoShape 9"/>
          <p:cNvSpPr>
            <a:spLocks noChangeArrowheads="1"/>
          </p:cNvSpPr>
          <p:nvPr/>
        </p:nvSpPr>
        <p:spPr bwMode="gray">
          <a:xfrm>
            <a:off x="1782763" y="1157288"/>
            <a:ext cx="2217737" cy="777875"/>
          </a:xfrm>
          <a:prstGeom prst="rightArrow">
            <a:avLst>
              <a:gd name="adj1" fmla="val 100000"/>
              <a:gd name="adj2" fmla="val 25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32000" anchor="ctr"/>
          <a:lstStyle/>
          <a:p>
            <a:pPr latinLnBrk="1"/>
            <a:r>
              <a:rPr kumimoji="1" lang="en-US" altLang="ko-KR" b="1">
                <a:ea typeface="Gulim" pitchFamily="34" charset="-127"/>
              </a:rPr>
              <a:t>tructure</a:t>
            </a:r>
          </a:p>
        </p:txBody>
      </p:sp>
      <p:sp>
        <p:nvSpPr>
          <p:cNvPr id="201739" name="AutoShape 10"/>
          <p:cNvSpPr>
            <a:spLocks noChangeArrowheads="1"/>
          </p:cNvSpPr>
          <p:nvPr/>
        </p:nvSpPr>
        <p:spPr bwMode="gray">
          <a:xfrm>
            <a:off x="4119563" y="1157288"/>
            <a:ext cx="2214562" cy="777875"/>
          </a:xfrm>
          <a:prstGeom prst="rightArrow">
            <a:avLst>
              <a:gd name="adj1" fmla="val 100000"/>
              <a:gd name="adj2" fmla="val 254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432000" anchor="ctr"/>
          <a:lstStyle/>
          <a:p>
            <a:pPr latinLnBrk="1"/>
            <a:r>
              <a:rPr kumimoji="1" lang="en-US" altLang="ko-KR" b="1">
                <a:ea typeface="Gulim" pitchFamily="34" charset="-127"/>
              </a:rPr>
              <a:t>onduct</a:t>
            </a:r>
          </a:p>
        </p:txBody>
      </p:sp>
      <p:sp>
        <p:nvSpPr>
          <p:cNvPr id="201740" name="Freeform 11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76213" y="939800"/>
            <a:ext cx="1543050" cy="1130300"/>
          </a:xfrm>
          <a:custGeom>
            <a:avLst/>
            <a:gdLst>
              <a:gd name="T0" fmla="*/ 864 w 1518"/>
              <a:gd name="T1" fmla="*/ 291 h 1503"/>
              <a:gd name="T2" fmla="*/ 1047 w 1518"/>
              <a:gd name="T3" fmla="*/ 12 h 1503"/>
              <a:gd name="T4" fmla="*/ 978 w 1518"/>
              <a:gd name="T5" fmla="*/ 366 h 1503"/>
              <a:gd name="T6" fmla="*/ 1173 w 1518"/>
              <a:gd name="T7" fmla="*/ 195 h 1503"/>
              <a:gd name="T8" fmla="*/ 1062 w 1518"/>
              <a:gd name="T9" fmla="*/ 414 h 1503"/>
              <a:gd name="T10" fmla="*/ 1392 w 1518"/>
              <a:gd name="T11" fmla="*/ 234 h 1503"/>
              <a:gd name="T12" fmla="*/ 1185 w 1518"/>
              <a:gd name="T13" fmla="*/ 459 h 1503"/>
              <a:gd name="T14" fmla="*/ 1389 w 1518"/>
              <a:gd name="T15" fmla="*/ 405 h 1503"/>
              <a:gd name="T16" fmla="*/ 1233 w 1518"/>
              <a:gd name="T17" fmla="*/ 528 h 1503"/>
              <a:gd name="T18" fmla="*/ 1500 w 1518"/>
              <a:gd name="T19" fmla="*/ 495 h 1503"/>
              <a:gd name="T20" fmla="*/ 1287 w 1518"/>
              <a:gd name="T21" fmla="*/ 666 h 1503"/>
              <a:gd name="T22" fmla="*/ 1491 w 1518"/>
              <a:gd name="T23" fmla="*/ 666 h 1503"/>
              <a:gd name="T24" fmla="*/ 1284 w 1518"/>
              <a:gd name="T25" fmla="*/ 747 h 1503"/>
              <a:gd name="T26" fmla="*/ 1404 w 1518"/>
              <a:gd name="T27" fmla="*/ 783 h 1503"/>
              <a:gd name="T28" fmla="*/ 1236 w 1518"/>
              <a:gd name="T29" fmla="*/ 801 h 1503"/>
              <a:gd name="T30" fmla="*/ 1518 w 1518"/>
              <a:gd name="T31" fmla="*/ 939 h 1503"/>
              <a:gd name="T32" fmla="*/ 1215 w 1518"/>
              <a:gd name="T33" fmla="*/ 900 h 1503"/>
              <a:gd name="T34" fmla="*/ 1368 w 1518"/>
              <a:gd name="T35" fmla="*/ 1038 h 1503"/>
              <a:gd name="T36" fmla="*/ 1161 w 1518"/>
              <a:gd name="T37" fmla="*/ 1002 h 1503"/>
              <a:gd name="T38" fmla="*/ 1293 w 1518"/>
              <a:gd name="T39" fmla="*/ 1137 h 1503"/>
              <a:gd name="T40" fmla="*/ 1113 w 1518"/>
              <a:gd name="T41" fmla="*/ 1092 h 1503"/>
              <a:gd name="T42" fmla="*/ 1281 w 1518"/>
              <a:gd name="T43" fmla="*/ 1356 h 1503"/>
              <a:gd name="T44" fmla="*/ 1068 w 1518"/>
              <a:gd name="T45" fmla="*/ 1170 h 1503"/>
              <a:gd name="T46" fmla="*/ 1122 w 1518"/>
              <a:gd name="T47" fmla="*/ 1416 h 1503"/>
              <a:gd name="T48" fmla="*/ 942 w 1518"/>
              <a:gd name="T49" fmla="*/ 1242 h 1503"/>
              <a:gd name="T50" fmla="*/ 921 w 1518"/>
              <a:gd name="T51" fmla="*/ 1503 h 1503"/>
              <a:gd name="T52" fmla="*/ 810 w 1518"/>
              <a:gd name="T53" fmla="*/ 1200 h 1503"/>
              <a:gd name="T54" fmla="*/ 753 w 1518"/>
              <a:gd name="T55" fmla="*/ 1326 h 1503"/>
              <a:gd name="T56" fmla="*/ 714 w 1518"/>
              <a:gd name="T57" fmla="*/ 1233 h 1503"/>
              <a:gd name="T58" fmla="*/ 579 w 1518"/>
              <a:gd name="T59" fmla="*/ 1470 h 1503"/>
              <a:gd name="T60" fmla="*/ 621 w 1518"/>
              <a:gd name="T61" fmla="*/ 1239 h 1503"/>
              <a:gd name="T62" fmla="*/ 444 w 1518"/>
              <a:gd name="T63" fmla="*/ 1458 h 1503"/>
              <a:gd name="T64" fmla="*/ 588 w 1518"/>
              <a:gd name="T65" fmla="*/ 1170 h 1503"/>
              <a:gd name="T66" fmla="*/ 423 w 1518"/>
              <a:gd name="T67" fmla="*/ 1341 h 1503"/>
              <a:gd name="T68" fmla="*/ 480 w 1518"/>
              <a:gd name="T69" fmla="*/ 1128 h 1503"/>
              <a:gd name="T70" fmla="*/ 291 w 1518"/>
              <a:gd name="T71" fmla="*/ 1275 h 1503"/>
              <a:gd name="T72" fmla="*/ 408 w 1518"/>
              <a:gd name="T73" fmla="*/ 1050 h 1503"/>
              <a:gd name="T74" fmla="*/ 279 w 1518"/>
              <a:gd name="T75" fmla="*/ 1107 h 1503"/>
              <a:gd name="T76" fmla="*/ 357 w 1518"/>
              <a:gd name="T77" fmla="*/ 948 h 1503"/>
              <a:gd name="T78" fmla="*/ 99 w 1518"/>
              <a:gd name="T79" fmla="*/ 993 h 1503"/>
              <a:gd name="T80" fmla="*/ 294 w 1518"/>
              <a:gd name="T81" fmla="*/ 846 h 1503"/>
              <a:gd name="T82" fmla="*/ 186 w 1518"/>
              <a:gd name="T83" fmla="*/ 810 h 1503"/>
              <a:gd name="T84" fmla="*/ 360 w 1518"/>
              <a:gd name="T85" fmla="*/ 741 h 1503"/>
              <a:gd name="T86" fmla="*/ 0 w 1518"/>
              <a:gd name="T87" fmla="*/ 711 h 1503"/>
              <a:gd name="T88" fmla="*/ 306 w 1518"/>
              <a:gd name="T89" fmla="*/ 666 h 1503"/>
              <a:gd name="T90" fmla="*/ 183 w 1518"/>
              <a:gd name="T91" fmla="*/ 570 h 1503"/>
              <a:gd name="T92" fmla="*/ 414 w 1518"/>
              <a:gd name="T93" fmla="*/ 573 h 1503"/>
              <a:gd name="T94" fmla="*/ 186 w 1518"/>
              <a:gd name="T95" fmla="*/ 408 h 1503"/>
              <a:gd name="T96" fmla="*/ 447 w 1518"/>
              <a:gd name="T97" fmla="*/ 465 h 1503"/>
              <a:gd name="T98" fmla="*/ 267 w 1518"/>
              <a:gd name="T99" fmla="*/ 174 h 1503"/>
              <a:gd name="T100" fmla="*/ 507 w 1518"/>
              <a:gd name="T101" fmla="*/ 372 h 1503"/>
              <a:gd name="T102" fmla="*/ 423 w 1518"/>
              <a:gd name="T103" fmla="*/ 51 h 1503"/>
              <a:gd name="T104" fmla="*/ 594 w 1518"/>
              <a:gd name="T105" fmla="*/ 315 h 1503"/>
              <a:gd name="T106" fmla="*/ 546 w 1518"/>
              <a:gd name="T107" fmla="*/ 0 h 1503"/>
              <a:gd name="T108" fmla="*/ 675 w 1518"/>
              <a:gd name="T109" fmla="*/ 288 h 1503"/>
              <a:gd name="T110" fmla="*/ 759 w 1518"/>
              <a:gd name="T111" fmla="*/ 114 h 1503"/>
              <a:gd name="T112" fmla="*/ 816 w 1518"/>
              <a:gd name="T113" fmla="*/ 309 h 1503"/>
              <a:gd name="T114" fmla="*/ 837 w 1518"/>
              <a:gd name="T115" fmla="*/ 186 h 1503"/>
              <a:gd name="T116" fmla="*/ 864 w 1518"/>
              <a:gd name="T117" fmla="*/ 291 h 1503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1518" h="1503">
                <a:moveTo>
                  <a:pt x="864" y="291"/>
                </a:moveTo>
                <a:lnTo>
                  <a:pt x="1047" y="12"/>
                </a:lnTo>
                <a:lnTo>
                  <a:pt x="978" y="366"/>
                </a:lnTo>
                <a:lnTo>
                  <a:pt x="1173" y="195"/>
                </a:lnTo>
                <a:lnTo>
                  <a:pt x="1062" y="414"/>
                </a:lnTo>
                <a:lnTo>
                  <a:pt x="1392" y="234"/>
                </a:lnTo>
                <a:lnTo>
                  <a:pt x="1185" y="459"/>
                </a:lnTo>
                <a:lnTo>
                  <a:pt x="1389" y="405"/>
                </a:lnTo>
                <a:lnTo>
                  <a:pt x="1233" y="528"/>
                </a:lnTo>
                <a:lnTo>
                  <a:pt x="1500" y="495"/>
                </a:lnTo>
                <a:lnTo>
                  <a:pt x="1287" y="666"/>
                </a:lnTo>
                <a:lnTo>
                  <a:pt x="1491" y="666"/>
                </a:lnTo>
                <a:lnTo>
                  <a:pt x="1284" y="747"/>
                </a:lnTo>
                <a:lnTo>
                  <a:pt x="1404" y="783"/>
                </a:lnTo>
                <a:lnTo>
                  <a:pt x="1236" y="801"/>
                </a:lnTo>
                <a:lnTo>
                  <a:pt x="1518" y="939"/>
                </a:lnTo>
                <a:lnTo>
                  <a:pt x="1215" y="900"/>
                </a:lnTo>
                <a:lnTo>
                  <a:pt x="1368" y="1038"/>
                </a:lnTo>
                <a:lnTo>
                  <a:pt x="1161" y="1002"/>
                </a:lnTo>
                <a:lnTo>
                  <a:pt x="1293" y="1137"/>
                </a:lnTo>
                <a:lnTo>
                  <a:pt x="1113" y="1092"/>
                </a:lnTo>
                <a:lnTo>
                  <a:pt x="1281" y="1356"/>
                </a:lnTo>
                <a:lnTo>
                  <a:pt x="1068" y="1170"/>
                </a:lnTo>
                <a:lnTo>
                  <a:pt x="1122" y="1416"/>
                </a:lnTo>
                <a:lnTo>
                  <a:pt x="942" y="1242"/>
                </a:lnTo>
                <a:lnTo>
                  <a:pt x="921" y="1503"/>
                </a:lnTo>
                <a:lnTo>
                  <a:pt x="810" y="1200"/>
                </a:lnTo>
                <a:lnTo>
                  <a:pt x="753" y="1326"/>
                </a:lnTo>
                <a:lnTo>
                  <a:pt x="714" y="1233"/>
                </a:lnTo>
                <a:lnTo>
                  <a:pt x="579" y="1470"/>
                </a:lnTo>
                <a:lnTo>
                  <a:pt x="621" y="1239"/>
                </a:lnTo>
                <a:lnTo>
                  <a:pt x="444" y="1458"/>
                </a:lnTo>
                <a:lnTo>
                  <a:pt x="588" y="1170"/>
                </a:lnTo>
                <a:lnTo>
                  <a:pt x="423" y="1341"/>
                </a:lnTo>
                <a:lnTo>
                  <a:pt x="480" y="1128"/>
                </a:lnTo>
                <a:lnTo>
                  <a:pt x="291" y="1275"/>
                </a:lnTo>
                <a:lnTo>
                  <a:pt x="408" y="1050"/>
                </a:lnTo>
                <a:lnTo>
                  <a:pt x="279" y="1107"/>
                </a:lnTo>
                <a:lnTo>
                  <a:pt x="357" y="948"/>
                </a:lnTo>
                <a:lnTo>
                  <a:pt x="99" y="993"/>
                </a:lnTo>
                <a:lnTo>
                  <a:pt x="294" y="846"/>
                </a:lnTo>
                <a:lnTo>
                  <a:pt x="186" y="810"/>
                </a:lnTo>
                <a:lnTo>
                  <a:pt x="360" y="741"/>
                </a:lnTo>
                <a:lnTo>
                  <a:pt x="0" y="711"/>
                </a:lnTo>
                <a:lnTo>
                  <a:pt x="306" y="666"/>
                </a:lnTo>
                <a:lnTo>
                  <a:pt x="183" y="570"/>
                </a:lnTo>
                <a:lnTo>
                  <a:pt x="414" y="573"/>
                </a:lnTo>
                <a:lnTo>
                  <a:pt x="186" y="408"/>
                </a:lnTo>
                <a:lnTo>
                  <a:pt x="447" y="465"/>
                </a:lnTo>
                <a:lnTo>
                  <a:pt x="267" y="174"/>
                </a:lnTo>
                <a:lnTo>
                  <a:pt x="507" y="372"/>
                </a:lnTo>
                <a:lnTo>
                  <a:pt x="423" y="51"/>
                </a:lnTo>
                <a:lnTo>
                  <a:pt x="594" y="315"/>
                </a:lnTo>
                <a:lnTo>
                  <a:pt x="546" y="0"/>
                </a:lnTo>
                <a:lnTo>
                  <a:pt x="675" y="288"/>
                </a:lnTo>
                <a:lnTo>
                  <a:pt x="759" y="114"/>
                </a:lnTo>
                <a:lnTo>
                  <a:pt x="816" y="309"/>
                </a:lnTo>
                <a:lnTo>
                  <a:pt x="837" y="186"/>
                </a:lnTo>
                <a:lnTo>
                  <a:pt x="864" y="29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  <p:txBody>
          <a:bodyPr wrap="none" lIns="340478" tIns="170242" rIns="340478" bIns="170242" anchor="ctr"/>
          <a:lstStyle/>
          <a:p>
            <a:endParaRPr lang="nl-NL"/>
          </a:p>
        </p:txBody>
      </p:sp>
      <p:sp>
        <p:nvSpPr>
          <p:cNvPr id="201741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5938" y="1274763"/>
            <a:ext cx="97472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External shock</a:t>
            </a:r>
          </a:p>
        </p:txBody>
      </p:sp>
      <p:sp>
        <p:nvSpPr>
          <p:cNvPr id="201742" name="Rectangle 13"/>
          <p:cNvSpPr>
            <a:spLocks noChangeArrowheads="1"/>
          </p:cNvSpPr>
          <p:nvPr/>
        </p:nvSpPr>
        <p:spPr bwMode="gray">
          <a:xfrm>
            <a:off x="1782763" y="1155700"/>
            <a:ext cx="395287" cy="7778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1"/>
            <a:r>
              <a:rPr kumimoji="1" lang="en-US" altLang="ko-KR" b="1">
                <a:ea typeface="Gulim" pitchFamily="34" charset="-127"/>
              </a:rPr>
              <a:t>S</a:t>
            </a:r>
          </a:p>
        </p:txBody>
      </p:sp>
      <p:sp>
        <p:nvSpPr>
          <p:cNvPr id="201743" name="Rectangle 14"/>
          <p:cNvSpPr>
            <a:spLocks noChangeArrowheads="1"/>
          </p:cNvSpPr>
          <p:nvPr/>
        </p:nvSpPr>
        <p:spPr bwMode="gray">
          <a:xfrm>
            <a:off x="4119563" y="1155700"/>
            <a:ext cx="392112" cy="7778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1"/>
            <a:r>
              <a:rPr kumimoji="1" lang="en-US" altLang="ko-KR" b="1">
                <a:ea typeface="Gulim" pitchFamily="34" charset="-127"/>
              </a:rPr>
              <a:t>C</a:t>
            </a:r>
          </a:p>
        </p:txBody>
      </p:sp>
      <p:sp>
        <p:nvSpPr>
          <p:cNvPr id="201744" name="Rectangle 15"/>
          <p:cNvSpPr>
            <a:spLocks noChangeArrowheads="1"/>
          </p:cNvSpPr>
          <p:nvPr/>
        </p:nvSpPr>
        <p:spPr bwMode="gray">
          <a:xfrm>
            <a:off x="6445250" y="1155700"/>
            <a:ext cx="395288" cy="7778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1"/>
            <a:r>
              <a:rPr kumimoji="1" lang="en-US" altLang="ko-KR" b="1">
                <a:ea typeface="Gulim" pitchFamily="34" charset="-127"/>
              </a:rPr>
              <a:t>P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77C1858-9F91-47BB-B8BF-ACCBC94A93F8}" type="slidenum">
              <a:rPr lang="zh-CN" altLang="en-US" smtClean="0"/>
              <a:pPr defTabSz="895350"/>
              <a:t>195</a:t>
            </a:fld>
            <a:endParaRPr lang="en-US" altLang="zh-CN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275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275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2758" name="Group 5"/>
          <p:cNvGrpSpPr>
            <a:grpSpLocks/>
          </p:cNvGrpSpPr>
          <p:nvPr/>
        </p:nvGrpSpPr>
        <p:grpSpPr bwMode="auto">
          <a:xfrm>
            <a:off x="1423988" y="1093788"/>
            <a:ext cx="1641475" cy="825500"/>
            <a:chOff x="631" y="1680"/>
            <a:chExt cx="960" cy="960"/>
          </a:xfrm>
        </p:grpSpPr>
        <p:sp>
          <p:nvSpPr>
            <p:cNvPr id="202782" name="Rectangle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2783" name="Rectangle 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2759" name="Group 8"/>
          <p:cNvGrpSpPr>
            <a:grpSpLocks/>
          </p:cNvGrpSpPr>
          <p:nvPr/>
        </p:nvGrpSpPr>
        <p:grpSpPr bwMode="auto">
          <a:xfrm>
            <a:off x="3308350" y="1093788"/>
            <a:ext cx="1639888" cy="825500"/>
            <a:chOff x="631" y="1680"/>
            <a:chExt cx="960" cy="960"/>
          </a:xfrm>
        </p:grpSpPr>
        <p:sp>
          <p:nvSpPr>
            <p:cNvPr id="202780" name="Rectangle 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2781" name="Rectangle 1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2760" name="Group 11"/>
          <p:cNvGrpSpPr>
            <a:grpSpLocks/>
          </p:cNvGrpSpPr>
          <p:nvPr/>
        </p:nvGrpSpPr>
        <p:grpSpPr bwMode="auto">
          <a:xfrm>
            <a:off x="5191125" y="1093788"/>
            <a:ext cx="1641475" cy="825500"/>
            <a:chOff x="631" y="1680"/>
            <a:chExt cx="960" cy="960"/>
          </a:xfrm>
        </p:grpSpPr>
        <p:sp>
          <p:nvSpPr>
            <p:cNvPr id="202778" name="Rectangle 1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2779" name="Rectangle 1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2761" name="Group 14"/>
          <p:cNvGrpSpPr>
            <a:grpSpLocks/>
          </p:cNvGrpSpPr>
          <p:nvPr/>
        </p:nvGrpSpPr>
        <p:grpSpPr bwMode="auto">
          <a:xfrm>
            <a:off x="7077075" y="1093788"/>
            <a:ext cx="1638300" cy="825500"/>
            <a:chOff x="631" y="1680"/>
            <a:chExt cx="960" cy="960"/>
          </a:xfrm>
        </p:grpSpPr>
        <p:sp>
          <p:nvSpPr>
            <p:cNvPr id="202776" name="Rectangle 1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2777" name="Rectangle 1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2762" name="Rectangle 17"/>
          <p:cNvSpPr>
            <a:spLocks noChangeArrowheads="1"/>
          </p:cNvSpPr>
          <p:nvPr/>
        </p:nvSpPr>
        <p:spPr bwMode="auto">
          <a:xfrm>
            <a:off x="1420813" y="2141538"/>
            <a:ext cx="1612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02763" name="Rectangle 18"/>
          <p:cNvSpPr>
            <a:spLocks noChangeArrowheads="1"/>
          </p:cNvSpPr>
          <p:nvPr/>
        </p:nvSpPr>
        <p:spPr bwMode="auto">
          <a:xfrm>
            <a:off x="3303588" y="2141538"/>
            <a:ext cx="1614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02764" name="Rectangle 19"/>
          <p:cNvSpPr>
            <a:spLocks noChangeArrowheads="1"/>
          </p:cNvSpPr>
          <p:nvPr/>
        </p:nvSpPr>
        <p:spPr bwMode="auto">
          <a:xfrm>
            <a:off x="5187950" y="2141538"/>
            <a:ext cx="1614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02765" name="Rectangle 20"/>
          <p:cNvSpPr>
            <a:spLocks noChangeArrowheads="1"/>
          </p:cNvSpPr>
          <p:nvPr/>
        </p:nvSpPr>
        <p:spPr bwMode="auto">
          <a:xfrm>
            <a:off x="7070725" y="2141538"/>
            <a:ext cx="1616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202766" name="Group 21"/>
          <p:cNvGrpSpPr>
            <a:grpSpLocks/>
          </p:cNvGrpSpPr>
          <p:nvPr/>
        </p:nvGrpSpPr>
        <p:grpSpPr bwMode="auto">
          <a:xfrm>
            <a:off x="120650" y="2141538"/>
            <a:ext cx="1092200" cy="735012"/>
            <a:chOff x="2400" y="1968"/>
            <a:chExt cx="960" cy="960"/>
          </a:xfrm>
        </p:grpSpPr>
        <p:sp>
          <p:nvSpPr>
            <p:cNvPr id="202774" name="Oval 2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2775" name="Rectangle 2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2767" name="Rectangle 24"/>
          <p:cNvSpPr>
            <a:spLocks noChangeArrowheads="1"/>
          </p:cNvSpPr>
          <p:nvPr/>
        </p:nvSpPr>
        <p:spPr bwMode="auto">
          <a:xfrm>
            <a:off x="1420813" y="3965575"/>
            <a:ext cx="1612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02768" name="Rectangle 25"/>
          <p:cNvSpPr>
            <a:spLocks noChangeArrowheads="1"/>
          </p:cNvSpPr>
          <p:nvPr/>
        </p:nvSpPr>
        <p:spPr bwMode="auto">
          <a:xfrm>
            <a:off x="3303588" y="3965575"/>
            <a:ext cx="1614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02769" name="Rectangle 26"/>
          <p:cNvSpPr>
            <a:spLocks noChangeArrowheads="1"/>
          </p:cNvSpPr>
          <p:nvPr/>
        </p:nvSpPr>
        <p:spPr bwMode="auto">
          <a:xfrm>
            <a:off x="5187950" y="3965575"/>
            <a:ext cx="1614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02770" name="Rectangle 27"/>
          <p:cNvSpPr>
            <a:spLocks noChangeArrowheads="1"/>
          </p:cNvSpPr>
          <p:nvPr/>
        </p:nvSpPr>
        <p:spPr bwMode="auto">
          <a:xfrm>
            <a:off x="7070725" y="3965575"/>
            <a:ext cx="1616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202771" name="Group 28"/>
          <p:cNvGrpSpPr>
            <a:grpSpLocks/>
          </p:cNvGrpSpPr>
          <p:nvPr/>
        </p:nvGrpSpPr>
        <p:grpSpPr bwMode="auto">
          <a:xfrm>
            <a:off x="120650" y="3965575"/>
            <a:ext cx="1092200" cy="735013"/>
            <a:chOff x="2400" y="1968"/>
            <a:chExt cx="960" cy="960"/>
          </a:xfrm>
        </p:grpSpPr>
        <p:sp>
          <p:nvSpPr>
            <p:cNvPr id="202772" name="Oval 29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2773" name="Rectangle 30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75E0B5C-A124-4F71-8C4F-EA59DCA1BE1F}" type="slidenum">
              <a:rPr lang="zh-CN" altLang="en-US" smtClean="0"/>
              <a:pPr defTabSz="895350"/>
              <a:t>196</a:t>
            </a:fld>
            <a:endParaRPr lang="en-US" altLang="zh-CN"/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378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378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3782" name="Group 5"/>
          <p:cNvGrpSpPr>
            <a:grpSpLocks/>
          </p:cNvGrpSpPr>
          <p:nvPr/>
        </p:nvGrpSpPr>
        <p:grpSpPr bwMode="auto">
          <a:xfrm>
            <a:off x="1423988" y="1865313"/>
            <a:ext cx="1641475" cy="685800"/>
            <a:chOff x="631" y="1680"/>
            <a:chExt cx="960" cy="960"/>
          </a:xfrm>
        </p:grpSpPr>
        <p:sp>
          <p:nvSpPr>
            <p:cNvPr id="203813" name="Rectangle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14" name="Rectangle 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3783" name="Group 8"/>
          <p:cNvGrpSpPr>
            <a:grpSpLocks/>
          </p:cNvGrpSpPr>
          <p:nvPr/>
        </p:nvGrpSpPr>
        <p:grpSpPr bwMode="auto">
          <a:xfrm>
            <a:off x="3308350" y="1865313"/>
            <a:ext cx="1639888" cy="685800"/>
            <a:chOff x="631" y="1680"/>
            <a:chExt cx="960" cy="960"/>
          </a:xfrm>
        </p:grpSpPr>
        <p:sp>
          <p:nvSpPr>
            <p:cNvPr id="203811" name="Rectangl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12" name="Rectangle 1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3784" name="Group 11"/>
          <p:cNvGrpSpPr>
            <a:grpSpLocks/>
          </p:cNvGrpSpPr>
          <p:nvPr/>
        </p:nvGrpSpPr>
        <p:grpSpPr bwMode="auto">
          <a:xfrm>
            <a:off x="5191125" y="1865313"/>
            <a:ext cx="1641475" cy="685800"/>
            <a:chOff x="631" y="1680"/>
            <a:chExt cx="960" cy="960"/>
          </a:xfrm>
        </p:grpSpPr>
        <p:sp>
          <p:nvSpPr>
            <p:cNvPr id="203809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10" name="Rectangle 13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3785" name="Group 14"/>
          <p:cNvGrpSpPr>
            <a:grpSpLocks/>
          </p:cNvGrpSpPr>
          <p:nvPr/>
        </p:nvGrpSpPr>
        <p:grpSpPr bwMode="auto">
          <a:xfrm>
            <a:off x="7077075" y="1865313"/>
            <a:ext cx="1638300" cy="685800"/>
            <a:chOff x="631" y="1680"/>
            <a:chExt cx="960" cy="960"/>
          </a:xfrm>
        </p:grpSpPr>
        <p:sp>
          <p:nvSpPr>
            <p:cNvPr id="203807" name="Rectangle 1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08" name="Rectangle 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3786" name="Rectangle 17"/>
          <p:cNvSpPr>
            <a:spLocks noChangeArrowheads="1"/>
          </p:cNvSpPr>
          <p:nvPr/>
        </p:nvSpPr>
        <p:spPr bwMode="auto">
          <a:xfrm>
            <a:off x="1420813" y="2754313"/>
            <a:ext cx="1612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3787" name="Rectangle 18"/>
          <p:cNvSpPr>
            <a:spLocks noChangeArrowheads="1"/>
          </p:cNvSpPr>
          <p:nvPr/>
        </p:nvSpPr>
        <p:spPr bwMode="auto">
          <a:xfrm>
            <a:off x="3303588" y="2754313"/>
            <a:ext cx="1614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3788" name="Rectangle 19"/>
          <p:cNvSpPr>
            <a:spLocks noChangeArrowheads="1"/>
          </p:cNvSpPr>
          <p:nvPr/>
        </p:nvSpPr>
        <p:spPr bwMode="auto">
          <a:xfrm>
            <a:off x="5187950" y="2754313"/>
            <a:ext cx="1614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3789" name="Rectangle 20"/>
          <p:cNvSpPr>
            <a:spLocks noChangeArrowheads="1"/>
          </p:cNvSpPr>
          <p:nvPr/>
        </p:nvSpPr>
        <p:spPr bwMode="auto">
          <a:xfrm>
            <a:off x="7070725" y="2754313"/>
            <a:ext cx="1616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203790" name="Group 21"/>
          <p:cNvGrpSpPr>
            <a:grpSpLocks/>
          </p:cNvGrpSpPr>
          <p:nvPr/>
        </p:nvGrpSpPr>
        <p:grpSpPr bwMode="auto">
          <a:xfrm>
            <a:off x="120650" y="2754313"/>
            <a:ext cx="1092200" cy="668337"/>
            <a:chOff x="2400" y="1968"/>
            <a:chExt cx="960" cy="960"/>
          </a:xfrm>
        </p:grpSpPr>
        <p:sp>
          <p:nvSpPr>
            <p:cNvPr id="203805" name="Oval 2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06" name="Rectangle 2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3791" name="Rectangle 24"/>
          <p:cNvSpPr>
            <a:spLocks noChangeArrowheads="1"/>
          </p:cNvSpPr>
          <p:nvPr/>
        </p:nvSpPr>
        <p:spPr bwMode="auto">
          <a:xfrm>
            <a:off x="1420813" y="4414838"/>
            <a:ext cx="1612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3792" name="Rectangle 25"/>
          <p:cNvSpPr>
            <a:spLocks noChangeArrowheads="1"/>
          </p:cNvSpPr>
          <p:nvPr/>
        </p:nvSpPr>
        <p:spPr bwMode="auto">
          <a:xfrm>
            <a:off x="3303588" y="4414838"/>
            <a:ext cx="1614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3793" name="Rectangle 26"/>
          <p:cNvSpPr>
            <a:spLocks noChangeArrowheads="1"/>
          </p:cNvSpPr>
          <p:nvPr/>
        </p:nvSpPr>
        <p:spPr bwMode="auto">
          <a:xfrm>
            <a:off x="5187950" y="4414838"/>
            <a:ext cx="1614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3794" name="Rectangle 27"/>
          <p:cNvSpPr>
            <a:spLocks noChangeArrowheads="1"/>
          </p:cNvSpPr>
          <p:nvPr/>
        </p:nvSpPr>
        <p:spPr bwMode="auto">
          <a:xfrm>
            <a:off x="7070725" y="4414838"/>
            <a:ext cx="1616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203795" name="Group 28"/>
          <p:cNvGrpSpPr>
            <a:grpSpLocks/>
          </p:cNvGrpSpPr>
          <p:nvPr/>
        </p:nvGrpSpPr>
        <p:grpSpPr bwMode="auto">
          <a:xfrm>
            <a:off x="120650" y="4414838"/>
            <a:ext cx="1092200" cy="668337"/>
            <a:chOff x="2400" y="1968"/>
            <a:chExt cx="960" cy="960"/>
          </a:xfrm>
        </p:grpSpPr>
        <p:sp>
          <p:nvSpPr>
            <p:cNvPr id="203803" name="Oval 29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04" name="Rectangle 30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3796" name="Group 31"/>
          <p:cNvGrpSpPr>
            <a:grpSpLocks/>
          </p:cNvGrpSpPr>
          <p:nvPr/>
        </p:nvGrpSpPr>
        <p:grpSpPr bwMode="auto">
          <a:xfrm>
            <a:off x="3975100" y="814388"/>
            <a:ext cx="2190750" cy="685800"/>
            <a:chOff x="631" y="1680"/>
            <a:chExt cx="960" cy="960"/>
          </a:xfrm>
        </p:grpSpPr>
        <p:sp>
          <p:nvSpPr>
            <p:cNvPr id="203801" name="Rectangle 3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3802" name="Rectangle 3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3797" name="AutoShape 34"/>
          <p:cNvCxnSpPr>
            <a:cxnSpLocks noChangeShapeType="1"/>
            <a:stCxn id="203813" idx="0"/>
            <a:endCxn id="203801" idx="2"/>
          </p:cNvCxnSpPr>
          <p:nvPr/>
        </p:nvCxnSpPr>
        <p:spPr bwMode="auto">
          <a:xfrm rot="-5400000">
            <a:off x="3475037" y="269876"/>
            <a:ext cx="365125" cy="28257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3798" name="AutoShape 35"/>
          <p:cNvCxnSpPr>
            <a:cxnSpLocks noChangeShapeType="1"/>
            <a:stCxn id="203811" idx="0"/>
            <a:endCxn id="203801" idx="2"/>
          </p:cNvCxnSpPr>
          <p:nvPr/>
        </p:nvCxnSpPr>
        <p:spPr bwMode="auto">
          <a:xfrm rot="-5400000">
            <a:off x="4417219" y="1212057"/>
            <a:ext cx="365125" cy="9413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3799" name="AutoShape 36"/>
          <p:cNvCxnSpPr>
            <a:cxnSpLocks noChangeShapeType="1"/>
            <a:stCxn id="203801" idx="2"/>
            <a:endCxn id="203809" idx="0"/>
          </p:cNvCxnSpPr>
          <p:nvPr/>
        </p:nvCxnSpPr>
        <p:spPr bwMode="auto">
          <a:xfrm rot="16200000" flipH="1">
            <a:off x="5358606" y="1212057"/>
            <a:ext cx="365125" cy="9413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3800" name="AutoShape 37"/>
          <p:cNvCxnSpPr>
            <a:cxnSpLocks noChangeShapeType="1"/>
            <a:stCxn id="203801" idx="2"/>
            <a:endCxn id="203807" idx="0"/>
          </p:cNvCxnSpPr>
          <p:nvPr/>
        </p:nvCxnSpPr>
        <p:spPr bwMode="auto">
          <a:xfrm rot="16200000" flipH="1">
            <a:off x="6300787" y="269876"/>
            <a:ext cx="365125" cy="28257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214F08C-88DE-4B0F-9AEA-1BABA14B48B6}" type="slidenum">
              <a:rPr lang="zh-CN" altLang="en-US" smtClean="0"/>
              <a:pPr defTabSz="895350"/>
              <a:t>197</a:t>
            </a:fld>
            <a:endParaRPr lang="en-US" altLang="zh-CN"/>
          </a:p>
        </p:txBody>
      </p:sp>
      <p:sp>
        <p:nvSpPr>
          <p:cNvPr id="204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48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48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4806" name="Group 5"/>
          <p:cNvGrpSpPr>
            <a:grpSpLocks/>
          </p:cNvGrpSpPr>
          <p:nvPr/>
        </p:nvGrpSpPr>
        <p:grpSpPr bwMode="auto">
          <a:xfrm>
            <a:off x="120650" y="2894013"/>
            <a:ext cx="903288" cy="668337"/>
            <a:chOff x="2400" y="1968"/>
            <a:chExt cx="960" cy="960"/>
          </a:xfrm>
        </p:grpSpPr>
        <p:sp>
          <p:nvSpPr>
            <p:cNvPr id="204849" name="Oval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50" name="Rectangle 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4807" name="Group 8"/>
          <p:cNvGrpSpPr>
            <a:grpSpLocks/>
          </p:cNvGrpSpPr>
          <p:nvPr/>
        </p:nvGrpSpPr>
        <p:grpSpPr bwMode="auto">
          <a:xfrm>
            <a:off x="120650" y="4554538"/>
            <a:ext cx="903288" cy="668337"/>
            <a:chOff x="2400" y="1968"/>
            <a:chExt cx="960" cy="960"/>
          </a:xfrm>
        </p:grpSpPr>
        <p:sp>
          <p:nvSpPr>
            <p:cNvPr id="204847" name="Oval 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48" name="Rectangle 1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4808" name="Group 11"/>
          <p:cNvGrpSpPr>
            <a:grpSpLocks/>
          </p:cNvGrpSpPr>
          <p:nvPr/>
        </p:nvGrpSpPr>
        <p:grpSpPr bwMode="auto">
          <a:xfrm>
            <a:off x="4194175" y="814388"/>
            <a:ext cx="1576388" cy="685800"/>
            <a:chOff x="631" y="1680"/>
            <a:chExt cx="960" cy="960"/>
          </a:xfrm>
        </p:grpSpPr>
        <p:sp>
          <p:nvSpPr>
            <p:cNvPr id="204845" name="Rectangle 1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46" name="Rectangle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4809" name="AutoShape 14"/>
          <p:cNvCxnSpPr>
            <a:cxnSpLocks noChangeShapeType="1"/>
            <a:stCxn id="204843" idx="0"/>
            <a:endCxn id="204845" idx="2"/>
          </p:cNvCxnSpPr>
          <p:nvPr/>
        </p:nvCxnSpPr>
        <p:spPr bwMode="auto">
          <a:xfrm rot="-5400000">
            <a:off x="3141663" y="163513"/>
            <a:ext cx="504825" cy="31781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4810" name="AutoShape 15"/>
          <p:cNvCxnSpPr>
            <a:cxnSpLocks noChangeShapeType="1"/>
            <a:stCxn id="204841" idx="0"/>
            <a:endCxn id="204845" idx="2"/>
          </p:cNvCxnSpPr>
          <p:nvPr/>
        </p:nvCxnSpPr>
        <p:spPr bwMode="auto">
          <a:xfrm rot="-5400000">
            <a:off x="3775075" y="796926"/>
            <a:ext cx="504825" cy="19113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4811" name="AutoShape 16"/>
          <p:cNvCxnSpPr>
            <a:cxnSpLocks noChangeShapeType="1"/>
            <a:stCxn id="204845" idx="2"/>
            <a:endCxn id="204839" idx="0"/>
          </p:cNvCxnSpPr>
          <p:nvPr/>
        </p:nvCxnSpPr>
        <p:spPr bwMode="auto">
          <a:xfrm rot="5400000">
            <a:off x="4409281" y="1431132"/>
            <a:ext cx="504825" cy="64293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4812" name="AutoShape 17"/>
          <p:cNvCxnSpPr>
            <a:cxnSpLocks noChangeShapeType="1"/>
            <a:stCxn id="204845" idx="2"/>
            <a:endCxn id="204837" idx="0"/>
          </p:cNvCxnSpPr>
          <p:nvPr/>
        </p:nvCxnSpPr>
        <p:spPr bwMode="auto">
          <a:xfrm rot="16200000" flipH="1">
            <a:off x="5043488" y="1439863"/>
            <a:ext cx="504825" cy="6254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4813" name="Group 18"/>
          <p:cNvGrpSpPr>
            <a:grpSpLocks/>
          </p:cNvGrpSpPr>
          <p:nvPr/>
        </p:nvGrpSpPr>
        <p:grpSpPr bwMode="auto">
          <a:xfrm>
            <a:off x="1223963" y="2005013"/>
            <a:ext cx="1162050" cy="685800"/>
            <a:chOff x="631" y="1680"/>
            <a:chExt cx="960" cy="960"/>
          </a:xfrm>
        </p:grpSpPr>
        <p:sp>
          <p:nvSpPr>
            <p:cNvPr id="204843" name="Rectangle 1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44" name="Rectangle 2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4814" name="Rectangle 21"/>
          <p:cNvSpPr>
            <a:spLocks noChangeArrowheads="1"/>
          </p:cNvSpPr>
          <p:nvPr/>
        </p:nvSpPr>
        <p:spPr bwMode="auto">
          <a:xfrm>
            <a:off x="1220788" y="2894013"/>
            <a:ext cx="11604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04815" name="Rectangle 22"/>
          <p:cNvSpPr>
            <a:spLocks noChangeArrowheads="1"/>
          </p:cNvSpPr>
          <p:nvPr/>
        </p:nvSpPr>
        <p:spPr bwMode="auto">
          <a:xfrm>
            <a:off x="1220788" y="4554538"/>
            <a:ext cx="11604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grpSp>
        <p:nvGrpSpPr>
          <p:cNvPr id="204816" name="Group 23"/>
          <p:cNvGrpSpPr>
            <a:grpSpLocks/>
          </p:cNvGrpSpPr>
          <p:nvPr/>
        </p:nvGrpSpPr>
        <p:grpSpPr bwMode="auto">
          <a:xfrm>
            <a:off x="2490788" y="2005013"/>
            <a:ext cx="1162050" cy="685800"/>
            <a:chOff x="631" y="1680"/>
            <a:chExt cx="960" cy="960"/>
          </a:xfrm>
        </p:grpSpPr>
        <p:sp>
          <p:nvSpPr>
            <p:cNvPr id="204841" name="Rectangle 2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42" name="Rectangle 2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4817" name="Rectangle 26"/>
          <p:cNvSpPr>
            <a:spLocks noChangeArrowheads="1"/>
          </p:cNvSpPr>
          <p:nvPr/>
        </p:nvSpPr>
        <p:spPr bwMode="auto">
          <a:xfrm>
            <a:off x="2486025" y="2894013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04818" name="Rectangle 27"/>
          <p:cNvSpPr>
            <a:spLocks noChangeArrowheads="1"/>
          </p:cNvSpPr>
          <p:nvPr/>
        </p:nvSpPr>
        <p:spPr bwMode="auto">
          <a:xfrm>
            <a:off x="2486025" y="4554538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grpSp>
        <p:nvGrpSpPr>
          <p:cNvPr id="204819" name="Group 28"/>
          <p:cNvGrpSpPr>
            <a:grpSpLocks/>
          </p:cNvGrpSpPr>
          <p:nvPr/>
        </p:nvGrpSpPr>
        <p:grpSpPr bwMode="auto">
          <a:xfrm>
            <a:off x="3757613" y="2005013"/>
            <a:ext cx="1163637" cy="685800"/>
            <a:chOff x="631" y="1680"/>
            <a:chExt cx="960" cy="960"/>
          </a:xfrm>
        </p:grpSpPr>
        <p:sp>
          <p:nvSpPr>
            <p:cNvPr id="204839" name="Rectangle 2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40" name="Rectangle 3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4820" name="Rectangle 31"/>
          <p:cNvSpPr>
            <a:spLocks noChangeArrowheads="1"/>
          </p:cNvSpPr>
          <p:nvPr/>
        </p:nvSpPr>
        <p:spPr bwMode="auto">
          <a:xfrm>
            <a:off x="3754438" y="2894013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04821" name="Rectangle 32"/>
          <p:cNvSpPr>
            <a:spLocks noChangeArrowheads="1"/>
          </p:cNvSpPr>
          <p:nvPr/>
        </p:nvSpPr>
        <p:spPr bwMode="auto">
          <a:xfrm>
            <a:off x="3754438" y="4554538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grpSp>
        <p:nvGrpSpPr>
          <p:cNvPr id="204822" name="Group 33"/>
          <p:cNvGrpSpPr>
            <a:grpSpLocks/>
          </p:cNvGrpSpPr>
          <p:nvPr/>
        </p:nvGrpSpPr>
        <p:grpSpPr bwMode="auto">
          <a:xfrm>
            <a:off x="5027613" y="2005013"/>
            <a:ext cx="1160462" cy="685800"/>
            <a:chOff x="631" y="1680"/>
            <a:chExt cx="960" cy="960"/>
          </a:xfrm>
        </p:grpSpPr>
        <p:sp>
          <p:nvSpPr>
            <p:cNvPr id="204837" name="Rectangle 3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38" name="Rectangle 3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4823" name="Rectangle 36"/>
          <p:cNvSpPr>
            <a:spLocks noChangeArrowheads="1"/>
          </p:cNvSpPr>
          <p:nvPr/>
        </p:nvSpPr>
        <p:spPr bwMode="auto">
          <a:xfrm>
            <a:off x="5022850" y="2894013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04824" name="Rectangle 37"/>
          <p:cNvSpPr>
            <a:spLocks noChangeArrowheads="1"/>
          </p:cNvSpPr>
          <p:nvPr/>
        </p:nvSpPr>
        <p:spPr bwMode="auto">
          <a:xfrm>
            <a:off x="5022850" y="4554538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grpSp>
        <p:nvGrpSpPr>
          <p:cNvPr id="204825" name="Group 38"/>
          <p:cNvGrpSpPr>
            <a:grpSpLocks/>
          </p:cNvGrpSpPr>
          <p:nvPr/>
        </p:nvGrpSpPr>
        <p:grpSpPr bwMode="auto">
          <a:xfrm>
            <a:off x="6294438" y="2005013"/>
            <a:ext cx="1160462" cy="685800"/>
            <a:chOff x="631" y="1680"/>
            <a:chExt cx="960" cy="960"/>
          </a:xfrm>
        </p:grpSpPr>
        <p:sp>
          <p:nvSpPr>
            <p:cNvPr id="204835" name="Rectangle 39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36" name="Rectangle 40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4826" name="Rectangle 41"/>
          <p:cNvSpPr>
            <a:spLocks noChangeArrowheads="1"/>
          </p:cNvSpPr>
          <p:nvPr/>
        </p:nvSpPr>
        <p:spPr bwMode="auto">
          <a:xfrm>
            <a:off x="6289675" y="2894013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04827" name="Rectangle 42"/>
          <p:cNvSpPr>
            <a:spLocks noChangeArrowheads="1"/>
          </p:cNvSpPr>
          <p:nvPr/>
        </p:nvSpPr>
        <p:spPr bwMode="auto">
          <a:xfrm>
            <a:off x="6289675" y="4554538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grpSp>
        <p:nvGrpSpPr>
          <p:cNvPr id="204828" name="Group 43"/>
          <p:cNvGrpSpPr>
            <a:grpSpLocks/>
          </p:cNvGrpSpPr>
          <p:nvPr/>
        </p:nvGrpSpPr>
        <p:grpSpPr bwMode="auto">
          <a:xfrm>
            <a:off x="7561263" y="2005013"/>
            <a:ext cx="1160462" cy="685800"/>
            <a:chOff x="631" y="1680"/>
            <a:chExt cx="960" cy="960"/>
          </a:xfrm>
        </p:grpSpPr>
        <p:sp>
          <p:nvSpPr>
            <p:cNvPr id="204833" name="Rectangle 44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4834" name="Rectangle 4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4829" name="Rectangle 46"/>
          <p:cNvSpPr>
            <a:spLocks noChangeArrowheads="1"/>
          </p:cNvSpPr>
          <p:nvPr/>
        </p:nvSpPr>
        <p:spPr bwMode="auto">
          <a:xfrm>
            <a:off x="7556500" y="2894013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04830" name="Rectangle 47"/>
          <p:cNvSpPr>
            <a:spLocks noChangeArrowheads="1"/>
          </p:cNvSpPr>
          <p:nvPr/>
        </p:nvSpPr>
        <p:spPr bwMode="auto">
          <a:xfrm>
            <a:off x="7556500" y="4554538"/>
            <a:ext cx="11620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cxnSp>
        <p:nvCxnSpPr>
          <p:cNvPr id="204831" name="AutoShape 48"/>
          <p:cNvCxnSpPr>
            <a:cxnSpLocks noChangeShapeType="1"/>
            <a:stCxn id="204845" idx="2"/>
            <a:endCxn id="204835" idx="0"/>
          </p:cNvCxnSpPr>
          <p:nvPr/>
        </p:nvCxnSpPr>
        <p:spPr bwMode="auto">
          <a:xfrm rot="16200000" flipH="1">
            <a:off x="5676900" y="806451"/>
            <a:ext cx="504825" cy="18923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4832" name="AutoShape 49"/>
          <p:cNvCxnSpPr>
            <a:cxnSpLocks noChangeShapeType="1"/>
            <a:stCxn id="204845" idx="2"/>
            <a:endCxn id="204833" idx="0"/>
          </p:cNvCxnSpPr>
          <p:nvPr/>
        </p:nvCxnSpPr>
        <p:spPr bwMode="auto">
          <a:xfrm rot="16200000" flipH="1">
            <a:off x="6310313" y="173038"/>
            <a:ext cx="504825" cy="31591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454CD79-E716-4085-AFFA-445881DF1B4B}" type="slidenum">
              <a:rPr lang="zh-CN" altLang="en-US" smtClean="0"/>
              <a:pPr defTabSz="895350"/>
              <a:t>198</a:t>
            </a:fld>
            <a:endParaRPr lang="en-US" altLang="zh-CN"/>
          </a:p>
        </p:txBody>
      </p:sp>
      <p:sp>
        <p:nvSpPr>
          <p:cNvPr id="205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582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582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5830" name="Group 5"/>
          <p:cNvGrpSpPr>
            <a:grpSpLocks/>
          </p:cNvGrpSpPr>
          <p:nvPr/>
        </p:nvGrpSpPr>
        <p:grpSpPr bwMode="auto">
          <a:xfrm>
            <a:off x="3336925" y="1878013"/>
            <a:ext cx="2190750" cy="685800"/>
            <a:chOff x="631" y="1680"/>
            <a:chExt cx="960" cy="960"/>
          </a:xfrm>
        </p:grpSpPr>
        <p:sp>
          <p:nvSpPr>
            <p:cNvPr id="205865" name="Rectangle 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66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5831" name="AutoShape 8"/>
          <p:cNvCxnSpPr>
            <a:cxnSpLocks noChangeShapeType="1"/>
            <a:stCxn id="205862" idx="0"/>
            <a:endCxn id="205865" idx="2"/>
          </p:cNvCxnSpPr>
          <p:nvPr/>
        </p:nvCxnSpPr>
        <p:spPr bwMode="auto">
          <a:xfrm rot="-5400000">
            <a:off x="2425700" y="1068388"/>
            <a:ext cx="511175" cy="35020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5832" name="AutoShape 9"/>
          <p:cNvCxnSpPr>
            <a:cxnSpLocks noChangeShapeType="1"/>
            <a:stCxn id="205858" idx="0"/>
            <a:endCxn id="205865" idx="2"/>
          </p:cNvCxnSpPr>
          <p:nvPr/>
        </p:nvCxnSpPr>
        <p:spPr bwMode="auto">
          <a:xfrm rot="-5400000">
            <a:off x="3301206" y="1943895"/>
            <a:ext cx="511175" cy="175101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5833" name="AutoShape 10"/>
          <p:cNvCxnSpPr>
            <a:cxnSpLocks noChangeShapeType="1"/>
            <a:stCxn id="205865" idx="2"/>
            <a:endCxn id="205854" idx="0"/>
          </p:cNvCxnSpPr>
          <p:nvPr/>
        </p:nvCxnSpPr>
        <p:spPr bwMode="auto">
          <a:xfrm rot="16200000" flipH="1">
            <a:off x="4177506" y="2818607"/>
            <a:ext cx="511175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5834" name="AutoShape 11"/>
          <p:cNvCxnSpPr>
            <a:cxnSpLocks noChangeShapeType="1"/>
            <a:stCxn id="205865" idx="2"/>
            <a:endCxn id="205846" idx="0"/>
          </p:cNvCxnSpPr>
          <p:nvPr/>
        </p:nvCxnSpPr>
        <p:spPr bwMode="auto">
          <a:xfrm rot="16200000" flipH="1">
            <a:off x="5930106" y="1066007"/>
            <a:ext cx="511175" cy="35067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5835" name="Group 12"/>
          <p:cNvGrpSpPr>
            <a:grpSpLocks/>
          </p:cNvGrpSpPr>
          <p:nvPr/>
        </p:nvGrpSpPr>
        <p:grpSpPr bwMode="auto">
          <a:xfrm>
            <a:off x="128588" y="3074988"/>
            <a:ext cx="1601787" cy="2874962"/>
            <a:chOff x="81" y="1452"/>
            <a:chExt cx="988" cy="1811"/>
          </a:xfrm>
        </p:grpSpPr>
        <p:sp>
          <p:nvSpPr>
            <p:cNvPr id="205861" name="Rectangle 13"/>
            <p:cNvSpPr>
              <a:spLocks noChangeArrowheads="1"/>
            </p:cNvSpPr>
            <p:nvPr/>
          </p:nvSpPr>
          <p:spPr bwMode="auto">
            <a:xfrm>
              <a:off x="81" y="1452"/>
              <a:ext cx="988" cy="18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62" name="Rectangle 14"/>
            <p:cNvSpPr>
              <a:spLocks noChangeArrowheads="1"/>
            </p:cNvSpPr>
            <p:nvPr/>
          </p:nvSpPr>
          <p:spPr bwMode="auto">
            <a:xfrm>
              <a:off x="81" y="1452"/>
              <a:ext cx="988" cy="2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05863" name="Rectangle 15"/>
            <p:cNvSpPr>
              <a:spLocks noChangeArrowheads="1"/>
            </p:cNvSpPr>
            <p:nvPr/>
          </p:nvSpPr>
          <p:spPr bwMode="auto">
            <a:xfrm>
              <a:off x="121" y="1509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205864" name="Rectangle 16"/>
            <p:cNvSpPr>
              <a:spLocks noChangeArrowheads="1"/>
            </p:cNvSpPr>
            <p:nvPr/>
          </p:nvSpPr>
          <p:spPr bwMode="auto">
            <a:xfrm>
              <a:off x="121" y="1768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 sz="1400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5836" name="Group 17"/>
          <p:cNvGrpSpPr>
            <a:grpSpLocks/>
          </p:cNvGrpSpPr>
          <p:nvPr/>
        </p:nvGrpSpPr>
        <p:grpSpPr bwMode="auto">
          <a:xfrm>
            <a:off x="1879600" y="3074988"/>
            <a:ext cx="1603375" cy="2874962"/>
            <a:chOff x="81" y="1452"/>
            <a:chExt cx="988" cy="1811"/>
          </a:xfrm>
        </p:grpSpPr>
        <p:sp>
          <p:nvSpPr>
            <p:cNvPr id="205857" name="Rectangle 18"/>
            <p:cNvSpPr>
              <a:spLocks noChangeArrowheads="1"/>
            </p:cNvSpPr>
            <p:nvPr/>
          </p:nvSpPr>
          <p:spPr bwMode="auto">
            <a:xfrm>
              <a:off x="81" y="1452"/>
              <a:ext cx="988" cy="18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58" name="Rectangle 19"/>
            <p:cNvSpPr>
              <a:spLocks noChangeArrowheads="1"/>
            </p:cNvSpPr>
            <p:nvPr/>
          </p:nvSpPr>
          <p:spPr bwMode="auto">
            <a:xfrm>
              <a:off x="81" y="1452"/>
              <a:ext cx="988" cy="2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05859" name="Rectangle 20"/>
            <p:cNvSpPr>
              <a:spLocks noChangeArrowheads="1"/>
            </p:cNvSpPr>
            <p:nvPr/>
          </p:nvSpPr>
          <p:spPr bwMode="auto">
            <a:xfrm>
              <a:off x="121" y="1509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205860" name="Rectangle 21"/>
            <p:cNvSpPr>
              <a:spLocks noChangeArrowheads="1"/>
            </p:cNvSpPr>
            <p:nvPr/>
          </p:nvSpPr>
          <p:spPr bwMode="auto">
            <a:xfrm>
              <a:off x="121" y="1768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 sz="1400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5837" name="Group 22"/>
          <p:cNvGrpSpPr>
            <a:grpSpLocks/>
          </p:cNvGrpSpPr>
          <p:nvPr/>
        </p:nvGrpSpPr>
        <p:grpSpPr bwMode="auto">
          <a:xfrm>
            <a:off x="3632200" y="3074988"/>
            <a:ext cx="1601788" cy="2874962"/>
            <a:chOff x="81" y="1452"/>
            <a:chExt cx="988" cy="1811"/>
          </a:xfrm>
        </p:grpSpPr>
        <p:sp>
          <p:nvSpPr>
            <p:cNvPr id="205853" name="Rectangle 23"/>
            <p:cNvSpPr>
              <a:spLocks noChangeArrowheads="1"/>
            </p:cNvSpPr>
            <p:nvPr/>
          </p:nvSpPr>
          <p:spPr bwMode="auto">
            <a:xfrm>
              <a:off x="81" y="1452"/>
              <a:ext cx="988" cy="18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54" name="Rectangle 24"/>
            <p:cNvSpPr>
              <a:spLocks noChangeArrowheads="1"/>
            </p:cNvSpPr>
            <p:nvPr/>
          </p:nvSpPr>
          <p:spPr bwMode="auto">
            <a:xfrm>
              <a:off x="81" y="1452"/>
              <a:ext cx="988" cy="2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05855" name="Rectangle 25"/>
            <p:cNvSpPr>
              <a:spLocks noChangeArrowheads="1"/>
            </p:cNvSpPr>
            <p:nvPr/>
          </p:nvSpPr>
          <p:spPr bwMode="auto">
            <a:xfrm>
              <a:off x="121" y="1509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205856" name="Rectangle 26"/>
            <p:cNvSpPr>
              <a:spLocks noChangeArrowheads="1"/>
            </p:cNvSpPr>
            <p:nvPr/>
          </p:nvSpPr>
          <p:spPr bwMode="auto">
            <a:xfrm>
              <a:off x="121" y="1768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 sz="1400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5838" name="Group 27"/>
          <p:cNvGrpSpPr>
            <a:grpSpLocks/>
          </p:cNvGrpSpPr>
          <p:nvPr/>
        </p:nvGrpSpPr>
        <p:grpSpPr bwMode="auto">
          <a:xfrm>
            <a:off x="5383213" y="3074988"/>
            <a:ext cx="1603375" cy="2874962"/>
            <a:chOff x="81" y="1452"/>
            <a:chExt cx="988" cy="1811"/>
          </a:xfrm>
        </p:grpSpPr>
        <p:sp>
          <p:nvSpPr>
            <p:cNvPr id="205849" name="Rectangle 28"/>
            <p:cNvSpPr>
              <a:spLocks noChangeArrowheads="1"/>
            </p:cNvSpPr>
            <p:nvPr/>
          </p:nvSpPr>
          <p:spPr bwMode="auto">
            <a:xfrm>
              <a:off x="81" y="1452"/>
              <a:ext cx="988" cy="18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50" name="Rectangle 29"/>
            <p:cNvSpPr>
              <a:spLocks noChangeArrowheads="1"/>
            </p:cNvSpPr>
            <p:nvPr/>
          </p:nvSpPr>
          <p:spPr bwMode="auto">
            <a:xfrm>
              <a:off x="81" y="1452"/>
              <a:ext cx="988" cy="2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05851" name="Rectangle 30"/>
            <p:cNvSpPr>
              <a:spLocks noChangeArrowheads="1"/>
            </p:cNvSpPr>
            <p:nvPr/>
          </p:nvSpPr>
          <p:spPr bwMode="auto">
            <a:xfrm>
              <a:off x="121" y="1509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205852" name="Rectangle 31"/>
            <p:cNvSpPr>
              <a:spLocks noChangeArrowheads="1"/>
            </p:cNvSpPr>
            <p:nvPr/>
          </p:nvSpPr>
          <p:spPr bwMode="auto">
            <a:xfrm>
              <a:off x="121" y="1768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 sz="1400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5839" name="Group 32"/>
          <p:cNvGrpSpPr>
            <a:grpSpLocks/>
          </p:cNvGrpSpPr>
          <p:nvPr/>
        </p:nvGrpSpPr>
        <p:grpSpPr bwMode="auto">
          <a:xfrm>
            <a:off x="7137400" y="3074988"/>
            <a:ext cx="1601788" cy="2874962"/>
            <a:chOff x="81" y="1452"/>
            <a:chExt cx="988" cy="1811"/>
          </a:xfrm>
        </p:grpSpPr>
        <p:sp>
          <p:nvSpPr>
            <p:cNvPr id="205845" name="Rectangle 33"/>
            <p:cNvSpPr>
              <a:spLocks noChangeArrowheads="1"/>
            </p:cNvSpPr>
            <p:nvPr/>
          </p:nvSpPr>
          <p:spPr bwMode="auto">
            <a:xfrm>
              <a:off x="81" y="1452"/>
              <a:ext cx="988" cy="181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46" name="Rectangle 34"/>
            <p:cNvSpPr>
              <a:spLocks noChangeArrowheads="1"/>
            </p:cNvSpPr>
            <p:nvPr/>
          </p:nvSpPr>
          <p:spPr bwMode="auto">
            <a:xfrm>
              <a:off x="81" y="1452"/>
              <a:ext cx="988" cy="2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05847" name="Rectangle 35"/>
            <p:cNvSpPr>
              <a:spLocks noChangeArrowheads="1"/>
            </p:cNvSpPr>
            <p:nvPr/>
          </p:nvSpPr>
          <p:spPr bwMode="auto">
            <a:xfrm>
              <a:off x="121" y="1509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 </a:t>
              </a:r>
            </a:p>
          </p:txBody>
        </p:sp>
        <p:sp>
          <p:nvSpPr>
            <p:cNvPr id="205848" name="Rectangle 36"/>
            <p:cNvSpPr>
              <a:spLocks noChangeArrowheads="1"/>
            </p:cNvSpPr>
            <p:nvPr/>
          </p:nvSpPr>
          <p:spPr bwMode="auto">
            <a:xfrm>
              <a:off x="121" y="1768"/>
              <a:ext cx="91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 sz="1400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5840" name="AutoShape 37"/>
          <p:cNvCxnSpPr>
            <a:cxnSpLocks noChangeShapeType="1"/>
            <a:stCxn id="205865" idx="2"/>
            <a:endCxn id="205850" idx="0"/>
          </p:cNvCxnSpPr>
          <p:nvPr/>
        </p:nvCxnSpPr>
        <p:spPr bwMode="auto">
          <a:xfrm rot="16200000" flipH="1">
            <a:off x="5053012" y="1943101"/>
            <a:ext cx="511175" cy="17526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5841" name="Group 38"/>
          <p:cNvGrpSpPr>
            <a:grpSpLocks/>
          </p:cNvGrpSpPr>
          <p:nvPr/>
        </p:nvGrpSpPr>
        <p:grpSpPr bwMode="auto">
          <a:xfrm>
            <a:off x="3338513" y="898525"/>
            <a:ext cx="2190750" cy="685800"/>
            <a:chOff x="631" y="1680"/>
            <a:chExt cx="960" cy="960"/>
          </a:xfrm>
        </p:grpSpPr>
        <p:sp>
          <p:nvSpPr>
            <p:cNvPr id="205843" name="Rectangle 39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5844" name="Rectangle 40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5842" name="AutoShape 41"/>
          <p:cNvCxnSpPr>
            <a:cxnSpLocks noChangeShapeType="1"/>
            <a:stCxn id="205843" idx="2"/>
            <a:endCxn id="205865" idx="0"/>
          </p:cNvCxnSpPr>
          <p:nvPr/>
        </p:nvCxnSpPr>
        <p:spPr bwMode="auto">
          <a:xfrm flipH="1">
            <a:off x="4432300" y="1584325"/>
            <a:ext cx="1588" cy="293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2CBFB07-587B-4A10-A449-D8B2492A2991}" type="slidenum">
              <a:rPr lang="zh-CN" altLang="en-US" smtClean="0"/>
              <a:pPr defTabSz="895350"/>
              <a:t>199</a:t>
            </a:fld>
            <a:endParaRPr lang="en-US" altLang="zh-CN"/>
          </a:p>
        </p:txBody>
      </p:sp>
      <p:sp>
        <p:nvSpPr>
          <p:cNvPr id="206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685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685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6854" name="Group 5"/>
          <p:cNvGrpSpPr>
            <a:grpSpLocks/>
          </p:cNvGrpSpPr>
          <p:nvPr/>
        </p:nvGrpSpPr>
        <p:grpSpPr bwMode="auto">
          <a:xfrm>
            <a:off x="436563" y="2820988"/>
            <a:ext cx="1576387" cy="1350962"/>
            <a:chOff x="631" y="1680"/>
            <a:chExt cx="960" cy="960"/>
          </a:xfrm>
        </p:grpSpPr>
        <p:sp>
          <p:nvSpPr>
            <p:cNvPr id="206923" name="Rectangle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24" name="Rectangle 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6855" name="Group 8"/>
          <p:cNvGrpSpPr>
            <a:grpSpLocks/>
          </p:cNvGrpSpPr>
          <p:nvPr/>
        </p:nvGrpSpPr>
        <p:grpSpPr bwMode="auto">
          <a:xfrm>
            <a:off x="2452688" y="1674813"/>
            <a:ext cx="1735137" cy="835025"/>
            <a:chOff x="631" y="1680"/>
            <a:chExt cx="960" cy="960"/>
          </a:xfrm>
        </p:grpSpPr>
        <p:sp>
          <p:nvSpPr>
            <p:cNvPr id="206921" name="Rectangle 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22" name="Rectangle 1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6856" name="Group 11"/>
          <p:cNvGrpSpPr>
            <a:grpSpLocks/>
          </p:cNvGrpSpPr>
          <p:nvPr/>
        </p:nvGrpSpPr>
        <p:grpSpPr bwMode="auto">
          <a:xfrm>
            <a:off x="4667250" y="901700"/>
            <a:ext cx="1311275" cy="660400"/>
            <a:chOff x="631" y="1680"/>
            <a:chExt cx="960" cy="960"/>
          </a:xfrm>
        </p:grpSpPr>
        <p:sp>
          <p:nvSpPr>
            <p:cNvPr id="206919" name="Rectangle 1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20" name="Rectangle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6857" name="Rectangle 14"/>
          <p:cNvSpPr>
            <a:spLocks noChangeArrowheads="1"/>
          </p:cNvSpPr>
          <p:nvPr/>
        </p:nvSpPr>
        <p:spPr bwMode="auto">
          <a:xfrm>
            <a:off x="6276975" y="903288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58" name="Rectangle 15"/>
          <p:cNvSpPr>
            <a:spLocks noChangeArrowheads="1"/>
          </p:cNvSpPr>
          <p:nvPr/>
        </p:nvSpPr>
        <p:spPr bwMode="auto">
          <a:xfrm>
            <a:off x="6276975" y="1127125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59" name="Rectangle 16"/>
          <p:cNvSpPr>
            <a:spLocks noChangeArrowheads="1"/>
          </p:cNvSpPr>
          <p:nvPr/>
        </p:nvSpPr>
        <p:spPr bwMode="auto">
          <a:xfrm>
            <a:off x="6276975" y="1350963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cxnSp>
        <p:nvCxnSpPr>
          <p:cNvPr id="206860" name="AutoShape 17"/>
          <p:cNvCxnSpPr>
            <a:cxnSpLocks noChangeShapeType="1"/>
            <a:stCxn id="206919" idx="3"/>
            <a:endCxn id="206857" idx="1"/>
          </p:cNvCxnSpPr>
          <p:nvPr/>
        </p:nvCxnSpPr>
        <p:spPr bwMode="auto">
          <a:xfrm flipV="1">
            <a:off x="5978525" y="1009650"/>
            <a:ext cx="298450" cy="222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61" name="AutoShape 18"/>
          <p:cNvCxnSpPr>
            <a:cxnSpLocks noChangeShapeType="1"/>
            <a:stCxn id="206919" idx="3"/>
            <a:endCxn id="206858" idx="1"/>
          </p:cNvCxnSpPr>
          <p:nvPr/>
        </p:nvCxnSpPr>
        <p:spPr bwMode="auto">
          <a:xfrm>
            <a:off x="5978525" y="1231900"/>
            <a:ext cx="298450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62" name="AutoShape 19"/>
          <p:cNvCxnSpPr>
            <a:cxnSpLocks noChangeShapeType="1"/>
            <a:stCxn id="206919" idx="3"/>
            <a:endCxn id="206859" idx="1"/>
          </p:cNvCxnSpPr>
          <p:nvPr/>
        </p:nvCxnSpPr>
        <p:spPr bwMode="auto">
          <a:xfrm>
            <a:off x="5978525" y="1231900"/>
            <a:ext cx="298450" cy="225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6863" name="Group 20"/>
          <p:cNvGrpSpPr>
            <a:grpSpLocks/>
          </p:cNvGrpSpPr>
          <p:nvPr/>
        </p:nvGrpSpPr>
        <p:grpSpPr bwMode="auto">
          <a:xfrm>
            <a:off x="4667250" y="1763713"/>
            <a:ext cx="1311275" cy="660400"/>
            <a:chOff x="631" y="1680"/>
            <a:chExt cx="960" cy="960"/>
          </a:xfrm>
        </p:grpSpPr>
        <p:sp>
          <p:nvSpPr>
            <p:cNvPr id="206917" name="Rectangle 2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18" name="Rectangle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6864" name="Rectangle 23"/>
          <p:cNvSpPr>
            <a:spLocks noChangeArrowheads="1"/>
          </p:cNvSpPr>
          <p:nvPr/>
        </p:nvSpPr>
        <p:spPr bwMode="auto">
          <a:xfrm>
            <a:off x="6276975" y="1765300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65" name="Rectangle 24"/>
          <p:cNvSpPr>
            <a:spLocks noChangeArrowheads="1"/>
          </p:cNvSpPr>
          <p:nvPr/>
        </p:nvSpPr>
        <p:spPr bwMode="auto">
          <a:xfrm>
            <a:off x="6276975" y="1989138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66" name="Rectangle 25"/>
          <p:cNvSpPr>
            <a:spLocks noChangeArrowheads="1"/>
          </p:cNvSpPr>
          <p:nvPr/>
        </p:nvSpPr>
        <p:spPr bwMode="auto">
          <a:xfrm>
            <a:off x="6276975" y="2212975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cxnSp>
        <p:nvCxnSpPr>
          <p:cNvPr id="206867" name="AutoShape 26"/>
          <p:cNvCxnSpPr>
            <a:cxnSpLocks noChangeShapeType="1"/>
            <a:stCxn id="206917" idx="3"/>
            <a:endCxn id="206864" idx="1"/>
          </p:cNvCxnSpPr>
          <p:nvPr/>
        </p:nvCxnSpPr>
        <p:spPr bwMode="auto">
          <a:xfrm flipV="1">
            <a:off x="5978525" y="1871663"/>
            <a:ext cx="298450" cy="222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68" name="AutoShape 27"/>
          <p:cNvCxnSpPr>
            <a:cxnSpLocks noChangeShapeType="1"/>
            <a:stCxn id="206917" idx="3"/>
            <a:endCxn id="206865" idx="1"/>
          </p:cNvCxnSpPr>
          <p:nvPr/>
        </p:nvCxnSpPr>
        <p:spPr bwMode="auto">
          <a:xfrm>
            <a:off x="5978525" y="2093913"/>
            <a:ext cx="298450" cy="15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69" name="AutoShape 28"/>
          <p:cNvCxnSpPr>
            <a:cxnSpLocks noChangeShapeType="1"/>
            <a:stCxn id="206917" idx="3"/>
            <a:endCxn id="206866" idx="1"/>
          </p:cNvCxnSpPr>
          <p:nvPr/>
        </p:nvCxnSpPr>
        <p:spPr bwMode="auto">
          <a:xfrm>
            <a:off x="5978525" y="2093913"/>
            <a:ext cx="298450" cy="225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6870" name="Group 29"/>
          <p:cNvGrpSpPr>
            <a:grpSpLocks/>
          </p:cNvGrpSpPr>
          <p:nvPr/>
        </p:nvGrpSpPr>
        <p:grpSpPr bwMode="auto">
          <a:xfrm>
            <a:off x="4667250" y="2627313"/>
            <a:ext cx="1311275" cy="660400"/>
            <a:chOff x="631" y="1680"/>
            <a:chExt cx="960" cy="960"/>
          </a:xfrm>
        </p:grpSpPr>
        <p:sp>
          <p:nvSpPr>
            <p:cNvPr id="206915" name="Rectangle 3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16" name="Rectangle 3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6871" name="Rectangle 32"/>
          <p:cNvSpPr>
            <a:spLocks noChangeArrowheads="1"/>
          </p:cNvSpPr>
          <p:nvPr/>
        </p:nvSpPr>
        <p:spPr bwMode="auto">
          <a:xfrm>
            <a:off x="6276975" y="2628900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72" name="Rectangle 33"/>
          <p:cNvSpPr>
            <a:spLocks noChangeArrowheads="1"/>
          </p:cNvSpPr>
          <p:nvPr/>
        </p:nvSpPr>
        <p:spPr bwMode="auto">
          <a:xfrm>
            <a:off x="6276975" y="2852738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73" name="Rectangle 34"/>
          <p:cNvSpPr>
            <a:spLocks noChangeArrowheads="1"/>
          </p:cNvSpPr>
          <p:nvPr/>
        </p:nvSpPr>
        <p:spPr bwMode="auto">
          <a:xfrm>
            <a:off x="6276975" y="3076575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cxnSp>
        <p:nvCxnSpPr>
          <p:cNvPr id="206874" name="AutoShape 35"/>
          <p:cNvCxnSpPr>
            <a:cxnSpLocks noChangeShapeType="1"/>
            <a:stCxn id="206915" idx="3"/>
            <a:endCxn id="206871" idx="1"/>
          </p:cNvCxnSpPr>
          <p:nvPr/>
        </p:nvCxnSpPr>
        <p:spPr bwMode="auto">
          <a:xfrm flipV="1">
            <a:off x="5978525" y="2735263"/>
            <a:ext cx="298450" cy="222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75" name="AutoShape 36"/>
          <p:cNvCxnSpPr>
            <a:cxnSpLocks noChangeShapeType="1"/>
            <a:stCxn id="206915" idx="3"/>
            <a:endCxn id="206872" idx="1"/>
          </p:cNvCxnSpPr>
          <p:nvPr/>
        </p:nvCxnSpPr>
        <p:spPr bwMode="auto">
          <a:xfrm>
            <a:off x="5978525" y="2957513"/>
            <a:ext cx="298450" cy="15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76" name="AutoShape 37"/>
          <p:cNvCxnSpPr>
            <a:cxnSpLocks noChangeShapeType="1"/>
            <a:stCxn id="206915" idx="3"/>
            <a:endCxn id="206873" idx="1"/>
          </p:cNvCxnSpPr>
          <p:nvPr/>
        </p:nvCxnSpPr>
        <p:spPr bwMode="auto">
          <a:xfrm>
            <a:off x="5978525" y="2957513"/>
            <a:ext cx="298450" cy="225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77" name="AutoShape 38"/>
          <p:cNvCxnSpPr>
            <a:cxnSpLocks noChangeShapeType="1"/>
            <a:stCxn id="206921" idx="3"/>
            <a:endCxn id="206919" idx="1"/>
          </p:cNvCxnSpPr>
          <p:nvPr/>
        </p:nvCxnSpPr>
        <p:spPr bwMode="auto">
          <a:xfrm flipV="1">
            <a:off x="4187825" y="1231900"/>
            <a:ext cx="479425" cy="860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78" name="AutoShape 39"/>
          <p:cNvCxnSpPr>
            <a:cxnSpLocks noChangeShapeType="1"/>
            <a:stCxn id="206921" idx="3"/>
            <a:endCxn id="206917" idx="1"/>
          </p:cNvCxnSpPr>
          <p:nvPr/>
        </p:nvCxnSpPr>
        <p:spPr bwMode="auto">
          <a:xfrm>
            <a:off x="4187825" y="2092325"/>
            <a:ext cx="479425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79" name="AutoShape 40"/>
          <p:cNvCxnSpPr>
            <a:cxnSpLocks noChangeShapeType="1"/>
            <a:stCxn id="206921" idx="3"/>
            <a:endCxn id="206915" idx="1"/>
          </p:cNvCxnSpPr>
          <p:nvPr/>
        </p:nvCxnSpPr>
        <p:spPr bwMode="auto">
          <a:xfrm>
            <a:off x="4187825" y="2092325"/>
            <a:ext cx="479425" cy="8651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6880" name="Group 41"/>
          <p:cNvGrpSpPr>
            <a:grpSpLocks/>
          </p:cNvGrpSpPr>
          <p:nvPr/>
        </p:nvGrpSpPr>
        <p:grpSpPr bwMode="auto">
          <a:xfrm>
            <a:off x="2452688" y="4492625"/>
            <a:ext cx="1735137" cy="835025"/>
            <a:chOff x="631" y="1680"/>
            <a:chExt cx="960" cy="960"/>
          </a:xfrm>
        </p:grpSpPr>
        <p:sp>
          <p:nvSpPr>
            <p:cNvPr id="206913" name="Rectangle 4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14" name="Rectangle 4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6881" name="Group 44"/>
          <p:cNvGrpSpPr>
            <a:grpSpLocks/>
          </p:cNvGrpSpPr>
          <p:nvPr/>
        </p:nvGrpSpPr>
        <p:grpSpPr bwMode="auto">
          <a:xfrm>
            <a:off x="4667250" y="3713163"/>
            <a:ext cx="1311275" cy="660400"/>
            <a:chOff x="631" y="1680"/>
            <a:chExt cx="960" cy="960"/>
          </a:xfrm>
        </p:grpSpPr>
        <p:sp>
          <p:nvSpPr>
            <p:cNvPr id="206911" name="Rectangle 4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12" name="Rectangle 4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6882" name="Rectangle 47"/>
          <p:cNvSpPr>
            <a:spLocks noChangeArrowheads="1"/>
          </p:cNvSpPr>
          <p:nvPr/>
        </p:nvSpPr>
        <p:spPr bwMode="auto">
          <a:xfrm>
            <a:off x="6276975" y="3714750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83" name="Rectangle 48"/>
          <p:cNvSpPr>
            <a:spLocks noChangeArrowheads="1"/>
          </p:cNvSpPr>
          <p:nvPr/>
        </p:nvSpPr>
        <p:spPr bwMode="auto">
          <a:xfrm>
            <a:off x="6276975" y="3938588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84" name="Rectangle 49"/>
          <p:cNvSpPr>
            <a:spLocks noChangeArrowheads="1"/>
          </p:cNvSpPr>
          <p:nvPr/>
        </p:nvSpPr>
        <p:spPr bwMode="auto">
          <a:xfrm>
            <a:off x="6276975" y="4162425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cxnSp>
        <p:nvCxnSpPr>
          <p:cNvPr id="206885" name="AutoShape 50"/>
          <p:cNvCxnSpPr>
            <a:cxnSpLocks noChangeShapeType="1"/>
            <a:stCxn id="206911" idx="3"/>
            <a:endCxn id="206882" idx="1"/>
          </p:cNvCxnSpPr>
          <p:nvPr/>
        </p:nvCxnSpPr>
        <p:spPr bwMode="auto">
          <a:xfrm flipV="1">
            <a:off x="5978525" y="3821113"/>
            <a:ext cx="298450" cy="222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86" name="AutoShape 51"/>
          <p:cNvCxnSpPr>
            <a:cxnSpLocks noChangeShapeType="1"/>
            <a:stCxn id="206911" idx="3"/>
            <a:endCxn id="206883" idx="1"/>
          </p:cNvCxnSpPr>
          <p:nvPr/>
        </p:nvCxnSpPr>
        <p:spPr bwMode="auto">
          <a:xfrm>
            <a:off x="5978525" y="4043363"/>
            <a:ext cx="298450" cy="15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87" name="AutoShape 52"/>
          <p:cNvCxnSpPr>
            <a:cxnSpLocks noChangeShapeType="1"/>
            <a:stCxn id="206911" idx="3"/>
            <a:endCxn id="206884" idx="1"/>
          </p:cNvCxnSpPr>
          <p:nvPr/>
        </p:nvCxnSpPr>
        <p:spPr bwMode="auto">
          <a:xfrm>
            <a:off x="5978525" y="4043363"/>
            <a:ext cx="298450" cy="225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6888" name="Group 53"/>
          <p:cNvGrpSpPr>
            <a:grpSpLocks/>
          </p:cNvGrpSpPr>
          <p:nvPr/>
        </p:nvGrpSpPr>
        <p:grpSpPr bwMode="auto">
          <a:xfrm>
            <a:off x="4667250" y="4575175"/>
            <a:ext cx="1311275" cy="660400"/>
            <a:chOff x="631" y="1680"/>
            <a:chExt cx="960" cy="960"/>
          </a:xfrm>
        </p:grpSpPr>
        <p:sp>
          <p:nvSpPr>
            <p:cNvPr id="206909" name="Rectangle 5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10" name="Rectangle 5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6889" name="Rectangle 56"/>
          <p:cNvSpPr>
            <a:spLocks noChangeArrowheads="1"/>
          </p:cNvSpPr>
          <p:nvPr/>
        </p:nvSpPr>
        <p:spPr bwMode="auto">
          <a:xfrm>
            <a:off x="6276975" y="4576763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90" name="Rectangle 57"/>
          <p:cNvSpPr>
            <a:spLocks noChangeArrowheads="1"/>
          </p:cNvSpPr>
          <p:nvPr/>
        </p:nvSpPr>
        <p:spPr bwMode="auto">
          <a:xfrm>
            <a:off x="6276975" y="4800600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91" name="Rectangle 58"/>
          <p:cNvSpPr>
            <a:spLocks noChangeArrowheads="1"/>
          </p:cNvSpPr>
          <p:nvPr/>
        </p:nvSpPr>
        <p:spPr bwMode="auto">
          <a:xfrm>
            <a:off x="6276975" y="5024438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cxnSp>
        <p:nvCxnSpPr>
          <p:cNvPr id="206892" name="AutoShape 59"/>
          <p:cNvCxnSpPr>
            <a:cxnSpLocks noChangeShapeType="1"/>
            <a:stCxn id="206909" idx="3"/>
            <a:endCxn id="206889" idx="1"/>
          </p:cNvCxnSpPr>
          <p:nvPr/>
        </p:nvCxnSpPr>
        <p:spPr bwMode="auto">
          <a:xfrm flipV="1">
            <a:off x="5978525" y="4683125"/>
            <a:ext cx="298450" cy="222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93" name="AutoShape 60"/>
          <p:cNvCxnSpPr>
            <a:cxnSpLocks noChangeShapeType="1"/>
            <a:stCxn id="206909" idx="3"/>
            <a:endCxn id="206890" idx="1"/>
          </p:cNvCxnSpPr>
          <p:nvPr/>
        </p:nvCxnSpPr>
        <p:spPr bwMode="auto">
          <a:xfrm>
            <a:off x="5978525" y="4905375"/>
            <a:ext cx="298450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894" name="AutoShape 61"/>
          <p:cNvCxnSpPr>
            <a:cxnSpLocks noChangeShapeType="1"/>
            <a:stCxn id="206909" idx="3"/>
            <a:endCxn id="206891" idx="1"/>
          </p:cNvCxnSpPr>
          <p:nvPr/>
        </p:nvCxnSpPr>
        <p:spPr bwMode="auto">
          <a:xfrm>
            <a:off x="5978525" y="4905375"/>
            <a:ext cx="298450" cy="225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6895" name="Group 62"/>
          <p:cNvGrpSpPr>
            <a:grpSpLocks/>
          </p:cNvGrpSpPr>
          <p:nvPr/>
        </p:nvGrpSpPr>
        <p:grpSpPr bwMode="auto">
          <a:xfrm>
            <a:off x="4667250" y="5438775"/>
            <a:ext cx="1311275" cy="660400"/>
            <a:chOff x="631" y="1680"/>
            <a:chExt cx="960" cy="960"/>
          </a:xfrm>
        </p:grpSpPr>
        <p:sp>
          <p:nvSpPr>
            <p:cNvPr id="206907" name="Rectangle 6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6908" name="Rectangle 6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6896" name="Rectangle 65"/>
          <p:cNvSpPr>
            <a:spLocks noChangeArrowheads="1"/>
          </p:cNvSpPr>
          <p:nvPr/>
        </p:nvSpPr>
        <p:spPr bwMode="auto">
          <a:xfrm>
            <a:off x="6276975" y="5440363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97" name="Rectangle 66"/>
          <p:cNvSpPr>
            <a:spLocks noChangeArrowheads="1"/>
          </p:cNvSpPr>
          <p:nvPr/>
        </p:nvSpPr>
        <p:spPr bwMode="auto">
          <a:xfrm>
            <a:off x="6276975" y="5664200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6898" name="Rectangle 67"/>
          <p:cNvSpPr>
            <a:spLocks noChangeArrowheads="1"/>
          </p:cNvSpPr>
          <p:nvPr/>
        </p:nvSpPr>
        <p:spPr bwMode="auto">
          <a:xfrm>
            <a:off x="6276975" y="5888038"/>
            <a:ext cx="2176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cxnSp>
        <p:nvCxnSpPr>
          <p:cNvPr id="206899" name="AutoShape 68"/>
          <p:cNvCxnSpPr>
            <a:cxnSpLocks noChangeShapeType="1"/>
            <a:stCxn id="206907" idx="3"/>
            <a:endCxn id="206896" idx="1"/>
          </p:cNvCxnSpPr>
          <p:nvPr/>
        </p:nvCxnSpPr>
        <p:spPr bwMode="auto">
          <a:xfrm flipV="1">
            <a:off x="5978525" y="5546725"/>
            <a:ext cx="298450" cy="222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0" name="AutoShape 69"/>
          <p:cNvCxnSpPr>
            <a:cxnSpLocks noChangeShapeType="1"/>
            <a:stCxn id="206907" idx="3"/>
            <a:endCxn id="206897" idx="1"/>
          </p:cNvCxnSpPr>
          <p:nvPr/>
        </p:nvCxnSpPr>
        <p:spPr bwMode="auto">
          <a:xfrm>
            <a:off x="5978525" y="5768975"/>
            <a:ext cx="298450" cy="158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1" name="AutoShape 70"/>
          <p:cNvCxnSpPr>
            <a:cxnSpLocks noChangeShapeType="1"/>
            <a:stCxn id="206907" idx="3"/>
            <a:endCxn id="206898" idx="1"/>
          </p:cNvCxnSpPr>
          <p:nvPr/>
        </p:nvCxnSpPr>
        <p:spPr bwMode="auto">
          <a:xfrm>
            <a:off x="5978525" y="5768975"/>
            <a:ext cx="298450" cy="2254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2" name="AutoShape 71"/>
          <p:cNvCxnSpPr>
            <a:cxnSpLocks noChangeShapeType="1"/>
            <a:stCxn id="206913" idx="3"/>
            <a:endCxn id="206911" idx="1"/>
          </p:cNvCxnSpPr>
          <p:nvPr/>
        </p:nvCxnSpPr>
        <p:spPr bwMode="auto">
          <a:xfrm flipV="1">
            <a:off x="4187825" y="4043363"/>
            <a:ext cx="479425" cy="8667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3" name="AutoShape 72"/>
          <p:cNvCxnSpPr>
            <a:cxnSpLocks noChangeShapeType="1"/>
            <a:stCxn id="206913" idx="3"/>
            <a:endCxn id="206909" idx="1"/>
          </p:cNvCxnSpPr>
          <p:nvPr/>
        </p:nvCxnSpPr>
        <p:spPr bwMode="auto">
          <a:xfrm flipV="1">
            <a:off x="4187825" y="4905375"/>
            <a:ext cx="479425" cy="476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4" name="AutoShape 73"/>
          <p:cNvCxnSpPr>
            <a:cxnSpLocks noChangeShapeType="1"/>
            <a:stCxn id="206913" idx="3"/>
            <a:endCxn id="206907" idx="1"/>
          </p:cNvCxnSpPr>
          <p:nvPr/>
        </p:nvCxnSpPr>
        <p:spPr bwMode="auto">
          <a:xfrm>
            <a:off x="4187825" y="4910138"/>
            <a:ext cx="479425" cy="85883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5" name="AutoShape 74"/>
          <p:cNvCxnSpPr>
            <a:cxnSpLocks noChangeShapeType="1"/>
            <a:stCxn id="206923" idx="3"/>
            <a:endCxn id="206921" idx="1"/>
          </p:cNvCxnSpPr>
          <p:nvPr/>
        </p:nvCxnSpPr>
        <p:spPr bwMode="auto">
          <a:xfrm flipV="1">
            <a:off x="2012950" y="2092325"/>
            <a:ext cx="439738" cy="1404938"/>
          </a:xfrm>
          <a:prstGeom prst="bentConnector3">
            <a:avLst>
              <a:gd name="adj1" fmla="val 4981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6906" name="AutoShape 75"/>
          <p:cNvCxnSpPr>
            <a:cxnSpLocks noChangeShapeType="1"/>
            <a:stCxn id="206923" idx="3"/>
            <a:endCxn id="206913" idx="1"/>
          </p:cNvCxnSpPr>
          <p:nvPr/>
        </p:nvCxnSpPr>
        <p:spPr bwMode="auto">
          <a:xfrm>
            <a:off x="2012950" y="3497263"/>
            <a:ext cx="439738" cy="1412875"/>
          </a:xfrm>
          <a:prstGeom prst="bentConnector3">
            <a:avLst>
              <a:gd name="adj1" fmla="val 4981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6B228DB-89FF-4AC5-BA85-C75308A2FA85}" type="slidenum">
              <a:rPr lang="zh-CN" altLang="en-US" smtClean="0"/>
              <a:pPr defTabSz="895350"/>
              <a:t>200</a:t>
            </a:fld>
            <a:endParaRPr lang="en-US" altLang="zh-CN"/>
          </a:p>
        </p:txBody>
      </p:sp>
      <p:sp>
        <p:nvSpPr>
          <p:cNvPr id="207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787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0787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07878" name="Group 5"/>
          <p:cNvGrpSpPr>
            <a:grpSpLocks/>
          </p:cNvGrpSpPr>
          <p:nvPr/>
        </p:nvGrpSpPr>
        <p:grpSpPr bwMode="auto">
          <a:xfrm>
            <a:off x="230188" y="3155950"/>
            <a:ext cx="1184275" cy="1143000"/>
            <a:chOff x="631" y="1680"/>
            <a:chExt cx="960" cy="960"/>
          </a:xfrm>
        </p:grpSpPr>
        <p:sp>
          <p:nvSpPr>
            <p:cNvPr id="207919" name="Rectangle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20" name="Rectangle 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79" name="Group 8"/>
          <p:cNvGrpSpPr>
            <a:grpSpLocks/>
          </p:cNvGrpSpPr>
          <p:nvPr/>
        </p:nvGrpSpPr>
        <p:grpSpPr bwMode="auto">
          <a:xfrm>
            <a:off x="1703388" y="2185988"/>
            <a:ext cx="1193800" cy="609600"/>
            <a:chOff x="631" y="1680"/>
            <a:chExt cx="960" cy="960"/>
          </a:xfrm>
        </p:grpSpPr>
        <p:sp>
          <p:nvSpPr>
            <p:cNvPr id="207917" name="Rectangle 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18" name="Rectangle 1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80" name="Group 11"/>
          <p:cNvGrpSpPr>
            <a:grpSpLocks/>
          </p:cNvGrpSpPr>
          <p:nvPr/>
        </p:nvGrpSpPr>
        <p:grpSpPr bwMode="auto">
          <a:xfrm>
            <a:off x="3290888" y="1390650"/>
            <a:ext cx="1187450" cy="609600"/>
            <a:chOff x="631" y="1680"/>
            <a:chExt cx="960" cy="960"/>
          </a:xfrm>
        </p:grpSpPr>
        <p:sp>
          <p:nvSpPr>
            <p:cNvPr id="207915" name="Rectangle 1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16" name="Rectangle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81" name="Group 14"/>
          <p:cNvGrpSpPr>
            <a:grpSpLocks/>
          </p:cNvGrpSpPr>
          <p:nvPr/>
        </p:nvGrpSpPr>
        <p:grpSpPr bwMode="auto">
          <a:xfrm>
            <a:off x="3290888" y="2185988"/>
            <a:ext cx="1187450" cy="609600"/>
            <a:chOff x="631" y="1680"/>
            <a:chExt cx="960" cy="960"/>
          </a:xfrm>
        </p:grpSpPr>
        <p:sp>
          <p:nvSpPr>
            <p:cNvPr id="207913" name="Rectangle 1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14" name="Rectangle 1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82" name="Group 17"/>
          <p:cNvGrpSpPr>
            <a:grpSpLocks/>
          </p:cNvGrpSpPr>
          <p:nvPr/>
        </p:nvGrpSpPr>
        <p:grpSpPr bwMode="auto">
          <a:xfrm>
            <a:off x="3290888" y="2982913"/>
            <a:ext cx="1187450" cy="609600"/>
            <a:chOff x="631" y="1680"/>
            <a:chExt cx="960" cy="960"/>
          </a:xfrm>
        </p:grpSpPr>
        <p:sp>
          <p:nvSpPr>
            <p:cNvPr id="207911" name="Rectangle 1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12" name="Rectangle 1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7883" name="AutoShape 20"/>
          <p:cNvCxnSpPr>
            <a:cxnSpLocks noChangeShapeType="1"/>
            <a:stCxn id="207917" idx="3"/>
            <a:endCxn id="207915" idx="1"/>
          </p:cNvCxnSpPr>
          <p:nvPr/>
        </p:nvCxnSpPr>
        <p:spPr bwMode="auto">
          <a:xfrm flipV="1">
            <a:off x="2897188" y="1695450"/>
            <a:ext cx="393700" cy="79533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7884" name="AutoShape 21"/>
          <p:cNvCxnSpPr>
            <a:cxnSpLocks noChangeShapeType="1"/>
            <a:stCxn id="207917" idx="3"/>
            <a:endCxn id="207913" idx="1"/>
          </p:cNvCxnSpPr>
          <p:nvPr/>
        </p:nvCxnSpPr>
        <p:spPr bwMode="auto">
          <a:xfrm>
            <a:off x="2897188" y="2490788"/>
            <a:ext cx="3937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7885" name="AutoShape 22"/>
          <p:cNvCxnSpPr>
            <a:cxnSpLocks noChangeShapeType="1"/>
            <a:stCxn id="207917" idx="3"/>
            <a:endCxn id="207911" idx="1"/>
          </p:cNvCxnSpPr>
          <p:nvPr/>
        </p:nvCxnSpPr>
        <p:spPr bwMode="auto">
          <a:xfrm>
            <a:off x="2897188" y="2490788"/>
            <a:ext cx="393700" cy="7969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07886" name="Group 23"/>
          <p:cNvGrpSpPr>
            <a:grpSpLocks/>
          </p:cNvGrpSpPr>
          <p:nvPr/>
        </p:nvGrpSpPr>
        <p:grpSpPr bwMode="auto">
          <a:xfrm>
            <a:off x="1703388" y="4660900"/>
            <a:ext cx="1193800" cy="609600"/>
            <a:chOff x="631" y="1680"/>
            <a:chExt cx="960" cy="960"/>
          </a:xfrm>
        </p:grpSpPr>
        <p:sp>
          <p:nvSpPr>
            <p:cNvPr id="207909" name="Rectangle 2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10" name="Rectangle 2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87" name="Group 26"/>
          <p:cNvGrpSpPr>
            <a:grpSpLocks/>
          </p:cNvGrpSpPr>
          <p:nvPr/>
        </p:nvGrpSpPr>
        <p:grpSpPr bwMode="auto">
          <a:xfrm>
            <a:off x="3290888" y="3865563"/>
            <a:ext cx="1187450" cy="609600"/>
            <a:chOff x="631" y="1680"/>
            <a:chExt cx="960" cy="960"/>
          </a:xfrm>
        </p:grpSpPr>
        <p:sp>
          <p:nvSpPr>
            <p:cNvPr id="207907" name="Rectangle 2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08" name="Rectangle 2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88" name="Group 29"/>
          <p:cNvGrpSpPr>
            <a:grpSpLocks/>
          </p:cNvGrpSpPr>
          <p:nvPr/>
        </p:nvGrpSpPr>
        <p:grpSpPr bwMode="auto">
          <a:xfrm>
            <a:off x="3290888" y="4660900"/>
            <a:ext cx="1187450" cy="609600"/>
            <a:chOff x="631" y="1680"/>
            <a:chExt cx="960" cy="960"/>
          </a:xfrm>
        </p:grpSpPr>
        <p:sp>
          <p:nvSpPr>
            <p:cNvPr id="207905" name="Rectangle 3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06" name="Rectangle 3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07889" name="Group 32"/>
          <p:cNvGrpSpPr>
            <a:grpSpLocks/>
          </p:cNvGrpSpPr>
          <p:nvPr/>
        </p:nvGrpSpPr>
        <p:grpSpPr bwMode="auto">
          <a:xfrm>
            <a:off x="3290888" y="5457825"/>
            <a:ext cx="1187450" cy="609600"/>
            <a:chOff x="631" y="1680"/>
            <a:chExt cx="960" cy="960"/>
          </a:xfrm>
        </p:grpSpPr>
        <p:sp>
          <p:nvSpPr>
            <p:cNvPr id="207903" name="Rectangle 3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7904" name="Rectangle 3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cxnSp>
        <p:nvCxnSpPr>
          <p:cNvPr id="207890" name="AutoShape 35"/>
          <p:cNvCxnSpPr>
            <a:cxnSpLocks noChangeShapeType="1"/>
            <a:stCxn id="207909" idx="3"/>
            <a:endCxn id="207907" idx="1"/>
          </p:cNvCxnSpPr>
          <p:nvPr/>
        </p:nvCxnSpPr>
        <p:spPr bwMode="auto">
          <a:xfrm flipV="1">
            <a:off x="2897188" y="4170363"/>
            <a:ext cx="393700" cy="79533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7891" name="AutoShape 36"/>
          <p:cNvCxnSpPr>
            <a:cxnSpLocks noChangeShapeType="1"/>
            <a:stCxn id="207909" idx="3"/>
            <a:endCxn id="207905" idx="1"/>
          </p:cNvCxnSpPr>
          <p:nvPr/>
        </p:nvCxnSpPr>
        <p:spPr bwMode="auto">
          <a:xfrm>
            <a:off x="2897188" y="4965700"/>
            <a:ext cx="3937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7892" name="AutoShape 37"/>
          <p:cNvCxnSpPr>
            <a:cxnSpLocks noChangeShapeType="1"/>
            <a:stCxn id="207909" idx="3"/>
            <a:endCxn id="207903" idx="1"/>
          </p:cNvCxnSpPr>
          <p:nvPr/>
        </p:nvCxnSpPr>
        <p:spPr bwMode="auto">
          <a:xfrm>
            <a:off x="2897188" y="4965700"/>
            <a:ext cx="393700" cy="7969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7893" name="AutoShape 38"/>
          <p:cNvCxnSpPr>
            <a:cxnSpLocks noChangeShapeType="1"/>
            <a:stCxn id="207919" idx="3"/>
            <a:endCxn id="207917" idx="1"/>
          </p:cNvCxnSpPr>
          <p:nvPr/>
        </p:nvCxnSpPr>
        <p:spPr bwMode="auto">
          <a:xfrm flipV="1">
            <a:off x="1414463" y="2490788"/>
            <a:ext cx="288925" cy="123666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7894" name="AutoShape 39"/>
          <p:cNvCxnSpPr>
            <a:cxnSpLocks noChangeShapeType="1"/>
            <a:stCxn id="207919" idx="3"/>
            <a:endCxn id="207909" idx="1"/>
          </p:cNvCxnSpPr>
          <p:nvPr/>
        </p:nvCxnSpPr>
        <p:spPr bwMode="auto">
          <a:xfrm>
            <a:off x="1414463" y="3727450"/>
            <a:ext cx="288925" cy="12382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07895" name="Line 40"/>
          <p:cNvSpPr>
            <a:spLocks noChangeShapeType="1"/>
          </p:cNvSpPr>
          <p:nvPr/>
        </p:nvSpPr>
        <p:spPr bwMode="auto">
          <a:xfrm>
            <a:off x="4700588" y="1201738"/>
            <a:ext cx="38655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07896" name="Rectangle 41"/>
          <p:cNvSpPr>
            <a:spLocks noChangeArrowheads="1"/>
          </p:cNvSpPr>
          <p:nvPr/>
        </p:nvSpPr>
        <p:spPr bwMode="auto">
          <a:xfrm>
            <a:off x="4700588" y="933450"/>
            <a:ext cx="38512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207897" name="Rectangle 42"/>
          <p:cNvSpPr>
            <a:spLocks noChangeArrowheads="1"/>
          </p:cNvSpPr>
          <p:nvPr/>
        </p:nvSpPr>
        <p:spPr bwMode="auto">
          <a:xfrm>
            <a:off x="4700588" y="1390650"/>
            <a:ext cx="3857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207898" name="Rectangle 43"/>
          <p:cNvSpPr>
            <a:spLocks noChangeArrowheads="1"/>
          </p:cNvSpPr>
          <p:nvPr/>
        </p:nvSpPr>
        <p:spPr bwMode="auto">
          <a:xfrm>
            <a:off x="4700588" y="2185988"/>
            <a:ext cx="3857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207899" name="Rectangle 44"/>
          <p:cNvSpPr>
            <a:spLocks noChangeArrowheads="1"/>
          </p:cNvSpPr>
          <p:nvPr/>
        </p:nvSpPr>
        <p:spPr bwMode="auto">
          <a:xfrm>
            <a:off x="4700588" y="2982913"/>
            <a:ext cx="3857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207900" name="Rectangle 45"/>
          <p:cNvSpPr>
            <a:spLocks noChangeArrowheads="1"/>
          </p:cNvSpPr>
          <p:nvPr/>
        </p:nvSpPr>
        <p:spPr bwMode="auto">
          <a:xfrm>
            <a:off x="4700588" y="3865563"/>
            <a:ext cx="3857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207901" name="Rectangle 46"/>
          <p:cNvSpPr>
            <a:spLocks noChangeArrowheads="1"/>
          </p:cNvSpPr>
          <p:nvPr/>
        </p:nvSpPr>
        <p:spPr bwMode="auto">
          <a:xfrm>
            <a:off x="4700588" y="4660900"/>
            <a:ext cx="3857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  <p:sp>
        <p:nvSpPr>
          <p:cNvPr id="207902" name="Rectangle 47"/>
          <p:cNvSpPr>
            <a:spLocks noChangeArrowheads="1"/>
          </p:cNvSpPr>
          <p:nvPr/>
        </p:nvSpPr>
        <p:spPr bwMode="auto">
          <a:xfrm>
            <a:off x="4700588" y="5457825"/>
            <a:ext cx="3857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 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890AEB3-C81E-4450-ABFC-CC40CCB60730}" type="slidenum">
              <a:rPr lang="zh-CN" altLang="en-US" smtClean="0"/>
              <a:pPr defTabSz="895350"/>
              <a:t>201</a:t>
            </a:fld>
            <a:endParaRPr lang="en-US" altLang="zh-CN"/>
          </a:p>
        </p:txBody>
      </p:sp>
      <p:sp>
        <p:nvSpPr>
          <p:cNvPr id="208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0890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08901" name="Rectangle 4"/>
          <p:cNvSpPr>
            <a:spLocks noChangeArrowheads="1"/>
          </p:cNvSpPr>
          <p:nvPr/>
        </p:nvSpPr>
        <p:spPr bwMode="auto">
          <a:xfrm>
            <a:off x="138113" y="1190625"/>
            <a:ext cx="15144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208902" name="Line 5"/>
          <p:cNvSpPr>
            <a:spLocks noChangeShapeType="1"/>
          </p:cNvSpPr>
          <p:nvPr/>
        </p:nvSpPr>
        <p:spPr bwMode="auto">
          <a:xfrm>
            <a:off x="138113" y="1433513"/>
            <a:ext cx="1514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08903" name="Rectangle 6"/>
          <p:cNvSpPr>
            <a:spLocks noChangeArrowheads="1"/>
          </p:cNvSpPr>
          <p:nvPr/>
        </p:nvSpPr>
        <p:spPr bwMode="auto">
          <a:xfrm>
            <a:off x="1993900" y="1190625"/>
            <a:ext cx="15160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208904" name="Line 7"/>
          <p:cNvSpPr>
            <a:spLocks noChangeShapeType="1"/>
          </p:cNvSpPr>
          <p:nvPr/>
        </p:nvSpPr>
        <p:spPr bwMode="auto">
          <a:xfrm>
            <a:off x="1993900" y="1433513"/>
            <a:ext cx="1516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08905" name="Rectangle 8"/>
          <p:cNvSpPr>
            <a:spLocks noChangeArrowheads="1"/>
          </p:cNvSpPr>
          <p:nvPr/>
        </p:nvSpPr>
        <p:spPr bwMode="auto">
          <a:xfrm>
            <a:off x="4025900" y="1190625"/>
            <a:ext cx="2279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208906" name="Line 9"/>
          <p:cNvSpPr>
            <a:spLocks noChangeShapeType="1"/>
          </p:cNvSpPr>
          <p:nvPr/>
        </p:nvSpPr>
        <p:spPr bwMode="auto">
          <a:xfrm>
            <a:off x="4025900" y="1433513"/>
            <a:ext cx="2276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08907" name="Rectangle 10"/>
          <p:cNvSpPr>
            <a:spLocks noChangeArrowheads="1"/>
          </p:cNvSpPr>
          <p:nvPr/>
        </p:nvSpPr>
        <p:spPr bwMode="auto">
          <a:xfrm>
            <a:off x="6448425" y="1190625"/>
            <a:ext cx="2282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</p:txBody>
      </p:sp>
      <p:sp>
        <p:nvSpPr>
          <p:cNvPr id="208908" name="Line 11"/>
          <p:cNvSpPr>
            <a:spLocks noChangeShapeType="1"/>
          </p:cNvSpPr>
          <p:nvPr/>
        </p:nvSpPr>
        <p:spPr bwMode="auto">
          <a:xfrm>
            <a:off x="6448425" y="1433513"/>
            <a:ext cx="2279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pSp>
        <p:nvGrpSpPr>
          <p:cNvPr id="208909" name="Group 12"/>
          <p:cNvGrpSpPr>
            <a:grpSpLocks/>
          </p:cNvGrpSpPr>
          <p:nvPr/>
        </p:nvGrpSpPr>
        <p:grpSpPr bwMode="auto">
          <a:xfrm>
            <a:off x="127000" y="2968625"/>
            <a:ext cx="1516063" cy="1465263"/>
            <a:chOff x="631" y="1680"/>
            <a:chExt cx="960" cy="960"/>
          </a:xfrm>
        </p:grpSpPr>
        <p:sp>
          <p:nvSpPr>
            <p:cNvPr id="208931" name="Rectangle 1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8932" name="Rectangle 1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8910" name="Rectangle 15"/>
          <p:cNvSpPr>
            <a:spLocks noChangeArrowheads="1"/>
          </p:cNvSpPr>
          <p:nvPr/>
        </p:nvSpPr>
        <p:spPr bwMode="auto">
          <a:xfrm>
            <a:off x="4025900" y="1628775"/>
            <a:ext cx="2279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8911" name="Rectangle 16"/>
          <p:cNvSpPr>
            <a:spLocks noChangeArrowheads="1"/>
          </p:cNvSpPr>
          <p:nvPr/>
        </p:nvSpPr>
        <p:spPr bwMode="auto">
          <a:xfrm>
            <a:off x="6448425" y="1628775"/>
            <a:ext cx="2282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208912" name="Group 17"/>
          <p:cNvGrpSpPr>
            <a:grpSpLocks/>
          </p:cNvGrpSpPr>
          <p:nvPr/>
        </p:nvGrpSpPr>
        <p:grpSpPr bwMode="auto">
          <a:xfrm>
            <a:off x="1993900" y="1628775"/>
            <a:ext cx="1516063" cy="1077913"/>
            <a:chOff x="631" y="1680"/>
            <a:chExt cx="960" cy="960"/>
          </a:xfrm>
        </p:grpSpPr>
        <p:sp>
          <p:nvSpPr>
            <p:cNvPr id="208929" name="Rectangle 1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8930" name="Rectangle 1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8913" name="AutoShape 20"/>
          <p:cNvSpPr>
            <a:spLocks noChangeArrowheads="1"/>
          </p:cNvSpPr>
          <p:nvPr/>
        </p:nvSpPr>
        <p:spPr bwMode="auto">
          <a:xfrm rot="5400000">
            <a:off x="3305176" y="2036762"/>
            <a:ext cx="965200" cy="26352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8914" name="Rectangle 21"/>
          <p:cNvSpPr>
            <a:spLocks noChangeArrowheads="1"/>
          </p:cNvSpPr>
          <p:nvPr/>
        </p:nvSpPr>
        <p:spPr bwMode="auto">
          <a:xfrm>
            <a:off x="4025900" y="3162300"/>
            <a:ext cx="2279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8915" name="Rectangle 22"/>
          <p:cNvSpPr>
            <a:spLocks noChangeArrowheads="1"/>
          </p:cNvSpPr>
          <p:nvPr/>
        </p:nvSpPr>
        <p:spPr bwMode="auto">
          <a:xfrm>
            <a:off x="6448425" y="3162300"/>
            <a:ext cx="2282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208916" name="Group 23"/>
          <p:cNvGrpSpPr>
            <a:grpSpLocks/>
          </p:cNvGrpSpPr>
          <p:nvPr/>
        </p:nvGrpSpPr>
        <p:grpSpPr bwMode="auto">
          <a:xfrm>
            <a:off x="1993900" y="3162300"/>
            <a:ext cx="1516063" cy="1077913"/>
            <a:chOff x="631" y="1680"/>
            <a:chExt cx="960" cy="960"/>
          </a:xfrm>
        </p:grpSpPr>
        <p:sp>
          <p:nvSpPr>
            <p:cNvPr id="208927" name="Rectangle 2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8928" name="Rectangle 2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8917" name="AutoShape 26"/>
          <p:cNvSpPr>
            <a:spLocks noChangeArrowheads="1"/>
          </p:cNvSpPr>
          <p:nvPr/>
        </p:nvSpPr>
        <p:spPr bwMode="auto">
          <a:xfrm rot="5400000">
            <a:off x="3305176" y="3570287"/>
            <a:ext cx="965200" cy="26352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8918" name="Rectangle 27"/>
          <p:cNvSpPr>
            <a:spLocks noChangeArrowheads="1"/>
          </p:cNvSpPr>
          <p:nvPr/>
        </p:nvSpPr>
        <p:spPr bwMode="auto">
          <a:xfrm>
            <a:off x="4025900" y="4695825"/>
            <a:ext cx="2279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08919" name="Rectangle 28"/>
          <p:cNvSpPr>
            <a:spLocks noChangeArrowheads="1"/>
          </p:cNvSpPr>
          <p:nvPr/>
        </p:nvSpPr>
        <p:spPr bwMode="auto">
          <a:xfrm>
            <a:off x="6448425" y="4695825"/>
            <a:ext cx="2282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grpSp>
        <p:nvGrpSpPr>
          <p:cNvPr id="208920" name="Group 29"/>
          <p:cNvGrpSpPr>
            <a:grpSpLocks/>
          </p:cNvGrpSpPr>
          <p:nvPr/>
        </p:nvGrpSpPr>
        <p:grpSpPr bwMode="auto">
          <a:xfrm>
            <a:off x="1993900" y="4695825"/>
            <a:ext cx="1516063" cy="1077913"/>
            <a:chOff x="631" y="1680"/>
            <a:chExt cx="960" cy="960"/>
          </a:xfrm>
        </p:grpSpPr>
        <p:sp>
          <p:nvSpPr>
            <p:cNvPr id="208925" name="Rectangle 30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08926" name="Rectangle 3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08921" name="AutoShape 32"/>
          <p:cNvSpPr>
            <a:spLocks noChangeArrowheads="1"/>
          </p:cNvSpPr>
          <p:nvPr/>
        </p:nvSpPr>
        <p:spPr bwMode="auto">
          <a:xfrm rot="5400000">
            <a:off x="3305176" y="5103812"/>
            <a:ext cx="965200" cy="26352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cxnSp>
        <p:nvCxnSpPr>
          <p:cNvPr id="208922" name="AutoShape 33"/>
          <p:cNvCxnSpPr>
            <a:cxnSpLocks noChangeShapeType="1"/>
            <a:stCxn id="208931" idx="3"/>
            <a:endCxn id="208929" idx="1"/>
          </p:cNvCxnSpPr>
          <p:nvPr/>
        </p:nvCxnSpPr>
        <p:spPr bwMode="auto">
          <a:xfrm flipV="1">
            <a:off x="1643063" y="2168525"/>
            <a:ext cx="350837" cy="1533525"/>
          </a:xfrm>
          <a:prstGeom prst="bentConnector3">
            <a:avLst>
              <a:gd name="adj1" fmla="val 49773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08923" name="AutoShape 34"/>
          <p:cNvCxnSpPr>
            <a:cxnSpLocks noChangeShapeType="1"/>
            <a:stCxn id="208931" idx="3"/>
            <a:endCxn id="208927" idx="1"/>
          </p:cNvCxnSpPr>
          <p:nvPr/>
        </p:nvCxnSpPr>
        <p:spPr bwMode="auto">
          <a:xfrm>
            <a:off x="1643063" y="3702050"/>
            <a:ext cx="3508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8924" name="AutoShape 35"/>
          <p:cNvCxnSpPr>
            <a:cxnSpLocks noChangeShapeType="1"/>
            <a:stCxn id="208931" idx="3"/>
            <a:endCxn id="208925" idx="1"/>
          </p:cNvCxnSpPr>
          <p:nvPr/>
        </p:nvCxnSpPr>
        <p:spPr bwMode="auto">
          <a:xfrm>
            <a:off x="1643063" y="3702050"/>
            <a:ext cx="350837" cy="1533525"/>
          </a:xfrm>
          <a:prstGeom prst="bentConnector3">
            <a:avLst>
              <a:gd name="adj1" fmla="val 49773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6DF0F22-499E-4363-8824-1929EA3B2FE8}" type="slidenum">
              <a:rPr lang="zh-CN" altLang="en-US" smtClean="0"/>
              <a:pPr defTabSz="895350"/>
              <a:t>202</a:t>
            </a:fld>
            <a:endParaRPr lang="en-US" altLang="zh-CN"/>
          </a:p>
        </p:txBody>
      </p:sp>
      <p:sp>
        <p:nvSpPr>
          <p:cNvPr id="209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TEAM STRUCTURE </a:t>
            </a:r>
          </a:p>
        </p:txBody>
      </p:sp>
      <p:sp>
        <p:nvSpPr>
          <p:cNvPr id="20992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09925" name="Line 4"/>
          <p:cNvSpPr>
            <a:spLocks noChangeShapeType="1"/>
          </p:cNvSpPr>
          <p:nvPr/>
        </p:nvSpPr>
        <p:spPr bwMode="auto">
          <a:xfrm>
            <a:off x="4378325" y="2168525"/>
            <a:ext cx="0" cy="660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09926" name="Rectangle 5"/>
          <p:cNvSpPr>
            <a:spLocks noChangeArrowheads="1"/>
          </p:cNvSpPr>
          <p:nvPr/>
        </p:nvSpPr>
        <p:spPr bwMode="auto">
          <a:xfrm>
            <a:off x="2935288" y="892175"/>
            <a:ext cx="2862262" cy="1400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09927" name="Rectangle 6"/>
          <p:cNvSpPr>
            <a:spLocks noChangeArrowheads="1"/>
          </p:cNvSpPr>
          <p:nvPr/>
        </p:nvSpPr>
        <p:spPr bwMode="auto">
          <a:xfrm>
            <a:off x="252413" y="2828925"/>
            <a:ext cx="1771650" cy="2952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09928" name="Rectangle 7"/>
          <p:cNvSpPr>
            <a:spLocks noChangeArrowheads="1"/>
          </p:cNvSpPr>
          <p:nvPr/>
        </p:nvSpPr>
        <p:spPr bwMode="auto">
          <a:xfrm>
            <a:off x="2614613" y="2828925"/>
            <a:ext cx="1771650" cy="2952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09929" name="Rectangle 8"/>
          <p:cNvSpPr>
            <a:spLocks noChangeArrowheads="1"/>
          </p:cNvSpPr>
          <p:nvPr/>
        </p:nvSpPr>
        <p:spPr bwMode="auto">
          <a:xfrm>
            <a:off x="4375150" y="2828925"/>
            <a:ext cx="1771650" cy="2952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09930" name="Rectangle 9"/>
          <p:cNvSpPr>
            <a:spLocks noChangeArrowheads="1"/>
          </p:cNvSpPr>
          <p:nvPr/>
        </p:nvSpPr>
        <p:spPr bwMode="auto">
          <a:xfrm>
            <a:off x="6765925" y="2828925"/>
            <a:ext cx="1771650" cy="2952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09931" name="Rectangle 10"/>
          <p:cNvSpPr>
            <a:spLocks noChangeArrowheads="1"/>
          </p:cNvSpPr>
          <p:nvPr/>
        </p:nvSpPr>
        <p:spPr bwMode="auto">
          <a:xfrm>
            <a:off x="252413" y="2832100"/>
            <a:ext cx="177165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9932" name="Rectangle 11"/>
          <p:cNvSpPr>
            <a:spLocks noChangeArrowheads="1"/>
          </p:cNvSpPr>
          <p:nvPr/>
        </p:nvSpPr>
        <p:spPr bwMode="auto">
          <a:xfrm>
            <a:off x="2614613" y="2832100"/>
            <a:ext cx="177165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9933" name="Rectangle 12"/>
          <p:cNvSpPr>
            <a:spLocks noChangeArrowheads="1"/>
          </p:cNvSpPr>
          <p:nvPr/>
        </p:nvSpPr>
        <p:spPr bwMode="auto">
          <a:xfrm>
            <a:off x="4375150" y="2832100"/>
            <a:ext cx="177165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9934" name="Rectangle 13"/>
          <p:cNvSpPr>
            <a:spLocks noChangeArrowheads="1"/>
          </p:cNvSpPr>
          <p:nvPr/>
        </p:nvSpPr>
        <p:spPr bwMode="auto">
          <a:xfrm>
            <a:off x="6762750" y="2832100"/>
            <a:ext cx="177165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9935" name="Rectangle 14"/>
          <p:cNvSpPr>
            <a:spLocks noChangeArrowheads="1"/>
          </p:cNvSpPr>
          <p:nvPr/>
        </p:nvSpPr>
        <p:spPr bwMode="auto">
          <a:xfrm>
            <a:off x="2935288" y="892175"/>
            <a:ext cx="2862262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ea typeface="宋体" pitchFamily="2" charset="-122"/>
            </a:endParaRPr>
          </a:p>
        </p:txBody>
      </p:sp>
      <p:sp>
        <p:nvSpPr>
          <p:cNvPr id="209936" name="Rectangle 15"/>
          <p:cNvSpPr>
            <a:spLocks noChangeArrowheads="1"/>
          </p:cNvSpPr>
          <p:nvPr/>
        </p:nvSpPr>
        <p:spPr bwMode="auto">
          <a:xfrm>
            <a:off x="3046413" y="979488"/>
            <a:ext cx="2522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accent1"/>
                </a:solidFill>
                <a:ea typeface="Gulim" pitchFamily="34" charset="-127"/>
              </a:rPr>
              <a:t>Title </a:t>
            </a:r>
          </a:p>
        </p:txBody>
      </p:sp>
      <p:sp>
        <p:nvSpPr>
          <p:cNvPr id="209937" name="Rectangle 16"/>
          <p:cNvSpPr>
            <a:spLocks noChangeArrowheads="1"/>
          </p:cNvSpPr>
          <p:nvPr/>
        </p:nvSpPr>
        <p:spPr bwMode="auto">
          <a:xfrm>
            <a:off x="360363" y="2919413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accent1"/>
                </a:solidFill>
                <a:ea typeface="Gulim" pitchFamily="34" charset="-127"/>
              </a:rPr>
              <a:t>Title</a:t>
            </a:r>
          </a:p>
        </p:txBody>
      </p:sp>
      <p:sp>
        <p:nvSpPr>
          <p:cNvPr id="209938" name="Rectangle 17"/>
          <p:cNvSpPr>
            <a:spLocks noChangeArrowheads="1"/>
          </p:cNvSpPr>
          <p:nvPr/>
        </p:nvSpPr>
        <p:spPr bwMode="auto">
          <a:xfrm>
            <a:off x="360363" y="3352800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209939" name="Rectangle 18"/>
          <p:cNvSpPr>
            <a:spLocks noChangeArrowheads="1"/>
          </p:cNvSpPr>
          <p:nvPr/>
        </p:nvSpPr>
        <p:spPr bwMode="auto">
          <a:xfrm>
            <a:off x="2717800" y="2919413"/>
            <a:ext cx="1568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accent1"/>
                </a:solidFill>
                <a:ea typeface="Gulim" pitchFamily="34" charset="-127"/>
              </a:rPr>
              <a:t>Client </a:t>
            </a:r>
          </a:p>
        </p:txBody>
      </p:sp>
      <p:sp>
        <p:nvSpPr>
          <p:cNvPr id="209940" name="Rectangle 19"/>
          <p:cNvSpPr>
            <a:spLocks noChangeArrowheads="1"/>
          </p:cNvSpPr>
          <p:nvPr/>
        </p:nvSpPr>
        <p:spPr bwMode="auto">
          <a:xfrm>
            <a:off x="4491038" y="2919413"/>
            <a:ext cx="1568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accent1"/>
                </a:solidFill>
                <a:ea typeface="Gulim" pitchFamily="34" charset="-127"/>
              </a:rPr>
              <a:t>Company </a:t>
            </a:r>
          </a:p>
        </p:txBody>
      </p:sp>
      <p:sp>
        <p:nvSpPr>
          <p:cNvPr id="209941" name="Rectangle 20"/>
          <p:cNvSpPr>
            <a:spLocks noChangeArrowheads="1"/>
          </p:cNvSpPr>
          <p:nvPr/>
        </p:nvSpPr>
        <p:spPr bwMode="auto">
          <a:xfrm>
            <a:off x="2717800" y="3352800"/>
            <a:ext cx="15446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209942" name="Rectangle 21"/>
          <p:cNvSpPr>
            <a:spLocks noChangeArrowheads="1"/>
          </p:cNvSpPr>
          <p:nvPr/>
        </p:nvSpPr>
        <p:spPr bwMode="auto">
          <a:xfrm>
            <a:off x="4491038" y="3352800"/>
            <a:ext cx="15446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209943" name="Rectangle 22"/>
          <p:cNvSpPr>
            <a:spLocks noChangeArrowheads="1"/>
          </p:cNvSpPr>
          <p:nvPr/>
        </p:nvSpPr>
        <p:spPr bwMode="auto">
          <a:xfrm>
            <a:off x="6861175" y="2919413"/>
            <a:ext cx="16240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solidFill>
                  <a:schemeClr val="accent1"/>
                </a:solidFill>
                <a:ea typeface="Gulim" pitchFamily="34" charset="-127"/>
              </a:rPr>
              <a:t>Expert group</a:t>
            </a:r>
          </a:p>
        </p:txBody>
      </p:sp>
      <p:sp>
        <p:nvSpPr>
          <p:cNvPr id="209944" name="Rectangle 23"/>
          <p:cNvSpPr>
            <a:spLocks noChangeArrowheads="1"/>
          </p:cNvSpPr>
          <p:nvPr/>
        </p:nvSpPr>
        <p:spPr bwMode="auto">
          <a:xfrm>
            <a:off x="6861175" y="3352800"/>
            <a:ext cx="1543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209945" name="AutoShape 24"/>
          <p:cNvSpPr>
            <a:spLocks noChangeArrowheads="1"/>
          </p:cNvSpPr>
          <p:nvPr/>
        </p:nvSpPr>
        <p:spPr bwMode="auto">
          <a:xfrm>
            <a:off x="2128838" y="3697288"/>
            <a:ext cx="377825" cy="1485900"/>
          </a:xfrm>
          <a:prstGeom prst="leftRightArrow">
            <a:avLst>
              <a:gd name="adj1" fmla="val 66880"/>
              <a:gd name="adj2" fmla="val 31514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09946" name="Rectangle 25"/>
          <p:cNvSpPr>
            <a:spLocks noChangeArrowheads="1"/>
          </p:cNvSpPr>
          <p:nvPr/>
        </p:nvSpPr>
        <p:spPr bwMode="auto">
          <a:xfrm>
            <a:off x="3046413" y="1362075"/>
            <a:ext cx="259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 </a:t>
            </a:r>
          </a:p>
        </p:txBody>
      </p:sp>
      <p:sp>
        <p:nvSpPr>
          <p:cNvPr id="209947" name="Line 26"/>
          <p:cNvSpPr>
            <a:spLocks noChangeShapeType="1"/>
          </p:cNvSpPr>
          <p:nvPr/>
        </p:nvSpPr>
        <p:spPr bwMode="auto">
          <a:xfrm>
            <a:off x="4375150" y="2830513"/>
            <a:ext cx="0" cy="4206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09948" name="AutoShape 27"/>
          <p:cNvSpPr>
            <a:spLocks noChangeArrowheads="1"/>
          </p:cNvSpPr>
          <p:nvPr/>
        </p:nvSpPr>
        <p:spPr bwMode="auto">
          <a:xfrm>
            <a:off x="6267450" y="3698875"/>
            <a:ext cx="377825" cy="1485900"/>
          </a:xfrm>
          <a:prstGeom prst="leftRightArrow">
            <a:avLst>
              <a:gd name="adj1" fmla="val 66880"/>
              <a:gd name="adj2" fmla="val 31514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043B6D3-D5EE-47C6-AAEB-773A02B00101}" type="slidenum">
              <a:rPr lang="zh-CN" altLang="en-US" smtClean="0"/>
              <a:pPr defTabSz="895350"/>
              <a:t>203</a:t>
            </a:fld>
            <a:endParaRPr lang="en-US" altLang="zh-CN"/>
          </a:p>
        </p:txBody>
      </p:sp>
      <p:sp>
        <p:nvSpPr>
          <p:cNvPr id="210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094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094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10950" name="Freeform 5"/>
          <p:cNvSpPr>
            <a:spLocks/>
          </p:cNvSpPr>
          <p:nvPr/>
        </p:nvSpPr>
        <p:spPr bwMode="auto">
          <a:xfrm>
            <a:off x="2135188" y="1352550"/>
            <a:ext cx="4656137" cy="2063750"/>
          </a:xfrm>
          <a:custGeom>
            <a:avLst/>
            <a:gdLst>
              <a:gd name="T0" fmla="*/ 0 w 2933"/>
              <a:gd name="T1" fmla="*/ 433 h 1300"/>
              <a:gd name="T2" fmla="*/ 2203 w 2933"/>
              <a:gd name="T3" fmla="*/ 433 h 1300"/>
              <a:gd name="T4" fmla="*/ 2203 w 2933"/>
              <a:gd name="T5" fmla="*/ 0 h 1300"/>
              <a:gd name="T6" fmla="*/ 2933 w 2933"/>
              <a:gd name="T7" fmla="*/ 1300 h 1300"/>
              <a:gd name="T8" fmla="*/ 0 w 2933"/>
              <a:gd name="T9" fmla="*/ 1300 h 1300"/>
              <a:gd name="T10" fmla="*/ 0 w 2933"/>
              <a:gd name="T11" fmla="*/ 433 h 13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33" h="1300">
                <a:moveTo>
                  <a:pt x="0" y="433"/>
                </a:moveTo>
                <a:lnTo>
                  <a:pt x="2203" y="433"/>
                </a:lnTo>
                <a:lnTo>
                  <a:pt x="2203" y="0"/>
                </a:lnTo>
                <a:lnTo>
                  <a:pt x="2933" y="1300"/>
                </a:lnTo>
                <a:lnTo>
                  <a:pt x="0" y="1300"/>
                </a:lnTo>
                <a:lnTo>
                  <a:pt x="0" y="433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0951" name="Rectangle 6"/>
          <p:cNvSpPr>
            <a:spLocks noChangeArrowheads="1"/>
          </p:cNvSpPr>
          <p:nvPr/>
        </p:nvSpPr>
        <p:spPr bwMode="auto">
          <a:xfrm>
            <a:off x="2273300" y="2182813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0952" name="Freeform 7"/>
          <p:cNvSpPr>
            <a:spLocks/>
          </p:cNvSpPr>
          <p:nvPr/>
        </p:nvSpPr>
        <p:spPr bwMode="auto">
          <a:xfrm flipV="1">
            <a:off x="2135188" y="3602038"/>
            <a:ext cx="4656137" cy="2063750"/>
          </a:xfrm>
          <a:custGeom>
            <a:avLst/>
            <a:gdLst>
              <a:gd name="T0" fmla="*/ 0 w 2933"/>
              <a:gd name="T1" fmla="*/ 433 h 1300"/>
              <a:gd name="T2" fmla="*/ 2203 w 2933"/>
              <a:gd name="T3" fmla="*/ 433 h 1300"/>
              <a:gd name="T4" fmla="*/ 2203 w 2933"/>
              <a:gd name="T5" fmla="*/ 0 h 1300"/>
              <a:gd name="T6" fmla="*/ 2933 w 2933"/>
              <a:gd name="T7" fmla="*/ 1300 h 1300"/>
              <a:gd name="T8" fmla="*/ 0 w 2933"/>
              <a:gd name="T9" fmla="*/ 1300 h 1300"/>
              <a:gd name="T10" fmla="*/ 0 w 2933"/>
              <a:gd name="T11" fmla="*/ 433 h 13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33" h="1300">
                <a:moveTo>
                  <a:pt x="0" y="433"/>
                </a:moveTo>
                <a:lnTo>
                  <a:pt x="2203" y="433"/>
                </a:lnTo>
                <a:lnTo>
                  <a:pt x="2203" y="0"/>
                </a:lnTo>
                <a:lnTo>
                  <a:pt x="2933" y="1300"/>
                </a:lnTo>
                <a:lnTo>
                  <a:pt x="0" y="1300"/>
                </a:lnTo>
                <a:lnTo>
                  <a:pt x="0" y="433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0953" name="Rectangle 8"/>
          <p:cNvSpPr>
            <a:spLocks noChangeArrowheads="1"/>
          </p:cNvSpPr>
          <p:nvPr/>
        </p:nvSpPr>
        <p:spPr bwMode="auto">
          <a:xfrm>
            <a:off x="2273300" y="3735388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F747250-8B41-4FB4-81D9-EA62883EFC1D}" type="slidenum">
              <a:rPr lang="zh-CN" altLang="en-US" smtClean="0"/>
              <a:pPr defTabSz="895350"/>
              <a:t>204</a:t>
            </a:fld>
            <a:endParaRPr lang="en-US" altLang="zh-CN"/>
          </a:p>
        </p:txBody>
      </p:sp>
      <p:sp>
        <p:nvSpPr>
          <p:cNvPr id="211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197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197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11974" name="Freeform 5"/>
          <p:cNvSpPr>
            <a:spLocks/>
          </p:cNvSpPr>
          <p:nvPr/>
        </p:nvSpPr>
        <p:spPr bwMode="blackWhite">
          <a:xfrm>
            <a:off x="1968500" y="4724400"/>
            <a:ext cx="4257675" cy="1385888"/>
          </a:xfrm>
          <a:custGeom>
            <a:avLst/>
            <a:gdLst>
              <a:gd name="T0" fmla="*/ 1527 w 1856"/>
              <a:gd name="T1" fmla="*/ 312 h 720"/>
              <a:gd name="T2" fmla="*/ 1527 w 1856"/>
              <a:gd name="T3" fmla="*/ 719 h 720"/>
              <a:gd name="T4" fmla="*/ 1855 w 1856"/>
              <a:gd name="T5" fmla="*/ 0 h 720"/>
              <a:gd name="T6" fmla="*/ 0 w 1856"/>
              <a:gd name="T7" fmla="*/ 0 h 720"/>
              <a:gd name="T8" fmla="*/ 0 w 1856"/>
              <a:gd name="T9" fmla="*/ 312 h 720"/>
              <a:gd name="T10" fmla="*/ 1527 w 1856"/>
              <a:gd name="T11" fmla="*/ 312 h 7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856" h="720">
                <a:moveTo>
                  <a:pt x="1527" y="312"/>
                </a:moveTo>
                <a:lnTo>
                  <a:pt x="1527" y="719"/>
                </a:lnTo>
                <a:lnTo>
                  <a:pt x="1855" y="0"/>
                </a:lnTo>
                <a:lnTo>
                  <a:pt x="0" y="0"/>
                </a:lnTo>
                <a:lnTo>
                  <a:pt x="0" y="312"/>
                </a:lnTo>
                <a:lnTo>
                  <a:pt x="1527" y="312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1975" name="Freeform 6"/>
          <p:cNvSpPr>
            <a:spLocks/>
          </p:cNvSpPr>
          <p:nvPr/>
        </p:nvSpPr>
        <p:spPr bwMode="blackWhite">
          <a:xfrm>
            <a:off x="1968500" y="901700"/>
            <a:ext cx="4257675" cy="1381125"/>
          </a:xfrm>
          <a:custGeom>
            <a:avLst/>
            <a:gdLst>
              <a:gd name="T0" fmla="*/ 1527 w 1856"/>
              <a:gd name="T1" fmla="*/ 407 h 720"/>
              <a:gd name="T2" fmla="*/ 1527 w 1856"/>
              <a:gd name="T3" fmla="*/ 0 h 720"/>
              <a:gd name="T4" fmla="*/ 1855 w 1856"/>
              <a:gd name="T5" fmla="*/ 719 h 720"/>
              <a:gd name="T6" fmla="*/ 0 w 1856"/>
              <a:gd name="T7" fmla="*/ 719 h 720"/>
              <a:gd name="T8" fmla="*/ 0 w 1856"/>
              <a:gd name="T9" fmla="*/ 407 h 720"/>
              <a:gd name="T10" fmla="*/ 1527 w 1856"/>
              <a:gd name="T11" fmla="*/ 407 h 7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856" h="720">
                <a:moveTo>
                  <a:pt x="1527" y="407"/>
                </a:moveTo>
                <a:lnTo>
                  <a:pt x="1527" y="0"/>
                </a:lnTo>
                <a:lnTo>
                  <a:pt x="1855" y="719"/>
                </a:lnTo>
                <a:lnTo>
                  <a:pt x="0" y="719"/>
                </a:lnTo>
                <a:lnTo>
                  <a:pt x="0" y="407"/>
                </a:lnTo>
                <a:lnTo>
                  <a:pt x="1527" y="407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1976" name="Freeform 7"/>
          <p:cNvSpPr>
            <a:spLocks/>
          </p:cNvSpPr>
          <p:nvPr/>
        </p:nvSpPr>
        <p:spPr bwMode="blackWhite">
          <a:xfrm>
            <a:off x="1968500" y="2382838"/>
            <a:ext cx="4649788" cy="673100"/>
          </a:xfrm>
          <a:custGeom>
            <a:avLst/>
            <a:gdLst>
              <a:gd name="T0" fmla="*/ 0 w 2086"/>
              <a:gd name="T1" fmla="*/ 0 h 352"/>
              <a:gd name="T2" fmla="*/ 1920 w 2086"/>
              <a:gd name="T3" fmla="*/ 0 h 352"/>
              <a:gd name="T4" fmla="*/ 2086 w 2086"/>
              <a:gd name="T5" fmla="*/ 352 h 352"/>
              <a:gd name="T6" fmla="*/ 0 w 2086"/>
              <a:gd name="T7" fmla="*/ 352 h 352"/>
              <a:gd name="T8" fmla="*/ 0 w 2086"/>
              <a:gd name="T9" fmla="*/ 0 h 3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86" h="352">
                <a:moveTo>
                  <a:pt x="0" y="0"/>
                </a:moveTo>
                <a:lnTo>
                  <a:pt x="1920" y="0"/>
                </a:lnTo>
                <a:lnTo>
                  <a:pt x="2086" y="352"/>
                </a:lnTo>
                <a:lnTo>
                  <a:pt x="0" y="3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11977" name="Freeform 8"/>
          <p:cNvSpPr>
            <a:spLocks/>
          </p:cNvSpPr>
          <p:nvPr/>
        </p:nvSpPr>
        <p:spPr bwMode="blackWhite">
          <a:xfrm flipV="1">
            <a:off x="1968500" y="3952875"/>
            <a:ext cx="4649788" cy="671513"/>
          </a:xfrm>
          <a:custGeom>
            <a:avLst/>
            <a:gdLst>
              <a:gd name="T0" fmla="*/ 0 w 2086"/>
              <a:gd name="T1" fmla="*/ 0 h 352"/>
              <a:gd name="T2" fmla="*/ 1920 w 2086"/>
              <a:gd name="T3" fmla="*/ 0 h 352"/>
              <a:gd name="T4" fmla="*/ 2086 w 2086"/>
              <a:gd name="T5" fmla="*/ 352 h 352"/>
              <a:gd name="T6" fmla="*/ 0 w 2086"/>
              <a:gd name="T7" fmla="*/ 352 h 352"/>
              <a:gd name="T8" fmla="*/ 0 w 2086"/>
              <a:gd name="T9" fmla="*/ 0 h 3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86" h="352">
                <a:moveTo>
                  <a:pt x="0" y="0"/>
                </a:moveTo>
                <a:lnTo>
                  <a:pt x="1920" y="0"/>
                </a:lnTo>
                <a:lnTo>
                  <a:pt x="2086" y="352"/>
                </a:lnTo>
                <a:lnTo>
                  <a:pt x="0" y="3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11978" name="AutoShape 9"/>
          <p:cNvSpPr>
            <a:spLocks noChangeArrowheads="1"/>
          </p:cNvSpPr>
          <p:nvPr/>
        </p:nvSpPr>
        <p:spPr bwMode="auto">
          <a:xfrm>
            <a:off x="1968500" y="3159125"/>
            <a:ext cx="4870450" cy="688975"/>
          </a:xfrm>
          <a:prstGeom prst="homePlate">
            <a:avLst>
              <a:gd name="adj" fmla="val 333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11979" name="Rectangle 10"/>
          <p:cNvSpPr>
            <a:spLocks noChangeArrowheads="1"/>
          </p:cNvSpPr>
          <p:nvPr/>
        </p:nvSpPr>
        <p:spPr bwMode="auto">
          <a:xfrm>
            <a:off x="2100263" y="1852613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1980" name="Rectangle 11"/>
          <p:cNvSpPr>
            <a:spLocks noChangeArrowheads="1"/>
          </p:cNvSpPr>
          <p:nvPr/>
        </p:nvSpPr>
        <p:spPr bwMode="auto">
          <a:xfrm>
            <a:off x="2100263" y="2597150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1981" name="Rectangle 12"/>
          <p:cNvSpPr>
            <a:spLocks noChangeArrowheads="1"/>
          </p:cNvSpPr>
          <p:nvPr/>
        </p:nvSpPr>
        <p:spPr bwMode="auto">
          <a:xfrm>
            <a:off x="2100263" y="3381375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1982" name="Rectangle 13"/>
          <p:cNvSpPr>
            <a:spLocks noChangeArrowheads="1"/>
          </p:cNvSpPr>
          <p:nvPr/>
        </p:nvSpPr>
        <p:spPr bwMode="auto">
          <a:xfrm>
            <a:off x="2100263" y="4165600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1983" name="Rectangle 14"/>
          <p:cNvSpPr>
            <a:spLocks noChangeArrowheads="1"/>
          </p:cNvSpPr>
          <p:nvPr/>
        </p:nvSpPr>
        <p:spPr bwMode="auto">
          <a:xfrm>
            <a:off x="2100263" y="4903788"/>
            <a:ext cx="3613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5E3B2A6-7B3D-44D6-9A84-3C7D2CA6B813}" type="slidenum">
              <a:rPr lang="zh-CN" altLang="en-US" smtClean="0"/>
              <a:pPr defTabSz="895350"/>
              <a:t>205</a:t>
            </a:fld>
            <a:endParaRPr lang="en-US" altLang="zh-CN"/>
          </a:p>
        </p:txBody>
      </p:sp>
      <p:grpSp>
        <p:nvGrpSpPr>
          <p:cNvPr id="212995" name="Group 2"/>
          <p:cNvGrpSpPr>
            <a:grpSpLocks/>
          </p:cNvGrpSpPr>
          <p:nvPr/>
        </p:nvGrpSpPr>
        <p:grpSpPr bwMode="auto">
          <a:xfrm>
            <a:off x="1778000" y="2543175"/>
            <a:ext cx="5438775" cy="2554288"/>
            <a:chOff x="1123" y="1602"/>
            <a:chExt cx="2517" cy="1609"/>
          </a:xfrm>
        </p:grpSpPr>
        <p:sp>
          <p:nvSpPr>
            <p:cNvPr id="213007" name="Rectangle 3"/>
            <p:cNvSpPr>
              <a:spLocks noChangeArrowheads="1"/>
            </p:cNvSpPr>
            <p:nvPr/>
          </p:nvSpPr>
          <p:spPr bwMode="auto">
            <a:xfrm>
              <a:off x="1123" y="1602"/>
              <a:ext cx="711" cy="160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zh-CN" altLang="en-US" sz="1200">
                <a:ea typeface="宋体" pitchFamily="2" charset="-122"/>
              </a:endParaRPr>
            </a:p>
          </p:txBody>
        </p:sp>
        <p:sp>
          <p:nvSpPr>
            <p:cNvPr id="213008" name="Rectangle 4"/>
            <p:cNvSpPr>
              <a:spLocks noChangeArrowheads="1"/>
            </p:cNvSpPr>
            <p:nvPr/>
          </p:nvSpPr>
          <p:spPr bwMode="auto">
            <a:xfrm>
              <a:off x="2026" y="1602"/>
              <a:ext cx="711" cy="160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zh-CN" altLang="en-US" sz="1200">
                <a:ea typeface="宋体" pitchFamily="2" charset="-122"/>
              </a:endParaRPr>
            </a:p>
          </p:txBody>
        </p:sp>
        <p:sp>
          <p:nvSpPr>
            <p:cNvPr id="213009" name="Rectangle 5"/>
            <p:cNvSpPr>
              <a:spLocks noChangeArrowheads="1"/>
            </p:cNvSpPr>
            <p:nvPr/>
          </p:nvSpPr>
          <p:spPr bwMode="auto">
            <a:xfrm>
              <a:off x="2929" y="1602"/>
              <a:ext cx="711" cy="160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zh-CN" altLang="en-US" sz="1200">
                <a:ea typeface="宋体" pitchFamily="2" charset="-122"/>
              </a:endParaRPr>
            </a:p>
          </p:txBody>
        </p:sp>
        <p:sp>
          <p:nvSpPr>
            <p:cNvPr id="213010" name="Rectangle 6"/>
            <p:cNvSpPr>
              <a:spLocks noChangeArrowheads="1"/>
            </p:cNvSpPr>
            <p:nvPr/>
          </p:nvSpPr>
          <p:spPr bwMode="auto">
            <a:xfrm>
              <a:off x="1171" y="1823"/>
              <a:ext cx="615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 </a:t>
              </a:r>
            </a:p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13011" name="Rectangle 7"/>
            <p:cNvSpPr>
              <a:spLocks noChangeArrowheads="1"/>
            </p:cNvSpPr>
            <p:nvPr/>
          </p:nvSpPr>
          <p:spPr bwMode="auto">
            <a:xfrm>
              <a:off x="2075" y="1823"/>
              <a:ext cx="615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 </a:t>
              </a:r>
            </a:p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13012" name="Rectangle 8"/>
            <p:cNvSpPr>
              <a:spLocks noChangeArrowheads="1"/>
            </p:cNvSpPr>
            <p:nvPr/>
          </p:nvSpPr>
          <p:spPr bwMode="auto">
            <a:xfrm>
              <a:off x="2977" y="1823"/>
              <a:ext cx="615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Title </a:t>
              </a:r>
            </a:p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1299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299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299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12999" name="Rectangle 12"/>
          <p:cNvSpPr>
            <a:spLocks noChangeArrowheads="1"/>
          </p:cNvSpPr>
          <p:nvPr/>
        </p:nvSpPr>
        <p:spPr bwMode="auto">
          <a:xfrm>
            <a:off x="1557338" y="2100263"/>
            <a:ext cx="5878512" cy="461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13000" name="AutoShape 13"/>
          <p:cNvSpPr>
            <a:spLocks noChangeArrowheads="1"/>
          </p:cNvSpPr>
          <p:nvPr/>
        </p:nvSpPr>
        <p:spPr bwMode="auto">
          <a:xfrm>
            <a:off x="917575" y="1077913"/>
            <a:ext cx="7156450" cy="110648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1200" b="1">
              <a:ea typeface="宋体" pitchFamily="2" charset="-122"/>
            </a:endParaRPr>
          </a:p>
        </p:txBody>
      </p:sp>
      <p:grpSp>
        <p:nvGrpSpPr>
          <p:cNvPr id="213001" name="Group 14"/>
          <p:cNvGrpSpPr>
            <a:grpSpLocks/>
          </p:cNvGrpSpPr>
          <p:nvPr/>
        </p:nvGrpSpPr>
        <p:grpSpPr bwMode="auto">
          <a:xfrm>
            <a:off x="1084263" y="5065713"/>
            <a:ext cx="6823075" cy="777875"/>
            <a:chOff x="683" y="3191"/>
            <a:chExt cx="4298" cy="579"/>
          </a:xfrm>
        </p:grpSpPr>
        <p:sp>
          <p:nvSpPr>
            <p:cNvPr id="213005" name="Rectangle 15"/>
            <p:cNvSpPr>
              <a:spLocks noChangeArrowheads="1"/>
            </p:cNvSpPr>
            <p:nvPr/>
          </p:nvSpPr>
          <p:spPr bwMode="auto">
            <a:xfrm>
              <a:off x="749" y="3191"/>
              <a:ext cx="4168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3006" name="Rectangle 16"/>
            <p:cNvSpPr>
              <a:spLocks noChangeArrowheads="1"/>
            </p:cNvSpPr>
            <p:nvPr/>
          </p:nvSpPr>
          <p:spPr bwMode="auto">
            <a:xfrm>
              <a:off x="683" y="3479"/>
              <a:ext cx="4298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13002" name="Rectangle 17"/>
          <p:cNvSpPr>
            <a:spLocks noChangeArrowheads="1"/>
          </p:cNvSpPr>
          <p:nvPr/>
        </p:nvSpPr>
        <p:spPr bwMode="auto">
          <a:xfrm>
            <a:off x="2714625" y="1539875"/>
            <a:ext cx="3562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213003" name="Rectangle 18"/>
          <p:cNvSpPr>
            <a:spLocks noChangeArrowheads="1"/>
          </p:cNvSpPr>
          <p:nvPr/>
        </p:nvSpPr>
        <p:spPr bwMode="auto">
          <a:xfrm>
            <a:off x="1366838" y="5126038"/>
            <a:ext cx="6257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213004" name="Rectangle 19"/>
          <p:cNvSpPr>
            <a:spLocks noChangeArrowheads="1"/>
          </p:cNvSpPr>
          <p:nvPr/>
        </p:nvSpPr>
        <p:spPr bwMode="auto">
          <a:xfrm>
            <a:off x="1366838" y="5527675"/>
            <a:ext cx="6257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74CB5A8-D8F2-4982-801B-4B5220DF9E3C}" type="slidenum">
              <a:rPr lang="zh-CN" altLang="en-US" smtClean="0"/>
              <a:pPr defTabSz="895350"/>
              <a:t>206</a:t>
            </a:fld>
            <a:endParaRPr lang="en-US" altLang="zh-CN"/>
          </a:p>
        </p:txBody>
      </p:sp>
      <p:sp>
        <p:nvSpPr>
          <p:cNvPr id="214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402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402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14022" name="Rectangle 5"/>
          <p:cNvSpPr>
            <a:spLocks noChangeArrowheads="1"/>
          </p:cNvSpPr>
          <p:nvPr/>
        </p:nvSpPr>
        <p:spPr bwMode="auto">
          <a:xfrm>
            <a:off x="1346200" y="2543175"/>
            <a:ext cx="1303338" cy="2554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214023" name="Rectangle 6"/>
          <p:cNvSpPr>
            <a:spLocks noChangeArrowheads="1"/>
          </p:cNvSpPr>
          <p:nvPr/>
        </p:nvSpPr>
        <p:spPr bwMode="auto">
          <a:xfrm>
            <a:off x="3001963" y="2543175"/>
            <a:ext cx="1303337" cy="2554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214024" name="Rectangle 7"/>
          <p:cNvSpPr>
            <a:spLocks noChangeArrowheads="1"/>
          </p:cNvSpPr>
          <p:nvPr/>
        </p:nvSpPr>
        <p:spPr bwMode="auto">
          <a:xfrm>
            <a:off x="4657725" y="2543175"/>
            <a:ext cx="1303338" cy="2554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214025" name="Rectangle 8"/>
          <p:cNvSpPr>
            <a:spLocks noChangeArrowheads="1"/>
          </p:cNvSpPr>
          <p:nvPr/>
        </p:nvSpPr>
        <p:spPr bwMode="auto">
          <a:xfrm>
            <a:off x="6313488" y="2543175"/>
            <a:ext cx="1303337" cy="2554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1200">
              <a:ea typeface="宋体" pitchFamily="2" charset="-122"/>
            </a:endParaRPr>
          </a:p>
        </p:txBody>
      </p:sp>
      <p:sp>
        <p:nvSpPr>
          <p:cNvPr id="214026" name="Rectangle 9"/>
          <p:cNvSpPr>
            <a:spLocks noChangeArrowheads="1"/>
          </p:cNvSpPr>
          <p:nvPr/>
        </p:nvSpPr>
        <p:spPr bwMode="auto">
          <a:xfrm>
            <a:off x="1085850" y="2100263"/>
            <a:ext cx="6789738" cy="461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14027" name="AutoShape 10"/>
          <p:cNvSpPr>
            <a:spLocks noChangeArrowheads="1"/>
          </p:cNvSpPr>
          <p:nvPr/>
        </p:nvSpPr>
        <p:spPr bwMode="auto">
          <a:xfrm>
            <a:off x="581025" y="1077913"/>
            <a:ext cx="7797800" cy="110648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1200" b="1">
              <a:ea typeface="宋体" pitchFamily="2" charset="-122"/>
            </a:endParaRPr>
          </a:p>
        </p:txBody>
      </p:sp>
      <p:grpSp>
        <p:nvGrpSpPr>
          <p:cNvPr id="214028" name="Group 11"/>
          <p:cNvGrpSpPr>
            <a:grpSpLocks/>
          </p:cNvGrpSpPr>
          <p:nvPr/>
        </p:nvGrpSpPr>
        <p:grpSpPr bwMode="auto">
          <a:xfrm>
            <a:off x="539750" y="5065713"/>
            <a:ext cx="7880350" cy="777875"/>
            <a:chOff x="683" y="3191"/>
            <a:chExt cx="4298" cy="579"/>
          </a:xfrm>
        </p:grpSpPr>
        <p:sp>
          <p:nvSpPr>
            <p:cNvPr id="214036" name="Rectangle 12"/>
            <p:cNvSpPr>
              <a:spLocks noChangeArrowheads="1"/>
            </p:cNvSpPr>
            <p:nvPr/>
          </p:nvSpPr>
          <p:spPr bwMode="auto">
            <a:xfrm>
              <a:off x="749" y="3191"/>
              <a:ext cx="4168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4037" name="Rectangle 13"/>
            <p:cNvSpPr>
              <a:spLocks noChangeArrowheads="1"/>
            </p:cNvSpPr>
            <p:nvPr/>
          </p:nvSpPr>
          <p:spPr bwMode="auto">
            <a:xfrm>
              <a:off x="683" y="3479"/>
              <a:ext cx="4298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14029" name="Rectangle 14"/>
          <p:cNvSpPr>
            <a:spLocks noChangeArrowheads="1"/>
          </p:cNvSpPr>
          <p:nvPr/>
        </p:nvSpPr>
        <p:spPr bwMode="auto">
          <a:xfrm>
            <a:off x="2422525" y="1539875"/>
            <a:ext cx="411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214030" name="Rectangle 15"/>
          <p:cNvSpPr>
            <a:spLocks noChangeArrowheads="1"/>
          </p:cNvSpPr>
          <p:nvPr/>
        </p:nvSpPr>
        <p:spPr bwMode="auto">
          <a:xfrm>
            <a:off x="1435100" y="2894013"/>
            <a:ext cx="11271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4031" name="Rectangle 16"/>
          <p:cNvSpPr>
            <a:spLocks noChangeArrowheads="1"/>
          </p:cNvSpPr>
          <p:nvPr/>
        </p:nvSpPr>
        <p:spPr bwMode="auto">
          <a:xfrm>
            <a:off x="3092450" y="2894013"/>
            <a:ext cx="11271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4032" name="Rectangle 17"/>
          <p:cNvSpPr>
            <a:spLocks noChangeArrowheads="1"/>
          </p:cNvSpPr>
          <p:nvPr/>
        </p:nvSpPr>
        <p:spPr bwMode="auto">
          <a:xfrm>
            <a:off x="4745038" y="2894013"/>
            <a:ext cx="11287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4033" name="Rectangle 18"/>
          <p:cNvSpPr>
            <a:spLocks noChangeArrowheads="1"/>
          </p:cNvSpPr>
          <p:nvPr/>
        </p:nvSpPr>
        <p:spPr bwMode="auto">
          <a:xfrm>
            <a:off x="6408738" y="2894013"/>
            <a:ext cx="11271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4034" name="Rectangle 19"/>
          <p:cNvSpPr>
            <a:spLocks noChangeArrowheads="1"/>
          </p:cNvSpPr>
          <p:nvPr/>
        </p:nvSpPr>
        <p:spPr bwMode="auto">
          <a:xfrm>
            <a:off x="866775" y="5126038"/>
            <a:ext cx="7226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214035" name="Rectangle 20"/>
          <p:cNvSpPr>
            <a:spLocks noChangeArrowheads="1"/>
          </p:cNvSpPr>
          <p:nvPr/>
        </p:nvSpPr>
        <p:spPr bwMode="auto">
          <a:xfrm>
            <a:off x="866775" y="5527675"/>
            <a:ext cx="7226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7B99CAB-F8EE-4629-89A0-C5417352FC3C}" type="slidenum">
              <a:rPr lang="zh-CN" altLang="en-US" smtClean="0"/>
              <a:pPr defTabSz="895350"/>
              <a:t>207</a:t>
            </a:fld>
            <a:endParaRPr lang="en-US" altLang="zh-CN"/>
          </a:p>
        </p:txBody>
      </p:sp>
      <p:sp>
        <p:nvSpPr>
          <p:cNvPr id="215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5044" name="Rectangle 3"/>
          <p:cNvSpPr>
            <a:spLocks noChangeArrowheads="1"/>
          </p:cNvSpPr>
          <p:nvPr/>
        </p:nvSpPr>
        <p:spPr bwMode="auto">
          <a:xfrm>
            <a:off x="1652588" y="4978400"/>
            <a:ext cx="1560512" cy="2413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45" name="Rectangle 4"/>
          <p:cNvSpPr>
            <a:spLocks noChangeArrowheads="1"/>
          </p:cNvSpPr>
          <p:nvPr/>
        </p:nvSpPr>
        <p:spPr bwMode="auto">
          <a:xfrm>
            <a:off x="1522413" y="5164138"/>
            <a:ext cx="1820862" cy="11271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46" name="Rectangle 5"/>
          <p:cNvSpPr>
            <a:spLocks noChangeArrowheads="1"/>
          </p:cNvSpPr>
          <p:nvPr/>
        </p:nvSpPr>
        <p:spPr bwMode="auto">
          <a:xfrm>
            <a:off x="3556000" y="4978400"/>
            <a:ext cx="1554163" cy="2413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47" name="Rectangle 6"/>
          <p:cNvSpPr>
            <a:spLocks noChangeArrowheads="1"/>
          </p:cNvSpPr>
          <p:nvPr/>
        </p:nvSpPr>
        <p:spPr bwMode="auto">
          <a:xfrm>
            <a:off x="3425825" y="5164138"/>
            <a:ext cx="1814513" cy="11271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48" name="Rectangle 7"/>
          <p:cNvSpPr>
            <a:spLocks noChangeArrowheads="1"/>
          </p:cNvSpPr>
          <p:nvPr/>
        </p:nvSpPr>
        <p:spPr bwMode="auto">
          <a:xfrm>
            <a:off x="5453063" y="4978400"/>
            <a:ext cx="1554162" cy="2413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49" name="Rectangle 8"/>
          <p:cNvSpPr>
            <a:spLocks noChangeArrowheads="1"/>
          </p:cNvSpPr>
          <p:nvPr/>
        </p:nvSpPr>
        <p:spPr bwMode="auto">
          <a:xfrm>
            <a:off x="5322888" y="5164138"/>
            <a:ext cx="1814512" cy="11271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0" name="Rectangle 9"/>
          <p:cNvSpPr>
            <a:spLocks noChangeArrowheads="1"/>
          </p:cNvSpPr>
          <p:nvPr/>
        </p:nvSpPr>
        <p:spPr bwMode="auto">
          <a:xfrm rot="5400000">
            <a:off x="2147094" y="1499394"/>
            <a:ext cx="569912" cy="1155700"/>
          </a:xfrm>
          <a:prstGeom prst="rect">
            <a:avLst/>
          </a:prstGeom>
          <a:solidFill>
            <a:schemeClr val="accent2"/>
          </a:solidFill>
          <a:ln w="9525" cap="rnd">
            <a:solidFill>
              <a:schemeClr val="hlink"/>
            </a:solidFill>
            <a:miter lim="800000"/>
            <a:headEnd/>
            <a:tailEnd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1" name="Rectangle 10"/>
          <p:cNvSpPr>
            <a:spLocks noChangeArrowheads="1"/>
          </p:cNvSpPr>
          <p:nvPr/>
        </p:nvSpPr>
        <p:spPr bwMode="auto">
          <a:xfrm rot="5400000">
            <a:off x="4026695" y="1481931"/>
            <a:ext cx="569912" cy="1190625"/>
          </a:xfrm>
          <a:prstGeom prst="rect">
            <a:avLst/>
          </a:prstGeom>
          <a:solidFill>
            <a:schemeClr val="accent2"/>
          </a:solidFill>
          <a:ln w="9525" cap="rnd">
            <a:solidFill>
              <a:schemeClr val="hlink"/>
            </a:solidFill>
            <a:miter lim="800000"/>
            <a:headEnd/>
            <a:tailEnd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2" name="Rectangle 11"/>
          <p:cNvSpPr>
            <a:spLocks noChangeArrowheads="1"/>
          </p:cNvSpPr>
          <p:nvPr/>
        </p:nvSpPr>
        <p:spPr bwMode="auto">
          <a:xfrm rot="5400000">
            <a:off x="5945188" y="1500188"/>
            <a:ext cx="569912" cy="1154112"/>
          </a:xfrm>
          <a:prstGeom prst="rect">
            <a:avLst/>
          </a:prstGeom>
          <a:solidFill>
            <a:schemeClr val="accent2"/>
          </a:solidFill>
          <a:ln w="9525" cap="rnd">
            <a:solidFill>
              <a:schemeClr val="hlink"/>
            </a:solidFill>
            <a:miter lim="800000"/>
            <a:headEnd/>
            <a:tailEnd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3" name="Freeform 12"/>
          <p:cNvSpPr>
            <a:spLocks/>
          </p:cNvSpPr>
          <p:nvPr/>
        </p:nvSpPr>
        <p:spPr bwMode="auto">
          <a:xfrm>
            <a:off x="919163" y="5275263"/>
            <a:ext cx="6845300" cy="814387"/>
          </a:xfrm>
          <a:custGeom>
            <a:avLst/>
            <a:gdLst>
              <a:gd name="T0" fmla="*/ 2147483647 w 5760"/>
              <a:gd name="T1" fmla="*/ 0 h 768"/>
              <a:gd name="T2" fmla="*/ 0 w 5760"/>
              <a:gd name="T3" fmla="*/ 2147483647 h 768"/>
              <a:gd name="T4" fmla="*/ 2147483647 w 5760"/>
              <a:gd name="T5" fmla="*/ 2147483647 h 768"/>
              <a:gd name="T6" fmla="*/ 2147483647 w 5760"/>
              <a:gd name="T7" fmla="*/ 0 h 768"/>
              <a:gd name="T8" fmla="*/ 2147483647 w 5760"/>
              <a:gd name="T9" fmla="*/ 0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0"/>
              <a:gd name="T16" fmla="*/ 0 h 768"/>
              <a:gd name="T17" fmla="*/ 5760 w 5760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0" h="768">
                <a:moveTo>
                  <a:pt x="384" y="0"/>
                </a:moveTo>
                <a:lnTo>
                  <a:pt x="0" y="768"/>
                </a:lnTo>
                <a:lnTo>
                  <a:pt x="5760" y="768"/>
                </a:lnTo>
                <a:lnTo>
                  <a:pt x="5328" y="0"/>
                </a:lnTo>
                <a:lnTo>
                  <a:pt x="384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nl-NL"/>
          </a:p>
        </p:txBody>
      </p:sp>
      <p:sp>
        <p:nvSpPr>
          <p:cNvPr id="215054" name="AutoShape 13"/>
          <p:cNvSpPr>
            <a:spLocks noChangeArrowheads="1"/>
          </p:cNvSpPr>
          <p:nvPr/>
        </p:nvSpPr>
        <p:spPr bwMode="auto">
          <a:xfrm>
            <a:off x="854075" y="811213"/>
            <a:ext cx="6942138" cy="10763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endParaRPr lang="pt-PT"/>
          </a:p>
        </p:txBody>
      </p:sp>
      <p:sp>
        <p:nvSpPr>
          <p:cNvPr id="215055" name="AutoShape 14"/>
          <p:cNvSpPr>
            <a:spLocks noChangeArrowheads="1"/>
          </p:cNvSpPr>
          <p:nvPr/>
        </p:nvSpPr>
        <p:spPr bwMode="auto">
          <a:xfrm>
            <a:off x="1598613" y="930275"/>
            <a:ext cx="5451475" cy="849313"/>
          </a:xfrm>
          <a:prstGeom prst="triangle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6" name="Rectangle 15"/>
          <p:cNvSpPr>
            <a:spLocks noChangeArrowheads="1"/>
          </p:cNvSpPr>
          <p:nvPr/>
        </p:nvSpPr>
        <p:spPr bwMode="auto">
          <a:xfrm rot="5400000">
            <a:off x="1067594" y="2934494"/>
            <a:ext cx="2730500" cy="1366838"/>
          </a:xfrm>
          <a:prstGeom prst="rect">
            <a:avLst/>
          </a:prstGeom>
          <a:solidFill>
            <a:schemeClr val="accent1"/>
          </a:solidFill>
          <a:ln w="9525" cap="rnd">
            <a:solidFill>
              <a:schemeClr val="hlink"/>
            </a:solidFill>
            <a:miter lim="800000"/>
            <a:headEnd/>
            <a:tailEnd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7" name="AutoShape 16"/>
          <p:cNvSpPr>
            <a:spLocks noChangeArrowheads="1"/>
          </p:cNvSpPr>
          <p:nvPr/>
        </p:nvSpPr>
        <p:spPr bwMode="auto">
          <a:xfrm>
            <a:off x="2990850" y="2338388"/>
            <a:ext cx="65088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8" name="AutoShape 17"/>
          <p:cNvSpPr>
            <a:spLocks noChangeArrowheads="1"/>
          </p:cNvSpPr>
          <p:nvPr/>
        </p:nvSpPr>
        <p:spPr bwMode="auto">
          <a:xfrm>
            <a:off x="1817688" y="2338388"/>
            <a:ext cx="65087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59" name="AutoShape 18"/>
          <p:cNvSpPr>
            <a:spLocks noChangeArrowheads="1"/>
          </p:cNvSpPr>
          <p:nvPr/>
        </p:nvSpPr>
        <p:spPr bwMode="auto">
          <a:xfrm>
            <a:off x="2352675" y="2338388"/>
            <a:ext cx="165100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0" name="AutoShape 19"/>
          <p:cNvSpPr>
            <a:spLocks noChangeArrowheads="1"/>
          </p:cNvSpPr>
          <p:nvPr/>
        </p:nvSpPr>
        <p:spPr bwMode="auto">
          <a:xfrm>
            <a:off x="2589213" y="2338388"/>
            <a:ext cx="158750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1" name="AutoShape 20"/>
          <p:cNvSpPr>
            <a:spLocks noChangeArrowheads="1"/>
          </p:cNvSpPr>
          <p:nvPr/>
        </p:nvSpPr>
        <p:spPr bwMode="auto">
          <a:xfrm>
            <a:off x="2817813" y="2338388"/>
            <a:ext cx="101600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2" name="AutoShape 21"/>
          <p:cNvSpPr>
            <a:spLocks noChangeArrowheads="1"/>
          </p:cNvSpPr>
          <p:nvPr/>
        </p:nvSpPr>
        <p:spPr bwMode="auto">
          <a:xfrm>
            <a:off x="1952625" y="2338388"/>
            <a:ext cx="101600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3" name="AutoShape 22"/>
          <p:cNvSpPr>
            <a:spLocks noChangeArrowheads="1"/>
          </p:cNvSpPr>
          <p:nvPr/>
        </p:nvSpPr>
        <p:spPr bwMode="auto">
          <a:xfrm>
            <a:off x="2124075" y="2338388"/>
            <a:ext cx="160338" cy="2562225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4" name="Rectangle 23"/>
          <p:cNvSpPr>
            <a:spLocks noChangeArrowheads="1"/>
          </p:cNvSpPr>
          <p:nvPr/>
        </p:nvSpPr>
        <p:spPr bwMode="auto">
          <a:xfrm rot="5400000">
            <a:off x="2968625" y="2938463"/>
            <a:ext cx="2728913" cy="1360487"/>
          </a:xfrm>
          <a:prstGeom prst="rect">
            <a:avLst/>
          </a:prstGeom>
          <a:solidFill>
            <a:schemeClr val="accent1"/>
          </a:solidFill>
          <a:ln w="9525" cap="rnd">
            <a:solidFill>
              <a:schemeClr val="hlink"/>
            </a:solidFill>
            <a:miter lim="800000"/>
            <a:headEnd/>
            <a:tailEnd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5" name="AutoShape 24"/>
          <p:cNvSpPr>
            <a:spLocks noChangeArrowheads="1"/>
          </p:cNvSpPr>
          <p:nvPr/>
        </p:nvSpPr>
        <p:spPr bwMode="auto">
          <a:xfrm>
            <a:off x="4889500" y="2338388"/>
            <a:ext cx="65088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6" name="AutoShape 25"/>
          <p:cNvSpPr>
            <a:spLocks noChangeArrowheads="1"/>
          </p:cNvSpPr>
          <p:nvPr/>
        </p:nvSpPr>
        <p:spPr bwMode="auto">
          <a:xfrm>
            <a:off x="3721100" y="2338388"/>
            <a:ext cx="65088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7" name="AutoShape 26"/>
          <p:cNvSpPr>
            <a:spLocks noChangeArrowheads="1"/>
          </p:cNvSpPr>
          <p:nvPr/>
        </p:nvSpPr>
        <p:spPr bwMode="auto">
          <a:xfrm>
            <a:off x="4252913" y="2338388"/>
            <a:ext cx="166687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8" name="AutoShape 27"/>
          <p:cNvSpPr>
            <a:spLocks noChangeArrowheads="1"/>
          </p:cNvSpPr>
          <p:nvPr/>
        </p:nvSpPr>
        <p:spPr bwMode="auto">
          <a:xfrm>
            <a:off x="4491038" y="2338388"/>
            <a:ext cx="157162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69" name="AutoShape 28"/>
          <p:cNvSpPr>
            <a:spLocks noChangeArrowheads="1"/>
          </p:cNvSpPr>
          <p:nvPr/>
        </p:nvSpPr>
        <p:spPr bwMode="auto">
          <a:xfrm>
            <a:off x="4718050" y="2338388"/>
            <a:ext cx="101600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0" name="AutoShape 29"/>
          <p:cNvSpPr>
            <a:spLocks noChangeArrowheads="1"/>
          </p:cNvSpPr>
          <p:nvPr/>
        </p:nvSpPr>
        <p:spPr bwMode="auto">
          <a:xfrm>
            <a:off x="3854450" y="2338388"/>
            <a:ext cx="101600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1" name="AutoShape 30"/>
          <p:cNvSpPr>
            <a:spLocks noChangeArrowheads="1"/>
          </p:cNvSpPr>
          <p:nvPr/>
        </p:nvSpPr>
        <p:spPr bwMode="auto">
          <a:xfrm>
            <a:off x="4025900" y="2338388"/>
            <a:ext cx="158750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2" name="Rectangle 31"/>
          <p:cNvSpPr>
            <a:spLocks noChangeArrowheads="1"/>
          </p:cNvSpPr>
          <p:nvPr/>
        </p:nvSpPr>
        <p:spPr bwMode="auto">
          <a:xfrm rot="5400000">
            <a:off x="4865687" y="2938463"/>
            <a:ext cx="2728913" cy="1360488"/>
          </a:xfrm>
          <a:prstGeom prst="rect">
            <a:avLst/>
          </a:prstGeom>
          <a:solidFill>
            <a:schemeClr val="accent1"/>
          </a:solidFill>
          <a:ln w="9525" cap="rnd">
            <a:solidFill>
              <a:schemeClr val="hlink"/>
            </a:solidFill>
            <a:miter lim="800000"/>
            <a:headEnd/>
            <a:tailEnd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3" name="AutoShape 32"/>
          <p:cNvSpPr>
            <a:spLocks noChangeArrowheads="1"/>
          </p:cNvSpPr>
          <p:nvPr/>
        </p:nvSpPr>
        <p:spPr bwMode="auto">
          <a:xfrm>
            <a:off x="6786563" y="2338388"/>
            <a:ext cx="65087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4" name="AutoShape 33"/>
          <p:cNvSpPr>
            <a:spLocks noChangeArrowheads="1"/>
          </p:cNvSpPr>
          <p:nvPr/>
        </p:nvSpPr>
        <p:spPr bwMode="auto">
          <a:xfrm>
            <a:off x="5618163" y="2338388"/>
            <a:ext cx="65087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5" name="AutoShape 34"/>
          <p:cNvSpPr>
            <a:spLocks noChangeArrowheads="1"/>
          </p:cNvSpPr>
          <p:nvPr/>
        </p:nvSpPr>
        <p:spPr bwMode="auto">
          <a:xfrm>
            <a:off x="6149975" y="2338388"/>
            <a:ext cx="166688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6" name="AutoShape 35"/>
          <p:cNvSpPr>
            <a:spLocks noChangeArrowheads="1"/>
          </p:cNvSpPr>
          <p:nvPr/>
        </p:nvSpPr>
        <p:spPr bwMode="auto">
          <a:xfrm>
            <a:off x="6388100" y="2338388"/>
            <a:ext cx="157163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7" name="AutoShape 36"/>
          <p:cNvSpPr>
            <a:spLocks noChangeArrowheads="1"/>
          </p:cNvSpPr>
          <p:nvPr/>
        </p:nvSpPr>
        <p:spPr bwMode="auto">
          <a:xfrm>
            <a:off x="6615113" y="2338388"/>
            <a:ext cx="101600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8" name="AutoShape 37"/>
          <p:cNvSpPr>
            <a:spLocks noChangeArrowheads="1"/>
          </p:cNvSpPr>
          <p:nvPr/>
        </p:nvSpPr>
        <p:spPr bwMode="auto">
          <a:xfrm>
            <a:off x="5751513" y="2338388"/>
            <a:ext cx="101600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79" name="AutoShape 38"/>
          <p:cNvSpPr>
            <a:spLocks noChangeArrowheads="1"/>
          </p:cNvSpPr>
          <p:nvPr/>
        </p:nvSpPr>
        <p:spPr bwMode="auto">
          <a:xfrm>
            <a:off x="5922963" y="2338388"/>
            <a:ext cx="158750" cy="256063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9525">
            <a:noFill/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80" name="AutoShape 39"/>
          <p:cNvSpPr>
            <a:spLocks noChangeArrowheads="1"/>
          </p:cNvSpPr>
          <p:nvPr/>
        </p:nvSpPr>
        <p:spPr bwMode="auto">
          <a:xfrm flipV="1">
            <a:off x="1122363" y="1927225"/>
            <a:ext cx="6359525" cy="250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lIns="42841" tIns="21420" rIns="42841" bIns="21420" anchor="ctr"/>
          <a:lstStyle/>
          <a:p>
            <a:endParaRPr lang="pt-PT"/>
          </a:p>
        </p:txBody>
      </p:sp>
      <p:sp>
        <p:nvSpPr>
          <p:cNvPr id="215081" name="Rectangle 40"/>
          <p:cNvSpPr>
            <a:spLocks noChangeArrowheads="1"/>
          </p:cNvSpPr>
          <p:nvPr/>
        </p:nvSpPr>
        <p:spPr bwMode="auto">
          <a:xfrm>
            <a:off x="1817688" y="2395538"/>
            <a:ext cx="12271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5082" name="Rectangle 41"/>
          <p:cNvSpPr>
            <a:spLocks noChangeArrowheads="1"/>
          </p:cNvSpPr>
          <p:nvPr/>
        </p:nvSpPr>
        <p:spPr bwMode="auto">
          <a:xfrm>
            <a:off x="3716338" y="2395538"/>
            <a:ext cx="12271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5083" name="Rectangle 42"/>
          <p:cNvSpPr>
            <a:spLocks noChangeArrowheads="1"/>
          </p:cNvSpPr>
          <p:nvPr/>
        </p:nvSpPr>
        <p:spPr bwMode="auto">
          <a:xfrm>
            <a:off x="5616575" y="2395538"/>
            <a:ext cx="1228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5084" name="Rectangle 43"/>
          <p:cNvSpPr>
            <a:spLocks noChangeArrowheads="1"/>
          </p:cNvSpPr>
          <p:nvPr/>
        </p:nvSpPr>
        <p:spPr bwMode="auto">
          <a:xfrm>
            <a:off x="2266950" y="1233488"/>
            <a:ext cx="4114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  <p:sp>
        <p:nvSpPr>
          <p:cNvPr id="215085" name="Rectangle 44"/>
          <p:cNvSpPr>
            <a:spLocks noChangeArrowheads="1"/>
          </p:cNvSpPr>
          <p:nvPr/>
        </p:nvSpPr>
        <p:spPr bwMode="auto">
          <a:xfrm>
            <a:off x="2008188" y="5561013"/>
            <a:ext cx="4667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Title 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3803482-3911-493A-B680-C31148906E31}" type="slidenum">
              <a:rPr lang="zh-CN" altLang="en-US" smtClean="0"/>
              <a:pPr defTabSz="895350"/>
              <a:t>208</a:t>
            </a:fld>
            <a:endParaRPr lang="en-US" altLang="zh-CN"/>
          </a:p>
        </p:txBody>
      </p:sp>
      <p:sp>
        <p:nvSpPr>
          <p:cNvPr id="216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606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606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16070" name="Group 5"/>
          <p:cNvGrpSpPr>
            <a:grpSpLocks/>
          </p:cNvGrpSpPr>
          <p:nvPr/>
        </p:nvGrpSpPr>
        <p:grpSpPr bwMode="auto">
          <a:xfrm>
            <a:off x="1292225" y="3832225"/>
            <a:ext cx="6353175" cy="1933575"/>
            <a:chOff x="1451" y="2372"/>
            <a:chExt cx="3789" cy="1410"/>
          </a:xfrm>
        </p:grpSpPr>
        <p:sp>
          <p:nvSpPr>
            <p:cNvPr id="216077" name="Line 6"/>
            <p:cNvSpPr>
              <a:spLocks noChangeShapeType="1"/>
            </p:cNvSpPr>
            <p:nvPr/>
          </p:nvSpPr>
          <p:spPr bwMode="auto">
            <a:xfrm>
              <a:off x="2903" y="3676"/>
              <a:ext cx="108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6078" name="AutoShape 7"/>
            <p:cNvSpPr>
              <a:spLocks noChangeArrowheads="1"/>
            </p:cNvSpPr>
            <p:nvPr/>
          </p:nvSpPr>
          <p:spPr bwMode="auto">
            <a:xfrm rot="-1140000">
              <a:off x="3387" y="3046"/>
              <a:ext cx="1352" cy="74"/>
            </a:xfrm>
            <a:prstGeom prst="roundRect">
              <a:avLst>
                <a:gd name="adj" fmla="val 40903"/>
              </a:avLst>
            </a:prstGeom>
            <a:solidFill>
              <a:schemeClr val="accent2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16079" name="AutoShape 8"/>
            <p:cNvSpPr>
              <a:spLocks noChangeArrowheads="1"/>
            </p:cNvSpPr>
            <p:nvPr/>
          </p:nvSpPr>
          <p:spPr bwMode="auto">
            <a:xfrm>
              <a:off x="2124" y="3267"/>
              <a:ext cx="1343" cy="74"/>
            </a:xfrm>
            <a:prstGeom prst="roundRect">
              <a:avLst>
                <a:gd name="adj" fmla="val 40903"/>
              </a:avLst>
            </a:prstGeom>
            <a:solidFill>
              <a:schemeClr val="accent2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16080" name="Freeform 9"/>
            <p:cNvSpPr>
              <a:spLocks/>
            </p:cNvSpPr>
            <p:nvPr/>
          </p:nvSpPr>
          <p:spPr bwMode="auto">
            <a:xfrm>
              <a:off x="1992" y="2999"/>
              <a:ext cx="203" cy="337"/>
            </a:xfrm>
            <a:custGeom>
              <a:avLst/>
              <a:gdLst>
                <a:gd name="T0" fmla="*/ 70 w 203"/>
                <a:gd name="T1" fmla="*/ 16 h 337"/>
                <a:gd name="T2" fmla="*/ 189 w 203"/>
                <a:gd name="T3" fmla="*/ 271 h 337"/>
                <a:gd name="T4" fmla="*/ 201 w 203"/>
                <a:gd name="T5" fmla="*/ 294 h 337"/>
                <a:gd name="T6" fmla="*/ 202 w 203"/>
                <a:gd name="T7" fmla="*/ 306 h 337"/>
                <a:gd name="T8" fmla="*/ 194 w 203"/>
                <a:gd name="T9" fmla="*/ 322 h 337"/>
                <a:gd name="T10" fmla="*/ 175 w 203"/>
                <a:gd name="T11" fmla="*/ 336 h 337"/>
                <a:gd name="T12" fmla="*/ 157 w 203"/>
                <a:gd name="T13" fmla="*/ 336 h 337"/>
                <a:gd name="T14" fmla="*/ 141 w 203"/>
                <a:gd name="T15" fmla="*/ 331 h 337"/>
                <a:gd name="T16" fmla="*/ 132 w 203"/>
                <a:gd name="T17" fmla="*/ 322 h 337"/>
                <a:gd name="T18" fmla="*/ 124 w 203"/>
                <a:gd name="T19" fmla="*/ 314 h 337"/>
                <a:gd name="T20" fmla="*/ 0 w 203"/>
                <a:gd name="T21" fmla="*/ 39 h 337"/>
                <a:gd name="T22" fmla="*/ 0 w 203"/>
                <a:gd name="T23" fmla="*/ 24 h 337"/>
                <a:gd name="T24" fmla="*/ 8 w 203"/>
                <a:gd name="T25" fmla="*/ 16 h 337"/>
                <a:gd name="T26" fmla="*/ 16 w 203"/>
                <a:gd name="T27" fmla="*/ 8 h 337"/>
                <a:gd name="T28" fmla="*/ 23 w 203"/>
                <a:gd name="T29" fmla="*/ 0 h 337"/>
                <a:gd name="T30" fmla="*/ 39 w 203"/>
                <a:gd name="T31" fmla="*/ 0 h 337"/>
                <a:gd name="T32" fmla="*/ 47 w 203"/>
                <a:gd name="T33" fmla="*/ 0 h 337"/>
                <a:gd name="T34" fmla="*/ 62 w 203"/>
                <a:gd name="T35" fmla="*/ 8 h 337"/>
                <a:gd name="T36" fmla="*/ 70 w 203"/>
                <a:gd name="T37" fmla="*/ 16 h 3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3"/>
                <a:gd name="T58" fmla="*/ 0 h 337"/>
                <a:gd name="T59" fmla="*/ 203 w 203"/>
                <a:gd name="T60" fmla="*/ 337 h 3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3" h="337">
                  <a:moveTo>
                    <a:pt x="70" y="16"/>
                  </a:moveTo>
                  <a:lnTo>
                    <a:pt x="189" y="271"/>
                  </a:lnTo>
                  <a:lnTo>
                    <a:pt x="201" y="294"/>
                  </a:lnTo>
                  <a:lnTo>
                    <a:pt x="202" y="306"/>
                  </a:lnTo>
                  <a:lnTo>
                    <a:pt x="194" y="322"/>
                  </a:lnTo>
                  <a:lnTo>
                    <a:pt x="175" y="336"/>
                  </a:lnTo>
                  <a:lnTo>
                    <a:pt x="157" y="336"/>
                  </a:lnTo>
                  <a:lnTo>
                    <a:pt x="141" y="331"/>
                  </a:lnTo>
                  <a:lnTo>
                    <a:pt x="132" y="322"/>
                  </a:lnTo>
                  <a:lnTo>
                    <a:pt x="124" y="314"/>
                  </a:lnTo>
                  <a:lnTo>
                    <a:pt x="0" y="39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23" y="0"/>
                  </a:lnTo>
                  <a:lnTo>
                    <a:pt x="39" y="0"/>
                  </a:lnTo>
                  <a:lnTo>
                    <a:pt x="47" y="0"/>
                  </a:lnTo>
                  <a:lnTo>
                    <a:pt x="62" y="8"/>
                  </a:lnTo>
                  <a:lnTo>
                    <a:pt x="70" y="16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1" name="Freeform 10"/>
            <p:cNvSpPr>
              <a:spLocks/>
            </p:cNvSpPr>
            <p:nvPr/>
          </p:nvSpPr>
          <p:spPr bwMode="auto">
            <a:xfrm>
              <a:off x="4626" y="2528"/>
              <a:ext cx="78" cy="366"/>
            </a:xfrm>
            <a:custGeom>
              <a:avLst/>
              <a:gdLst>
                <a:gd name="T0" fmla="*/ 0 w 78"/>
                <a:gd name="T1" fmla="*/ 316 h 366"/>
                <a:gd name="T2" fmla="*/ 0 w 78"/>
                <a:gd name="T3" fmla="*/ 47 h 366"/>
                <a:gd name="T4" fmla="*/ 9 w 78"/>
                <a:gd name="T5" fmla="*/ 24 h 366"/>
                <a:gd name="T6" fmla="*/ 17 w 78"/>
                <a:gd name="T7" fmla="*/ 8 h 366"/>
                <a:gd name="T8" fmla="*/ 24 w 78"/>
                <a:gd name="T9" fmla="*/ 0 h 366"/>
                <a:gd name="T10" fmla="*/ 39 w 78"/>
                <a:gd name="T11" fmla="*/ 0 h 366"/>
                <a:gd name="T12" fmla="*/ 61 w 78"/>
                <a:gd name="T13" fmla="*/ 8 h 366"/>
                <a:gd name="T14" fmla="*/ 69 w 78"/>
                <a:gd name="T15" fmla="*/ 16 h 366"/>
                <a:gd name="T16" fmla="*/ 76 w 78"/>
                <a:gd name="T17" fmla="*/ 24 h 366"/>
                <a:gd name="T18" fmla="*/ 76 w 78"/>
                <a:gd name="T19" fmla="*/ 39 h 366"/>
                <a:gd name="T20" fmla="*/ 77 w 78"/>
                <a:gd name="T21" fmla="*/ 316 h 366"/>
                <a:gd name="T22" fmla="*/ 77 w 78"/>
                <a:gd name="T23" fmla="*/ 344 h 366"/>
                <a:gd name="T24" fmla="*/ 71 w 78"/>
                <a:gd name="T25" fmla="*/ 356 h 366"/>
                <a:gd name="T26" fmla="*/ 60 w 78"/>
                <a:gd name="T27" fmla="*/ 362 h 366"/>
                <a:gd name="T28" fmla="*/ 50 w 78"/>
                <a:gd name="T29" fmla="*/ 365 h 366"/>
                <a:gd name="T30" fmla="*/ 35 w 78"/>
                <a:gd name="T31" fmla="*/ 365 h 366"/>
                <a:gd name="T32" fmla="*/ 24 w 78"/>
                <a:gd name="T33" fmla="*/ 364 h 366"/>
                <a:gd name="T34" fmla="*/ 15 w 78"/>
                <a:gd name="T35" fmla="*/ 361 h 366"/>
                <a:gd name="T36" fmla="*/ 9 w 78"/>
                <a:gd name="T37" fmla="*/ 356 h 366"/>
                <a:gd name="T38" fmla="*/ 2 w 78"/>
                <a:gd name="T39" fmla="*/ 343 h 366"/>
                <a:gd name="T40" fmla="*/ 0 w 78"/>
                <a:gd name="T41" fmla="*/ 316 h 36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8"/>
                <a:gd name="T64" fmla="*/ 0 h 366"/>
                <a:gd name="T65" fmla="*/ 78 w 78"/>
                <a:gd name="T66" fmla="*/ 366 h 36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8" h="366">
                  <a:moveTo>
                    <a:pt x="0" y="316"/>
                  </a:moveTo>
                  <a:lnTo>
                    <a:pt x="0" y="47"/>
                  </a:lnTo>
                  <a:lnTo>
                    <a:pt x="9" y="24"/>
                  </a:lnTo>
                  <a:lnTo>
                    <a:pt x="17" y="8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61" y="8"/>
                  </a:lnTo>
                  <a:lnTo>
                    <a:pt x="69" y="16"/>
                  </a:lnTo>
                  <a:lnTo>
                    <a:pt x="76" y="24"/>
                  </a:lnTo>
                  <a:lnTo>
                    <a:pt x="76" y="39"/>
                  </a:lnTo>
                  <a:lnTo>
                    <a:pt x="77" y="316"/>
                  </a:lnTo>
                  <a:lnTo>
                    <a:pt x="77" y="344"/>
                  </a:lnTo>
                  <a:lnTo>
                    <a:pt x="71" y="356"/>
                  </a:lnTo>
                  <a:lnTo>
                    <a:pt x="60" y="362"/>
                  </a:lnTo>
                  <a:lnTo>
                    <a:pt x="50" y="365"/>
                  </a:lnTo>
                  <a:lnTo>
                    <a:pt x="35" y="365"/>
                  </a:lnTo>
                  <a:lnTo>
                    <a:pt x="24" y="364"/>
                  </a:lnTo>
                  <a:lnTo>
                    <a:pt x="15" y="361"/>
                  </a:lnTo>
                  <a:lnTo>
                    <a:pt x="9" y="356"/>
                  </a:lnTo>
                  <a:lnTo>
                    <a:pt x="2" y="343"/>
                  </a:lnTo>
                  <a:lnTo>
                    <a:pt x="0" y="316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2" name="Freeform 11"/>
            <p:cNvSpPr>
              <a:spLocks/>
            </p:cNvSpPr>
            <p:nvPr/>
          </p:nvSpPr>
          <p:spPr bwMode="auto">
            <a:xfrm>
              <a:off x="3162" y="3445"/>
              <a:ext cx="876" cy="337"/>
            </a:xfrm>
            <a:custGeom>
              <a:avLst/>
              <a:gdLst>
                <a:gd name="T0" fmla="*/ 0 w 876"/>
                <a:gd name="T1" fmla="*/ 336 h 337"/>
                <a:gd name="T2" fmla="*/ 875 w 876"/>
                <a:gd name="T3" fmla="*/ 336 h 337"/>
                <a:gd name="T4" fmla="*/ 875 w 876"/>
                <a:gd name="T5" fmla="*/ 223 h 337"/>
                <a:gd name="T6" fmla="*/ 827 w 876"/>
                <a:gd name="T7" fmla="*/ 224 h 337"/>
                <a:gd name="T8" fmla="*/ 788 w 876"/>
                <a:gd name="T9" fmla="*/ 176 h 337"/>
                <a:gd name="T10" fmla="*/ 773 w 876"/>
                <a:gd name="T11" fmla="*/ 136 h 337"/>
                <a:gd name="T12" fmla="*/ 591 w 876"/>
                <a:gd name="T13" fmla="*/ 103 h 337"/>
                <a:gd name="T14" fmla="*/ 504 w 876"/>
                <a:gd name="T15" fmla="*/ 0 h 337"/>
                <a:gd name="T16" fmla="*/ 336 w 876"/>
                <a:gd name="T17" fmla="*/ 0 h 337"/>
                <a:gd name="T18" fmla="*/ 260 w 876"/>
                <a:gd name="T19" fmla="*/ 4 h 3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76"/>
                <a:gd name="T31" fmla="*/ 0 h 337"/>
                <a:gd name="T32" fmla="*/ 876 w 876"/>
                <a:gd name="T33" fmla="*/ 337 h 33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76" h="337">
                  <a:moveTo>
                    <a:pt x="0" y="336"/>
                  </a:moveTo>
                  <a:lnTo>
                    <a:pt x="875" y="336"/>
                  </a:lnTo>
                  <a:lnTo>
                    <a:pt x="875" y="223"/>
                  </a:lnTo>
                  <a:lnTo>
                    <a:pt x="827" y="224"/>
                  </a:lnTo>
                  <a:lnTo>
                    <a:pt x="788" y="176"/>
                  </a:lnTo>
                  <a:lnTo>
                    <a:pt x="773" y="136"/>
                  </a:lnTo>
                  <a:lnTo>
                    <a:pt x="591" y="103"/>
                  </a:lnTo>
                  <a:lnTo>
                    <a:pt x="504" y="0"/>
                  </a:lnTo>
                  <a:lnTo>
                    <a:pt x="336" y="0"/>
                  </a:lnTo>
                  <a:lnTo>
                    <a:pt x="260" y="4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3" name="Freeform 12"/>
            <p:cNvSpPr>
              <a:spLocks/>
            </p:cNvSpPr>
            <p:nvPr/>
          </p:nvSpPr>
          <p:spPr bwMode="auto">
            <a:xfrm>
              <a:off x="2866" y="3260"/>
              <a:ext cx="873" cy="521"/>
            </a:xfrm>
            <a:custGeom>
              <a:avLst/>
              <a:gdLst>
                <a:gd name="T0" fmla="*/ 872 w 873"/>
                <a:gd name="T1" fmla="*/ 520 h 521"/>
                <a:gd name="T2" fmla="*/ 0 w 873"/>
                <a:gd name="T3" fmla="*/ 520 h 521"/>
                <a:gd name="T4" fmla="*/ 0 w 873"/>
                <a:gd name="T5" fmla="*/ 406 h 521"/>
                <a:gd name="T6" fmla="*/ 47 w 873"/>
                <a:gd name="T7" fmla="*/ 406 h 521"/>
                <a:gd name="T8" fmla="*/ 86 w 873"/>
                <a:gd name="T9" fmla="*/ 362 h 521"/>
                <a:gd name="T10" fmla="*/ 104 w 873"/>
                <a:gd name="T11" fmla="*/ 316 h 521"/>
                <a:gd name="T12" fmla="*/ 274 w 873"/>
                <a:gd name="T13" fmla="*/ 291 h 521"/>
                <a:gd name="T14" fmla="*/ 370 w 873"/>
                <a:gd name="T15" fmla="*/ 186 h 521"/>
                <a:gd name="T16" fmla="*/ 530 w 873"/>
                <a:gd name="T17" fmla="*/ 186 h 521"/>
                <a:gd name="T18" fmla="*/ 530 w 873"/>
                <a:gd name="T19" fmla="*/ 84 h 521"/>
                <a:gd name="T20" fmla="*/ 544 w 873"/>
                <a:gd name="T21" fmla="*/ 67 h 521"/>
                <a:gd name="T22" fmla="*/ 544 w 873"/>
                <a:gd name="T23" fmla="*/ 22 h 521"/>
                <a:gd name="T24" fmla="*/ 578 w 873"/>
                <a:gd name="T25" fmla="*/ 0 h 521"/>
                <a:gd name="T26" fmla="*/ 613 w 873"/>
                <a:gd name="T27" fmla="*/ 18 h 521"/>
                <a:gd name="T28" fmla="*/ 613 w 873"/>
                <a:gd name="T29" fmla="*/ 69 h 521"/>
                <a:gd name="T30" fmla="*/ 629 w 873"/>
                <a:gd name="T31" fmla="*/ 84 h 521"/>
                <a:gd name="T32" fmla="*/ 629 w 873"/>
                <a:gd name="T33" fmla="*/ 183 h 521"/>
                <a:gd name="T34" fmla="*/ 638 w 873"/>
                <a:gd name="T35" fmla="*/ 185 h 5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73"/>
                <a:gd name="T55" fmla="*/ 0 h 521"/>
                <a:gd name="T56" fmla="*/ 873 w 873"/>
                <a:gd name="T57" fmla="*/ 521 h 52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73" h="521">
                  <a:moveTo>
                    <a:pt x="872" y="520"/>
                  </a:moveTo>
                  <a:lnTo>
                    <a:pt x="0" y="520"/>
                  </a:lnTo>
                  <a:lnTo>
                    <a:pt x="0" y="406"/>
                  </a:lnTo>
                  <a:lnTo>
                    <a:pt x="47" y="406"/>
                  </a:lnTo>
                  <a:lnTo>
                    <a:pt x="86" y="362"/>
                  </a:lnTo>
                  <a:lnTo>
                    <a:pt x="104" y="316"/>
                  </a:lnTo>
                  <a:lnTo>
                    <a:pt x="274" y="291"/>
                  </a:lnTo>
                  <a:lnTo>
                    <a:pt x="370" y="186"/>
                  </a:lnTo>
                  <a:lnTo>
                    <a:pt x="530" y="186"/>
                  </a:lnTo>
                  <a:lnTo>
                    <a:pt x="530" y="84"/>
                  </a:lnTo>
                  <a:lnTo>
                    <a:pt x="544" y="67"/>
                  </a:lnTo>
                  <a:lnTo>
                    <a:pt x="544" y="22"/>
                  </a:lnTo>
                  <a:lnTo>
                    <a:pt x="578" y="0"/>
                  </a:lnTo>
                  <a:lnTo>
                    <a:pt x="613" y="18"/>
                  </a:lnTo>
                  <a:lnTo>
                    <a:pt x="613" y="69"/>
                  </a:lnTo>
                  <a:lnTo>
                    <a:pt x="629" y="84"/>
                  </a:lnTo>
                  <a:lnTo>
                    <a:pt x="629" y="183"/>
                  </a:lnTo>
                  <a:lnTo>
                    <a:pt x="638" y="185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4" name="Freeform 13"/>
            <p:cNvSpPr>
              <a:spLocks/>
            </p:cNvSpPr>
            <p:nvPr/>
          </p:nvSpPr>
          <p:spPr bwMode="auto">
            <a:xfrm>
              <a:off x="1454" y="2841"/>
              <a:ext cx="867" cy="211"/>
            </a:xfrm>
            <a:custGeom>
              <a:avLst/>
              <a:gdLst>
                <a:gd name="T0" fmla="*/ 659 w 867"/>
                <a:gd name="T1" fmla="*/ 0 h 211"/>
                <a:gd name="T2" fmla="*/ 405 w 867"/>
                <a:gd name="T3" fmla="*/ 0 h 211"/>
                <a:gd name="T4" fmla="*/ 215 w 867"/>
                <a:gd name="T5" fmla="*/ 0 h 211"/>
                <a:gd name="T6" fmla="*/ 79 w 867"/>
                <a:gd name="T7" fmla="*/ 0 h 211"/>
                <a:gd name="T8" fmla="*/ 8 w 867"/>
                <a:gd name="T9" fmla="*/ 0 h 211"/>
                <a:gd name="T10" fmla="*/ 0 w 867"/>
                <a:gd name="T11" fmla="*/ 16 h 211"/>
                <a:gd name="T12" fmla="*/ 0 w 867"/>
                <a:gd name="T13" fmla="*/ 39 h 211"/>
                <a:gd name="T14" fmla="*/ 16 w 867"/>
                <a:gd name="T15" fmla="*/ 47 h 211"/>
                <a:gd name="T16" fmla="*/ 40 w 867"/>
                <a:gd name="T17" fmla="*/ 47 h 211"/>
                <a:gd name="T18" fmla="*/ 56 w 867"/>
                <a:gd name="T19" fmla="*/ 54 h 211"/>
                <a:gd name="T20" fmla="*/ 79 w 867"/>
                <a:gd name="T21" fmla="*/ 70 h 211"/>
                <a:gd name="T22" fmla="*/ 103 w 867"/>
                <a:gd name="T23" fmla="*/ 86 h 211"/>
                <a:gd name="T24" fmla="*/ 119 w 867"/>
                <a:gd name="T25" fmla="*/ 93 h 211"/>
                <a:gd name="T26" fmla="*/ 143 w 867"/>
                <a:gd name="T27" fmla="*/ 93 h 211"/>
                <a:gd name="T28" fmla="*/ 167 w 867"/>
                <a:gd name="T29" fmla="*/ 93 h 211"/>
                <a:gd name="T30" fmla="*/ 199 w 867"/>
                <a:gd name="T31" fmla="*/ 93 h 211"/>
                <a:gd name="T32" fmla="*/ 230 w 867"/>
                <a:gd name="T33" fmla="*/ 93 h 211"/>
                <a:gd name="T34" fmla="*/ 262 w 867"/>
                <a:gd name="T35" fmla="*/ 93 h 211"/>
                <a:gd name="T36" fmla="*/ 286 w 867"/>
                <a:gd name="T37" fmla="*/ 101 h 211"/>
                <a:gd name="T38" fmla="*/ 302 w 867"/>
                <a:gd name="T39" fmla="*/ 109 h 211"/>
                <a:gd name="T40" fmla="*/ 326 w 867"/>
                <a:gd name="T41" fmla="*/ 109 h 211"/>
                <a:gd name="T42" fmla="*/ 334 w 867"/>
                <a:gd name="T43" fmla="*/ 124 h 211"/>
                <a:gd name="T44" fmla="*/ 358 w 867"/>
                <a:gd name="T45" fmla="*/ 132 h 211"/>
                <a:gd name="T46" fmla="*/ 373 w 867"/>
                <a:gd name="T47" fmla="*/ 140 h 211"/>
                <a:gd name="T48" fmla="*/ 397 w 867"/>
                <a:gd name="T49" fmla="*/ 140 h 211"/>
                <a:gd name="T50" fmla="*/ 421 w 867"/>
                <a:gd name="T51" fmla="*/ 140 h 211"/>
                <a:gd name="T52" fmla="*/ 453 w 867"/>
                <a:gd name="T53" fmla="*/ 140 h 211"/>
                <a:gd name="T54" fmla="*/ 477 w 867"/>
                <a:gd name="T55" fmla="*/ 140 h 211"/>
                <a:gd name="T56" fmla="*/ 501 w 867"/>
                <a:gd name="T57" fmla="*/ 140 h 211"/>
                <a:gd name="T58" fmla="*/ 524 w 867"/>
                <a:gd name="T59" fmla="*/ 140 h 211"/>
                <a:gd name="T60" fmla="*/ 524 w 867"/>
                <a:gd name="T61" fmla="*/ 163 h 211"/>
                <a:gd name="T62" fmla="*/ 524 w 867"/>
                <a:gd name="T63" fmla="*/ 187 h 211"/>
                <a:gd name="T64" fmla="*/ 540 w 867"/>
                <a:gd name="T65" fmla="*/ 202 h 211"/>
                <a:gd name="T66" fmla="*/ 556 w 867"/>
                <a:gd name="T67" fmla="*/ 210 h 211"/>
                <a:gd name="T68" fmla="*/ 580 w 867"/>
                <a:gd name="T69" fmla="*/ 210 h 211"/>
                <a:gd name="T70" fmla="*/ 604 w 867"/>
                <a:gd name="T71" fmla="*/ 202 h 211"/>
                <a:gd name="T72" fmla="*/ 620 w 867"/>
                <a:gd name="T73" fmla="*/ 187 h 211"/>
                <a:gd name="T74" fmla="*/ 620 w 867"/>
                <a:gd name="T75" fmla="*/ 163 h 211"/>
                <a:gd name="T76" fmla="*/ 620 w 867"/>
                <a:gd name="T77" fmla="*/ 140 h 211"/>
                <a:gd name="T78" fmla="*/ 644 w 867"/>
                <a:gd name="T79" fmla="*/ 140 h 211"/>
                <a:gd name="T80" fmla="*/ 667 w 867"/>
                <a:gd name="T81" fmla="*/ 140 h 211"/>
                <a:gd name="T82" fmla="*/ 691 w 867"/>
                <a:gd name="T83" fmla="*/ 140 h 211"/>
                <a:gd name="T84" fmla="*/ 866 w 867"/>
                <a:gd name="T85" fmla="*/ 0 h 2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67"/>
                <a:gd name="T130" fmla="*/ 0 h 211"/>
                <a:gd name="T131" fmla="*/ 867 w 867"/>
                <a:gd name="T132" fmla="*/ 211 h 2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67" h="211">
                  <a:moveTo>
                    <a:pt x="866" y="0"/>
                  </a:moveTo>
                  <a:lnTo>
                    <a:pt x="755" y="0"/>
                  </a:lnTo>
                  <a:lnTo>
                    <a:pt x="659" y="0"/>
                  </a:lnTo>
                  <a:lnTo>
                    <a:pt x="572" y="0"/>
                  </a:lnTo>
                  <a:lnTo>
                    <a:pt x="485" y="0"/>
                  </a:lnTo>
                  <a:lnTo>
                    <a:pt x="405" y="0"/>
                  </a:lnTo>
                  <a:lnTo>
                    <a:pt x="334" y="0"/>
                  </a:lnTo>
                  <a:lnTo>
                    <a:pt x="270" y="0"/>
                  </a:lnTo>
                  <a:lnTo>
                    <a:pt x="215" y="0"/>
                  </a:lnTo>
                  <a:lnTo>
                    <a:pt x="159" y="0"/>
                  </a:lnTo>
                  <a:lnTo>
                    <a:pt x="119" y="0"/>
                  </a:lnTo>
                  <a:lnTo>
                    <a:pt x="79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3"/>
                  </a:lnTo>
                  <a:lnTo>
                    <a:pt x="0" y="31"/>
                  </a:lnTo>
                  <a:lnTo>
                    <a:pt x="0" y="39"/>
                  </a:lnTo>
                  <a:lnTo>
                    <a:pt x="0" y="47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4" y="47"/>
                  </a:lnTo>
                  <a:lnTo>
                    <a:pt x="32" y="47"/>
                  </a:lnTo>
                  <a:lnTo>
                    <a:pt x="40" y="47"/>
                  </a:lnTo>
                  <a:lnTo>
                    <a:pt x="48" y="47"/>
                  </a:lnTo>
                  <a:lnTo>
                    <a:pt x="48" y="54"/>
                  </a:lnTo>
                  <a:lnTo>
                    <a:pt x="56" y="54"/>
                  </a:lnTo>
                  <a:lnTo>
                    <a:pt x="64" y="62"/>
                  </a:lnTo>
                  <a:lnTo>
                    <a:pt x="72" y="62"/>
                  </a:lnTo>
                  <a:lnTo>
                    <a:pt x="79" y="70"/>
                  </a:lnTo>
                  <a:lnTo>
                    <a:pt x="87" y="78"/>
                  </a:lnTo>
                  <a:lnTo>
                    <a:pt x="95" y="78"/>
                  </a:lnTo>
                  <a:lnTo>
                    <a:pt x="103" y="86"/>
                  </a:lnTo>
                  <a:lnTo>
                    <a:pt x="111" y="86"/>
                  </a:lnTo>
                  <a:lnTo>
                    <a:pt x="111" y="93"/>
                  </a:lnTo>
                  <a:lnTo>
                    <a:pt x="119" y="93"/>
                  </a:lnTo>
                  <a:lnTo>
                    <a:pt x="127" y="93"/>
                  </a:lnTo>
                  <a:lnTo>
                    <a:pt x="135" y="93"/>
                  </a:lnTo>
                  <a:lnTo>
                    <a:pt x="143" y="93"/>
                  </a:lnTo>
                  <a:lnTo>
                    <a:pt x="151" y="93"/>
                  </a:lnTo>
                  <a:lnTo>
                    <a:pt x="159" y="93"/>
                  </a:lnTo>
                  <a:lnTo>
                    <a:pt x="167" y="93"/>
                  </a:lnTo>
                  <a:lnTo>
                    <a:pt x="175" y="93"/>
                  </a:lnTo>
                  <a:lnTo>
                    <a:pt x="183" y="93"/>
                  </a:lnTo>
                  <a:lnTo>
                    <a:pt x="199" y="93"/>
                  </a:lnTo>
                  <a:lnTo>
                    <a:pt x="207" y="93"/>
                  </a:lnTo>
                  <a:lnTo>
                    <a:pt x="222" y="93"/>
                  </a:lnTo>
                  <a:lnTo>
                    <a:pt x="230" y="93"/>
                  </a:lnTo>
                  <a:lnTo>
                    <a:pt x="238" y="93"/>
                  </a:lnTo>
                  <a:lnTo>
                    <a:pt x="246" y="93"/>
                  </a:lnTo>
                  <a:lnTo>
                    <a:pt x="262" y="93"/>
                  </a:lnTo>
                  <a:lnTo>
                    <a:pt x="270" y="101"/>
                  </a:lnTo>
                  <a:lnTo>
                    <a:pt x="278" y="101"/>
                  </a:lnTo>
                  <a:lnTo>
                    <a:pt x="286" y="101"/>
                  </a:lnTo>
                  <a:lnTo>
                    <a:pt x="294" y="101"/>
                  </a:lnTo>
                  <a:lnTo>
                    <a:pt x="302" y="101"/>
                  </a:lnTo>
                  <a:lnTo>
                    <a:pt x="302" y="109"/>
                  </a:lnTo>
                  <a:lnTo>
                    <a:pt x="310" y="109"/>
                  </a:lnTo>
                  <a:lnTo>
                    <a:pt x="318" y="109"/>
                  </a:lnTo>
                  <a:lnTo>
                    <a:pt x="326" y="109"/>
                  </a:lnTo>
                  <a:lnTo>
                    <a:pt x="326" y="117"/>
                  </a:lnTo>
                  <a:lnTo>
                    <a:pt x="334" y="117"/>
                  </a:lnTo>
                  <a:lnTo>
                    <a:pt x="334" y="124"/>
                  </a:lnTo>
                  <a:lnTo>
                    <a:pt x="342" y="124"/>
                  </a:lnTo>
                  <a:lnTo>
                    <a:pt x="350" y="132"/>
                  </a:lnTo>
                  <a:lnTo>
                    <a:pt x="358" y="132"/>
                  </a:lnTo>
                  <a:lnTo>
                    <a:pt x="358" y="140"/>
                  </a:lnTo>
                  <a:lnTo>
                    <a:pt x="365" y="140"/>
                  </a:lnTo>
                  <a:lnTo>
                    <a:pt x="373" y="140"/>
                  </a:lnTo>
                  <a:lnTo>
                    <a:pt x="381" y="140"/>
                  </a:lnTo>
                  <a:lnTo>
                    <a:pt x="389" y="140"/>
                  </a:lnTo>
                  <a:lnTo>
                    <a:pt x="397" y="140"/>
                  </a:lnTo>
                  <a:lnTo>
                    <a:pt x="405" y="140"/>
                  </a:lnTo>
                  <a:lnTo>
                    <a:pt x="413" y="140"/>
                  </a:lnTo>
                  <a:lnTo>
                    <a:pt x="421" y="140"/>
                  </a:lnTo>
                  <a:lnTo>
                    <a:pt x="429" y="140"/>
                  </a:lnTo>
                  <a:lnTo>
                    <a:pt x="445" y="140"/>
                  </a:lnTo>
                  <a:lnTo>
                    <a:pt x="453" y="140"/>
                  </a:lnTo>
                  <a:lnTo>
                    <a:pt x="461" y="140"/>
                  </a:lnTo>
                  <a:lnTo>
                    <a:pt x="469" y="140"/>
                  </a:lnTo>
                  <a:lnTo>
                    <a:pt x="477" y="140"/>
                  </a:lnTo>
                  <a:lnTo>
                    <a:pt x="485" y="140"/>
                  </a:lnTo>
                  <a:lnTo>
                    <a:pt x="493" y="140"/>
                  </a:lnTo>
                  <a:lnTo>
                    <a:pt x="501" y="140"/>
                  </a:lnTo>
                  <a:lnTo>
                    <a:pt x="508" y="140"/>
                  </a:lnTo>
                  <a:lnTo>
                    <a:pt x="516" y="140"/>
                  </a:lnTo>
                  <a:lnTo>
                    <a:pt x="524" y="140"/>
                  </a:lnTo>
                  <a:lnTo>
                    <a:pt x="524" y="148"/>
                  </a:lnTo>
                  <a:lnTo>
                    <a:pt x="524" y="156"/>
                  </a:lnTo>
                  <a:lnTo>
                    <a:pt x="524" y="163"/>
                  </a:lnTo>
                  <a:lnTo>
                    <a:pt x="524" y="171"/>
                  </a:lnTo>
                  <a:lnTo>
                    <a:pt x="524" y="179"/>
                  </a:lnTo>
                  <a:lnTo>
                    <a:pt x="524" y="187"/>
                  </a:lnTo>
                  <a:lnTo>
                    <a:pt x="524" y="194"/>
                  </a:lnTo>
                  <a:lnTo>
                    <a:pt x="532" y="202"/>
                  </a:lnTo>
                  <a:lnTo>
                    <a:pt x="540" y="202"/>
                  </a:lnTo>
                  <a:lnTo>
                    <a:pt x="540" y="210"/>
                  </a:lnTo>
                  <a:lnTo>
                    <a:pt x="548" y="210"/>
                  </a:lnTo>
                  <a:lnTo>
                    <a:pt x="556" y="210"/>
                  </a:lnTo>
                  <a:lnTo>
                    <a:pt x="564" y="210"/>
                  </a:lnTo>
                  <a:lnTo>
                    <a:pt x="572" y="210"/>
                  </a:lnTo>
                  <a:lnTo>
                    <a:pt x="580" y="210"/>
                  </a:lnTo>
                  <a:lnTo>
                    <a:pt x="588" y="210"/>
                  </a:lnTo>
                  <a:lnTo>
                    <a:pt x="596" y="210"/>
                  </a:lnTo>
                  <a:lnTo>
                    <a:pt x="604" y="202"/>
                  </a:lnTo>
                  <a:lnTo>
                    <a:pt x="612" y="194"/>
                  </a:lnTo>
                  <a:lnTo>
                    <a:pt x="612" y="187"/>
                  </a:lnTo>
                  <a:lnTo>
                    <a:pt x="620" y="187"/>
                  </a:lnTo>
                  <a:lnTo>
                    <a:pt x="620" y="179"/>
                  </a:lnTo>
                  <a:lnTo>
                    <a:pt x="620" y="171"/>
                  </a:lnTo>
                  <a:lnTo>
                    <a:pt x="620" y="163"/>
                  </a:lnTo>
                  <a:lnTo>
                    <a:pt x="620" y="156"/>
                  </a:lnTo>
                  <a:lnTo>
                    <a:pt x="620" y="148"/>
                  </a:lnTo>
                  <a:lnTo>
                    <a:pt x="620" y="140"/>
                  </a:lnTo>
                  <a:lnTo>
                    <a:pt x="628" y="140"/>
                  </a:lnTo>
                  <a:lnTo>
                    <a:pt x="636" y="140"/>
                  </a:lnTo>
                  <a:lnTo>
                    <a:pt x="644" y="140"/>
                  </a:lnTo>
                  <a:lnTo>
                    <a:pt x="651" y="140"/>
                  </a:lnTo>
                  <a:lnTo>
                    <a:pt x="659" y="140"/>
                  </a:lnTo>
                  <a:lnTo>
                    <a:pt x="667" y="140"/>
                  </a:lnTo>
                  <a:lnTo>
                    <a:pt x="675" y="140"/>
                  </a:lnTo>
                  <a:lnTo>
                    <a:pt x="683" y="140"/>
                  </a:lnTo>
                  <a:lnTo>
                    <a:pt x="691" y="140"/>
                  </a:lnTo>
                  <a:lnTo>
                    <a:pt x="699" y="140"/>
                  </a:lnTo>
                  <a:lnTo>
                    <a:pt x="707" y="140"/>
                  </a:lnTo>
                  <a:lnTo>
                    <a:pt x="866" y="0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5" name="Freeform 14"/>
            <p:cNvSpPr>
              <a:spLocks/>
            </p:cNvSpPr>
            <p:nvPr/>
          </p:nvSpPr>
          <p:spPr bwMode="auto">
            <a:xfrm>
              <a:off x="1451" y="2841"/>
              <a:ext cx="627" cy="217"/>
            </a:xfrm>
            <a:custGeom>
              <a:avLst/>
              <a:gdLst>
                <a:gd name="T0" fmla="*/ 0 w 627"/>
                <a:gd name="T1" fmla="*/ 0 h 217"/>
                <a:gd name="T2" fmla="*/ 0 w 627"/>
                <a:gd name="T3" fmla="*/ 48 h 217"/>
                <a:gd name="T4" fmla="*/ 40 w 627"/>
                <a:gd name="T5" fmla="*/ 48 h 217"/>
                <a:gd name="T6" fmla="*/ 112 w 627"/>
                <a:gd name="T7" fmla="*/ 96 h 217"/>
                <a:gd name="T8" fmla="*/ 248 w 627"/>
                <a:gd name="T9" fmla="*/ 96 h 217"/>
                <a:gd name="T10" fmla="*/ 359 w 627"/>
                <a:gd name="T11" fmla="*/ 144 h 217"/>
                <a:gd name="T12" fmla="*/ 530 w 627"/>
                <a:gd name="T13" fmla="*/ 144 h 217"/>
                <a:gd name="T14" fmla="*/ 528 w 627"/>
                <a:gd name="T15" fmla="*/ 200 h 217"/>
                <a:gd name="T16" fmla="*/ 554 w 627"/>
                <a:gd name="T17" fmla="*/ 216 h 217"/>
                <a:gd name="T18" fmla="*/ 598 w 627"/>
                <a:gd name="T19" fmla="*/ 216 h 217"/>
                <a:gd name="T20" fmla="*/ 626 w 627"/>
                <a:gd name="T21" fmla="*/ 203 h 217"/>
                <a:gd name="T22" fmla="*/ 626 w 627"/>
                <a:gd name="T23" fmla="*/ 144 h 2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27"/>
                <a:gd name="T37" fmla="*/ 0 h 217"/>
                <a:gd name="T38" fmla="*/ 627 w 627"/>
                <a:gd name="T39" fmla="*/ 217 h 2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27" h="217">
                  <a:moveTo>
                    <a:pt x="0" y="0"/>
                  </a:moveTo>
                  <a:lnTo>
                    <a:pt x="0" y="48"/>
                  </a:lnTo>
                  <a:lnTo>
                    <a:pt x="40" y="48"/>
                  </a:lnTo>
                  <a:lnTo>
                    <a:pt x="112" y="96"/>
                  </a:lnTo>
                  <a:lnTo>
                    <a:pt x="248" y="96"/>
                  </a:lnTo>
                  <a:lnTo>
                    <a:pt x="359" y="144"/>
                  </a:lnTo>
                  <a:lnTo>
                    <a:pt x="530" y="144"/>
                  </a:lnTo>
                  <a:lnTo>
                    <a:pt x="528" y="200"/>
                  </a:lnTo>
                  <a:lnTo>
                    <a:pt x="554" y="216"/>
                  </a:lnTo>
                  <a:lnTo>
                    <a:pt x="598" y="216"/>
                  </a:lnTo>
                  <a:lnTo>
                    <a:pt x="626" y="203"/>
                  </a:lnTo>
                  <a:lnTo>
                    <a:pt x="626" y="144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6" name="Freeform 15"/>
            <p:cNvSpPr>
              <a:spLocks/>
            </p:cNvSpPr>
            <p:nvPr/>
          </p:nvSpPr>
          <p:spPr bwMode="auto">
            <a:xfrm>
              <a:off x="1735" y="2841"/>
              <a:ext cx="867" cy="214"/>
            </a:xfrm>
            <a:custGeom>
              <a:avLst/>
              <a:gdLst>
                <a:gd name="T0" fmla="*/ 111 w 867"/>
                <a:gd name="T1" fmla="*/ 0 h 214"/>
                <a:gd name="T2" fmla="*/ 294 w 867"/>
                <a:gd name="T3" fmla="*/ 0 h 214"/>
                <a:gd name="T4" fmla="*/ 461 w 867"/>
                <a:gd name="T5" fmla="*/ 0 h 214"/>
                <a:gd name="T6" fmla="*/ 596 w 867"/>
                <a:gd name="T7" fmla="*/ 0 h 214"/>
                <a:gd name="T8" fmla="*/ 707 w 867"/>
                <a:gd name="T9" fmla="*/ 0 h 214"/>
                <a:gd name="T10" fmla="*/ 787 w 867"/>
                <a:gd name="T11" fmla="*/ 0 h 214"/>
                <a:gd name="T12" fmla="*/ 842 w 867"/>
                <a:gd name="T13" fmla="*/ 0 h 214"/>
                <a:gd name="T14" fmla="*/ 866 w 867"/>
                <a:gd name="T15" fmla="*/ 0 h 214"/>
                <a:gd name="T16" fmla="*/ 866 w 867"/>
                <a:gd name="T17" fmla="*/ 16 h 214"/>
                <a:gd name="T18" fmla="*/ 866 w 867"/>
                <a:gd name="T19" fmla="*/ 32 h 214"/>
                <a:gd name="T20" fmla="*/ 866 w 867"/>
                <a:gd name="T21" fmla="*/ 47 h 214"/>
                <a:gd name="T22" fmla="*/ 850 w 867"/>
                <a:gd name="T23" fmla="*/ 47 h 214"/>
                <a:gd name="T24" fmla="*/ 834 w 867"/>
                <a:gd name="T25" fmla="*/ 47 h 214"/>
                <a:gd name="T26" fmla="*/ 818 w 867"/>
                <a:gd name="T27" fmla="*/ 47 h 214"/>
                <a:gd name="T28" fmla="*/ 810 w 867"/>
                <a:gd name="T29" fmla="*/ 55 h 214"/>
                <a:gd name="T30" fmla="*/ 794 w 867"/>
                <a:gd name="T31" fmla="*/ 63 h 214"/>
                <a:gd name="T32" fmla="*/ 779 w 867"/>
                <a:gd name="T33" fmla="*/ 79 h 214"/>
                <a:gd name="T34" fmla="*/ 763 w 867"/>
                <a:gd name="T35" fmla="*/ 87 h 214"/>
                <a:gd name="T36" fmla="*/ 755 w 867"/>
                <a:gd name="T37" fmla="*/ 95 h 214"/>
                <a:gd name="T38" fmla="*/ 739 w 867"/>
                <a:gd name="T39" fmla="*/ 95 h 214"/>
                <a:gd name="T40" fmla="*/ 723 w 867"/>
                <a:gd name="T41" fmla="*/ 95 h 214"/>
                <a:gd name="T42" fmla="*/ 707 w 867"/>
                <a:gd name="T43" fmla="*/ 95 h 214"/>
                <a:gd name="T44" fmla="*/ 691 w 867"/>
                <a:gd name="T45" fmla="*/ 95 h 214"/>
                <a:gd name="T46" fmla="*/ 667 w 867"/>
                <a:gd name="T47" fmla="*/ 95 h 214"/>
                <a:gd name="T48" fmla="*/ 644 w 867"/>
                <a:gd name="T49" fmla="*/ 95 h 214"/>
                <a:gd name="T50" fmla="*/ 628 w 867"/>
                <a:gd name="T51" fmla="*/ 95 h 214"/>
                <a:gd name="T52" fmla="*/ 508 w 867"/>
                <a:gd name="T53" fmla="*/ 142 h 214"/>
                <a:gd name="T54" fmla="*/ 493 w 867"/>
                <a:gd name="T55" fmla="*/ 142 h 214"/>
                <a:gd name="T56" fmla="*/ 477 w 867"/>
                <a:gd name="T57" fmla="*/ 142 h 214"/>
                <a:gd name="T58" fmla="*/ 461 w 867"/>
                <a:gd name="T59" fmla="*/ 142 h 214"/>
                <a:gd name="T60" fmla="*/ 445 w 867"/>
                <a:gd name="T61" fmla="*/ 142 h 214"/>
                <a:gd name="T62" fmla="*/ 421 w 867"/>
                <a:gd name="T63" fmla="*/ 142 h 214"/>
                <a:gd name="T64" fmla="*/ 405 w 867"/>
                <a:gd name="T65" fmla="*/ 142 h 214"/>
                <a:gd name="T66" fmla="*/ 389 w 867"/>
                <a:gd name="T67" fmla="*/ 142 h 214"/>
                <a:gd name="T68" fmla="*/ 373 w 867"/>
                <a:gd name="T69" fmla="*/ 142 h 214"/>
                <a:gd name="T70" fmla="*/ 358 w 867"/>
                <a:gd name="T71" fmla="*/ 142 h 214"/>
                <a:gd name="T72" fmla="*/ 342 w 867"/>
                <a:gd name="T73" fmla="*/ 142 h 214"/>
                <a:gd name="T74" fmla="*/ 342 w 867"/>
                <a:gd name="T75" fmla="*/ 158 h 214"/>
                <a:gd name="T76" fmla="*/ 342 w 867"/>
                <a:gd name="T77" fmla="*/ 174 h 214"/>
                <a:gd name="T78" fmla="*/ 342 w 867"/>
                <a:gd name="T79" fmla="*/ 189 h 214"/>
                <a:gd name="T80" fmla="*/ 334 w 867"/>
                <a:gd name="T81" fmla="*/ 205 h 214"/>
                <a:gd name="T82" fmla="*/ 326 w 867"/>
                <a:gd name="T83" fmla="*/ 213 h 214"/>
                <a:gd name="T84" fmla="*/ 310 w 867"/>
                <a:gd name="T85" fmla="*/ 213 h 214"/>
                <a:gd name="T86" fmla="*/ 294 w 867"/>
                <a:gd name="T87" fmla="*/ 213 h 214"/>
                <a:gd name="T88" fmla="*/ 278 w 867"/>
                <a:gd name="T89" fmla="*/ 213 h 214"/>
                <a:gd name="T90" fmla="*/ 262 w 867"/>
                <a:gd name="T91" fmla="*/ 205 h 214"/>
                <a:gd name="T92" fmla="*/ 254 w 867"/>
                <a:gd name="T93" fmla="*/ 189 h 214"/>
                <a:gd name="T94" fmla="*/ 246 w 867"/>
                <a:gd name="T95" fmla="*/ 181 h 214"/>
                <a:gd name="T96" fmla="*/ 246 w 867"/>
                <a:gd name="T97" fmla="*/ 120 h 21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67"/>
                <a:gd name="T148" fmla="*/ 0 h 214"/>
                <a:gd name="T149" fmla="*/ 867 w 867"/>
                <a:gd name="T150" fmla="*/ 214 h 21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67" h="214">
                  <a:moveTo>
                    <a:pt x="0" y="0"/>
                  </a:moveTo>
                  <a:lnTo>
                    <a:pt x="111" y="0"/>
                  </a:lnTo>
                  <a:lnTo>
                    <a:pt x="207" y="0"/>
                  </a:lnTo>
                  <a:lnTo>
                    <a:pt x="294" y="0"/>
                  </a:lnTo>
                  <a:lnTo>
                    <a:pt x="381" y="0"/>
                  </a:lnTo>
                  <a:lnTo>
                    <a:pt x="461" y="0"/>
                  </a:lnTo>
                  <a:lnTo>
                    <a:pt x="532" y="0"/>
                  </a:lnTo>
                  <a:lnTo>
                    <a:pt x="596" y="0"/>
                  </a:lnTo>
                  <a:lnTo>
                    <a:pt x="651" y="0"/>
                  </a:lnTo>
                  <a:lnTo>
                    <a:pt x="707" y="0"/>
                  </a:lnTo>
                  <a:lnTo>
                    <a:pt x="747" y="0"/>
                  </a:lnTo>
                  <a:lnTo>
                    <a:pt x="787" y="0"/>
                  </a:lnTo>
                  <a:lnTo>
                    <a:pt x="818" y="0"/>
                  </a:lnTo>
                  <a:lnTo>
                    <a:pt x="842" y="0"/>
                  </a:lnTo>
                  <a:lnTo>
                    <a:pt x="858" y="0"/>
                  </a:lnTo>
                  <a:lnTo>
                    <a:pt x="866" y="0"/>
                  </a:lnTo>
                  <a:lnTo>
                    <a:pt x="866" y="8"/>
                  </a:lnTo>
                  <a:lnTo>
                    <a:pt x="866" y="16"/>
                  </a:lnTo>
                  <a:lnTo>
                    <a:pt x="866" y="24"/>
                  </a:lnTo>
                  <a:lnTo>
                    <a:pt x="866" y="32"/>
                  </a:lnTo>
                  <a:lnTo>
                    <a:pt x="866" y="39"/>
                  </a:lnTo>
                  <a:lnTo>
                    <a:pt x="866" y="47"/>
                  </a:lnTo>
                  <a:lnTo>
                    <a:pt x="858" y="47"/>
                  </a:lnTo>
                  <a:lnTo>
                    <a:pt x="850" y="47"/>
                  </a:lnTo>
                  <a:lnTo>
                    <a:pt x="842" y="47"/>
                  </a:lnTo>
                  <a:lnTo>
                    <a:pt x="834" y="47"/>
                  </a:lnTo>
                  <a:lnTo>
                    <a:pt x="826" y="47"/>
                  </a:lnTo>
                  <a:lnTo>
                    <a:pt x="818" y="47"/>
                  </a:lnTo>
                  <a:lnTo>
                    <a:pt x="818" y="55"/>
                  </a:lnTo>
                  <a:lnTo>
                    <a:pt x="810" y="55"/>
                  </a:lnTo>
                  <a:lnTo>
                    <a:pt x="802" y="63"/>
                  </a:lnTo>
                  <a:lnTo>
                    <a:pt x="794" y="63"/>
                  </a:lnTo>
                  <a:lnTo>
                    <a:pt x="787" y="71"/>
                  </a:lnTo>
                  <a:lnTo>
                    <a:pt x="779" y="79"/>
                  </a:lnTo>
                  <a:lnTo>
                    <a:pt x="771" y="79"/>
                  </a:lnTo>
                  <a:lnTo>
                    <a:pt x="763" y="87"/>
                  </a:lnTo>
                  <a:lnTo>
                    <a:pt x="755" y="87"/>
                  </a:lnTo>
                  <a:lnTo>
                    <a:pt x="755" y="95"/>
                  </a:lnTo>
                  <a:lnTo>
                    <a:pt x="747" y="95"/>
                  </a:lnTo>
                  <a:lnTo>
                    <a:pt x="739" y="95"/>
                  </a:lnTo>
                  <a:lnTo>
                    <a:pt x="731" y="95"/>
                  </a:lnTo>
                  <a:lnTo>
                    <a:pt x="723" y="95"/>
                  </a:lnTo>
                  <a:lnTo>
                    <a:pt x="715" y="95"/>
                  </a:lnTo>
                  <a:lnTo>
                    <a:pt x="707" y="95"/>
                  </a:lnTo>
                  <a:lnTo>
                    <a:pt x="699" y="95"/>
                  </a:lnTo>
                  <a:lnTo>
                    <a:pt x="691" y="95"/>
                  </a:lnTo>
                  <a:lnTo>
                    <a:pt x="683" y="95"/>
                  </a:lnTo>
                  <a:lnTo>
                    <a:pt x="667" y="95"/>
                  </a:lnTo>
                  <a:lnTo>
                    <a:pt x="659" y="95"/>
                  </a:lnTo>
                  <a:lnTo>
                    <a:pt x="644" y="95"/>
                  </a:lnTo>
                  <a:lnTo>
                    <a:pt x="636" y="95"/>
                  </a:lnTo>
                  <a:lnTo>
                    <a:pt x="628" y="95"/>
                  </a:lnTo>
                  <a:lnTo>
                    <a:pt x="620" y="95"/>
                  </a:lnTo>
                  <a:lnTo>
                    <a:pt x="508" y="142"/>
                  </a:lnTo>
                  <a:lnTo>
                    <a:pt x="501" y="142"/>
                  </a:lnTo>
                  <a:lnTo>
                    <a:pt x="493" y="142"/>
                  </a:lnTo>
                  <a:lnTo>
                    <a:pt x="485" y="142"/>
                  </a:lnTo>
                  <a:lnTo>
                    <a:pt x="477" y="142"/>
                  </a:lnTo>
                  <a:lnTo>
                    <a:pt x="469" y="142"/>
                  </a:lnTo>
                  <a:lnTo>
                    <a:pt x="461" y="142"/>
                  </a:lnTo>
                  <a:lnTo>
                    <a:pt x="453" y="142"/>
                  </a:lnTo>
                  <a:lnTo>
                    <a:pt x="445" y="142"/>
                  </a:lnTo>
                  <a:lnTo>
                    <a:pt x="437" y="142"/>
                  </a:lnTo>
                  <a:lnTo>
                    <a:pt x="421" y="142"/>
                  </a:lnTo>
                  <a:lnTo>
                    <a:pt x="413" y="142"/>
                  </a:lnTo>
                  <a:lnTo>
                    <a:pt x="405" y="142"/>
                  </a:lnTo>
                  <a:lnTo>
                    <a:pt x="397" y="142"/>
                  </a:lnTo>
                  <a:lnTo>
                    <a:pt x="389" y="142"/>
                  </a:lnTo>
                  <a:lnTo>
                    <a:pt x="381" y="142"/>
                  </a:lnTo>
                  <a:lnTo>
                    <a:pt x="373" y="142"/>
                  </a:lnTo>
                  <a:lnTo>
                    <a:pt x="365" y="142"/>
                  </a:lnTo>
                  <a:lnTo>
                    <a:pt x="358" y="142"/>
                  </a:lnTo>
                  <a:lnTo>
                    <a:pt x="350" y="142"/>
                  </a:lnTo>
                  <a:lnTo>
                    <a:pt x="342" y="142"/>
                  </a:lnTo>
                  <a:lnTo>
                    <a:pt x="342" y="150"/>
                  </a:lnTo>
                  <a:lnTo>
                    <a:pt x="342" y="158"/>
                  </a:lnTo>
                  <a:lnTo>
                    <a:pt x="342" y="166"/>
                  </a:lnTo>
                  <a:lnTo>
                    <a:pt x="342" y="174"/>
                  </a:lnTo>
                  <a:lnTo>
                    <a:pt x="342" y="181"/>
                  </a:lnTo>
                  <a:lnTo>
                    <a:pt x="342" y="189"/>
                  </a:lnTo>
                  <a:lnTo>
                    <a:pt x="342" y="197"/>
                  </a:lnTo>
                  <a:lnTo>
                    <a:pt x="334" y="205"/>
                  </a:lnTo>
                  <a:lnTo>
                    <a:pt x="326" y="205"/>
                  </a:lnTo>
                  <a:lnTo>
                    <a:pt x="326" y="213"/>
                  </a:lnTo>
                  <a:lnTo>
                    <a:pt x="318" y="213"/>
                  </a:lnTo>
                  <a:lnTo>
                    <a:pt x="310" y="213"/>
                  </a:lnTo>
                  <a:lnTo>
                    <a:pt x="302" y="213"/>
                  </a:lnTo>
                  <a:lnTo>
                    <a:pt x="294" y="213"/>
                  </a:lnTo>
                  <a:lnTo>
                    <a:pt x="286" y="213"/>
                  </a:lnTo>
                  <a:lnTo>
                    <a:pt x="278" y="213"/>
                  </a:lnTo>
                  <a:lnTo>
                    <a:pt x="270" y="213"/>
                  </a:lnTo>
                  <a:lnTo>
                    <a:pt x="262" y="205"/>
                  </a:lnTo>
                  <a:lnTo>
                    <a:pt x="254" y="197"/>
                  </a:lnTo>
                  <a:lnTo>
                    <a:pt x="254" y="189"/>
                  </a:lnTo>
                  <a:lnTo>
                    <a:pt x="246" y="189"/>
                  </a:lnTo>
                  <a:lnTo>
                    <a:pt x="246" y="181"/>
                  </a:lnTo>
                  <a:lnTo>
                    <a:pt x="246" y="174"/>
                  </a:lnTo>
                  <a:lnTo>
                    <a:pt x="246" y="12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7" name="Freeform 16"/>
            <p:cNvSpPr>
              <a:spLocks/>
            </p:cNvSpPr>
            <p:nvPr/>
          </p:nvSpPr>
          <p:spPr bwMode="auto">
            <a:xfrm>
              <a:off x="1980" y="2840"/>
              <a:ext cx="626" cy="221"/>
            </a:xfrm>
            <a:custGeom>
              <a:avLst/>
              <a:gdLst>
                <a:gd name="T0" fmla="*/ 625 w 626"/>
                <a:gd name="T1" fmla="*/ 0 h 221"/>
                <a:gd name="T2" fmla="*/ 625 w 626"/>
                <a:gd name="T3" fmla="*/ 49 h 221"/>
                <a:gd name="T4" fmla="*/ 585 w 626"/>
                <a:gd name="T5" fmla="*/ 49 h 221"/>
                <a:gd name="T6" fmla="*/ 513 w 626"/>
                <a:gd name="T7" fmla="*/ 98 h 221"/>
                <a:gd name="T8" fmla="*/ 377 w 626"/>
                <a:gd name="T9" fmla="*/ 98 h 221"/>
                <a:gd name="T10" fmla="*/ 264 w 626"/>
                <a:gd name="T11" fmla="*/ 147 h 221"/>
                <a:gd name="T12" fmla="*/ 96 w 626"/>
                <a:gd name="T13" fmla="*/ 147 h 221"/>
                <a:gd name="T14" fmla="*/ 96 w 626"/>
                <a:gd name="T15" fmla="*/ 204 h 221"/>
                <a:gd name="T16" fmla="*/ 70 w 626"/>
                <a:gd name="T17" fmla="*/ 220 h 221"/>
                <a:gd name="T18" fmla="*/ 26 w 626"/>
                <a:gd name="T19" fmla="*/ 220 h 221"/>
                <a:gd name="T20" fmla="*/ 0 w 626"/>
                <a:gd name="T21" fmla="*/ 199 h 221"/>
                <a:gd name="T22" fmla="*/ 0 w 626"/>
                <a:gd name="T23" fmla="*/ 147 h 2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26"/>
                <a:gd name="T37" fmla="*/ 0 h 221"/>
                <a:gd name="T38" fmla="*/ 626 w 626"/>
                <a:gd name="T39" fmla="*/ 221 h 2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26" h="221">
                  <a:moveTo>
                    <a:pt x="625" y="0"/>
                  </a:moveTo>
                  <a:lnTo>
                    <a:pt x="625" y="49"/>
                  </a:lnTo>
                  <a:lnTo>
                    <a:pt x="585" y="49"/>
                  </a:lnTo>
                  <a:lnTo>
                    <a:pt x="513" y="98"/>
                  </a:lnTo>
                  <a:lnTo>
                    <a:pt x="377" y="98"/>
                  </a:lnTo>
                  <a:lnTo>
                    <a:pt x="264" y="147"/>
                  </a:lnTo>
                  <a:lnTo>
                    <a:pt x="96" y="147"/>
                  </a:lnTo>
                  <a:lnTo>
                    <a:pt x="96" y="204"/>
                  </a:lnTo>
                  <a:lnTo>
                    <a:pt x="70" y="220"/>
                  </a:lnTo>
                  <a:lnTo>
                    <a:pt x="26" y="220"/>
                  </a:lnTo>
                  <a:lnTo>
                    <a:pt x="0" y="199"/>
                  </a:lnTo>
                  <a:lnTo>
                    <a:pt x="0" y="147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8" name="Freeform 17"/>
            <p:cNvSpPr>
              <a:spLocks/>
            </p:cNvSpPr>
            <p:nvPr/>
          </p:nvSpPr>
          <p:spPr bwMode="auto">
            <a:xfrm>
              <a:off x="4088" y="2373"/>
              <a:ext cx="867" cy="211"/>
            </a:xfrm>
            <a:custGeom>
              <a:avLst/>
              <a:gdLst>
                <a:gd name="T0" fmla="*/ 659 w 867"/>
                <a:gd name="T1" fmla="*/ 0 h 211"/>
                <a:gd name="T2" fmla="*/ 405 w 867"/>
                <a:gd name="T3" fmla="*/ 0 h 211"/>
                <a:gd name="T4" fmla="*/ 215 w 867"/>
                <a:gd name="T5" fmla="*/ 0 h 211"/>
                <a:gd name="T6" fmla="*/ 79 w 867"/>
                <a:gd name="T7" fmla="*/ 0 h 211"/>
                <a:gd name="T8" fmla="*/ 8 w 867"/>
                <a:gd name="T9" fmla="*/ 0 h 211"/>
                <a:gd name="T10" fmla="*/ 0 w 867"/>
                <a:gd name="T11" fmla="*/ 16 h 211"/>
                <a:gd name="T12" fmla="*/ 0 w 867"/>
                <a:gd name="T13" fmla="*/ 39 h 211"/>
                <a:gd name="T14" fmla="*/ 16 w 867"/>
                <a:gd name="T15" fmla="*/ 47 h 211"/>
                <a:gd name="T16" fmla="*/ 40 w 867"/>
                <a:gd name="T17" fmla="*/ 47 h 211"/>
                <a:gd name="T18" fmla="*/ 56 w 867"/>
                <a:gd name="T19" fmla="*/ 54 h 211"/>
                <a:gd name="T20" fmla="*/ 79 w 867"/>
                <a:gd name="T21" fmla="*/ 70 h 211"/>
                <a:gd name="T22" fmla="*/ 103 w 867"/>
                <a:gd name="T23" fmla="*/ 86 h 211"/>
                <a:gd name="T24" fmla="*/ 119 w 867"/>
                <a:gd name="T25" fmla="*/ 93 h 211"/>
                <a:gd name="T26" fmla="*/ 143 w 867"/>
                <a:gd name="T27" fmla="*/ 93 h 211"/>
                <a:gd name="T28" fmla="*/ 167 w 867"/>
                <a:gd name="T29" fmla="*/ 93 h 211"/>
                <a:gd name="T30" fmla="*/ 199 w 867"/>
                <a:gd name="T31" fmla="*/ 93 h 211"/>
                <a:gd name="T32" fmla="*/ 230 w 867"/>
                <a:gd name="T33" fmla="*/ 93 h 211"/>
                <a:gd name="T34" fmla="*/ 262 w 867"/>
                <a:gd name="T35" fmla="*/ 93 h 211"/>
                <a:gd name="T36" fmla="*/ 286 w 867"/>
                <a:gd name="T37" fmla="*/ 101 h 211"/>
                <a:gd name="T38" fmla="*/ 302 w 867"/>
                <a:gd name="T39" fmla="*/ 109 h 211"/>
                <a:gd name="T40" fmla="*/ 326 w 867"/>
                <a:gd name="T41" fmla="*/ 109 h 211"/>
                <a:gd name="T42" fmla="*/ 334 w 867"/>
                <a:gd name="T43" fmla="*/ 124 h 211"/>
                <a:gd name="T44" fmla="*/ 358 w 867"/>
                <a:gd name="T45" fmla="*/ 132 h 211"/>
                <a:gd name="T46" fmla="*/ 373 w 867"/>
                <a:gd name="T47" fmla="*/ 140 h 211"/>
                <a:gd name="T48" fmla="*/ 397 w 867"/>
                <a:gd name="T49" fmla="*/ 140 h 211"/>
                <a:gd name="T50" fmla="*/ 421 w 867"/>
                <a:gd name="T51" fmla="*/ 140 h 211"/>
                <a:gd name="T52" fmla="*/ 453 w 867"/>
                <a:gd name="T53" fmla="*/ 140 h 211"/>
                <a:gd name="T54" fmla="*/ 477 w 867"/>
                <a:gd name="T55" fmla="*/ 140 h 211"/>
                <a:gd name="T56" fmla="*/ 501 w 867"/>
                <a:gd name="T57" fmla="*/ 140 h 211"/>
                <a:gd name="T58" fmla="*/ 524 w 867"/>
                <a:gd name="T59" fmla="*/ 140 h 211"/>
                <a:gd name="T60" fmla="*/ 524 w 867"/>
                <a:gd name="T61" fmla="*/ 163 h 211"/>
                <a:gd name="T62" fmla="*/ 524 w 867"/>
                <a:gd name="T63" fmla="*/ 187 h 211"/>
                <a:gd name="T64" fmla="*/ 540 w 867"/>
                <a:gd name="T65" fmla="*/ 202 h 211"/>
                <a:gd name="T66" fmla="*/ 556 w 867"/>
                <a:gd name="T67" fmla="*/ 210 h 211"/>
                <a:gd name="T68" fmla="*/ 580 w 867"/>
                <a:gd name="T69" fmla="*/ 210 h 211"/>
                <a:gd name="T70" fmla="*/ 604 w 867"/>
                <a:gd name="T71" fmla="*/ 202 h 211"/>
                <a:gd name="T72" fmla="*/ 620 w 867"/>
                <a:gd name="T73" fmla="*/ 187 h 211"/>
                <a:gd name="T74" fmla="*/ 620 w 867"/>
                <a:gd name="T75" fmla="*/ 163 h 211"/>
                <a:gd name="T76" fmla="*/ 620 w 867"/>
                <a:gd name="T77" fmla="*/ 140 h 211"/>
                <a:gd name="T78" fmla="*/ 644 w 867"/>
                <a:gd name="T79" fmla="*/ 140 h 211"/>
                <a:gd name="T80" fmla="*/ 667 w 867"/>
                <a:gd name="T81" fmla="*/ 140 h 211"/>
                <a:gd name="T82" fmla="*/ 691 w 867"/>
                <a:gd name="T83" fmla="*/ 140 h 211"/>
                <a:gd name="T84" fmla="*/ 866 w 867"/>
                <a:gd name="T85" fmla="*/ 0 h 2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67"/>
                <a:gd name="T130" fmla="*/ 0 h 211"/>
                <a:gd name="T131" fmla="*/ 867 w 867"/>
                <a:gd name="T132" fmla="*/ 211 h 2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67" h="211">
                  <a:moveTo>
                    <a:pt x="866" y="0"/>
                  </a:moveTo>
                  <a:lnTo>
                    <a:pt x="755" y="0"/>
                  </a:lnTo>
                  <a:lnTo>
                    <a:pt x="659" y="0"/>
                  </a:lnTo>
                  <a:lnTo>
                    <a:pt x="572" y="0"/>
                  </a:lnTo>
                  <a:lnTo>
                    <a:pt x="485" y="0"/>
                  </a:lnTo>
                  <a:lnTo>
                    <a:pt x="405" y="0"/>
                  </a:lnTo>
                  <a:lnTo>
                    <a:pt x="334" y="0"/>
                  </a:lnTo>
                  <a:lnTo>
                    <a:pt x="270" y="0"/>
                  </a:lnTo>
                  <a:lnTo>
                    <a:pt x="215" y="0"/>
                  </a:lnTo>
                  <a:lnTo>
                    <a:pt x="159" y="0"/>
                  </a:lnTo>
                  <a:lnTo>
                    <a:pt x="119" y="0"/>
                  </a:lnTo>
                  <a:lnTo>
                    <a:pt x="79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3"/>
                  </a:lnTo>
                  <a:lnTo>
                    <a:pt x="0" y="31"/>
                  </a:lnTo>
                  <a:lnTo>
                    <a:pt x="0" y="39"/>
                  </a:lnTo>
                  <a:lnTo>
                    <a:pt x="0" y="47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4" y="47"/>
                  </a:lnTo>
                  <a:lnTo>
                    <a:pt x="32" y="47"/>
                  </a:lnTo>
                  <a:lnTo>
                    <a:pt x="40" y="47"/>
                  </a:lnTo>
                  <a:lnTo>
                    <a:pt x="48" y="47"/>
                  </a:lnTo>
                  <a:lnTo>
                    <a:pt x="48" y="54"/>
                  </a:lnTo>
                  <a:lnTo>
                    <a:pt x="56" y="54"/>
                  </a:lnTo>
                  <a:lnTo>
                    <a:pt x="64" y="62"/>
                  </a:lnTo>
                  <a:lnTo>
                    <a:pt x="72" y="62"/>
                  </a:lnTo>
                  <a:lnTo>
                    <a:pt x="79" y="70"/>
                  </a:lnTo>
                  <a:lnTo>
                    <a:pt x="87" y="78"/>
                  </a:lnTo>
                  <a:lnTo>
                    <a:pt x="95" y="78"/>
                  </a:lnTo>
                  <a:lnTo>
                    <a:pt x="103" y="86"/>
                  </a:lnTo>
                  <a:lnTo>
                    <a:pt x="111" y="86"/>
                  </a:lnTo>
                  <a:lnTo>
                    <a:pt x="111" y="93"/>
                  </a:lnTo>
                  <a:lnTo>
                    <a:pt x="119" y="93"/>
                  </a:lnTo>
                  <a:lnTo>
                    <a:pt x="127" y="93"/>
                  </a:lnTo>
                  <a:lnTo>
                    <a:pt x="135" y="93"/>
                  </a:lnTo>
                  <a:lnTo>
                    <a:pt x="143" y="93"/>
                  </a:lnTo>
                  <a:lnTo>
                    <a:pt x="151" y="93"/>
                  </a:lnTo>
                  <a:lnTo>
                    <a:pt x="159" y="93"/>
                  </a:lnTo>
                  <a:lnTo>
                    <a:pt x="167" y="93"/>
                  </a:lnTo>
                  <a:lnTo>
                    <a:pt x="175" y="93"/>
                  </a:lnTo>
                  <a:lnTo>
                    <a:pt x="183" y="93"/>
                  </a:lnTo>
                  <a:lnTo>
                    <a:pt x="199" y="93"/>
                  </a:lnTo>
                  <a:lnTo>
                    <a:pt x="207" y="93"/>
                  </a:lnTo>
                  <a:lnTo>
                    <a:pt x="222" y="93"/>
                  </a:lnTo>
                  <a:lnTo>
                    <a:pt x="230" y="93"/>
                  </a:lnTo>
                  <a:lnTo>
                    <a:pt x="238" y="93"/>
                  </a:lnTo>
                  <a:lnTo>
                    <a:pt x="246" y="93"/>
                  </a:lnTo>
                  <a:lnTo>
                    <a:pt x="262" y="93"/>
                  </a:lnTo>
                  <a:lnTo>
                    <a:pt x="270" y="101"/>
                  </a:lnTo>
                  <a:lnTo>
                    <a:pt x="278" y="101"/>
                  </a:lnTo>
                  <a:lnTo>
                    <a:pt x="286" y="101"/>
                  </a:lnTo>
                  <a:lnTo>
                    <a:pt x="294" y="101"/>
                  </a:lnTo>
                  <a:lnTo>
                    <a:pt x="302" y="101"/>
                  </a:lnTo>
                  <a:lnTo>
                    <a:pt x="302" y="109"/>
                  </a:lnTo>
                  <a:lnTo>
                    <a:pt x="310" y="109"/>
                  </a:lnTo>
                  <a:lnTo>
                    <a:pt x="318" y="109"/>
                  </a:lnTo>
                  <a:lnTo>
                    <a:pt x="326" y="109"/>
                  </a:lnTo>
                  <a:lnTo>
                    <a:pt x="326" y="117"/>
                  </a:lnTo>
                  <a:lnTo>
                    <a:pt x="334" y="117"/>
                  </a:lnTo>
                  <a:lnTo>
                    <a:pt x="334" y="124"/>
                  </a:lnTo>
                  <a:lnTo>
                    <a:pt x="342" y="124"/>
                  </a:lnTo>
                  <a:lnTo>
                    <a:pt x="350" y="132"/>
                  </a:lnTo>
                  <a:lnTo>
                    <a:pt x="358" y="132"/>
                  </a:lnTo>
                  <a:lnTo>
                    <a:pt x="358" y="140"/>
                  </a:lnTo>
                  <a:lnTo>
                    <a:pt x="365" y="140"/>
                  </a:lnTo>
                  <a:lnTo>
                    <a:pt x="373" y="140"/>
                  </a:lnTo>
                  <a:lnTo>
                    <a:pt x="381" y="140"/>
                  </a:lnTo>
                  <a:lnTo>
                    <a:pt x="389" y="140"/>
                  </a:lnTo>
                  <a:lnTo>
                    <a:pt x="397" y="140"/>
                  </a:lnTo>
                  <a:lnTo>
                    <a:pt x="405" y="140"/>
                  </a:lnTo>
                  <a:lnTo>
                    <a:pt x="413" y="140"/>
                  </a:lnTo>
                  <a:lnTo>
                    <a:pt x="421" y="140"/>
                  </a:lnTo>
                  <a:lnTo>
                    <a:pt x="429" y="140"/>
                  </a:lnTo>
                  <a:lnTo>
                    <a:pt x="445" y="140"/>
                  </a:lnTo>
                  <a:lnTo>
                    <a:pt x="453" y="140"/>
                  </a:lnTo>
                  <a:lnTo>
                    <a:pt x="461" y="140"/>
                  </a:lnTo>
                  <a:lnTo>
                    <a:pt x="469" y="140"/>
                  </a:lnTo>
                  <a:lnTo>
                    <a:pt x="477" y="140"/>
                  </a:lnTo>
                  <a:lnTo>
                    <a:pt x="485" y="140"/>
                  </a:lnTo>
                  <a:lnTo>
                    <a:pt x="493" y="140"/>
                  </a:lnTo>
                  <a:lnTo>
                    <a:pt x="501" y="140"/>
                  </a:lnTo>
                  <a:lnTo>
                    <a:pt x="508" y="140"/>
                  </a:lnTo>
                  <a:lnTo>
                    <a:pt x="516" y="140"/>
                  </a:lnTo>
                  <a:lnTo>
                    <a:pt x="524" y="140"/>
                  </a:lnTo>
                  <a:lnTo>
                    <a:pt x="524" y="148"/>
                  </a:lnTo>
                  <a:lnTo>
                    <a:pt x="524" y="156"/>
                  </a:lnTo>
                  <a:lnTo>
                    <a:pt x="524" y="163"/>
                  </a:lnTo>
                  <a:lnTo>
                    <a:pt x="524" y="171"/>
                  </a:lnTo>
                  <a:lnTo>
                    <a:pt x="524" y="179"/>
                  </a:lnTo>
                  <a:lnTo>
                    <a:pt x="524" y="187"/>
                  </a:lnTo>
                  <a:lnTo>
                    <a:pt x="524" y="194"/>
                  </a:lnTo>
                  <a:lnTo>
                    <a:pt x="532" y="202"/>
                  </a:lnTo>
                  <a:lnTo>
                    <a:pt x="540" y="202"/>
                  </a:lnTo>
                  <a:lnTo>
                    <a:pt x="540" y="210"/>
                  </a:lnTo>
                  <a:lnTo>
                    <a:pt x="548" y="210"/>
                  </a:lnTo>
                  <a:lnTo>
                    <a:pt x="556" y="210"/>
                  </a:lnTo>
                  <a:lnTo>
                    <a:pt x="564" y="210"/>
                  </a:lnTo>
                  <a:lnTo>
                    <a:pt x="572" y="210"/>
                  </a:lnTo>
                  <a:lnTo>
                    <a:pt x="580" y="210"/>
                  </a:lnTo>
                  <a:lnTo>
                    <a:pt x="588" y="210"/>
                  </a:lnTo>
                  <a:lnTo>
                    <a:pt x="596" y="210"/>
                  </a:lnTo>
                  <a:lnTo>
                    <a:pt x="604" y="202"/>
                  </a:lnTo>
                  <a:lnTo>
                    <a:pt x="612" y="194"/>
                  </a:lnTo>
                  <a:lnTo>
                    <a:pt x="612" y="187"/>
                  </a:lnTo>
                  <a:lnTo>
                    <a:pt x="620" y="187"/>
                  </a:lnTo>
                  <a:lnTo>
                    <a:pt x="620" y="179"/>
                  </a:lnTo>
                  <a:lnTo>
                    <a:pt x="620" y="171"/>
                  </a:lnTo>
                  <a:lnTo>
                    <a:pt x="620" y="163"/>
                  </a:lnTo>
                  <a:lnTo>
                    <a:pt x="620" y="156"/>
                  </a:lnTo>
                  <a:lnTo>
                    <a:pt x="620" y="148"/>
                  </a:lnTo>
                  <a:lnTo>
                    <a:pt x="620" y="140"/>
                  </a:lnTo>
                  <a:lnTo>
                    <a:pt x="628" y="140"/>
                  </a:lnTo>
                  <a:lnTo>
                    <a:pt x="636" y="140"/>
                  </a:lnTo>
                  <a:lnTo>
                    <a:pt x="644" y="140"/>
                  </a:lnTo>
                  <a:lnTo>
                    <a:pt x="651" y="140"/>
                  </a:lnTo>
                  <a:lnTo>
                    <a:pt x="659" y="140"/>
                  </a:lnTo>
                  <a:lnTo>
                    <a:pt x="667" y="140"/>
                  </a:lnTo>
                  <a:lnTo>
                    <a:pt x="675" y="140"/>
                  </a:lnTo>
                  <a:lnTo>
                    <a:pt x="683" y="140"/>
                  </a:lnTo>
                  <a:lnTo>
                    <a:pt x="691" y="140"/>
                  </a:lnTo>
                  <a:lnTo>
                    <a:pt x="699" y="140"/>
                  </a:lnTo>
                  <a:lnTo>
                    <a:pt x="707" y="140"/>
                  </a:lnTo>
                  <a:lnTo>
                    <a:pt x="866" y="0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89" name="Freeform 18"/>
            <p:cNvSpPr>
              <a:spLocks/>
            </p:cNvSpPr>
            <p:nvPr/>
          </p:nvSpPr>
          <p:spPr bwMode="auto">
            <a:xfrm>
              <a:off x="4085" y="2373"/>
              <a:ext cx="627" cy="217"/>
            </a:xfrm>
            <a:custGeom>
              <a:avLst/>
              <a:gdLst>
                <a:gd name="T0" fmla="*/ 0 w 627"/>
                <a:gd name="T1" fmla="*/ 0 h 217"/>
                <a:gd name="T2" fmla="*/ 0 w 627"/>
                <a:gd name="T3" fmla="*/ 48 h 217"/>
                <a:gd name="T4" fmla="*/ 40 w 627"/>
                <a:gd name="T5" fmla="*/ 48 h 217"/>
                <a:gd name="T6" fmla="*/ 112 w 627"/>
                <a:gd name="T7" fmla="*/ 96 h 217"/>
                <a:gd name="T8" fmla="*/ 248 w 627"/>
                <a:gd name="T9" fmla="*/ 96 h 217"/>
                <a:gd name="T10" fmla="*/ 359 w 627"/>
                <a:gd name="T11" fmla="*/ 144 h 217"/>
                <a:gd name="T12" fmla="*/ 530 w 627"/>
                <a:gd name="T13" fmla="*/ 144 h 217"/>
                <a:gd name="T14" fmla="*/ 528 w 627"/>
                <a:gd name="T15" fmla="*/ 200 h 217"/>
                <a:gd name="T16" fmla="*/ 554 w 627"/>
                <a:gd name="T17" fmla="*/ 216 h 217"/>
                <a:gd name="T18" fmla="*/ 598 w 627"/>
                <a:gd name="T19" fmla="*/ 216 h 217"/>
                <a:gd name="T20" fmla="*/ 626 w 627"/>
                <a:gd name="T21" fmla="*/ 203 h 217"/>
                <a:gd name="T22" fmla="*/ 626 w 627"/>
                <a:gd name="T23" fmla="*/ 144 h 2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27"/>
                <a:gd name="T37" fmla="*/ 0 h 217"/>
                <a:gd name="T38" fmla="*/ 627 w 627"/>
                <a:gd name="T39" fmla="*/ 217 h 2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27" h="217">
                  <a:moveTo>
                    <a:pt x="0" y="0"/>
                  </a:moveTo>
                  <a:lnTo>
                    <a:pt x="0" y="48"/>
                  </a:lnTo>
                  <a:lnTo>
                    <a:pt x="40" y="48"/>
                  </a:lnTo>
                  <a:lnTo>
                    <a:pt x="112" y="96"/>
                  </a:lnTo>
                  <a:lnTo>
                    <a:pt x="248" y="96"/>
                  </a:lnTo>
                  <a:lnTo>
                    <a:pt x="359" y="144"/>
                  </a:lnTo>
                  <a:lnTo>
                    <a:pt x="530" y="144"/>
                  </a:lnTo>
                  <a:lnTo>
                    <a:pt x="528" y="200"/>
                  </a:lnTo>
                  <a:lnTo>
                    <a:pt x="554" y="216"/>
                  </a:lnTo>
                  <a:lnTo>
                    <a:pt x="598" y="216"/>
                  </a:lnTo>
                  <a:lnTo>
                    <a:pt x="626" y="203"/>
                  </a:lnTo>
                  <a:lnTo>
                    <a:pt x="626" y="144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90" name="Freeform 19"/>
            <p:cNvSpPr>
              <a:spLocks/>
            </p:cNvSpPr>
            <p:nvPr/>
          </p:nvSpPr>
          <p:spPr bwMode="auto">
            <a:xfrm>
              <a:off x="4369" y="2373"/>
              <a:ext cx="867" cy="214"/>
            </a:xfrm>
            <a:custGeom>
              <a:avLst/>
              <a:gdLst>
                <a:gd name="T0" fmla="*/ 111 w 867"/>
                <a:gd name="T1" fmla="*/ 0 h 214"/>
                <a:gd name="T2" fmla="*/ 294 w 867"/>
                <a:gd name="T3" fmla="*/ 0 h 214"/>
                <a:gd name="T4" fmla="*/ 461 w 867"/>
                <a:gd name="T5" fmla="*/ 0 h 214"/>
                <a:gd name="T6" fmla="*/ 596 w 867"/>
                <a:gd name="T7" fmla="*/ 0 h 214"/>
                <a:gd name="T8" fmla="*/ 707 w 867"/>
                <a:gd name="T9" fmla="*/ 0 h 214"/>
                <a:gd name="T10" fmla="*/ 787 w 867"/>
                <a:gd name="T11" fmla="*/ 0 h 214"/>
                <a:gd name="T12" fmla="*/ 842 w 867"/>
                <a:gd name="T13" fmla="*/ 0 h 214"/>
                <a:gd name="T14" fmla="*/ 866 w 867"/>
                <a:gd name="T15" fmla="*/ 0 h 214"/>
                <a:gd name="T16" fmla="*/ 866 w 867"/>
                <a:gd name="T17" fmla="*/ 16 h 214"/>
                <a:gd name="T18" fmla="*/ 866 w 867"/>
                <a:gd name="T19" fmla="*/ 32 h 214"/>
                <a:gd name="T20" fmla="*/ 866 w 867"/>
                <a:gd name="T21" fmla="*/ 47 h 214"/>
                <a:gd name="T22" fmla="*/ 850 w 867"/>
                <a:gd name="T23" fmla="*/ 47 h 214"/>
                <a:gd name="T24" fmla="*/ 834 w 867"/>
                <a:gd name="T25" fmla="*/ 47 h 214"/>
                <a:gd name="T26" fmla="*/ 818 w 867"/>
                <a:gd name="T27" fmla="*/ 47 h 214"/>
                <a:gd name="T28" fmla="*/ 810 w 867"/>
                <a:gd name="T29" fmla="*/ 55 h 214"/>
                <a:gd name="T30" fmla="*/ 794 w 867"/>
                <a:gd name="T31" fmla="*/ 63 h 214"/>
                <a:gd name="T32" fmla="*/ 779 w 867"/>
                <a:gd name="T33" fmla="*/ 79 h 214"/>
                <a:gd name="T34" fmla="*/ 763 w 867"/>
                <a:gd name="T35" fmla="*/ 87 h 214"/>
                <a:gd name="T36" fmla="*/ 755 w 867"/>
                <a:gd name="T37" fmla="*/ 95 h 214"/>
                <a:gd name="T38" fmla="*/ 739 w 867"/>
                <a:gd name="T39" fmla="*/ 95 h 214"/>
                <a:gd name="T40" fmla="*/ 723 w 867"/>
                <a:gd name="T41" fmla="*/ 95 h 214"/>
                <a:gd name="T42" fmla="*/ 707 w 867"/>
                <a:gd name="T43" fmla="*/ 95 h 214"/>
                <a:gd name="T44" fmla="*/ 691 w 867"/>
                <a:gd name="T45" fmla="*/ 95 h 214"/>
                <a:gd name="T46" fmla="*/ 667 w 867"/>
                <a:gd name="T47" fmla="*/ 95 h 214"/>
                <a:gd name="T48" fmla="*/ 644 w 867"/>
                <a:gd name="T49" fmla="*/ 95 h 214"/>
                <a:gd name="T50" fmla="*/ 628 w 867"/>
                <a:gd name="T51" fmla="*/ 95 h 214"/>
                <a:gd name="T52" fmla="*/ 508 w 867"/>
                <a:gd name="T53" fmla="*/ 142 h 214"/>
                <a:gd name="T54" fmla="*/ 493 w 867"/>
                <a:gd name="T55" fmla="*/ 142 h 214"/>
                <a:gd name="T56" fmla="*/ 477 w 867"/>
                <a:gd name="T57" fmla="*/ 142 h 214"/>
                <a:gd name="T58" fmla="*/ 461 w 867"/>
                <a:gd name="T59" fmla="*/ 142 h 214"/>
                <a:gd name="T60" fmla="*/ 445 w 867"/>
                <a:gd name="T61" fmla="*/ 142 h 214"/>
                <a:gd name="T62" fmla="*/ 421 w 867"/>
                <a:gd name="T63" fmla="*/ 142 h 214"/>
                <a:gd name="T64" fmla="*/ 405 w 867"/>
                <a:gd name="T65" fmla="*/ 142 h 214"/>
                <a:gd name="T66" fmla="*/ 389 w 867"/>
                <a:gd name="T67" fmla="*/ 142 h 214"/>
                <a:gd name="T68" fmla="*/ 373 w 867"/>
                <a:gd name="T69" fmla="*/ 142 h 214"/>
                <a:gd name="T70" fmla="*/ 358 w 867"/>
                <a:gd name="T71" fmla="*/ 142 h 214"/>
                <a:gd name="T72" fmla="*/ 342 w 867"/>
                <a:gd name="T73" fmla="*/ 142 h 214"/>
                <a:gd name="T74" fmla="*/ 342 w 867"/>
                <a:gd name="T75" fmla="*/ 158 h 214"/>
                <a:gd name="T76" fmla="*/ 342 w 867"/>
                <a:gd name="T77" fmla="*/ 174 h 214"/>
                <a:gd name="T78" fmla="*/ 342 w 867"/>
                <a:gd name="T79" fmla="*/ 189 h 214"/>
                <a:gd name="T80" fmla="*/ 334 w 867"/>
                <a:gd name="T81" fmla="*/ 205 h 214"/>
                <a:gd name="T82" fmla="*/ 326 w 867"/>
                <a:gd name="T83" fmla="*/ 213 h 214"/>
                <a:gd name="T84" fmla="*/ 310 w 867"/>
                <a:gd name="T85" fmla="*/ 213 h 214"/>
                <a:gd name="T86" fmla="*/ 294 w 867"/>
                <a:gd name="T87" fmla="*/ 213 h 214"/>
                <a:gd name="T88" fmla="*/ 278 w 867"/>
                <a:gd name="T89" fmla="*/ 213 h 214"/>
                <a:gd name="T90" fmla="*/ 262 w 867"/>
                <a:gd name="T91" fmla="*/ 205 h 214"/>
                <a:gd name="T92" fmla="*/ 254 w 867"/>
                <a:gd name="T93" fmla="*/ 189 h 214"/>
                <a:gd name="T94" fmla="*/ 246 w 867"/>
                <a:gd name="T95" fmla="*/ 181 h 214"/>
                <a:gd name="T96" fmla="*/ 246 w 867"/>
                <a:gd name="T97" fmla="*/ 120 h 21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867"/>
                <a:gd name="T148" fmla="*/ 0 h 214"/>
                <a:gd name="T149" fmla="*/ 867 w 867"/>
                <a:gd name="T150" fmla="*/ 214 h 21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867" h="214">
                  <a:moveTo>
                    <a:pt x="0" y="0"/>
                  </a:moveTo>
                  <a:lnTo>
                    <a:pt x="111" y="0"/>
                  </a:lnTo>
                  <a:lnTo>
                    <a:pt x="207" y="0"/>
                  </a:lnTo>
                  <a:lnTo>
                    <a:pt x="294" y="0"/>
                  </a:lnTo>
                  <a:lnTo>
                    <a:pt x="381" y="0"/>
                  </a:lnTo>
                  <a:lnTo>
                    <a:pt x="461" y="0"/>
                  </a:lnTo>
                  <a:lnTo>
                    <a:pt x="532" y="0"/>
                  </a:lnTo>
                  <a:lnTo>
                    <a:pt x="596" y="0"/>
                  </a:lnTo>
                  <a:lnTo>
                    <a:pt x="651" y="0"/>
                  </a:lnTo>
                  <a:lnTo>
                    <a:pt x="707" y="0"/>
                  </a:lnTo>
                  <a:lnTo>
                    <a:pt x="747" y="0"/>
                  </a:lnTo>
                  <a:lnTo>
                    <a:pt x="787" y="0"/>
                  </a:lnTo>
                  <a:lnTo>
                    <a:pt x="818" y="0"/>
                  </a:lnTo>
                  <a:lnTo>
                    <a:pt x="842" y="0"/>
                  </a:lnTo>
                  <a:lnTo>
                    <a:pt x="858" y="0"/>
                  </a:lnTo>
                  <a:lnTo>
                    <a:pt x="866" y="0"/>
                  </a:lnTo>
                  <a:lnTo>
                    <a:pt x="866" y="8"/>
                  </a:lnTo>
                  <a:lnTo>
                    <a:pt x="866" y="16"/>
                  </a:lnTo>
                  <a:lnTo>
                    <a:pt x="866" y="24"/>
                  </a:lnTo>
                  <a:lnTo>
                    <a:pt x="866" y="32"/>
                  </a:lnTo>
                  <a:lnTo>
                    <a:pt x="866" y="39"/>
                  </a:lnTo>
                  <a:lnTo>
                    <a:pt x="866" y="47"/>
                  </a:lnTo>
                  <a:lnTo>
                    <a:pt x="858" y="47"/>
                  </a:lnTo>
                  <a:lnTo>
                    <a:pt x="850" y="47"/>
                  </a:lnTo>
                  <a:lnTo>
                    <a:pt x="842" y="47"/>
                  </a:lnTo>
                  <a:lnTo>
                    <a:pt x="834" y="47"/>
                  </a:lnTo>
                  <a:lnTo>
                    <a:pt x="826" y="47"/>
                  </a:lnTo>
                  <a:lnTo>
                    <a:pt x="818" y="47"/>
                  </a:lnTo>
                  <a:lnTo>
                    <a:pt x="818" y="55"/>
                  </a:lnTo>
                  <a:lnTo>
                    <a:pt x="810" y="55"/>
                  </a:lnTo>
                  <a:lnTo>
                    <a:pt x="802" y="63"/>
                  </a:lnTo>
                  <a:lnTo>
                    <a:pt x="794" y="63"/>
                  </a:lnTo>
                  <a:lnTo>
                    <a:pt x="787" y="71"/>
                  </a:lnTo>
                  <a:lnTo>
                    <a:pt x="779" y="79"/>
                  </a:lnTo>
                  <a:lnTo>
                    <a:pt x="771" y="79"/>
                  </a:lnTo>
                  <a:lnTo>
                    <a:pt x="763" y="87"/>
                  </a:lnTo>
                  <a:lnTo>
                    <a:pt x="755" y="87"/>
                  </a:lnTo>
                  <a:lnTo>
                    <a:pt x="755" y="95"/>
                  </a:lnTo>
                  <a:lnTo>
                    <a:pt x="747" y="95"/>
                  </a:lnTo>
                  <a:lnTo>
                    <a:pt x="739" y="95"/>
                  </a:lnTo>
                  <a:lnTo>
                    <a:pt x="731" y="95"/>
                  </a:lnTo>
                  <a:lnTo>
                    <a:pt x="723" y="95"/>
                  </a:lnTo>
                  <a:lnTo>
                    <a:pt x="715" y="95"/>
                  </a:lnTo>
                  <a:lnTo>
                    <a:pt x="707" y="95"/>
                  </a:lnTo>
                  <a:lnTo>
                    <a:pt x="699" y="95"/>
                  </a:lnTo>
                  <a:lnTo>
                    <a:pt x="691" y="95"/>
                  </a:lnTo>
                  <a:lnTo>
                    <a:pt x="683" y="95"/>
                  </a:lnTo>
                  <a:lnTo>
                    <a:pt x="667" y="95"/>
                  </a:lnTo>
                  <a:lnTo>
                    <a:pt x="659" y="95"/>
                  </a:lnTo>
                  <a:lnTo>
                    <a:pt x="644" y="95"/>
                  </a:lnTo>
                  <a:lnTo>
                    <a:pt x="636" y="95"/>
                  </a:lnTo>
                  <a:lnTo>
                    <a:pt x="628" y="95"/>
                  </a:lnTo>
                  <a:lnTo>
                    <a:pt x="620" y="95"/>
                  </a:lnTo>
                  <a:lnTo>
                    <a:pt x="508" y="142"/>
                  </a:lnTo>
                  <a:lnTo>
                    <a:pt x="501" y="142"/>
                  </a:lnTo>
                  <a:lnTo>
                    <a:pt x="493" y="142"/>
                  </a:lnTo>
                  <a:lnTo>
                    <a:pt x="485" y="142"/>
                  </a:lnTo>
                  <a:lnTo>
                    <a:pt x="477" y="142"/>
                  </a:lnTo>
                  <a:lnTo>
                    <a:pt x="469" y="142"/>
                  </a:lnTo>
                  <a:lnTo>
                    <a:pt x="461" y="142"/>
                  </a:lnTo>
                  <a:lnTo>
                    <a:pt x="453" y="142"/>
                  </a:lnTo>
                  <a:lnTo>
                    <a:pt x="445" y="142"/>
                  </a:lnTo>
                  <a:lnTo>
                    <a:pt x="437" y="142"/>
                  </a:lnTo>
                  <a:lnTo>
                    <a:pt x="421" y="142"/>
                  </a:lnTo>
                  <a:lnTo>
                    <a:pt x="413" y="142"/>
                  </a:lnTo>
                  <a:lnTo>
                    <a:pt x="405" y="142"/>
                  </a:lnTo>
                  <a:lnTo>
                    <a:pt x="397" y="142"/>
                  </a:lnTo>
                  <a:lnTo>
                    <a:pt x="389" y="142"/>
                  </a:lnTo>
                  <a:lnTo>
                    <a:pt x="381" y="142"/>
                  </a:lnTo>
                  <a:lnTo>
                    <a:pt x="373" y="142"/>
                  </a:lnTo>
                  <a:lnTo>
                    <a:pt x="365" y="142"/>
                  </a:lnTo>
                  <a:lnTo>
                    <a:pt x="358" y="142"/>
                  </a:lnTo>
                  <a:lnTo>
                    <a:pt x="350" y="142"/>
                  </a:lnTo>
                  <a:lnTo>
                    <a:pt x="342" y="142"/>
                  </a:lnTo>
                  <a:lnTo>
                    <a:pt x="342" y="150"/>
                  </a:lnTo>
                  <a:lnTo>
                    <a:pt x="342" y="158"/>
                  </a:lnTo>
                  <a:lnTo>
                    <a:pt x="342" y="166"/>
                  </a:lnTo>
                  <a:lnTo>
                    <a:pt x="342" y="174"/>
                  </a:lnTo>
                  <a:lnTo>
                    <a:pt x="342" y="181"/>
                  </a:lnTo>
                  <a:lnTo>
                    <a:pt x="342" y="189"/>
                  </a:lnTo>
                  <a:lnTo>
                    <a:pt x="342" y="197"/>
                  </a:lnTo>
                  <a:lnTo>
                    <a:pt x="334" y="205"/>
                  </a:lnTo>
                  <a:lnTo>
                    <a:pt x="326" y="205"/>
                  </a:lnTo>
                  <a:lnTo>
                    <a:pt x="326" y="213"/>
                  </a:lnTo>
                  <a:lnTo>
                    <a:pt x="318" y="213"/>
                  </a:lnTo>
                  <a:lnTo>
                    <a:pt x="310" y="213"/>
                  </a:lnTo>
                  <a:lnTo>
                    <a:pt x="302" y="213"/>
                  </a:lnTo>
                  <a:lnTo>
                    <a:pt x="294" y="213"/>
                  </a:lnTo>
                  <a:lnTo>
                    <a:pt x="286" y="213"/>
                  </a:lnTo>
                  <a:lnTo>
                    <a:pt x="278" y="213"/>
                  </a:lnTo>
                  <a:lnTo>
                    <a:pt x="270" y="213"/>
                  </a:lnTo>
                  <a:lnTo>
                    <a:pt x="262" y="205"/>
                  </a:lnTo>
                  <a:lnTo>
                    <a:pt x="254" y="197"/>
                  </a:lnTo>
                  <a:lnTo>
                    <a:pt x="254" y="189"/>
                  </a:lnTo>
                  <a:lnTo>
                    <a:pt x="246" y="189"/>
                  </a:lnTo>
                  <a:lnTo>
                    <a:pt x="246" y="181"/>
                  </a:lnTo>
                  <a:lnTo>
                    <a:pt x="246" y="174"/>
                  </a:lnTo>
                  <a:lnTo>
                    <a:pt x="246" y="12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091" name="Freeform 20"/>
            <p:cNvSpPr>
              <a:spLocks/>
            </p:cNvSpPr>
            <p:nvPr/>
          </p:nvSpPr>
          <p:spPr bwMode="auto">
            <a:xfrm>
              <a:off x="4614" y="2372"/>
              <a:ext cx="626" cy="221"/>
            </a:xfrm>
            <a:custGeom>
              <a:avLst/>
              <a:gdLst>
                <a:gd name="T0" fmla="*/ 625 w 626"/>
                <a:gd name="T1" fmla="*/ 0 h 221"/>
                <a:gd name="T2" fmla="*/ 625 w 626"/>
                <a:gd name="T3" fmla="*/ 49 h 221"/>
                <a:gd name="T4" fmla="*/ 585 w 626"/>
                <a:gd name="T5" fmla="*/ 49 h 221"/>
                <a:gd name="T6" fmla="*/ 513 w 626"/>
                <a:gd name="T7" fmla="*/ 98 h 221"/>
                <a:gd name="T8" fmla="*/ 377 w 626"/>
                <a:gd name="T9" fmla="*/ 98 h 221"/>
                <a:gd name="T10" fmla="*/ 264 w 626"/>
                <a:gd name="T11" fmla="*/ 147 h 221"/>
                <a:gd name="T12" fmla="*/ 96 w 626"/>
                <a:gd name="T13" fmla="*/ 147 h 221"/>
                <a:gd name="T14" fmla="*/ 96 w 626"/>
                <a:gd name="T15" fmla="*/ 204 h 221"/>
                <a:gd name="T16" fmla="*/ 70 w 626"/>
                <a:gd name="T17" fmla="*/ 220 h 221"/>
                <a:gd name="T18" fmla="*/ 26 w 626"/>
                <a:gd name="T19" fmla="*/ 220 h 221"/>
                <a:gd name="T20" fmla="*/ 0 w 626"/>
                <a:gd name="T21" fmla="*/ 199 h 221"/>
                <a:gd name="T22" fmla="*/ 0 w 626"/>
                <a:gd name="T23" fmla="*/ 147 h 2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26"/>
                <a:gd name="T37" fmla="*/ 0 h 221"/>
                <a:gd name="T38" fmla="*/ 626 w 626"/>
                <a:gd name="T39" fmla="*/ 221 h 2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26" h="221">
                  <a:moveTo>
                    <a:pt x="625" y="0"/>
                  </a:moveTo>
                  <a:lnTo>
                    <a:pt x="625" y="49"/>
                  </a:lnTo>
                  <a:lnTo>
                    <a:pt x="585" y="49"/>
                  </a:lnTo>
                  <a:lnTo>
                    <a:pt x="513" y="98"/>
                  </a:lnTo>
                  <a:lnTo>
                    <a:pt x="377" y="98"/>
                  </a:lnTo>
                  <a:lnTo>
                    <a:pt x="264" y="147"/>
                  </a:lnTo>
                  <a:lnTo>
                    <a:pt x="96" y="147"/>
                  </a:lnTo>
                  <a:lnTo>
                    <a:pt x="96" y="204"/>
                  </a:lnTo>
                  <a:lnTo>
                    <a:pt x="70" y="220"/>
                  </a:lnTo>
                  <a:lnTo>
                    <a:pt x="26" y="220"/>
                  </a:lnTo>
                  <a:lnTo>
                    <a:pt x="0" y="199"/>
                  </a:lnTo>
                  <a:lnTo>
                    <a:pt x="0" y="147"/>
                  </a:lnTo>
                </a:path>
              </a:pathLst>
            </a:custGeom>
            <a:solidFill>
              <a:schemeClr val="accent2"/>
            </a:solidFill>
            <a:ln w="9525" cap="rnd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216071" name="Group 21"/>
          <p:cNvGrpSpPr>
            <a:grpSpLocks/>
          </p:cNvGrpSpPr>
          <p:nvPr/>
        </p:nvGrpSpPr>
        <p:grpSpPr bwMode="auto">
          <a:xfrm>
            <a:off x="868363" y="1787525"/>
            <a:ext cx="2786062" cy="2493963"/>
            <a:chOff x="402" y="1126"/>
            <a:chExt cx="1755" cy="1571"/>
          </a:xfrm>
        </p:grpSpPr>
        <p:sp>
          <p:nvSpPr>
            <p:cNvPr id="216075" name="Rectangle 22"/>
            <p:cNvSpPr>
              <a:spLocks noChangeArrowheads="1"/>
            </p:cNvSpPr>
            <p:nvPr/>
          </p:nvSpPr>
          <p:spPr bwMode="auto">
            <a:xfrm>
              <a:off x="402" y="1126"/>
              <a:ext cx="1755" cy="15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6076" name="Rectangle 23"/>
            <p:cNvSpPr>
              <a:spLocks noChangeArrowheads="1"/>
            </p:cNvSpPr>
            <p:nvPr/>
          </p:nvSpPr>
          <p:spPr bwMode="auto">
            <a:xfrm>
              <a:off x="467" y="1186"/>
              <a:ext cx="1628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16072" name="Group 24"/>
          <p:cNvGrpSpPr>
            <a:grpSpLocks/>
          </p:cNvGrpSpPr>
          <p:nvPr/>
        </p:nvGrpSpPr>
        <p:grpSpPr bwMode="auto">
          <a:xfrm>
            <a:off x="5275263" y="1157288"/>
            <a:ext cx="2786062" cy="2493962"/>
            <a:chOff x="402" y="1126"/>
            <a:chExt cx="1755" cy="1571"/>
          </a:xfrm>
        </p:grpSpPr>
        <p:sp>
          <p:nvSpPr>
            <p:cNvPr id="216073" name="Rectangle 25"/>
            <p:cNvSpPr>
              <a:spLocks noChangeArrowheads="1"/>
            </p:cNvSpPr>
            <p:nvPr/>
          </p:nvSpPr>
          <p:spPr bwMode="auto">
            <a:xfrm>
              <a:off x="402" y="1126"/>
              <a:ext cx="1755" cy="15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6074" name="Rectangle 26"/>
            <p:cNvSpPr>
              <a:spLocks noChangeArrowheads="1"/>
            </p:cNvSpPr>
            <p:nvPr/>
          </p:nvSpPr>
          <p:spPr bwMode="auto">
            <a:xfrm>
              <a:off x="467" y="1186"/>
              <a:ext cx="1628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  <a:p>
              <a:pPr marL="144463" lvl="1" indent="-142875" defTabSz="895350">
                <a:buSzPct val="120000"/>
                <a:buFontTx/>
                <a:buChar char="•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0A34B23-1DE1-410A-903F-9DFD9CCA7BE4}" type="slidenum">
              <a:rPr lang="zh-CN" altLang="en-US" smtClean="0"/>
              <a:pPr defTabSz="895350"/>
              <a:t>209</a:t>
            </a:fld>
            <a:endParaRPr lang="en-US" altLang="zh-CN"/>
          </a:p>
        </p:txBody>
      </p:sp>
      <p:grpSp>
        <p:nvGrpSpPr>
          <p:cNvPr id="217091" name="Group 2"/>
          <p:cNvGrpSpPr>
            <a:grpSpLocks/>
          </p:cNvGrpSpPr>
          <p:nvPr/>
        </p:nvGrpSpPr>
        <p:grpSpPr bwMode="auto">
          <a:xfrm>
            <a:off x="1816100" y="1725613"/>
            <a:ext cx="1889125" cy="1431925"/>
            <a:chOff x="1144" y="1087"/>
            <a:chExt cx="1190" cy="902"/>
          </a:xfrm>
        </p:grpSpPr>
        <p:sp>
          <p:nvSpPr>
            <p:cNvPr id="217107" name="Rectangle 3"/>
            <p:cNvSpPr>
              <a:spLocks noChangeArrowheads="1"/>
            </p:cNvSpPr>
            <p:nvPr/>
          </p:nvSpPr>
          <p:spPr bwMode="auto">
            <a:xfrm>
              <a:off x="1189" y="1506"/>
              <a:ext cx="111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b="1"/>
                <a:t>Sub title</a:t>
              </a:r>
            </a:p>
          </p:txBody>
        </p:sp>
        <p:sp>
          <p:nvSpPr>
            <p:cNvPr id="217108" name="Arc 4"/>
            <p:cNvSpPr>
              <a:spLocks/>
            </p:cNvSpPr>
            <p:nvPr/>
          </p:nvSpPr>
          <p:spPr bwMode="auto">
            <a:xfrm rot="5400000">
              <a:off x="1478" y="1135"/>
              <a:ext cx="522" cy="1186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6"/>
                    <a:pt x="11980" y="43153"/>
                    <a:pt x="83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6"/>
                    <a:pt x="11980" y="43153"/>
                    <a:pt x="83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7109" name="Line 5"/>
            <p:cNvSpPr>
              <a:spLocks noChangeShapeType="1"/>
            </p:cNvSpPr>
            <p:nvPr/>
          </p:nvSpPr>
          <p:spPr bwMode="auto">
            <a:xfrm>
              <a:off x="1144" y="1467"/>
              <a:ext cx="11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cxnSp>
          <p:nvCxnSpPr>
            <p:cNvPr id="217110" name="AutoShape 6"/>
            <p:cNvCxnSpPr>
              <a:cxnSpLocks noChangeShapeType="1"/>
              <a:stCxn id="217109" idx="0"/>
              <a:endCxn id="217113" idx="4"/>
            </p:cNvCxnSpPr>
            <p:nvPr/>
          </p:nvCxnSpPr>
          <p:spPr bwMode="auto">
            <a:xfrm flipV="1">
              <a:off x="1144" y="1143"/>
              <a:ext cx="595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7111" name="AutoShape 7"/>
            <p:cNvCxnSpPr>
              <a:cxnSpLocks noChangeShapeType="1"/>
              <a:stCxn id="217109" idx="1"/>
              <a:endCxn id="217113" idx="4"/>
            </p:cNvCxnSpPr>
            <p:nvPr/>
          </p:nvCxnSpPr>
          <p:spPr bwMode="auto">
            <a:xfrm flipH="1" flipV="1">
              <a:off x="1739" y="1143"/>
              <a:ext cx="595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7112" name="AutoShape 8"/>
            <p:cNvCxnSpPr>
              <a:cxnSpLocks noChangeShapeType="1"/>
              <a:stCxn id="217108" idx="2"/>
              <a:endCxn id="217113" idx="4"/>
            </p:cNvCxnSpPr>
            <p:nvPr/>
          </p:nvCxnSpPr>
          <p:spPr bwMode="auto">
            <a:xfrm flipV="1">
              <a:off x="1738" y="1143"/>
              <a:ext cx="1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17113" name="Oval 9"/>
            <p:cNvSpPr>
              <a:spLocks noChangeArrowheads="1"/>
            </p:cNvSpPr>
            <p:nvPr/>
          </p:nvSpPr>
          <p:spPr bwMode="auto">
            <a:xfrm>
              <a:off x="1711" y="108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</p:grpSp>
      <p:grpSp>
        <p:nvGrpSpPr>
          <p:cNvPr id="217092" name="Group 10"/>
          <p:cNvGrpSpPr>
            <a:grpSpLocks/>
          </p:cNvGrpSpPr>
          <p:nvPr/>
        </p:nvGrpSpPr>
        <p:grpSpPr bwMode="auto">
          <a:xfrm>
            <a:off x="5140325" y="1725613"/>
            <a:ext cx="1889125" cy="1431925"/>
            <a:chOff x="1144" y="1087"/>
            <a:chExt cx="1190" cy="902"/>
          </a:xfrm>
        </p:grpSpPr>
        <p:sp>
          <p:nvSpPr>
            <p:cNvPr id="217100" name="Rectangle 11"/>
            <p:cNvSpPr>
              <a:spLocks noChangeArrowheads="1"/>
            </p:cNvSpPr>
            <p:nvPr/>
          </p:nvSpPr>
          <p:spPr bwMode="auto">
            <a:xfrm>
              <a:off x="1189" y="1506"/>
              <a:ext cx="111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b="1"/>
                <a:t>Sub title</a:t>
              </a:r>
            </a:p>
          </p:txBody>
        </p:sp>
        <p:sp>
          <p:nvSpPr>
            <p:cNvPr id="217101" name="Arc 12"/>
            <p:cNvSpPr>
              <a:spLocks/>
            </p:cNvSpPr>
            <p:nvPr/>
          </p:nvSpPr>
          <p:spPr bwMode="auto">
            <a:xfrm rot="5400000">
              <a:off x="1478" y="1135"/>
              <a:ext cx="522" cy="1186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6"/>
                    <a:pt x="11980" y="43153"/>
                    <a:pt x="83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6"/>
                    <a:pt x="11980" y="43153"/>
                    <a:pt x="83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7102" name="Line 13"/>
            <p:cNvSpPr>
              <a:spLocks noChangeShapeType="1"/>
            </p:cNvSpPr>
            <p:nvPr/>
          </p:nvSpPr>
          <p:spPr bwMode="auto">
            <a:xfrm>
              <a:off x="1144" y="1467"/>
              <a:ext cx="11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cxnSp>
          <p:nvCxnSpPr>
            <p:cNvPr id="217103" name="AutoShape 14"/>
            <p:cNvCxnSpPr>
              <a:cxnSpLocks noChangeShapeType="1"/>
              <a:stCxn id="217102" idx="0"/>
              <a:endCxn id="217106" idx="4"/>
            </p:cNvCxnSpPr>
            <p:nvPr/>
          </p:nvCxnSpPr>
          <p:spPr bwMode="auto">
            <a:xfrm flipV="1">
              <a:off x="1144" y="1143"/>
              <a:ext cx="595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7104" name="AutoShape 15"/>
            <p:cNvCxnSpPr>
              <a:cxnSpLocks noChangeShapeType="1"/>
              <a:stCxn id="217102" idx="1"/>
              <a:endCxn id="217106" idx="4"/>
            </p:cNvCxnSpPr>
            <p:nvPr/>
          </p:nvCxnSpPr>
          <p:spPr bwMode="auto">
            <a:xfrm flipH="1" flipV="1">
              <a:off x="1739" y="1143"/>
              <a:ext cx="595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7105" name="AutoShape 16"/>
            <p:cNvCxnSpPr>
              <a:cxnSpLocks noChangeShapeType="1"/>
              <a:stCxn id="217101" idx="2"/>
              <a:endCxn id="217106" idx="4"/>
            </p:cNvCxnSpPr>
            <p:nvPr/>
          </p:nvCxnSpPr>
          <p:spPr bwMode="auto">
            <a:xfrm flipV="1">
              <a:off x="1738" y="1143"/>
              <a:ext cx="1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17106" name="Oval 17"/>
            <p:cNvSpPr>
              <a:spLocks noChangeArrowheads="1"/>
            </p:cNvSpPr>
            <p:nvPr/>
          </p:nvSpPr>
          <p:spPr bwMode="auto">
            <a:xfrm>
              <a:off x="1711" y="1087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</p:grpSp>
      <p:sp>
        <p:nvSpPr>
          <p:cNvPr id="217093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7094" name="Freeform 19"/>
          <p:cNvSpPr>
            <a:spLocks/>
          </p:cNvSpPr>
          <p:nvPr/>
        </p:nvSpPr>
        <p:spPr bwMode="blackWhite">
          <a:xfrm>
            <a:off x="2501900" y="1493838"/>
            <a:ext cx="3817938" cy="4195762"/>
          </a:xfrm>
          <a:custGeom>
            <a:avLst/>
            <a:gdLst>
              <a:gd name="T0" fmla="*/ 2147483647 w 2405"/>
              <a:gd name="T1" fmla="*/ 0 h 2643"/>
              <a:gd name="T2" fmla="*/ 2147483647 w 2405"/>
              <a:gd name="T3" fmla="*/ 2147483647 h 2643"/>
              <a:gd name="T4" fmla="*/ 2147483647 w 2405"/>
              <a:gd name="T5" fmla="*/ 2147483647 h 2643"/>
              <a:gd name="T6" fmla="*/ 2147483647 w 2405"/>
              <a:gd name="T7" fmla="*/ 2147483647 h 2643"/>
              <a:gd name="T8" fmla="*/ 2147483647 w 2405"/>
              <a:gd name="T9" fmla="*/ 2147483647 h 2643"/>
              <a:gd name="T10" fmla="*/ 2147483647 w 2405"/>
              <a:gd name="T11" fmla="*/ 2147483647 h 2643"/>
              <a:gd name="T12" fmla="*/ 0 w 2405"/>
              <a:gd name="T13" fmla="*/ 2147483647 h 2643"/>
              <a:gd name="T14" fmla="*/ 0 w 2405"/>
              <a:gd name="T15" fmla="*/ 2147483647 h 2643"/>
              <a:gd name="T16" fmla="*/ 2147483647 w 2405"/>
              <a:gd name="T17" fmla="*/ 2147483647 h 2643"/>
              <a:gd name="T18" fmla="*/ 2147483647 w 2405"/>
              <a:gd name="T19" fmla="*/ 2147483647 h 2643"/>
              <a:gd name="T20" fmla="*/ 2147483647 w 2405"/>
              <a:gd name="T21" fmla="*/ 2147483647 h 2643"/>
              <a:gd name="T22" fmla="*/ 2147483647 w 2405"/>
              <a:gd name="T23" fmla="*/ 2147483647 h 264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405"/>
              <a:gd name="T37" fmla="*/ 0 h 2643"/>
              <a:gd name="T38" fmla="*/ 2405 w 2405"/>
              <a:gd name="T39" fmla="*/ 2643 h 264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405" h="2643">
                <a:moveTo>
                  <a:pt x="1172" y="0"/>
                </a:moveTo>
                <a:lnTo>
                  <a:pt x="1384" y="1201"/>
                </a:lnTo>
                <a:lnTo>
                  <a:pt x="1382" y="2253"/>
                </a:lnTo>
                <a:lnTo>
                  <a:pt x="1522" y="2253"/>
                </a:lnTo>
                <a:lnTo>
                  <a:pt x="2405" y="2367"/>
                </a:lnTo>
                <a:lnTo>
                  <a:pt x="2405" y="2643"/>
                </a:lnTo>
                <a:lnTo>
                  <a:pt x="0" y="2641"/>
                </a:lnTo>
                <a:lnTo>
                  <a:pt x="0" y="2381"/>
                </a:lnTo>
                <a:lnTo>
                  <a:pt x="821" y="2253"/>
                </a:lnTo>
                <a:lnTo>
                  <a:pt x="982" y="2253"/>
                </a:lnTo>
                <a:lnTo>
                  <a:pt x="987" y="1178"/>
                </a:lnTo>
                <a:lnTo>
                  <a:pt x="1204" y="8"/>
                </a:lnTo>
              </a:path>
            </a:pathLst>
          </a:custGeom>
          <a:solidFill>
            <a:schemeClr val="accent2"/>
          </a:solidFill>
          <a:ln w="9525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17095" name="Rectangle 20"/>
          <p:cNvSpPr>
            <a:spLocks noChangeArrowheads="1"/>
          </p:cNvSpPr>
          <p:nvPr/>
        </p:nvSpPr>
        <p:spPr bwMode="auto">
          <a:xfrm>
            <a:off x="2554288" y="5273675"/>
            <a:ext cx="3765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Risk management </a:t>
            </a:r>
          </a:p>
        </p:txBody>
      </p:sp>
      <p:sp>
        <p:nvSpPr>
          <p:cNvPr id="217096" name="Freeform 21"/>
          <p:cNvSpPr>
            <a:spLocks/>
          </p:cNvSpPr>
          <p:nvPr/>
        </p:nvSpPr>
        <p:spPr bwMode="blackWhite">
          <a:xfrm rot="1119190">
            <a:off x="2254250" y="892175"/>
            <a:ext cx="4521200" cy="1693863"/>
          </a:xfrm>
          <a:custGeom>
            <a:avLst/>
            <a:gdLst>
              <a:gd name="T0" fmla="*/ 0 w 2042"/>
              <a:gd name="T1" fmla="*/ 2147483647 h 789"/>
              <a:gd name="T2" fmla="*/ 2147483647 w 2042"/>
              <a:gd name="T3" fmla="*/ 2147483647 h 789"/>
              <a:gd name="T4" fmla="*/ 2147483647 w 2042"/>
              <a:gd name="T5" fmla="*/ 0 h 789"/>
              <a:gd name="T6" fmla="*/ 2147483647 w 2042"/>
              <a:gd name="T7" fmla="*/ 2147483647 h 789"/>
              <a:gd name="T8" fmla="*/ 2147483647 w 2042"/>
              <a:gd name="T9" fmla="*/ 2147483647 h 789"/>
              <a:gd name="T10" fmla="*/ 2147483647 w 2042"/>
              <a:gd name="T11" fmla="*/ 2147483647 h 789"/>
              <a:gd name="T12" fmla="*/ 0 w 2042"/>
              <a:gd name="T13" fmla="*/ 2147483647 h 7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42"/>
              <a:gd name="T22" fmla="*/ 0 h 789"/>
              <a:gd name="T23" fmla="*/ 2042 w 2042"/>
              <a:gd name="T24" fmla="*/ 789 h 7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42" h="789">
                <a:moveTo>
                  <a:pt x="0" y="788"/>
                </a:moveTo>
                <a:lnTo>
                  <a:pt x="2041" y="78"/>
                </a:lnTo>
                <a:lnTo>
                  <a:pt x="1996" y="0"/>
                </a:lnTo>
                <a:lnTo>
                  <a:pt x="985" y="178"/>
                </a:lnTo>
                <a:lnTo>
                  <a:pt x="834" y="230"/>
                </a:lnTo>
                <a:lnTo>
                  <a:pt x="8" y="682"/>
                </a:lnTo>
                <a:lnTo>
                  <a:pt x="0" y="788"/>
                </a:lnTo>
              </a:path>
            </a:pathLst>
          </a:custGeom>
          <a:solidFill>
            <a:schemeClr val="accent2"/>
          </a:solidFill>
          <a:ln w="9525" cap="rnd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17097" name="Rectangle 22"/>
          <p:cNvSpPr>
            <a:spLocks noChangeArrowheads="1"/>
          </p:cNvSpPr>
          <p:nvPr/>
        </p:nvSpPr>
        <p:spPr bwMode="auto">
          <a:xfrm>
            <a:off x="3257550" y="1471613"/>
            <a:ext cx="22621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Title</a:t>
            </a:r>
          </a:p>
        </p:txBody>
      </p:sp>
      <p:sp>
        <p:nvSpPr>
          <p:cNvPr id="217098" name="Rectangle 23"/>
          <p:cNvSpPr>
            <a:spLocks noChangeArrowheads="1"/>
          </p:cNvSpPr>
          <p:nvPr/>
        </p:nvSpPr>
        <p:spPr bwMode="auto">
          <a:xfrm>
            <a:off x="1247775" y="3319463"/>
            <a:ext cx="24574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/>
              <a:t>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/>
              <a:t>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/>
              <a:t> </a:t>
            </a:r>
          </a:p>
        </p:txBody>
      </p:sp>
      <p:sp>
        <p:nvSpPr>
          <p:cNvPr id="217099" name="Rectangle 24"/>
          <p:cNvSpPr>
            <a:spLocks noChangeArrowheads="1"/>
          </p:cNvSpPr>
          <p:nvPr/>
        </p:nvSpPr>
        <p:spPr bwMode="auto">
          <a:xfrm>
            <a:off x="5024438" y="3319463"/>
            <a:ext cx="24574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/>
              <a:t>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/>
              <a:t> 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/>
              <a:t> 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70CF465-229E-4743-90A6-F897B25424B1}" type="slidenum">
              <a:rPr lang="zh-CN" altLang="en-US" smtClean="0"/>
              <a:pPr defTabSz="895350"/>
              <a:t>210</a:t>
            </a:fld>
            <a:endParaRPr lang="en-US" altLang="zh-CN"/>
          </a:p>
        </p:txBody>
      </p:sp>
      <p:sp>
        <p:nvSpPr>
          <p:cNvPr id="218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2</a:t>
            </a:r>
          </a:p>
        </p:txBody>
      </p:sp>
      <p:grpSp>
        <p:nvGrpSpPr>
          <p:cNvPr id="218116" name="Group 3"/>
          <p:cNvGrpSpPr>
            <a:grpSpLocks/>
          </p:cNvGrpSpPr>
          <p:nvPr/>
        </p:nvGrpSpPr>
        <p:grpSpPr bwMode="auto">
          <a:xfrm>
            <a:off x="2538413" y="1379538"/>
            <a:ext cx="3692525" cy="4013200"/>
            <a:chOff x="2376" y="1824"/>
            <a:chExt cx="1743" cy="1948"/>
          </a:xfrm>
        </p:grpSpPr>
        <p:sp>
          <p:nvSpPr>
            <p:cNvPr id="218123" name="Freeform 4"/>
            <p:cNvSpPr>
              <a:spLocks/>
            </p:cNvSpPr>
            <p:nvPr/>
          </p:nvSpPr>
          <p:spPr bwMode="blackWhite">
            <a:xfrm>
              <a:off x="3143" y="1961"/>
              <a:ext cx="976" cy="1811"/>
            </a:xfrm>
            <a:custGeom>
              <a:avLst/>
              <a:gdLst>
                <a:gd name="T0" fmla="*/ 338 w 976"/>
                <a:gd name="T1" fmla="*/ 1654 h 1811"/>
                <a:gd name="T2" fmla="*/ 449 w 976"/>
                <a:gd name="T3" fmla="*/ 1612 h 1811"/>
                <a:gd name="T4" fmla="*/ 553 w 976"/>
                <a:gd name="T5" fmla="*/ 1555 h 1811"/>
                <a:gd name="T6" fmla="*/ 651 w 976"/>
                <a:gd name="T7" fmla="*/ 1485 h 1811"/>
                <a:gd name="T8" fmla="*/ 741 w 976"/>
                <a:gd name="T9" fmla="*/ 1405 h 1811"/>
                <a:gd name="T10" fmla="*/ 818 w 976"/>
                <a:gd name="T11" fmla="*/ 1313 h 1811"/>
                <a:gd name="T12" fmla="*/ 882 w 976"/>
                <a:gd name="T13" fmla="*/ 1210 h 1811"/>
                <a:gd name="T14" fmla="*/ 929 w 976"/>
                <a:gd name="T15" fmla="*/ 1100 h 1811"/>
                <a:gd name="T16" fmla="*/ 961 w 976"/>
                <a:gd name="T17" fmla="*/ 984 h 1811"/>
                <a:gd name="T18" fmla="*/ 975 w 976"/>
                <a:gd name="T19" fmla="*/ 865 h 1811"/>
                <a:gd name="T20" fmla="*/ 972 w 976"/>
                <a:gd name="T21" fmla="*/ 744 h 1811"/>
                <a:gd name="T22" fmla="*/ 950 w 976"/>
                <a:gd name="T23" fmla="*/ 625 h 1811"/>
                <a:gd name="T24" fmla="*/ 913 w 976"/>
                <a:gd name="T25" fmla="*/ 511 h 1811"/>
                <a:gd name="T26" fmla="*/ 859 w 976"/>
                <a:gd name="T27" fmla="*/ 403 h 1811"/>
                <a:gd name="T28" fmla="*/ 790 w 976"/>
                <a:gd name="T29" fmla="*/ 304 h 1811"/>
                <a:gd name="T30" fmla="*/ 708 w 976"/>
                <a:gd name="T31" fmla="*/ 216 h 1811"/>
                <a:gd name="T32" fmla="*/ 614 w 976"/>
                <a:gd name="T33" fmla="*/ 142 h 1811"/>
                <a:gd name="T34" fmla="*/ 510 w 976"/>
                <a:gd name="T35" fmla="*/ 81 h 1811"/>
                <a:gd name="T36" fmla="*/ 398 w 976"/>
                <a:gd name="T37" fmla="*/ 36 h 1811"/>
                <a:gd name="T38" fmla="*/ 281 w 976"/>
                <a:gd name="T39" fmla="*/ 8 h 1811"/>
                <a:gd name="T40" fmla="*/ 294 w 976"/>
                <a:gd name="T41" fmla="*/ 112 h 1811"/>
                <a:gd name="T42" fmla="*/ 226 w 976"/>
                <a:gd name="T43" fmla="*/ 434 h 1811"/>
                <a:gd name="T44" fmla="*/ 306 w 976"/>
                <a:gd name="T45" fmla="*/ 463 h 1811"/>
                <a:gd name="T46" fmla="*/ 379 w 976"/>
                <a:gd name="T47" fmla="*/ 508 h 1811"/>
                <a:gd name="T48" fmla="*/ 440 w 976"/>
                <a:gd name="T49" fmla="*/ 567 h 1811"/>
                <a:gd name="T50" fmla="*/ 489 w 976"/>
                <a:gd name="T51" fmla="*/ 637 h 1811"/>
                <a:gd name="T52" fmla="*/ 521 w 976"/>
                <a:gd name="T53" fmla="*/ 716 h 1811"/>
                <a:gd name="T54" fmla="*/ 538 w 976"/>
                <a:gd name="T55" fmla="*/ 801 h 1811"/>
                <a:gd name="T56" fmla="*/ 536 w 976"/>
                <a:gd name="T57" fmla="*/ 886 h 1811"/>
                <a:gd name="T58" fmla="*/ 517 w 976"/>
                <a:gd name="T59" fmla="*/ 969 h 1811"/>
                <a:gd name="T60" fmla="*/ 482 w 976"/>
                <a:gd name="T61" fmla="*/ 1046 h 1811"/>
                <a:gd name="T62" fmla="*/ 431 w 976"/>
                <a:gd name="T63" fmla="*/ 1115 h 1811"/>
                <a:gd name="T64" fmla="*/ 367 w 976"/>
                <a:gd name="T65" fmla="*/ 1172 h 1811"/>
                <a:gd name="T66" fmla="*/ 293 w 976"/>
                <a:gd name="T67" fmla="*/ 1215 h 1811"/>
                <a:gd name="T68" fmla="*/ 253 w 976"/>
                <a:gd name="T69" fmla="*/ 1093 h 1811"/>
                <a:gd name="T70" fmla="*/ 279 w 976"/>
                <a:gd name="T71" fmla="*/ 1810 h 181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976" h="1811">
                  <a:moveTo>
                    <a:pt x="279" y="1669"/>
                  </a:moveTo>
                  <a:lnTo>
                    <a:pt x="338" y="1654"/>
                  </a:lnTo>
                  <a:lnTo>
                    <a:pt x="394" y="1635"/>
                  </a:lnTo>
                  <a:lnTo>
                    <a:pt x="449" y="1612"/>
                  </a:lnTo>
                  <a:lnTo>
                    <a:pt x="502" y="1585"/>
                  </a:lnTo>
                  <a:lnTo>
                    <a:pt x="553" y="1555"/>
                  </a:lnTo>
                  <a:lnTo>
                    <a:pt x="601" y="1520"/>
                  </a:lnTo>
                  <a:lnTo>
                    <a:pt x="651" y="1485"/>
                  </a:lnTo>
                  <a:lnTo>
                    <a:pt x="697" y="1447"/>
                  </a:lnTo>
                  <a:lnTo>
                    <a:pt x="741" y="1405"/>
                  </a:lnTo>
                  <a:lnTo>
                    <a:pt x="782" y="1361"/>
                  </a:lnTo>
                  <a:lnTo>
                    <a:pt x="818" y="1313"/>
                  </a:lnTo>
                  <a:lnTo>
                    <a:pt x="851" y="1263"/>
                  </a:lnTo>
                  <a:lnTo>
                    <a:pt x="882" y="1210"/>
                  </a:lnTo>
                  <a:lnTo>
                    <a:pt x="908" y="1156"/>
                  </a:lnTo>
                  <a:lnTo>
                    <a:pt x="929" y="1100"/>
                  </a:lnTo>
                  <a:lnTo>
                    <a:pt x="947" y="1043"/>
                  </a:lnTo>
                  <a:lnTo>
                    <a:pt x="961" y="984"/>
                  </a:lnTo>
                  <a:lnTo>
                    <a:pt x="970" y="924"/>
                  </a:lnTo>
                  <a:lnTo>
                    <a:pt x="975" y="865"/>
                  </a:lnTo>
                  <a:lnTo>
                    <a:pt x="975" y="804"/>
                  </a:lnTo>
                  <a:lnTo>
                    <a:pt x="972" y="744"/>
                  </a:lnTo>
                  <a:lnTo>
                    <a:pt x="963" y="685"/>
                  </a:lnTo>
                  <a:lnTo>
                    <a:pt x="950" y="625"/>
                  </a:lnTo>
                  <a:lnTo>
                    <a:pt x="935" y="567"/>
                  </a:lnTo>
                  <a:lnTo>
                    <a:pt x="913" y="511"/>
                  </a:lnTo>
                  <a:lnTo>
                    <a:pt x="889" y="456"/>
                  </a:lnTo>
                  <a:lnTo>
                    <a:pt x="859" y="403"/>
                  </a:lnTo>
                  <a:lnTo>
                    <a:pt x="826" y="352"/>
                  </a:lnTo>
                  <a:lnTo>
                    <a:pt x="790" y="304"/>
                  </a:lnTo>
                  <a:lnTo>
                    <a:pt x="751" y="259"/>
                  </a:lnTo>
                  <a:lnTo>
                    <a:pt x="708" y="216"/>
                  </a:lnTo>
                  <a:lnTo>
                    <a:pt x="662" y="178"/>
                  </a:lnTo>
                  <a:lnTo>
                    <a:pt x="614" y="142"/>
                  </a:lnTo>
                  <a:lnTo>
                    <a:pt x="563" y="109"/>
                  </a:lnTo>
                  <a:lnTo>
                    <a:pt x="510" y="81"/>
                  </a:lnTo>
                  <a:lnTo>
                    <a:pt x="455" y="56"/>
                  </a:lnTo>
                  <a:lnTo>
                    <a:pt x="398" y="36"/>
                  </a:lnTo>
                  <a:lnTo>
                    <a:pt x="340" y="20"/>
                  </a:lnTo>
                  <a:lnTo>
                    <a:pt x="281" y="8"/>
                  </a:lnTo>
                  <a:lnTo>
                    <a:pt x="222" y="0"/>
                  </a:lnTo>
                  <a:lnTo>
                    <a:pt x="294" y="112"/>
                  </a:lnTo>
                  <a:lnTo>
                    <a:pt x="369" y="222"/>
                  </a:lnTo>
                  <a:lnTo>
                    <a:pt x="226" y="434"/>
                  </a:lnTo>
                  <a:lnTo>
                    <a:pt x="268" y="446"/>
                  </a:lnTo>
                  <a:lnTo>
                    <a:pt x="306" y="463"/>
                  </a:lnTo>
                  <a:lnTo>
                    <a:pt x="344" y="483"/>
                  </a:lnTo>
                  <a:lnTo>
                    <a:pt x="379" y="508"/>
                  </a:lnTo>
                  <a:lnTo>
                    <a:pt x="411" y="536"/>
                  </a:lnTo>
                  <a:lnTo>
                    <a:pt x="440" y="567"/>
                  </a:lnTo>
                  <a:lnTo>
                    <a:pt x="467" y="601"/>
                  </a:lnTo>
                  <a:lnTo>
                    <a:pt x="489" y="637"/>
                  </a:lnTo>
                  <a:lnTo>
                    <a:pt x="508" y="676"/>
                  </a:lnTo>
                  <a:lnTo>
                    <a:pt x="521" y="716"/>
                  </a:lnTo>
                  <a:lnTo>
                    <a:pt x="531" y="758"/>
                  </a:lnTo>
                  <a:lnTo>
                    <a:pt x="538" y="801"/>
                  </a:lnTo>
                  <a:lnTo>
                    <a:pt x="539" y="843"/>
                  </a:lnTo>
                  <a:lnTo>
                    <a:pt x="536" y="886"/>
                  </a:lnTo>
                  <a:lnTo>
                    <a:pt x="529" y="928"/>
                  </a:lnTo>
                  <a:lnTo>
                    <a:pt x="517" y="969"/>
                  </a:lnTo>
                  <a:lnTo>
                    <a:pt x="501" y="1009"/>
                  </a:lnTo>
                  <a:lnTo>
                    <a:pt x="482" y="1046"/>
                  </a:lnTo>
                  <a:lnTo>
                    <a:pt x="458" y="1082"/>
                  </a:lnTo>
                  <a:lnTo>
                    <a:pt x="431" y="1115"/>
                  </a:lnTo>
                  <a:lnTo>
                    <a:pt x="401" y="1145"/>
                  </a:lnTo>
                  <a:lnTo>
                    <a:pt x="367" y="1172"/>
                  </a:lnTo>
                  <a:lnTo>
                    <a:pt x="331" y="1196"/>
                  </a:lnTo>
                  <a:lnTo>
                    <a:pt x="293" y="1215"/>
                  </a:lnTo>
                  <a:lnTo>
                    <a:pt x="253" y="1230"/>
                  </a:lnTo>
                  <a:lnTo>
                    <a:pt x="253" y="1093"/>
                  </a:lnTo>
                  <a:lnTo>
                    <a:pt x="0" y="1420"/>
                  </a:lnTo>
                  <a:lnTo>
                    <a:pt x="279" y="1810"/>
                  </a:lnTo>
                  <a:lnTo>
                    <a:pt x="279" y="1669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18124" name="Freeform 5"/>
            <p:cNvSpPr>
              <a:spLocks/>
            </p:cNvSpPr>
            <p:nvPr/>
          </p:nvSpPr>
          <p:spPr bwMode="blackWhite">
            <a:xfrm>
              <a:off x="2376" y="1824"/>
              <a:ext cx="1084" cy="1823"/>
            </a:xfrm>
            <a:custGeom>
              <a:avLst/>
              <a:gdLst>
                <a:gd name="T0" fmla="*/ 789 w 1084"/>
                <a:gd name="T1" fmla="*/ 1389 h 1823"/>
                <a:gd name="T2" fmla="*/ 705 w 1084"/>
                <a:gd name="T3" fmla="*/ 1367 h 1823"/>
                <a:gd name="T4" fmla="*/ 628 w 1084"/>
                <a:gd name="T5" fmla="*/ 1327 h 1823"/>
                <a:gd name="T6" fmla="*/ 559 w 1084"/>
                <a:gd name="T7" fmla="*/ 1273 h 1823"/>
                <a:gd name="T8" fmla="*/ 504 w 1084"/>
                <a:gd name="T9" fmla="*/ 1206 h 1823"/>
                <a:gd name="T10" fmla="*/ 464 w 1084"/>
                <a:gd name="T11" fmla="*/ 1129 h 1823"/>
                <a:gd name="T12" fmla="*/ 440 w 1084"/>
                <a:gd name="T13" fmla="*/ 1044 h 1823"/>
                <a:gd name="T14" fmla="*/ 434 w 1084"/>
                <a:gd name="T15" fmla="*/ 958 h 1823"/>
                <a:gd name="T16" fmla="*/ 446 w 1084"/>
                <a:gd name="T17" fmla="*/ 872 h 1823"/>
                <a:gd name="T18" fmla="*/ 475 w 1084"/>
                <a:gd name="T19" fmla="*/ 790 h 1823"/>
                <a:gd name="T20" fmla="*/ 520 w 1084"/>
                <a:gd name="T21" fmla="*/ 716 h 1823"/>
                <a:gd name="T22" fmla="*/ 580 w 1084"/>
                <a:gd name="T23" fmla="*/ 653 h 1823"/>
                <a:gd name="T24" fmla="*/ 651 w 1084"/>
                <a:gd name="T25" fmla="*/ 603 h 1823"/>
                <a:gd name="T26" fmla="*/ 727 w 1084"/>
                <a:gd name="T27" fmla="*/ 569 h 1823"/>
                <a:gd name="T28" fmla="*/ 809 w 1084"/>
                <a:gd name="T29" fmla="*/ 552 h 1823"/>
                <a:gd name="T30" fmla="*/ 851 w 1084"/>
                <a:gd name="T31" fmla="*/ 675 h 1823"/>
                <a:gd name="T32" fmla="*/ 846 w 1084"/>
                <a:gd name="T33" fmla="*/ 0 h 1823"/>
                <a:gd name="T34" fmla="*/ 786 w 1084"/>
                <a:gd name="T35" fmla="*/ 125 h 1823"/>
                <a:gd name="T36" fmla="*/ 668 w 1084"/>
                <a:gd name="T37" fmla="*/ 145 h 1823"/>
                <a:gd name="T38" fmla="*/ 554 w 1084"/>
                <a:gd name="T39" fmla="*/ 181 h 1823"/>
                <a:gd name="T40" fmla="*/ 446 w 1084"/>
                <a:gd name="T41" fmla="*/ 234 h 1823"/>
                <a:gd name="T42" fmla="*/ 344 w 1084"/>
                <a:gd name="T43" fmla="*/ 298 h 1823"/>
                <a:gd name="T44" fmla="*/ 252 w 1084"/>
                <a:gd name="T45" fmla="*/ 376 h 1823"/>
                <a:gd name="T46" fmla="*/ 173 w 1084"/>
                <a:gd name="T47" fmla="*/ 466 h 1823"/>
                <a:gd name="T48" fmla="*/ 107 w 1084"/>
                <a:gd name="T49" fmla="*/ 566 h 1823"/>
                <a:gd name="T50" fmla="*/ 56 w 1084"/>
                <a:gd name="T51" fmla="*/ 675 h 1823"/>
                <a:gd name="T52" fmla="*/ 21 w 1084"/>
                <a:gd name="T53" fmla="*/ 790 h 1823"/>
                <a:gd name="T54" fmla="*/ 3 w 1084"/>
                <a:gd name="T55" fmla="*/ 909 h 1823"/>
                <a:gd name="T56" fmla="*/ 2 w 1084"/>
                <a:gd name="T57" fmla="*/ 1029 h 1823"/>
                <a:gd name="T58" fmla="*/ 18 w 1084"/>
                <a:gd name="T59" fmla="*/ 1148 h 1823"/>
                <a:gd name="T60" fmla="*/ 50 w 1084"/>
                <a:gd name="T61" fmla="*/ 1264 h 1823"/>
                <a:gd name="T62" fmla="*/ 99 w 1084"/>
                <a:gd name="T63" fmla="*/ 1374 h 1823"/>
                <a:gd name="T64" fmla="*/ 163 w 1084"/>
                <a:gd name="T65" fmla="*/ 1476 h 1823"/>
                <a:gd name="T66" fmla="*/ 241 w 1084"/>
                <a:gd name="T67" fmla="*/ 1568 h 1823"/>
                <a:gd name="T68" fmla="*/ 330 w 1084"/>
                <a:gd name="T69" fmla="*/ 1647 h 1823"/>
                <a:gd name="T70" fmla="*/ 431 w 1084"/>
                <a:gd name="T71" fmla="*/ 1713 h 1823"/>
                <a:gd name="T72" fmla="*/ 539 w 1084"/>
                <a:gd name="T73" fmla="*/ 1765 h 1823"/>
                <a:gd name="T74" fmla="*/ 654 w 1084"/>
                <a:gd name="T75" fmla="*/ 1800 h 1823"/>
                <a:gd name="T76" fmla="*/ 772 w 1084"/>
                <a:gd name="T77" fmla="*/ 1819 h 1823"/>
                <a:gd name="T78" fmla="*/ 893 w 1084"/>
                <a:gd name="T79" fmla="*/ 1821 h 1823"/>
                <a:gd name="T80" fmla="*/ 832 w 1084"/>
                <a:gd name="T81" fmla="*/ 1394 h 182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84" h="1823">
                  <a:moveTo>
                    <a:pt x="832" y="1394"/>
                  </a:moveTo>
                  <a:lnTo>
                    <a:pt x="789" y="1389"/>
                  </a:lnTo>
                  <a:lnTo>
                    <a:pt x="746" y="1380"/>
                  </a:lnTo>
                  <a:lnTo>
                    <a:pt x="705" y="1367"/>
                  </a:lnTo>
                  <a:lnTo>
                    <a:pt x="665" y="1349"/>
                  </a:lnTo>
                  <a:lnTo>
                    <a:pt x="628" y="1327"/>
                  </a:lnTo>
                  <a:lnTo>
                    <a:pt x="592" y="1301"/>
                  </a:lnTo>
                  <a:lnTo>
                    <a:pt x="559" y="1273"/>
                  </a:lnTo>
                  <a:lnTo>
                    <a:pt x="530" y="1240"/>
                  </a:lnTo>
                  <a:lnTo>
                    <a:pt x="504" y="1206"/>
                  </a:lnTo>
                  <a:lnTo>
                    <a:pt x="482" y="1168"/>
                  </a:lnTo>
                  <a:lnTo>
                    <a:pt x="464" y="1129"/>
                  </a:lnTo>
                  <a:lnTo>
                    <a:pt x="450" y="1087"/>
                  </a:lnTo>
                  <a:lnTo>
                    <a:pt x="440" y="1044"/>
                  </a:lnTo>
                  <a:lnTo>
                    <a:pt x="434" y="1002"/>
                  </a:lnTo>
                  <a:lnTo>
                    <a:pt x="434" y="958"/>
                  </a:lnTo>
                  <a:lnTo>
                    <a:pt x="438" y="915"/>
                  </a:lnTo>
                  <a:lnTo>
                    <a:pt x="446" y="872"/>
                  </a:lnTo>
                  <a:lnTo>
                    <a:pt x="458" y="831"/>
                  </a:lnTo>
                  <a:lnTo>
                    <a:pt x="475" y="790"/>
                  </a:lnTo>
                  <a:lnTo>
                    <a:pt x="495" y="752"/>
                  </a:lnTo>
                  <a:lnTo>
                    <a:pt x="520" y="716"/>
                  </a:lnTo>
                  <a:lnTo>
                    <a:pt x="548" y="683"/>
                  </a:lnTo>
                  <a:lnTo>
                    <a:pt x="580" y="653"/>
                  </a:lnTo>
                  <a:lnTo>
                    <a:pt x="613" y="626"/>
                  </a:lnTo>
                  <a:lnTo>
                    <a:pt x="651" y="603"/>
                  </a:lnTo>
                  <a:lnTo>
                    <a:pt x="688" y="584"/>
                  </a:lnTo>
                  <a:lnTo>
                    <a:pt x="727" y="569"/>
                  </a:lnTo>
                  <a:lnTo>
                    <a:pt x="768" y="559"/>
                  </a:lnTo>
                  <a:lnTo>
                    <a:pt x="809" y="552"/>
                  </a:lnTo>
                  <a:lnTo>
                    <a:pt x="851" y="549"/>
                  </a:lnTo>
                  <a:lnTo>
                    <a:pt x="851" y="675"/>
                  </a:lnTo>
                  <a:lnTo>
                    <a:pt x="1083" y="353"/>
                  </a:lnTo>
                  <a:lnTo>
                    <a:pt x="846" y="0"/>
                  </a:lnTo>
                  <a:lnTo>
                    <a:pt x="846" y="121"/>
                  </a:lnTo>
                  <a:lnTo>
                    <a:pt x="786" y="125"/>
                  </a:lnTo>
                  <a:lnTo>
                    <a:pt x="726" y="133"/>
                  </a:lnTo>
                  <a:lnTo>
                    <a:pt x="668" y="145"/>
                  </a:lnTo>
                  <a:lnTo>
                    <a:pt x="610" y="161"/>
                  </a:lnTo>
                  <a:lnTo>
                    <a:pt x="554" y="181"/>
                  </a:lnTo>
                  <a:lnTo>
                    <a:pt x="499" y="206"/>
                  </a:lnTo>
                  <a:lnTo>
                    <a:pt x="446" y="234"/>
                  </a:lnTo>
                  <a:lnTo>
                    <a:pt x="394" y="264"/>
                  </a:lnTo>
                  <a:lnTo>
                    <a:pt x="344" y="298"/>
                  </a:lnTo>
                  <a:lnTo>
                    <a:pt x="297" y="335"/>
                  </a:lnTo>
                  <a:lnTo>
                    <a:pt x="252" y="376"/>
                  </a:lnTo>
                  <a:lnTo>
                    <a:pt x="211" y="420"/>
                  </a:lnTo>
                  <a:lnTo>
                    <a:pt x="173" y="466"/>
                  </a:lnTo>
                  <a:lnTo>
                    <a:pt x="138" y="515"/>
                  </a:lnTo>
                  <a:lnTo>
                    <a:pt x="107" y="566"/>
                  </a:lnTo>
                  <a:lnTo>
                    <a:pt x="79" y="620"/>
                  </a:lnTo>
                  <a:lnTo>
                    <a:pt x="56" y="675"/>
                  </a:lnTo>
                  <a:lnTo>
                    <a:pt x="37" y="733"/>
                  </a:lnTo>
                  <a:lnTo>
                    <a:pt x="21" y="790"/>
                  </a:lnTo>
                  <a:lnTo>
                    <a:pt x="10" y="850"/>
                  </a:lnTo>
                  <a:lnTo>
                    <a:pt x="3" y="909"/>
                  </a:lnTo>
                  <a:lnTo>
                    <a:pt x="0" y="969"/>
                  </a:lnTo>
                  <a:lnTo>
                    <a:pt x="2" y="1029"/>
                  </a:lnTo>
                  <a:lnTo>
                    <a:pt x="7" y="1090"/>
                  </a:lnTo>
                  <a:lnTo>
                    <a:pt x="18" y="1148"/>
                  </a:lnTo>
                  <a:lnTo>
                    <a:pt x="31" y="1207"/>
                  </a:lnTo>
                  <a:lnTo>
                    <a:pt x="50" y="1264"/>
                  </a:lnTo>
                  <a:lnTo>
                    <a:pt x="73" y="1320"/>
                  </a:lnTo>
                  <a:lnTo>
                    <a:pt x="99" y="1374"/>
                  </a:lnTo>
                  <a:lnTo>
                    <a:pt x="129" y="1426"/>
                  </a:lnTo>
                  <a:lnTo>
                    <a:pt x="163" y="1476"/>
                  </a:lnTo>
                  <a:lnTo>
                    <a:pt x="200" y="1523"/>
                  </a:lnTo>
                  <a:lnTo>
                    <a:pt x="241" y="1568"/>
                  </a:lnTo>
                  <a:lnTo>
                    <a:pt x="283" y="1609"/>
                  </a:lnTo>
                  <a:lnTo>
                    <a:pt x="330" y="1647"/>
                  </a:lnTo>
                  <a:lnTo>
                    <a:pt x="379" y="1682"/>
                  </a:lnTo>
                  <a:lnTo>
                    <a:pt x="431" y="1713"/>
                  </a:lnTo>
                  <a:lnTo>
                    <a:pt x="484" y="1741"/>
                  </a:lnTo>
                  <a:lnTo>
                    <a:pt x="539" y="1765"/>
                  </a:lnTo>
                  <a:lnTo>
                    <a:pt x="595" y="1784"/>
                  </a:lnTo>
                  <a:lnTo>
                    <a:pt x="654" y="1800"/>
                  </a:lnTo>
                  <a:lnTo>
                    <a:pt x="713" y="1812"/>
                  </a:lnTo>
                  <a:lnTo>
                    <a:pt x="772" y="1819"/>
                  </a:lnTo>
                  <a:lnTo>
                    <a:pt x="833" y="1822"/>
                  </a:lnTo>
                  <a:lnTo>
                    <a:pt x="893" y="1821"/>
                  </a:lnTo>
                  <a:lnTo>
                    <a:pt x="708" y="1557"/>
                  </a:lnTo>
                  <a:lnTo>
                    <a:pt x="832" y="1394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18117" name="Rectangle 6"/>
          <p:cNvSpPr>
            <a:spLocks noChangeArrowheads="1"/>
          </p:cNvSpPr>
          <p:nvPr/>
        </p:nvSpPr>
        <p:spPr bwMode="blackWhite">
          <a:xfrm>
            <a:off x="2566988" y="3246438"/>
            <a:ext cx="885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18118" name="Rectangle 7"/>
          <p:cNvSpPr>
            <a:spLocks noChangeArrowheads="1"/>
          </p:cNvSpPr>
          <p:nvPr/>
        </p:nvSpPr>
        <p:spPr bwMode="blackWhite">
          <a:xfrm>
            <a:off x="5341938" y="3246438"/>
            <a:ext cx="877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1811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812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18121" name="Rectangle 10"/>
          <p:cNvSpPr>
            <a:spLocks noChangeArrowheads="1"/>
          </p:cNvSpPr>
          <p:nvPr/>
        </p:nvSpPr>
        <p:spPr bwMode="auto">
          <a:xfrm>
            <a:off x="322263" y="24304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8122" name="Rectangle 11"/>
          <p:cNvSpPr>
            <a:spLocks noChangeArrowheads="1"/>
          </p:cNvSpPr>
          <p:nvPr/>
        </p:nvSpPr>
        <p:spPr bwMode="auto">
          <a:xfrm>
            <a:off x="6567488" y="24304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2FB06C8-2603-4EF2-AD91-24B78EE72835}" type="slidenum">
              <a:rPr lang="zh-CN" altLang="en-US" smtClean="0"/>
              <a:pPr defTabSz="895350"/>
              <a:t>211</a:t>
            </a:fld>
            <a:endParaRPr lang="en-US" altLang="zh-CN"/>
          </a:p>
        </p:txBody>
      </p:sp>
      <p:sp>
        <p:nvSpPr>
          <p:cNvPr id="219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2</a:t>
            </a:r>
          </a:p>
        </p:txBody>
      </p:sp>
      <p:sp>
        <p:nvSpPr>
          <p:cNvPr id="219140" name="Freeform 3"/>
          <p:cNvSpPr>
            <a:spLocks/>
          </p:cNvSpPr>
          <p:nvPr/>
        </p:nvSpPr>
        <p:spPr bwMode="blackWhite">
          <a:xfrm>
            <a:off x="4164013" y="1662113"/>
            <a:ext cx="2065337" cy="3462337"/>
          </a:xfrm>
          <a:custGeom>
            <a:avLst/>
            <a:gdLst>
              <a:gd name="T0" fmla="*/ 451 w 1301"/>
              <a:gd name="T1" fmla="*/ 2146 h 2181"/>
              <a:gd name="T2" fmla="*/ 599 w 1301"/>
              <a:gd name="T3" fmla="*/ 2092 h 2181"/>
              <a:gd name="T4" fmla="*/ 738 w 1301"/>
              <a:gd name="T5" fmla="*/ 2018 h 2181"/>
              <a:gd name="T6" fmla="*/ 868 w 1301"/>
              <a:gd name="T7" fmla="*/ 1927 h 2181"/>
              <a:gd name="T8" fmla="*/ 989 w 1301"/>
              <a:gd name="T9" fmla="*/ 1823 h 2181"/>
              <a:gd name="T10" fmla="*/ 1091 w 1301"/>
              <a:gd name="T11" fmla="*/ 1704 h 2181"/>
              <a:gd name="T12" fmla="*/ 1177 w 1301"/>
              <a:gd name="T13" fmla="*/ 1570 h 2181"/>
              <a:gd name="T14" fmla="*/ 1239 w 1301"/>
              <a:gd name="T15" fmla="*/ 1427 h 2181"/>
              <a:gd name="T16" fmla="*/ 1282 w 1301"/>
              <a:gd name="T17" fmla="*/ 1277 h 2181"/>
              <a:gd name="T18" fmla="*/ 1301 w 1301"/>
              <a:gd name="T19" fmla="*/ 1122 h 2181"/>
              <a:gd name="T20" fmla="*/ 1297 w 1301"/>
              <a:gd name="T21" fmla="*/ 965 h 2181"/>
              <a:gd name="T22" fmla="*/ 1267 w 1301"/>
              <a:gd name="T23" fmla="*/ 811 h 2181"/>
              <a:gd name="T24" fmla="*/ 1218 w 1301"/>
              <a:gd name="T25" fmla="*/ 663 h 2181"/>
              <a:gd name="T26" fmla="*/ 1146 w 1301"/>
              <a:gd name="T27" fmla="*/ 523 h 2181"/>
              <a:gd name="T28" fmla="*/ 1054 w 1301"/>
              <a:gd name="T29" fmla="*/ 394 h 2181"/>
              <a:gd name="T30" fmla="*/ 944 w 1301"/>
              <a:gd name="T31" fmla="*/ 280 h 2181"/>
              <a:gd name="T32" fmla="*/ 819 w 1301"/>
              <a:gd name="T33" fmla="*/ 184 h 2181"/>
              <a:gd name="T34" fmla="*/ 680 w 1301"/>
              <a:gd name="T35" fmla="*/ 105 h 2181"/>
              <a:gd name="T36" fmla="*/ 531 w 1301"/>
              <a:gd name="T37" fmla="*/ 47 h 2181"/>
              <a:gd name="T38" fmla="*/ 375 w 1301"/>
              <a:gd name="T39" fmla="*/ 10 h 2181"/>
              <a:gd name="T40" fmla="*/ 392 w 1301"/>
              <a:gd name="T41" fmla="*/ 145 h 2181"/>
              <a:gd name="T42" fmla="*/ 301 w 1301"/>
              <a:gd name="T43" fmla="*/ 563 h 2181"/>
              <a:gd name="T44" fmla="*/ 408 w 1301"/>
              <a:gd name="T45" fmla="*/ 601 h 2181"/>
              <a:gd name="T46" fmla="*/ 506 w 1301"/>
              <a:gd name="T47" fmla="*/ 659 h 2181"/>
              <a:gd name="T48" fmla="*/ 587 w 1301"/>
              <a:gd name="T49" fmla="*/ 736 h 2181"/>
              <a:gd name="T50" fmla="*/ 652 w 1301"/>
              <a:gd name="T51" fmla="*/ 827 h 2181"/>
              <a:gd name="T52" fmla="*/ 695 w 1301"/>
              <a:gd name="T53" fmla="*/ 929 h 2181"/>
              <a:gd name="T54" fmla="*/ 718 w 1301"/>
              <a:gd name="T55" fmla="*/ 1039 h 2181"/>
              <a:gd name="T56" fmla="*/ 715 w 1301"/>
              <a:gd name="T57" fmla="*/ 1150 h 2181"/>
              <a:gd name="T58" fmla="*/ 690 w 1301"/>
              <a:gd name="T59" fmla="*/ 1257 h 2181"/>
              <a:gd name="T60" fmla="*/ 643 w 1301"/>
              <a:gd name="T61" fmla="*/ 1357 h 2181"/>
              <a:gd name="T62" fmla="*/ 575 w 1301"/>
              <a:gd name="T63" fmla="*/ 1447 h 2181"/>
              <a:gd name="T64" fmla="*/ 490 w 1301"/>
              <a:gd name="T65" fmla="*/ 1521 h 2181"/>
              <a:gd name="T66" fmla="*/ 391 w 1301"/>
              <a:gd name="T67" fmla="*/ 1577 h 2181"/>
              <a:gd name="T68" fmla="*/ 164 w 1301"/>
              <a:gd name="T69" fmla="*/ 1635 h 2181"/>
              <a:gd name="T70" fmla="*/ 248 w 1301"/>
              <a:gd name="T71" fmla="*/ 2181 h 2181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301" h="2181">
                <a:moveTo>
                  <a:pt x="372" y="2166"/>
                </a:moveTo>
                <a:lnTo>
                  <a:pt x="451" y="2146"/>
                </a:lnTo>
                <a:lnTo>
                  <a:pt x="526" y="2122"/>
                </a:lnTo>
                <a:lnTo>
                  <a:pt x="599" y="2092"/>
                </a:lnTo>
                <a:lnTo>
                  <a:pt x="670" y="2057"/>
                </a:lnTo>
                <a:lnTo>
                  <a:pt x="738" y="2018"/>
                </a:lnTo>
                <a:lnTo>
                  <a:pt x="802" y="1972"/>
                </a:lnTo>
                <a:lnTo>
                  <a:pt x="868" y="1927"/>
                </a:lnTo>
                <a:lnTo>
                  <a:pt x="930" y="1878"/>
                </a:lnTo>
                <a:lnTo>
                  <a:pt x="989" y="1823"/>
                </a:lnTo>
                <a:lnTo>
                  <a:pt x="1043" y="1766"/>
                </a:lnTo>
                <a:lnTo>
                  <a:pt x="1091" y="1704"/>
                </a:lnTo>
                <a:lnTo>
                  <a:pt x="1135" y="1639"/>
                </a:lnTo>
                <a:lnTo>
                  <a:pt x="1177" y="1570"/>
                </a:lnTo>
                <a:lnTo>
                  <a:pt x="1211" y="1500"/>
                </a:lnTo>
                <a:lnTo>
                  <a:pt x="1239" y="1427"/>
                </a:lnTo>
                <a:lnTo>
                  <a:pt x="1263" y="1353"/>
                </a:lnTo>
                <a:lnTo>
                  <a:pt x="1282" y="1277"/>
                </a:lnTo>
                <a:lnTo>
                  <a:pt x="1294" y="1199"/>
                </a:lnTo>
                <a:lnTo>
                  <a:pt x="1301" y="1122"/>
                </a:lnTo>
                <a:lnTo>
                  <a:pt x="1301" y="1043"/>
                </a:lnTo>
                <a:lnTo>
                  <a:pt x="1297" y="965"/>
                </a:lnTo>
                <a:lnTo>
                  <a:pt x="1285" y="889"/>
                </a:lnTo>
                <a:lnTo>
                  <a:pt x="1267" y="811"/>
                </a:lnTo>
                <a:lnTo>
                  <a:pt x="1247" y="736"/>
                </a:lnTo>
                <a:lnTo>
                  <a:pt x="1218" y="663"/>
                </a:lnTo>
                <a:lnTo>
                  <a:pt x="1186" y="592"/>
                </a:lnTo>
                <a:lnTo>
                  <a:pt x="1146" y="523"/>
                </a:lnTo>
                <a:lnTo>
                  <a:pt x="1102" y="457"/>
                </a:lnTo>
                <a:lnTo>
                  <a:pt x="1054" y="394"/>
                </a:lnTo>
                <a:lnTo>
                  <a:pt x="1002" y="336"/>
                </a:lnTo>
                <a:lnTo>
                  <a:pt x="944" y="280"/>
                </a:lnTo>
                <a:lnTo>
                  <a:pt x="883" y="231"/>
                </a:lnTo>
                <a:lnTo>
                  <a:pt x="819" y="184"/>
                </a:lnTo>
                <a:lnTo>
                  <a:pt x="751" y="141"/>
                </a:lnTo>
                <a:lnTo>
                  <a:pt x="680" y="105"/>
                </a:lnTo>
                <a:lnTo>
                  <a:pt x="607" y="73"/>
                </a:lnTo>
                <a:lnTo>
                  <a:pt x="531" y="47"/>
                </a:lnTo>
                <a:lnTo>
                  <a:pt x="454" y="26"/>
                </a:lnTo>
                <a:lnTo>
                  <a:pt x="375" y="10"/>
                </a:lnTo>
                <a:lnTo>
                  <a:pt x="296" y="0"/>
                </a:lnTo>
                <a:lnTo>
                  <a:pt x="392" y="145"/>
                </a:lnTo>
                <a:lnTo>
                  <a:pt x="492" y="288"/>
                </a:lnTo>
                <a:lnTo>
                  <a:pt x="301" y="563"/>
                </a:lnTo>
                <a:lnTo>
                  <a:pt x="358" y="579"/>
                </a:lnTo>
                <a:lnTo>
                  <a:pt x="408" y="601"/>
                </a:lnTo>
                <a:lnTo>
                  <a:pt x="459" y="627"/>
                </a:lnTo>
                <a:lnTo>
                  <a:pt x="506" y="659"/>
                </a:lnTo>
                <a:lnTo>
                  <a:pt x="548" y="696"/>
                </a:lnTo>
                <a:lnTo>
                  <a:pt x="587" y="736"/>
                </a:lnTo>
                <a:lnTo>
                  <a:pt x="623" y="780"/>
                </a:lnTo>
                <a:lnTo>
                  <a:pt x="652" y="827"/>
                </a:lnTo>
                <a:lnTo>
                  <a:pt x="678" y="877"/>
                </a:lnTo>
                <a:lnTo>
                  <a:pt x="695" y="929"/>
                </a:lnTo>
                <a:lnTo>
                  <a:pt x="708" y="984"/>
                </a:lnTo>
                <a:lnTo>
                  <a:pt x="718" y="1039"/>
                </a:lnTo>
                <a:lnTo>
                  <a:pt x="719" y="1094"/>
                </a:lnTo>
                <a:lnTo>
                  <a:pt x="715" y="1150"/>
                </a:lnTo>
                <a:lnTo>
                  <a:pt x="706" y="1204"/>
                </a:lnTo>
                <a:lnTo>
                  <a:pt x="690" y="1257"/>
                </a:lnTo>
                <a:lnTo>
                  <a:pt x="668" y="1309"/>
                </a:lnTo>
                <a:lnTo>
                  <a:pt x="643" y="1357"/>
                </a:lnTo>
                <a:lnTo>
                  <a:pt x="611" y="1404"/>
                </a:lnTo>
                <a:lnTo>
                  <a:pt x="575" y="1447"/>
                </a:lnTo>
                <a:lnTo>
                  <a:pt x="535" y="1486"/>
                </a:lnTo>
                <a:lnTo>
                  <a:pt x="490" y="1521"/>
                </a:lnTo>
                <a:lnTo>
                  <a:pt x="442" y="1552"/>
                </a:lnTo>
                <a:lnTo>
                  <a:pt x="391" y="1577"/>
                </a:lnTo>
                <a:lnTo>
                  <a:pt x="281" y="1614"/>
                </a:lnTo>
                <a:lnTo>
                  <a:pt x="164" y="1635"/>
                </a:lnTo>
                <a:lnTo>
                  <a:pt x="0" y="1843"/>
                </a:lnTo>
                <a:lnTo>
                  <a:pt x="248" y="2181"/>
                </a:lnTo>
                <a:lnTo>
                  <a:pt x="372" y="2166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9141" name="Freeform 4"/>
          <p:cNvSpPr>
            <a:spLocks/>
          </p:cNvSpPr>
          <p:nvPr/>
        </p:nvSpPr>
        <p:spPr bwMode="blackWhite">
          <a:xfrm>
            <a:off x="2538413" y="1628775"/>
            <a:ext cx="2295525" cy="3505200"/>
          </a:xfrm>
          <a:custGeom>
            <a:avLst/>
            <a:gdLst>
              <a:gd name="T0" fmla="*/ 1053 w 1446"/>
              <a:gd name="T1" fmla="*/ 1646 h 2208"/>
              <a:gd name="T2" fmla="*/ 941 w 1446"/>
              <a:gd name="T3" fmla="*/ 1617 h 2208"/>
              <a:gd name="T4" fmla="*/ 838 w 1446"/>
              <a:gd name="T5" fmla="*/ 1565 h 2208"/>
              <a:gd name="T6" fmla="*/ 746 w 1446"/>
              <a:gd name="T7" fmla="*/ 1495 h 2208"/>
              <a:gd name="T8" fmla="*/ 673 w 1446"/>
              <a:gd name="T9" fmla="*/ 1408 h 2208"/>
              <a:gd name="T10" fmla="*/ 619 w 1446"/>
              <a:gd name="T11" fmla="*/ 1308 h 2208"/>
              <a:gd name="T12" fmla="*/ 587 w 1446"/>
              <a:gd name="T13" fmla="*/ 1198 h 2208"/>
              <a:gd name="T14" fmla="*/ 579 w 1446"/>
              <a:gd name="T15" fmla="*/ 1086 h 2208"/>
              <a:gd name="T16" fmla="*/ 595 w 1446"/>
              <a:gd name="T17" fmla="*/ 975 h 2208"/>
              <a:gd name="T18" fmla="*/ 634 w 1446"/>
              <a:gd name="T19" fmla="*/ 868 h 2208"/>
              <a:gd name="T20" fmla="*/ 694 w 1446"/>
              <a:gd name="T21" fmla="*/ 772 h 2208"/>
              <a:gd name="T22" fmla="*/ 774 w 1446"/>
              <a:gd name="T23" fmla="*/ 691 h 2208"/>
              <a:gd name="T24" fmla="*/ 869 w 1446"/>
              <a:gd name="T25" fmla="*/ 626 h 2208"/>
              <a:gd name="T26" fmla="*/ 970 w 1446"/>
              <a:gd name="T27" fmla="*/ 581 h 2208"/>
              <a:gd name="T28" fmla="*/ 1080 w 1446"/>
              <a:gd name="T29" fmla="*/ 559 h 2208"/>
              <a:gd name="T30" fmla="*/ 1254 w 1446"/>
              <a:gd name="T31" fmla="*/ 564 h 2208"/>
              <a:gd name="T32" fmla="*/ 1254 w 1446"/>
              <a:gd name="T33" fmla="*/ 15 h 2208"/>
              <a:gd name="T34" fmla="*/ 1049 w 1446"/>
              <a:gd name="T35" fmla="*/ 5 h 2208"/>
              <a:gd name="T36" fmla="*/ 892 w 1446"/>
              <a:gd name="T37" fmla="*/ 31 h 2208"/>
              <a:gd name="T38" fmla="*/ 740 w 1446"/>
              <a:gd name="T39" fmla="*/ 78 h 2208"/>
              <a:gd name="T40" fmla="*/ 595 w 1446"/>
              <a:gd name="T41" fmla="*/ 147 h 2208"/>
              <a:gd name="T42" fmla="*/ 459 w 1446"/>
              <a:gd name="T43" fmla="*/ 230 h 2208"/>
              <a:gd name="T44" fmla="*/ 336 w 1446"/>
              <a:gd name="T45" fmla="*/ 331 h 2208"/>
              <a:gd name="T46" fmla="*/ 231 w 1446"/>
              <a:gd name="T47" fmla="*/ 448 h 2208"/>
              <a:gd name="T48" fmla="*/ 143 w 1446"/>
              <a:gd name="T49" fmla="*/ 578 h 2208"/>
              <a:gd name="T50" fmla="*/ 75 w 1446"/>
              <a:gd name="T51" fmla="*/ 719 h 2208"/>
              <a:gd name="T52" fmla="*/ 28 w 1446"/>
              <a:gd name="T53" fmla="*/ 868 h 2208"/>
              <a:gd name="T54" fmla="*/ 4 w 1446"/>
              <a:gd name="T55" fmla="*/ 1023 h 2208"/>
              <a:gd name="T56" fmla="*/ 3 w 1446"/>
              <a:gd name="T57" fmla="*/ 1178 h 2208"/>
              <a:gd name="T58" fmla="*/ 24 w 1446"/>
              <a:gd name="T59" fmla="*/ 1333 h 2208"/>
              <a:gd name="T60" fmla="*/ 67 w 1446"/>
              <a:gd name="T61" fmla="*/ 1483 h 2208"/>
              <a:gd name="T62" fmla="*/ 132 w 1446"/>
              <a:gd name="T63" fmla="*/ 1626 h 2208"/>
              <a:gd name="T64" fmla="*/ 218 w 1446"/>
              <a:gd name="T65" fmla="*/ 1759 h 2208"/>
              <a:gd name="T66" fmla="*/ 322 w 1446"/>
              <a:gd name="T67" fmla="*/ 1878 h 2208"/>
              <a:gd name="T68" fmla="*/ 441 w 1446"/>
              <a:gd name="T69" fmla="*/ 1981 h 2208"/>
              <a:gd name="T70" fmla="*/ 575 w 1446"/>
              <a:gd name="T71" fmla="*/ 2066 h 2208"/>
              <a:gd name="T72" fmla="*/ 719 w 1446"/>
              <a:gd name="T73" fmla="*/ 2134 h 2208"/>
              <a:gd name="T74" fmla="*/ 873 w 1446"/>
              <a:gd name="T75" fmla="*/ 2179 h 2208"/>
              <a:gd name="T76" fmla="*/ 1031 w 1446"/>
              <a:gd name="T77" fmla="*/ 2204 h 2208"/>
              <a:gd name="T78" fmla="*/ 1192 w 1446"/>
              <a:gd name="T79" fmla="*/ 2206 h 2208"/>
              <a:gd name="T80" fmla="*/ 1111 w 1446"/>
              <a:gd name="T81" fmla="*/ 1652 h 220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446" h="2208">
                <a:moveTo>
                  <a:pt x="1111" y="1652"/>
                </a:moveTo>
                <a:lnTo>
                  <a:pt x="1053" y="1646"/>
                </a:lnTo>
                <a:lnTo>
                  <a:pt x="996" y="1634"/>
                </a:lnTo>
                <a:lnTo>
                  <a:pt x="941" y="1617"/>
                </a:lnTo>
                <a:lnTo>
                  <a:pt x="888" y="1594"/>
                </a:lnTo>
                <a:lnTo>
                  <a:pt x="838" y="1565"/>
                </a:lnTo>
                <a:lnTo>
                  <a:pt x="790" y="1532"/>
                </a:lnTo>
                <a:lnTo>
                  <a:pt x="746" y="1495"/>
                </a:lnTo>
                <a:lnTo>
                  <a:pt x="707" y="1452"/>
                </a:lnTo>
                <a:lnTo>
                  <a:pt x="673" y="1408"/>
                </a:lnTo>
                <a:lnTo>
                  <a:pt x="643" y="1359"/>
                </a:lnTo>
                <a:lnTo>
                  <a:pt x="619" y="1308"/>
                </a:lnTo>
                <a:lnTo>
                  <a:pt x="601" y="1254"/>
                </a:lnTo>
                <a:lnTo>
                  <a:pt x="587" y="1198"/>
                </a:lnTo>
                <a:lnTo>
                  <a:pt x="579" y="1143"/>
                </a:lnTo>
                <a:lnTo>
                  <a:pt x="579" y="1086"/>
                </a:lnTo>
                <a:lnTo>
                  <a:pt x="585" y="1031"/>
                </a:lnTo>
                <a:lnTo>
                  <a:pt x="595" y="975"/>
                </a:lnTo>
                <a:lnTo>
                  <a:pt x="611" y="922"/>
                </a:lnTo>
                <a:lnTo>
                  <a:pt x="634" y="868"/>
                </a:lnTo>
                <a:lnTo>
                  <a:pt x="661" y="819"/>
                </a:lnTo>
                <a:lnTo>
                  <a:pt x="694" y="772"/>
                </a:lnTo>
                <a:lnTo>
                  <a:pt x="732" y="729"/>
                </a:lnTo>
                <a:lnTo>
                  <a:pt x="774" y="691"/>
                </a:lnTo>
                <a:lnTo>
                  <a:pt x="818" y="655"/>
                </a:lnTo>
                <a:lnTo>
                  <a:pt x="869" y="626"/>
                </a:lnTo>
                <a:lnTo>
                  <a:pt x="918" y="601"/>
                </a:lnTo>
                <a:lnTo>
                  <a:pt x="970" y="581"/>
                </a:lnTo>
                <a:lnTo>
                  <a:pt x="1025" y="569"/>
                </a:lnTo>
                <a:lnTo>
                  <a:pt x="1080" y="559"/>
                </a:lnTo>
                <a:lnTo>
                  <a:pt x="1136" y="556"/>
                </a:lnTo>
                <a:lnTo>
                  <a:pt x="1254" y="564"/>
                </a:lnTo>
                <a:lnTo>
                  <a:pt x="1446" y="301"/>
                </a:lnTo>
                <a:lnTo>
                  <a:pt x="1254" y="15"/>
                </a:lnTo>
                <a:lnTo>
                  <a:pt x="1129" y="0"/>
                </a:lnTo>
                <a:lnTo>
                  <a:pt x="1049" y="5"/>
                </a:lnTo>
                <a:lnTo>
                  <a:pt x="969" y="16"/>
                </a:lnTo>
                <a:lnTo>
                  <a:pt x="892" y="31"/>
                </a:lnTo>
                <a:lnTo>
                  <a:pt x="814" y="52"/>
                </a:lnTo>
                <a:lnTo>
                  <a:pt x="740" y="78"/>
                </a:lnTo>
                <a:lnTo>
                  <a:pt x="666" y="110"/>
                </a:lnTo>
                <a:lnTo>
                  <a:pt x="595" y="147"/>
                </a:lnTo>
                <a:lnTo>
                  <a:pt x="526" y="186"/>
                </a:lnTo>
                <a:lnTo>
                  <a:pt x="459" y="230"/>
                </a:lnTo>
                <a:lnTo>
                  <a:pt x="396" y="278"/>
                </a:lnTo>
                <a:lnTo>
                  <a:pt x="336" y="331"/>
                </a:lnTo>
                <a:lnTo>
                  <a:pt x="282" y="388"/>
                </a:lnTo>
                <a:lnTo>
                  <a:pt x="231" y="448"/>
                </a:lnTo>
                <a:lnTo>
                  <a:pt x="184" y="511"/>
                </a:lnTo>
                <a:lnTo>
                  <a:pt x="143" y="578"/>
                </a:lnTo>
                <a:lnTo>
                  <a:pt x="105" y="648"/>
                </a:lnTo>
                <a:lnTo>
                  <a:pt x="75" y="719"/>
                </a:lnTo>
                <a:lnTo>
                  <a:pt x="49" y="794"/>
                </a:lnTo>
                <a:lnTo>
                  <a:pt x="28" y="868"/>
                </a:lnTo>
                <a:lnTo>
                  <a:pt x="13" y="946"/>
                </a:lnTo>
                <a:lnTo>
                  <a:pt x="4" y="1023"/>
                </a:lnTo>
                <a:lnTo>
                  <a:pt x="0" y="1101"/>
                </a:lnTo>
                <a:lnTo>
                  <a:pt x="3" y="1178"/>
                </a:lnTo>
                <a:lnTo>
                  <a:pt x="9" y="1258"/>
                </a:lnTo>
                <a:lnTo>
                  <a:pt x="24" y="1333"/>
                </a:lnTo>
                <a:lnTo>
                  <a:pt x="41" y="1410"/>
                </a:lnTo>
                <a:lnTo>
                  <a:pt x="67" y="1483"/>
                </a:lnTo>
                <a:lnTo>
                  <a:pt x="97" y="1556"/>
                </a:lnTo>
                <a:lnTo>
                  <a:pt x="132" y="1626"/>
                </a:lnTo>
                <a:lnTo>
                  <a:pt x="172" y="1694"/>
                </a:lnTo>
                <a:lnTo>
                  <a:pt x="218" y="1759"/>
                </a:lnTo>
                <a:lnTo>
                  <a:pt x="267" y="1820"/>
                </a:lnTo>
                <a:lnTo>
                  <a:pt x="322" y="1878"/>
                </a:lnTo>
                <a:lnTo>
                  <a:pt x="378" y="1931"/>
                </a:lnTo>
                <a:lnTo>
                  <a:pt x="441" y="1981"/>
                </a:lnTo>
                <a:lnTo>
                  <a:pt x="506" y="2026"/>
                </a:lnTo>
                <a:lnTo>
                  <a:pt x="575" y="2066"/>
                </a:lnTo>
                <a:lnTo>
                  <a:pt x="646" y="2103"/>
                </a:lnTo>
                <a:lnTo>
                  <a:pt x="719" y="2134"/>
                </a:lnTo>
                <a:lnTo>
                  <a:pt x="794" y="2158"/>
                </a:lnTo>
                <a:lnTo>
                  <a:pt x="873" y="2179"/>
                </a:lnTo>
                <a:lnTo>
                  <a:pt x="952" y="2195"/>
                </a:lnTo>
                <a:lnTo>
                  <a:pt x="1031" y="2204"/>
                </a:lnTo>
                <a:lnTo>
                  <a:pt x="1112" y="2208"/>
                </a:lnTo>
                <a:lnTo>
                  <a:pt x="1192" y="2206"/>
                </a:lnTo>
                <a:lnTo>
                  <a:pt x="945" y="1864"/>
                </a:lnTo>
                <a:lnTo>
                  <a:pt x="1111" y="1652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9142" name="Rectangle 5"/>
          <p:cNvSpPr>
            <a:spLocks noChangeArrowheads="1"/>
          </p:cNvSpPr>
          <p:nvPr/>
        </p:nvSpPr>
        <p:spPr bwMode="blackWhite">
          <a:xfrm>
            <a:off x="2566988" y="3246438"/>
            <a:ext cx="8858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19143" name="Rectangle 6"/>
          <p:cNvSpPr>
            <a:spLocks noChangeArrowheads="1"/>
          </p:cNvSpPr>
          <p:nvPr/>
        </p:nvSpPr>
        <p:spPr bwMode="blackWhite">
          <a:xfrm>
            <a:off x="5341938" y="3246438"/>
            <a:ext cx="877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1914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1914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19146" name="Rectangle 9"/>
          <p:cNvSpPr>
            <a:spLocks noChangeArrowheads="1"/>
          </p:cNvSpPr>
          <p:nvPr/>
        </p:nvSpPr>
        <p:spPr bwMode="auto">
          <a:xfrm>
            <a:off x="322263" y="24304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19147" name="Rectangle 10"/>
          <p:cNvSpPr>
            <a:spLocks noChangeArrowheads="1"/>
          </p:cNvSpPr>
          <p:nvPr/>
        </p:nvSpPr>
        <p:spPr bwMode="auto">
          <a:xfrm>
            <a:off x="6567488" y="24304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128A67D-2A24-4397-9AB0-7897893D3D50}" type="slidenum">
              <a:rPr lang="zh-CN" altLang="en-US" smtClean="0"/>
              <a:pPr defTabSz="895350"/>
              <a:t>212</a:t>
            </a:fld>
            <a:endParaRPr lang="en-US" altLang="zh-CN"/>
          </a:p>
        </p:txBody>
      </p:sp>
      <p:sp>
        <p:nvSpPr>
          <p:cNvPr id="220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3</a:t>
            </a:r>
          </a:p>
        </p:txBody>
      </p:sp>
      <p:sp>
        <p:nvSpPr>
          <p:cNvPr id="220164" name="Freeform 3"/>
          <p:cNvSpPr>
            <a:spLocks/>
          </p:cNvSpPr>
          <p:nvPr/>
        </p:nvSpPr>
        <p:spPr bwMode="blackWhite">
          <a:xfrm>
            <a:off x="2698750" y="2074863"/>
            <a:ext cx="3190875" cy="1498600"/>
          </a:xfrm>
          <a:custGeom>
            <a:avLst/>
            <a:gdLst>
              <a:gd name="T0" fmla="*/ 983 w 1553"/>
              <a:gd name="T1" fmla="*/ 584 h 753"/>
              <a:gd name="T2" fmla="*/ 1417 w 1553"/>
              <a:gd name="T3" fmla="*/ 541 h 753"/>
              <a:gd name="T4" fmla="*/ 1552 w 1553"/>
              <a:gd name="T5" fmla="*/ 150 h 753"/>
              <a:gd name="T6" fmla="*/ 1447 w 1553"/>
              <a:gd name="T7" fmla="*/ 227 h 753"/>
              <a:gd name="T8" fmla="*/ 1398 w 1553"/>
              <a:gd name="T9" fmla="*/ 186 h 753"/>
              <a:gd name="T10" fmla="*/ 1347 w 1553"/>
              <a:gd name="T11" fmla="*/ 149 h 753"/>
              <a:gd name="T12" fmla="*/ 1294 w 1553"/>
              <a:gd name="T13" fmla="*/ 116 h 753"/>
              <a:gd name="T14" fmla="*/ 1238 w 1553"/>
              <a:gd name="T15" fmla="*/ 87 h 753"/>
              <a:gd name="T16" fmla="*/ 1181 w 1553"/>
              <a:gd name="T17" fmla="*/ 61 h 753"/>
              <a:gd name="T18" fmla="*/ 1122 w 1553"/>
              <a:gd name="T19" fmla="*/ 41 h 753"/>
              <a:gd name="T20" fmla="*/ 1060 w 1553"/>
              <a:gd name="T21" fmla="*/ 23 h 753"/>
              <a:gd name="T22" fmla="*/ 999 w 1553"/>
              <a:gd name="T23" fmla="*/ 12 h 753"/>
              <a:gd name="T24" fmla="*/ 936 w 1553"/>
              <a:gd name="T25" fmla="*/ 4 h 753"/>
              <a:gd name="T26" fmla="*/ 873 w 1553"/>
              <a:gd name="T27" fmla="*/ 0 h 753"/>
              <a:gd name="T28" fmla="*/ 810 w 1553"/>
              <a:gd name="T29" fmla="*/ 2 h 753"/>
              <a:gd name="T30" fmla="*/ 748 w 1553"/>
              <a:gd name="T31" fmla="*/ 8 h 753"/>
              <a:gd name="T32" fmla="*/ 685 w 1553"/>
              <a:gd name="T33" fmla="*/ 19 h 753"/>
              <a:gd name="T34" fmla="*/ 624 w 1553"/>
              <a:gd name="T35" fmla="*/ 34 h 753"/>
              <a:gd name="T36" fmla="*/ 564 w 1553"/>
              <a:gd name="T37" fmla="*/ 53 h 753"/>
              <a:gd name="T38" fmla="*/ 506 w 1553"/>
              <a:gd name="T39" fmla="*/ 76 h 753"/>
              <a:gd name="T40" fmla="*/ 449 w 1553"/>
              <a:gd name="T41" fmla="*/ 104 h 753"/>
              <a:gd name="T42" fmla="*/ 395 w 1553"/>
              <a:gd name="T43" fmla="*/ 137 h 753"/>
              <a:gd name="T44" fmla="*/ 342 w 1553"/>
              <a:gd name="T45" fmla="*/ 172 h 753"/>
              <a:gd name="T46" fmla="*/ 294 w 1553"/>
              <a:gd name="T47" fmla="*/ 212 h 753"/>
              <a:gd name="T48" fmla="*/ 248 w 1553"/>
              <a:gd name="T49" fmla="*/ 254 h 753"/>
              <a:gd name="T50" fmla="*/ 205 w 1553"/>
              <a:gd name="T51" fmla="*/ 301 h 753"/>
              <a:gd name="T52" fmla="*/ 165 w 1553"/>
              <a:gd name="T53" fmla="*/ 350 h 753"/>
              <a:gd name="T54" fmla="*/ 130 w 1553"/>
              <a:gd name="T55" fmla="*/ 401 h 753"/>
              <a:gd name="T56" fmla="*/ 98 w 1553"/>
              <a:gd name="T57" fmla="*/ 456 h 753"/>
              <a:gd name="T58" fmla="*/ 71 w 1553"/>
              <a:gd name="T59" fmla="*/ 512 h 753"/>
              <a:gd name="T60" fmla="*/ 46 w 1553"/>
              <a:gd name="T61" fmla="*/ 570 h 753"/>
              <a:gd name="T62" fmla="*/ 27 w 1553"/>
              <a:gd name="T63" fmla="*/ 631 h 753"/>
              <a:gd name="T64" fmla="*/ 11 w 1553"/>
              <a:gd name="T65" fmla="*/ 692 h 753"/>
              <a:gd name="T66" fmla="*/ 0 w 1553"/>
              <a:gd name="T67" fmla="*/ 752 h 753"/>
              <a:gd name="T68" fmla="*/ 222 w 1553"/>
              <a:gd name="T69" fmla="*/ 608 h 753"/>
              <a:gd name="T70" fmla="*/ 440 w 1553"/>
              <a:gd name="T71" fmla="*/ 749 h 753"/>
              <a:gd name="T72" fmla="*/ 455 w 1553"/>
              <a:gd name="T73" fmla="*/ 710 h 753"/>
              <a:gd name="T74" fmla="*/ 474 w 1553"/>
              <a:gd name="T75" fmla="*/ 670 h 753"/>
              <a:gd name="T76" fmla="*/ 498 w 1553"/>
              <a:gd name="T77" fmla="*/ 632 h 753"/>
              <a:gd name="T78" fmla="*/ 525 w 1553"/>
              <a:gd name="T79" fmla="*/ 596 h 753"/>
              <a:gd name="T80" fmla="*/ 556 w 1553"/>
              <a:gd name="T81" fmla="*/ 563 h 753"/>
              <a:gd name="T82" fmla="*/ 589 w 1553"/>
              <a:gd name="T83" fmla="*/ 533 h 753"/>
              <a:gd name="T84" fmla="*/ 626 w 1553"/>
              <a:gd name="T85" fmla="*/ 507 h 753"/>
              <a:gd name="T86" fmla="*/ 665 w 1553"/>
              <a:gd name="T87" fmla="*/ 485 h 753"/>
              <a:gd name="T88" fmla="*/ 706 w 1553"/>
              <a:gd name="T89" fmla="*/ 467 h 753"/>
              <a:gd name="T90" fmla="*/ 749 w 1553"/>
              <a:gd name="T91" fmla="*/ 453 h 753"/>
              <a:gd name="T92" fmla="*/ 793 w 1553"/>
              <a:gd name="T93" fmla="*/ 443 h 753"/>
              <a:gd name="T94" fmla="*/ 837 w 1553"/>
              <a:gd name="T95" fmla="*/ 438 h 753"/>
              <a:gd name="T96" fmla="*/ 882 w 1553"/>
              <a:gd name="T97" fmla="*/ 438 h 753"/>
              <a:gd name="T98" fmla="*/ 927 w 1553"/>
              <a:gd name="T99" fmla="*/ 442 h 753"/>
              <a:gd name="T100" fmla="*/ 971 w 1553"/>
              <a:gd name="T101" fmla="*/ 450 h 753"/>
              <a:gd name="T102" fmla="*/ 1014 w 1553"/>
              <a:gd name="T103" fmla="*/ 464 h 753"/>
              <a:gd name="T104" fmla="*/ 1055 w 1553"/>
              <a:gd name="T105" fmla="*/ 480 h 753"/>
              <a:gd name="T106" fmla="*/ 1095 w 1553"/>
              <a:gd name="T107" fmla="*/ 502 h 753"/>
              <a:gd name="T108" fmla="*/ 983 w 1553"/>
              <a:gd name="T109" fmla="*/ 584 h 753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0165" name="Freeform 4"/>
          <p:cNvSpPr>
            <a:spLocks/>
          </p:cNvSpPr>
          <p:nvPr/>
        </p:nvSpPr>
        <p:spPr bwMode="blackWhite">
          <a:xfrm>
            <a:off x="2413000" y="3397250"/>
            <a:ext cx="2508250" cy="2130425"/>
          </a:xfrm>
          <a:custGeom>
            <a:avLst/>
            <a:gdLst>
              <a:gd name="T0" fmla="*/ 1220 w 1221"/>
              <a:gd name="T1" fmla="*/ 1042 h 1071"/>
              <a:gd name="T2" fmla="*/ 1002 w 1221"/>
              <a:gd name="T3" fmla="*/ 847 h 1071"/>
              <a:gd name="T4" fmla="*/ 1081 w 1221"/>
              <a:gd name="T5" fmla="*/ 630 h 1071"/>
              <a:gd name="T6" fmla="*/ 1038 w 1221"/>
              <a:gd name="T7" fmla="*/ 635 h 1071"/>
              <a:gd name="T8" fmla="*/ 994 w 1221"/>
              <a:gd name="T9" fmla="*/ 636 h 1071"/>
              <a:gd name="T10" fmla="*/ 950 w 1221"/>
              <a:gd name="T11" fmla="*/ 634 h 1071"/>
              <a:gd name="T12" fmla="*/ 906 w 1221"/>
              <a:gd name="T13" fmla="*/ 626 h 1071"/>
              <a:gd name="T14" fmla="*/ 865 w 1221"/>
              <a:gd name="T15" fmla="*/ 614 h 1071"/>
              <a:gd name="T16" fmla="*/ 823 w 1221"/>
              <a:gd name="T17" fmla="*/ 599 h 1071"/>
              <a:gd name="T18" fmla="*/ 784 w 1221"/>
              <a:gd name="T19" fmla="*/ 579 h 1071"/>
              <a:gd name="T20" fmla="*/ 747 w 1221"/>
              <a:gd name="T21" fmla="*/ 556 h 1071"/>
              <a:gd name="T22" fmla="*/ 713 w 1221"/>
              <a:gd name="T23" fmla="*/ 528 h 1071"/>
              <a:gd name="T24" fmla="*/ 682 w 1221"/>
              <a:gd name="T25" fmla="*/ 496 h 1071"/>
              <a:gd name="T26" fmla="*/ 653 w 1221"/>
              <a:gd name="T27" fmla="*/ 463 h 1071"/>
              <a:gd name="T28" fmla="*/ 629 w 1221"/>
              <a:gd name="T29" fmla="*/ 427 h 1071"/>
              <a:gd name="T30" fmla="*/ 609 w 1221"/>
              <a:gd name="T31" fmla="*/ 390 h 1071"/>
              <a:gd name="T32" fmla="*/ 594 w 1221"/>
              <a:gd name="T33" fmla="*/ 352 h 1071"/>
              <a:gd name="T34" fmla="*/ 581 w 1221"/>
              <a:gd name="T35" fmla="*/ 314 h 1071"/>
              <a:gd name="T36" fmla="*/ 573 w 1221"/>
              <a:gd name="T37" fmla="*/ 273 h 1071"/>
              <a:gd name="T38" fmla="*/ 568 w 1221"/>
              <a:gd name="T39" fmla="*/ 232 h 1071"/>
              <a:gd name="T40" fmla="*/ 712 w 1221"/>
              <a:gd name="T41" fmla="*/ 232 h 1071"/>
              <a:gd name="T42" fmla="*/ 368 w 1221"/>
              <a:gd name="T43" fmla="*/ 0 h 1071"/>
              <a:gd name="T44" fmla="*/ 0 w 1221"/>
              <a:gd name="T45" fmla="*/ 235 h 1071"/>
              <a:gd name="T46" fmla="*/ 134 w 1221"/>
              <a:gd name="T47" fmla="*/ 234 h 1071"/>
              <a:gd name="T48" fmla="*/ 139 w 1221"/>
              <a:gd name="T49" fmla="*/ 296 h 1071"/>
              <a:gd name="T50" fmla="*/ 148 w 1221"/>
              <a:gd name="T51" fmla="*/ 358 h 1071"/>
              <a:gd name="T52" fmla="*/ 161 w 1221"/>
              <a:gd name="T53" fmla="*/ 419 h 1071"/>
              <a:gd name="T54" fmla="*/ 178 w 1221"/>
              <a:gd name="T55" fmla="*/ 479 h 1071"/>
              <a:gd name="T56" fmla="*/ 200 w 1221"/>
              <a:gd name="T57" fmla="*/ 538 h 1071"/>
              <a:gd name="T58" fmla="*/ 227 w 1221"/>
              <a:gd name="T59" fmla="*/ 595 h 1071"/>
              <a:gd name="T60" fmla="*/ 257 w 1221"/>
              <a:gd name="T61" fmla="*/ 650 h 1071"/>
              <a:gd name="T62" fmla="*/ 291 w 1221"/>
              <a:gd name="T63" fmla="*/ 702 h 1071"/>
              <a:gd name="T64" fmla="*/ 328 w 1221"/>
              <a:gd name="T65" fmla="*/ 751 h 1071"/>
              <a:gd name="T66" fmla="*/ 369 w 1221"/>
              <a:gd name="T67" fmla="*/ 797 h 1071"/>
              <a:gd name="T68" fmla="*/ 413 w 1221"/>
              <a:gd name="T69" fmla="*/ 841 h 1071"/>
              <a:gd name="T70" fmla="*/ 459 w 1221"/>
              <a:gd name="T71" fmla="*/ 882 h 1071"/>
              <a:gd name="T72" fmla="*/ 509 w 1221"/>
              <a:gd name="T73" fmla="*/ 919 h 1071"/>
              <a:gd name="T74" fmla="*/ 562 w 1221"/>
              <a:gd name="T75" fmla="*/ 951 h 1071"/>
              <a:gd name="T76" fmla="*/ 617 w 1221"/>
              <a:gd name="T77" fmla="*/ 981 h 1071"/>
              <a:gd name="T78" fmla="*/ 673 w 1221"/>
              <a:gd name="T79" fmla="*/ 1007 h 1071"/>
              <a:gd name="T80" fmla="*/ 732 w 1221"/>
              <a:gd name="T81" fmla="*/ 1027 h 1071"/>
              <a:gd name="T82" fmla="*/ 791 w 1221"/>
              <a:gd name="T83" fmla="*/ 1045 h 1071"/>
              <a:gd name="T84" fmla="*/ 852 w 1221"/>
              <a:gd name="T85" fmla="*/ 1057 h 1071"/>
              <a:gd name="T86" fmla="*/ 913 w 1221"/>
              <a:gd name="T87" fmla="*/ 1067 h 1071"/>
              <a:gd name="T88" fmla="*/ 975 w 1221"/>
              <a:gd name="T89" fmla="*/ 1070 h 1071"/>
              <a:gd name="T90" fmla="*/ 1037 w 1221"/>
              <a:gd name="T91" fmla="*/ 1070 h 1071"/>
              <a:gd name="T92" fmla="*/ 1098 w 1221"/>
              <a:gd name="T93" fmla="*/ 1066 h 1071"/>
              <a:gd name="T94" fmla="*/ 1160 w 1221"/>
              <a:gd name="T95" fmla="*/ 1056 h 1071"/>
              <a:gd name="T96" fmla="*/ 1220 w 1221"/>
              <a:gd name="T97" fmla="*/ 1042 h 107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0166" name="Freeform 5"/>
          <p:cNvSpPr>
            <a:spLocks/>
          </p:cNvSpPr>
          <p:nvPr/>
        </p:nvSpPr>
        <p:spPr bwMode="blackWhite">
          <a:xfrm>
            <a:off x="4618038" y="2746375"/>
            <a:ext cx="1627187" cy="2865438"/>
          </a:xfrm>
          <a:custGeom>
            <a:avLst/>
            <a:gdLst>
              <a:gd name="T0" fmla="*/ 286 w 793"/>
              <a:gd name="T1" fmla="*/ 1316 h 1440"/>
              <a:gd name="T2" fmla="*/ 340 w 793"/>
              <a:gd name="T3" fmla="*/ 1290 h 1440"/>
              <a:gd name="T4" fmla="*/ 392 w 793"/>
              <a:gd name="T5" fmla="*/ 1260 h 1440"/>
              <a:gd name="T6" fmla="*/ 442 w 793"/>
              <a:gd name="T7" fmla="*/ 1225 h 1440"/>
              <a:gd name="T8" fmla="*/ 490 w 793"/>
              <a:gd name="T9" fmla="*/ 1187 h 1440"/>
              <a:gd name="T10" fmla="*/ 535 w 793"/>
              <a:gd name="T11" fmla="*/ 1146 h 1440"/>
              <a:gd name="T12" fmla="*/ 576 w 793"/>
              <a:gd name="T13" fmla="*/ 1102 h 1440"/>
              <a:gd name="T14" fmla="*/ 616 w 793"/>
              <a:gd name="T15" fmla="*/ 1055 h 1440"/>
              <a:gd name="T16" fmla="*/ 650 w 793"/>
              <a:gd name="T17" fmla="*/ 1005 h 1440"/>
              <a:gd name="T18" fmla="*/ 682 w 793"/>
              <a:gd name="T19" fmla="*/ 953 h 1440"/>
              <a:gd name="T20" fmla="*/ 709 w 793"/>
              <a:gd name="T21" fmla="*/ 900 h 1440"/>
              <a:gd name="T22" fmla="*/ 734 w 793"/>
              <a:gd name="T23" fmla="*/ 844 h 1440"/>
              <a:gd name="T24" fmla="*/ 753 w 793"/>
              <a:gd name="T25" fmla="*/ 786 h 1440"/>
              <a:gd name="T26" fmla="*/ 770 w 793"/>
              <a:gd name="T27" fmla="*/ 727 h 1440"/>
              <a:gd name="T28" fmla="*/ 781 w 793"/>
              <a:gd name="T29" fmla="*/ 668 h 1440"/>
              <a:gd name="T30" fmla="*/ 789 w 793"/>
              <a:gd name="T31" fmla="*/ 608 h 1440"/>
              <a:gd name="T32" fmla="*/ 792 w 793"/>
              <a:gd name="T33" fmla="*/ 547 h 1440"/>
              <a:gd name="T34" fmla="*/ 790 w 793"/>
              <a:gd name="T35" fmla="*/ 487 h 1440"/>
              <a:gd name="T36" fmla="*/ 786 w 793"/>
              <a:gd name="T37" fmla="*/ 427 h 1440"/>
              <a:gd name="T38" fmla="*/ 775 w 793"/>
              <a:gd name="T39" fmla="*/ 367 h 1440"/>
              <a:gd name="T40" fmla="*/ 762 w 793"/>
              <a:gd name="T41" fmla="*/ 308 h 1440"/>
              <a:gd name="T42" fmla="*/ 744 w 793"/>
              <a:gd name="T43" fmla="*/ 249 h 1440"/>
              <a:gd name="T44" fmla="*/ 722 w 793"/>
              <a:gd name="T45" fmla="*/ 193 h 1440"/>
              <a:gd name="T46" fmla="*/ 697 w 793"/>
              <a:gd name="T47" fmla="*/ 137 h 1440"/>
              <a:gd name="T48" fmla="*/ 667 w 793"/>
              <a:gd name="T49" fmla="*/ 84 h 1440"/>
              <a:gd name="T50" fmla="*/ 639 w 793"/>
              <a:gd name="T51" fmla="*/ 41 h 1440"/>
              <a:gd name="T52" fmla="*/ 609 w 793"/>
              <a:gd name="T53" fmla="*/ 0 h 1440"/>
              <a:gd name="T54" fmla="*/ 521 w 793"/>
              <a:gd name="T55" fmla="*/ 247 h 1440"/>
              <a:gd name="T56" fmla="*/ 277 w 793"/>
              <a:gd name="T57" fmla="*/ 280 h 1440"/>
              <a:gd name="T58" fmla="*/ 294 w 793"/>
              <a:gd name="T59" fmla="*/ 308 h 1440"/>
              <a:gd name="T60" fmla="*/ 316 w 793"/>
              <a:gd name="T61" fmla="*/ 347 h 1440"/>
              <a:gd name="T62" fmla="*/ 332 w 793"/>
              <a:gd name="T63" fmla="*/ 389 h 1440"/>
              <a:gd name="T64" fmla="*/ 345 w 793"/>
              <a:gd name="T65" fmla="*/ 431 h 1440"/>
              <a:gd name="T66" fmla="*/ 353 w 793"/>
              <a:gd name="T67" fmla="*/ 475 h 1440"/>
              <a:gd name="T68" fmla="*/ 357 w 793"/>
              <a:gd name="T69" fmla="*/ 519 h 1440"/>
              <a:gd name="T70" fmla="*/ 355 w 793"/>
              <a:gd name="T71" fmla="*/ 564 h 1440"/>
              <a:gd name="T72" fmla="*/ 350 w 793"/>
              <a:gd name="T73" fmla="*/ 608 h 1440"/>
              <a:gd name="T74" fmla="*/ 339 w 793"/>
              <a:gd name="T75" fmla="*/ 652 h 1440"/>
              <a:gd name="T76" fmla="*/ 325 w 793"/>
              <a:gd name="T77" fmla="*/ 694 h 1440"/>
              <a:gd name="T78" fmla="*/ 306 w 793"/>
              <a:gd name="T79" fmla="*/ 734 h 1440"/>
              <a:gd name="T80" fmla="*/ 284 w 793"/>
              <a:gd name="T81" fmla="*/ 772 h 1440"/>
              <a:gd name="T82" fmla="*/ 257 w 793"/>
              <a:gd name="T83" fmla="*/ 808 h 1440"/>
              <a:gd name="T84" fmla="*/ 227 w 793"/>
              <a:gd name="T85" fmla="*/ 841 h 1440"/>
              <a:gd name="T86" fmla="*/ 193 w 793"/>
              <a:gd name="T87" fmla="*/ 871 h 1440"/>
              <a:gd name="T88" fmla="*/ 156 w 793"/>
              <a:gd name="T89" fmla="*/ 896 h 1440"/>
              <a:gd name="T90" fmla="*/ 113 w 793"/>
              <a:gd name="T91" fmla="*/ 761 h 1440"/>
              <a:gd name="T92" fmla="*/ 0 w 793"/>
              <a:gd name="T93" fmla="*/ 1169 h 1440"/>
              <a:gd name="T94" fmla="*/ 321 w 793"/>
              <a:gd name="T95" fmla="*/ 1439 h 1440"/>
              <a:gd name="T96" fmla="*/ 286 w 793"/>
              <a:gd name="T97" fmla="*/ 1316 h 14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0167" name="Rectangle 6"/>
          <p:cNvSpPr>
            <a:spLocks noChangeArrowheads="1"/>
          </p:cNvSpPr>
          <p:nvPr/>
        </p:nvSpPr>
        <p:spPr bwMode="blackWhite">
          <a:xfrm>
            <a:off x="3365500" y="2439988"/>
            <a:ext cx="2051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0168" name="Rectangle 7"/>
          <p:cNvSpPr>
            <a:spLocks noChangeArrowheads="1"/>
          </p:cNvSpPr>
          <p:nvPr/>
        </p:nvSpPr>
        <p:spPr bwMode="blackWhite">
          <a:xfrm>
            <a:off x="5260975" y="4146550"/>
            <a:ext cx="920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0169" name="Rectangle 8"/>
          <p:cNvSpPr>
            <a:spLocks noChangeArrowheads="1"/>
          </p:cNvSpPr>
          <p:nvPr/>
        </p:nvSpPr>
        <p:spPr bwMode="blackWhite">
          <a:xfrm>
            <a:off x="2963863" y="4440238"/>
            <a:ext cx="901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017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017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0172" name="Rectangle 11"/>
          <p:cNvSpPr>
            <a:spLocks noChangeArrowheads="1"/>
          </p:cNvSpPr>
          <p:nvPr/>
        </p:nvSpPr>
        <p:spPr bwMode="auto">
          <a:xfrm>
            <a:off x="3484563" y="874713"/>
            <a:ext cx="1808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0173" name="Rectangle 12"/>
          <p:cNvSpPr>
            <a:spLocks noChangeArrowheads="1"/>
          </p:cNvSpPr>
          <p:nvPr/>
        </p:nvSpPr>
        <p:spPr bwMode="auto">
          <a:xfrm>
            <a:off x="6518275" y="3221038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0174" name="Rectangle 13"/>
          <p:cNvSpPr>
            <a:spLocks noChangeArrowheads="1"/>
          </p:cNvSpPr>
          <p:nvPr/>
        </p:nvSpPr>
        <p:spPr bwMode="auto">
          <a:xfrm>
            <a:off x="633413" y="411321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9C8E2D3-F220-48F0-856D-2665CE451178}" type="slidenum">
              <a:rPr lang="zh-CN" altLang="en-US" smtClean="0"/>
              <a:pPr defTabSz="895350"/>
              <a:t>213</a:t>
            </a:fld>
            <a:endParaRPr lang="en-US" altLang="zh-CN"/>
          </a:p>
        </p:txBody>
      </p:sp>
      <p:sp>
        <p:nvSpPr>
          <p:cNvPr id="221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3</a:t>
            </a:r>
          </a:p>
        </p:txBody>
      </p:sp>
      <p:sp>
        <p:nvSpPr>
          <p:cNvPr id="221188" name="Freeform 3"/>
          <p:cNvSpPr>
            <a:spLocks/>
          </p:cNvSpPr>
          <p:nvPr/>
        </p:nvSpPr>
        <p:spPr bwMode="blackWhite">
          <a:xfrm>
            <a:off x="2698750" y="2074863"/>
            <a:ext cx="3079750" cy="1497012"/>
          </a:xfrm>
          <a:custGeom>
            <a:avLst/>
            <a:gdLst>
              <a:gd name="T0" fmla="*/ 1550 w 1940"/>
              <a:gd name="T1" fmla="*/ 713 h 943"/>
              <a:gd name="T2" fmla="*/ 1834 w 1940"/>
              <a:gd name="T3" fmla="*/ 678 h 943"/>
              <a:gd name="T4" fmla="*/ 1940 w 1940"/>
              <a:gd name="T5" fmla="*/ 369 h 943"/>
              <a:gd name="T6" fmla="*/ 1873 w 1940"/>
              <a:gd name="T7" fmla="*/ 285 h 943"/>
              <a:gd name="T8" fmla="*/ 1809 w 1940"/>
              <a:gd name="T9" fmla="*/ 233 h 943"/>
              <a:gd name="T10" fmla="*/ 1743 w 1940"/>
              <a:gd name="T11" fmla="*/ 187 h 943"/>
              <a:gd name="T12" fmla="*/ 1675 w 1940"/>
              <a:gd name="T13" fmla="*/ 145 h 943"/>
              <a:gd name="T14" fmla="*/ 1602 w 1940"/>
              <a:gd name="T15" fmla="*/ 109 h 943"/>
              <a:gd name="T16" fmla="*/ 1529 w 1940"/>
              <a:gd name="T17" fmla="*/ 76 h 943"/>
              <a:gd name="T18" fmla="*/ 1452 w 1940"/>
              <a:gd name="T19" fmla="*/ 51 h 943"/>
              <a:gd name="T20" fmla="*/ 1372 w 1940"/>
              <a:gd name="T21" fmla="*/ 29 h 943"/>
              <a:gd name="T22" fmla="*/ 1293 w 1940"/>
              <a:gd name="T23" fmla="*/ 15 h 943"/>
              <a:gd name="T24" fmla="*/ 1211 w 1940"/>
              <a:gd name="T25" fmla="*/ 5 h 943"/>
              <a:gd name="T26" fmla="*/ 1130 w 1940"/>
              <a:gd name="T27" fmla="*/ 0 h 943"/>
              <a:gd name="T28" fmla="*/ 1048 w 1940"/>
              <a:gd name="T29" fmla="*/ 3 h 943"/>
              <a:gd name="T30" fmla="*/ 968 w 1940"/>
              <a:gd name="T31" fmla="*/ 10 h 943"/>
              <a:gd name="T32" fmla="*/ 887 w 1940"/>
              <a:gd name="T33" fmla="*/ 24 h 943"/>
              <a:gd name="T34" fmla="*/ 808 w 1940"/>
              <a:gd name="T35" fmla="*/ 43 h 943"/>
              <a:gd name="T36" fmla="*/ 730 w 1940"/>
              <a:gd name="T37" fmla="*/ 66 h 943"/>
              <a:gd name="T38" fmla="*/ 655 w 1940"/>
              <a:gd name="T39" fmla="*/ 95 h 943"/>
              <a:gd name="T40" fmla="*/ 581 w 1940"/>
              <a:gd name="T41" fmla="*/ 130 h 943"/>
              <a:gd name="T42" fmla="*/ 511 w 1940"/>
              <a:gd name="T43" fmla="*/ 172 h 943"/>
              <a:gd name="T44" fmla="*/ 443 w 1940"/>
              <a:gd name="T45" fmla="*/ 216 h 943"/>
              <a:gd name="T46" fmla="*/ 381 w 1940"/>
              <a:gd name="T47" fmla="*/ 266 h 943"/>
              <a:gd name="T48" fmla="*/ 321 w 1940"/>
              <a:gd name="T49" fmla="*/ 318 h 943"/>
              <a:gd name="T50" fmla="*/ 265 w 1940"/>
              <a:gd name="T51" fmla="*/ 377 h 943"/>
              <a:gd name="T52" fmla="*/ 214 w 1940"/>
              <a:gd name="T53" fmla="*/ 439 h 943"/>
              <a:gd name="T54" fmla="*/ 168 w 1940"/>
              <a:gd name="T55" fmla="*/ 503 h 943"/>
              <a:gd name="T56" fmla="*/ 127 w 1940"/>
              <a:gd name="T57" fmla="*/ 572 h 943"/>
              <a:gd name="T58" fmla="*/ 92 w 1940"/>
              <a:gd name="T59" fmla="*/ 642 h 943"/>
              <a:gd name="T60" fmla="*/ 60 w 1940"/>
              <a:gd name="T61" fmla="*/ 715 h 943"/>
              <a:gd name="T62" fmla="*/ 35 w 1940"/>
              <a:gd name="T63" fmla="*/ 791 h 943"/>
              <a:gd name="T64" fmla="*/ 14 w 1940"/>
              <a:gd name="T65" fmla="*/ 868 h 943"/>
              <a:gd name="T66" fmla="*/ 0 w 1940"/>
              <a:gd name="T67" fmla="*/ 943 h 943"/>
              <a:gd name="T68" fmla="*/ 287 w 1940"/>
              <a:gd name="T69" fmla="*/ 762 h 943"/>
              <a:gd name="T70" fmla="*/ 569 w 1940"/>
              <a:gd name="T71" fmla="*/ 939 h 943"/>
              <a:gd name="T72" fmla="*/ 589 w 1940"/>
              <a:gd name="T73" fmla="*/ 890 h 943"/>
              <a:gd name="T74" fmla="*/ 613 w 1940"/>
              <a:gd name="T75" fmla="*/ 840 h 943"/>
              <a:gd name="T76" fmla="*/ 645 w 1940"/>
              <a:gd name="T77" fmla="*/ 792 h 943"/>
              <a:gd name="T78" fmla="*/ 679 w 1940"/>
              <a:gd name="T79" fmla="*/ 747 h 943"/>
              <a:gd name="T80" fmla="*/ 720 w 1940"/>
              <a:gd name="T81" fmla="*/ 706 h 943"/>
              <a:gd name="T82" fmla="*/ 762 w 1940"/>
              <a:gd name="T83" fmla="*/ 668 h 943"/>
              <a:gd name="T84" fmla="*/ 810 w 1940"/>
              <a:gd name="T85" fmla="*/ 636 h 943"/>
              <a:gd name="T86" fmla="*/ 861 w 1940"/>
              <a:gd name="T87" fmla="*/ 608 h 943"/>
              <a:gd name="T88" fmla="*/ 914 w 1940"/>
              <a:gd name="T89" fmla="*/ 585 h 943"/>
              <a:gd name="T90" fmla="*/ 969 w 1940"/>
              <a:gd name="T91" fmla="*/ 568 h 943"/>
              <a:gd name="T92" fmla="*/ 1026 w 1940"/>
              <a:gd name="T93" fmla="*/ 555 h 943"/>
              <a:gd name="T94" fmla="*/ 1083 w 1940"/>
              <a:gd name="T95" fmla="*/ 549 h 943"/>
              <a:gd name="T96" fmla="*/ 1142 w 1940"/>
              <a:gd name="T97" fmla="*/ 549 h 943"/>
              <a:gd name="T98" fmla="*/ 1200 w 1940"/>
              <a:gd name="T99" fmla="*/ 554 h 943"/>
              <a:gd name="T100" fmla="*/ 1257 w 1940"/>
              <a:gd name="T101" fmla="*/ 564 h 943"/>
              <a:gd name="T102" fmla="*/ 1312 w 1940"/>
              <a:gd name="T103" fmla="*/ 582 h 943"/>
              <a:gd name="T104" fmla="*/ 1365 w 1940"/>
              <a:gd name="T105" fmla="*/ 602 h 943"/>
              <a:gd name="T106" fmla="*/ 1472 w 1940"/>
              <a:gd name="T107" fmla="*/ 655 h 943"/>
              <a:gd name="T108" fmla="*/ 1548 w 1940"/>
              <a:gd name="T109" fmla="*/ 713 h 943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1940" h="943">
                <a:moveTo>
                  <a:pt x="1550" y="713"/>
                </a:moveTo>
                <a:lnTo>
                  <a:pt x="1834" y="678"/>
                </a:lnTo>
                <a:lnTo>
                  <a:pt x="1940" y="369"/>
                </a:lnTo>
                <a:lnTo>
                  <a:pt x="1873" y="285"/>
                </a:lnTo>
                <a:lnTo>
                  <a:pt x="1809" y="233"/>
                </a:lnTo>
                <a:lnTo>
                  <a:pt x="1743" y="187"/>
                </a:lnTo>
                <a:lnTo>
                  <a:pt x="1675" y="145"/>
                </a:lnTo>
                <a:lnTo>
                  <a:pt x="1602" y="109"/>
                </a:lnTo>
                <a:lnTo>
                  <a:pt x="1529" y="76"/>
                </a:lnTo>
                <a:lnTo>
                  <a:pt x="1452" y="51"/>
                </a:lnTo>
                <a:lnTo>
                  <a:pt x="1372" y="29"/>
                </a:lnTo>
                <a:lnTo>
                  <a:pt x="1293" y="15"/>
                </a:lnTo>
                <a:lnTo>
                  <a:pt x="1211" y="5"/>
                </a:lnTo>
                <a:lnTo>
                  <a:pt x="1130" y="0"/>
                </a:lnTo>
                <a:lnTo>
                  <a:pt x="1048" y="3"/>
                </a:lnTo>
                <a:lnTo>
                  <a:pt x="968" y="10"/>
                </a:lnTo>
                <a:lnTo>
                  <a:pt x="887" y="24"/>
                </a:lnTo>
                <a:lnTo>
                  <a:pt x="808" y="43"/>
                </a:lnTo>
                <a:lnTo>
                  <a:pt x="730" y="66"/>
                </a:lnTo>
                <a:lnTo>
                  <a:pt x="655" y="95"/>
                </a:lnTo>
                <a:lnTo>
                  <a:pt x="581" y="130"/>
                </a:lnTo>
                <a:lnTo>
                  <a:pt x="511" y="172"/>
                </a:lnTo>
                <a:lnTo>
                  <a:pt x="443" y="216"/>
                </a:lnTo>
                <a:lnTo>
                  <a:pt x="381" y="266"/>
                </a:lnTo>
                <a:lnTo>
                  <a:pt x="321" y="318"/>
                </a:lnTo>
                <a:lnTo>
                  <a:pt x="265" y="377"/>
                </a:lnTo>
                <a:lnTo>
                  <a:pt x="214" y="439"/>
                </a:lnTo>
                <a:lnTo>
                  <a:pt x="168" y="503"/>
                </a:lnTo>
                <a:lnTo>
                  <a:pt x="127" y="572"/>
                </a:lnTo>
                <a:lnTo>
                  <a:pt x="92" y="642"/>
                </a:lnTo>
                <a:lnTo>
                  <a:pt x="60" y="715"/>
                </a:lnTo>
                <a:lnTo>
                  <a:pt x="35" y="791"/>
                </a:lnTo>
                <a:lnTo>
                  <a:pt x="14" y="868"/>
                </a:lnTo>
                <a:lnTo>
                  <a:pt x="0" y="943"/>
                </a:lnTo>
                <a:lnTo>
                  <a:pt x="287" y="762"/>
                </a:lnTo>
                <a:lnTo>
                  <a:pt x="569" y="939"/>
                </a:lnTo>
                <a:lnTo>
                  <a:pt x="589" y="890"/>
                </a:lnTo>
                <a:lnTo>
                  <a:pt x="613" y="840"/>
                </a:lnTo>
                <a:lnTo>
                  <a:pt x="645" y="792"/>
                </a:lnTo>
                <a:lnTo>
                  <a:pt x="679" y="747"/>
                </a:lnTo>
                <a:lnTo>
                  <a:pt x="720" y="706"/>
                </a:lnTo>
                <a:lnTo>
                  <a:pt x="762" y="668"/>
                </a:lnTo>
                <a:lnTo>
                  <a:pt x="810" y="636"/>
                </a:lnTo>
                <a:lnTo>
                  <a:pt x="861" y="608"/>
                </a:lnTo>
                <a:lnTo>
                  <a:pt x="914" y="585"/>
                </a:lnTo>
                <a:lnTo>
                  <a:pt x="969" y="568"/>
                </a:lnTo>
                <a:lnTo>
                  <a:pt x="1026" y="555"/>
                </a:lnTo>
                <a:lnTo>
                  <a:pt x="1083" y="549"/>
                </a:lnTo>
                <a:lnTo>
                  <a:pt x="1142" y="549"/>
                </a:lnTo>
                <a:lnTo>
                  <a:pt x="1200" y="554"/>
                </a:lnTo>
                <a:lnTo>
                  <a:pt x="1257" y="564"/>
                </a:lnTo>
                <a:lnTo>
                  <a:pt x="1312" y="582"/>
                </a:lnTo>
                <a:lnTo>
                  <a:pt x="1365" y="602"/>
                </a:lnTo>
                <a:lnTo>
                  <a:pt x="1472" y="655"/>
                </a:lnTo>
                <a:lnTo>
                  <a:pt x="1548" y="713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1189" name="Freeform 4"/>
          <p:cNvSpPr>
            <a:spLocks/>
          </p:cNvSpPr>
          <p:nvPr/>
        </p:nvSpPr>
        <p:spPr bwMode="blackWhite">
          <a:xfrm>
            <a:off x="2687638" y="3397250"/>
            <a:ext cx="2232025" cy="2128838"/>
          </a:xfrm>
          <a:custGeom>
            <a:avLst/>
            <a:gdLst>
              <a:gd name="T0" fmla="*/ 1406 w 1406"/>
              <a:gd name="T1" fmla="*/ 1306 h 1341"/>
              <a:gd name="T2" fmla="*/ 1124 w 1406"/>
              <a:gd name="T3" fmla="*/ 1061 h 1341"/>
              <a:gd name="T4" fmla="*/ 1226 w 1406"/>
              <a:gd name="T5" fmla="*/ 789 h 1341"/>
              <a:gd name="T6" fmla="*/ 1170 w 1406"/>
              <a:gd name="T7" fmla="*/ 796 h 1341"/>
              <a:gd name="T8" fmla="*/ 1113 w 1406"/>
              <a:gd name="T9" fmla="*/ 797 h 1341"/>
              <a:gd name="T10" fmla="*/ 1056 w 1406"/>
              <a:gd name="T11" fmla="*/ 794 h 1341"/>
              <a:gd name="T12" fmla="*/ 999 w 1406"/>
              <a:gd name="T13" fmla="*/ 784 h 1341"/>
              <a:gd name="T14" fmla="*/ 946 w 1406"/>
              <a:gd name="T15" fmla="*/ 769 h 1341"/>
              <a:gd name="T16" fmla="*/ 892 w 1406"/>
              <a:gd name="T17" fmla="*/ 751 h 1341"/>
              <a:gd name="T18" fmla="*/ 842 w 1406"/>
              <a:gd name="T19" fmla="*/ 726 h 1341"/>
              <a:gd name="T20" fmla="*/ 794 w 1406"/>
              <a:gd name="T21" fmla="*/ 697 h 1341"/>
              <a:gd name="T22" fmla="*/ 750 w 1406"/>
              <a:gd name="T23" fmla="*/ 662 h 1341"/>
              <a:gd name="T24" fmla="*/ 710 w 1406"/>
              <a:gd name="T25" fmla="*/ 622 h 1341"/>
              <a:gd name="T26" fmla="*/ 672 w 1406"/>
              <a:gd name="T27" fmla="*/ 580 h 1341"/>
              <a:gd name="T28" fmla="*/ 641 w 1406"/>
              <a:gd name="T29" fmla="*/ 535 h 1341"/>
              <a:gd name="T30" fmla="*/ 615 w 1406"/>
              <a:gd name="T31" fmla="*/ 489 h 1341"/>
              <a:gd name="T32" fmla="*/ 596 w 1406"/>
              <a:gd name="T33" fmla="*/ 441 h 1341"/>
              <a:gd name="T34" fmla="*/ 579 w 1406"/>
              <a:gd name="T35" fmla="*/ 393 h 1341"/>
              <a:gd name="T36" fmla="*/ 568 w 1406"/>
              <a:gd name="T37" fmla="*/ 342 h 1341"/>
              <a:gd name="T38" fmla="*/ 559 w 1406"/>
              <a:gd name="T39" fmla="*/ 238 h 1341"/>
              <a:gd name="T40" fmla="*/ 563 w 1406"/>
              <a:gd name="T41" fmla="*/ 170 h 1341"/>
              <a:gd name="T42" fmla="*/ 303 w 1406"/>
              <a:gd name="T43" fmla="*/ 0 h 1341"/>
              <a:gd name="T44" fmla="*/ 11 w 1406"/>
              <a:gd name="T45" fmla="*/ 180 h 1341"/>
              <a:gd name="T46" fmla="*/ 0 w 1406"/>
              <a:gd name="T47" fmla="*/ 293 h 1341"/>
              <a:gd name="T48" fmla="*/ 7 w 1406"/>
              <a:gd name="T49" fmla="*/ 371 h 1341"/>
              <a:gd name="T50" fmla="*/ 19 w 1406"/>
              <a:gd name="T51" fmla="*/ 449 h 1341"/>
              <a:gd name="T52" fmla="*/ 35 w 1406"/>
              <a:gd name="T53" fmla="*/ 525 h 1341"/>
              <a:gd name="T54" fmla="*/ 57 w 1406"/>
              <a:gd name="T55" fmla="*/ 600 h 1341"/>
              <a:gd name="T56" fmla="*/ 86 w 1406"/>
              <a:gd name="T57" fmla="*/ 674 h 1341"/>
              <a:gd name="T58" fmla="*/ 121 w 1406"/>
              <a:gd name="T59" fmla="*/ 746 h 1341"/>
              <a:gd name="T60" fmla="*/ 160 w 1406"/>
              <a:gd name="T61" fmla="*/ 814 h 1341"/>
              <a:gd name="T62" fmla="*/ 204 w 1406"/>
              <a:gd name="T63" fmla="*/ 880 h 1341"/>
              <a:gd name="T64" fmla="*/ 251 w 1406"/>
              <a:gd name="T65" fmla="*/ 941 h 1341"/>
              <a:gd name="T66" fmla="*/ 304 w 1406"/>
              <a:gd name="T67" fmla="*/ 999 h 1341"/>
              <a:gd name="T68" fmla="*/ 361 w 1406"/>
              <a:gd name="T69" fmla="*/ 1054 h 1341"/>
              <a:gd name="T70" fmla="*/ 421 w 1406"/>
              <a:gd name="T71" fmla="*/ 1105 h 1341"/>
              <a:gd name="T72" fmla="*/ 486 w 1406"/>
              <a:gd name="T73" fmla="*/ 1152 h 1341"/>
              <a:gd name="T74" fmla="*/ 554 w 1406"/>
              <a:gd name="T75" fmla="*/ 1192 h 1341"/>
              <a:gd name="T76" fmla="*/ 625 w 1406"/>
              <a:gd name="T77" fmla="*/ 1229 h 1341"/>
              <a:gd name="T78" fmla="*/ 698 w 1406"/>
              <a:gd name="T79" fmla="*/ 1262 h 1341"/>
              <a:gd name="T80" fmla="*/ 774 w 1406"/>
              <a:gd name="T81" fmla="*/ 1287 h 1341"/>
              <a:gd name="T82" fmla="*/ 851 w 1406"/>
              <a:gd name="T83" fmla="*/ 1309 h 1341"/>
              <a:gd name="T84" fmla="*/ 930 w 1406"/>
              <a:gd name="T85" fmla="*/ 1324 h 1341"/>
              <a:gd name="T86" fmla="*/ 1008 w 1406"/>
              <a:gd name="T87" fmla="*/ 1337 h 1341"/>
              <a:gd name="T88" fmla="*/ 1089 w 1406"/>
              <a:gd name="T89" fmla="*/ 1341 h 1341"/>
              <a:gd name="T90" fmla="*/ 1169 w 1406"/>
              <a:gd name="T91" fmla="*/ 1341 h 1341"/>
              <a:gd name="T92" fmla="*/ 1248 w 1406"/>
              <a:gd name="T93" fmla="*/ 1336 h 1341"/>
              <a:gd name="T94" fmla="*/ 1328 w 1406"/>
              <a:gd name="T95" fmla="*/ 1323 h 1341"/>
              <a:gd name="T96" fmla="*/ 1406 w 1406"/>
              <a:gd name="T97" fmla="*/ 1306 h 13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406" h="1341">
                <a:moveTo>
                  <a:pt x="1406" y="1306"/>
                </a:moveTo>
                <a:lnTo>
                  <a:pt x="1124" y="1061"/>
                </a:lnTo>
                <a:lnTo>
                  <a:pt x="1226" y="789"/>
                </a:lnTo>
                <a:lnTo>
                  <a:pt x="1170" y="796"/>
                </a:lnTo>
                <a:lnTo>
                  <a:pt x="1113" y="797"/>
                </a:lnTo>
                <a:lnTo>
                  <a:pt x="1056" y="794"/>
                </a:lnTo>
                <a:lnTo>
                  <a:pt x="999" y="784"/>
                </a:lnTo>
                <a:lnTo>
                  <a:pt x="946" y="769"/>
                </a:lnTo>
                <a:lnTo>
                  <a:pt x="892" y="751"/>
                </a:lnTo>
                <a:lnTo>
                  <a:pt x="842" y="726"/>
                </a:lnTo>
                <a:lnTo>
                  <a:pt x="794" y="697"/>
                </a:lnTo>
                <a:lnTo>
                  <a:pt x="750" y="662"/>
                </a:lnTo>
                <a:lnTo>
                  <a:pt x="710" y="622"/>
                </a:lnTo>
                <a:lnTo>
                  <a:pt x="672" y="580"/>
                </a:lnTo>
                <a:lnTo>
                  <a:pt x="641" y="535"/>
                </a:lnTo>
                <a:lnTo>
                  <a:pt x="615" y="489"/>
                </a:lnTo>
                <a:lnTo>
                  <a:pt x="596" y="441"/>
                </a:lnTo>
                <a:lnTo>
                  <a:pt x="579" y="393"/>
                </a:lnTo>
                <a:lnTo>
                  <a:pt x="568" y="342"/>
                </a:lnTo>
                <a:lnTo>
                  <a:pt x="559" y="238"/>
                </a:lnTo>
                <a:lnTo>
                  <a:pt x="563" y="170"/>
                </a:lnTo>
                <a:lnTo>
                  <a:pt x="303" y="0"/>
                </a:lnTo>
                <a:lnTo>
                  <a:pt x="11" y="180"/>
                </a:lnTo>
                <a:lnTo>
                  <a:pt x="0" y="293"/>
                </a:lnTo>
                <a:lnTo>
                  <a:pt x="7" y="371"/>
                </a:lnTo>
                <a:lnTo>
                  <a:pt x="19" y="449"/>
                </a:lnTo>
                <a:lnTo>
                  <a:pt x="35" y="525"/>
                </a:lnTo>
                <a:lnTo>
                  <a:pt x="57" y="600"/>
                </a:lnTo>
                <a:lnTo>
                  <a:pt x="86" y="674"/>
                </a:lnTo>
                <a:lnTo>
                  <a:pt x="121" y="746"/>
                </a:lnTo>
                <a:lnTo>
                  <a:pt x="160" y="814"/>
                </a:lnTo>
                <a:lnTo>
                  <a:pt x="204" y="880"/>
                </a:lnTo>
                <a:lnTo>
                  <a:pt x="251" y="941"/>
                </a:lnTo>
                <a:lnTo>
                  <a:pt x="304" y="999"/>
                </a:lnTo>
                <a:lnTo>
                  <a:pt x="361" y="1054"/>
                </a:lnTo>
                <a:lnTo>
                  <a:pt x="421" y="1105"/>
                </a:lnTo>
                <a:lnTo>
                  <a:pt x="486" y="1152"/>
                </a:lnTo>
                <a:lnTo>
                  <a:pt x="554" y="1192"/>
                </a:lnTo>
                <a:lnTo>
                  <a:pt x="625" y="1229"/>
                </a:lnTo>
                <a:lnTo>
                  <a:pt x="698" y="1262"/>
                </a:lnTo>
                <a:lnTo>
                  <a:pt x="774" y="1287"/>
                </a:lnTo>
                <a:lnTo>
                  <a:pt x="851" y="1309"/>
                </a:lnTo>
                <a:lnTo>
                  <a:pt x="930" y="1324"/>
                </a:lnTo>
                <a:lnTo>
                  <a:pt x="1008" y="1337"/>
                </a:lnTo>
                <a:lnTo>
                  <a:pt x="1089" y="1341"/>
                </a:lnTo>
                <a:lnTo>
                  <a:pt x="1169" y="1341"/>
                </a:lnTo>
                <a:lnTo>
                  <a:pt x="1248" y="1336"/>
                </a:lnTo>
                <a:lnTo>
                  <a:pt x="1328" y="1323"/>
                </a:lnTo>
                <a:lnTo>
                  <a:pt x="1406" y="1306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1190" name="Freeform 5"/>
          <p:cNvSpPr>
            <a:spLocks/>
          </p:cNvSpPr>
          <p:nvPr/>
        </p:nvSpPr>
        <p:spPr bwMode="blackWhite">
          <a:xfrm>
            <a:off x="4618038" y="2746375"/>
            <a:ext cx="1625600" cy="2686050"/>
          </a:xfrm>
          <a:custGeom>
            <a:avLst/>
            <a:gdLst>
              <a:gd name="T0" fmla="*/ 370 w 1024"/>
              <a:gd name="T1" fmla="*/ 1650 h 1692"/>
              <a:gd name="T2" fmla="*/ 439 w 1024"/>
              <a:gd name="T3" fmla="*/ 1617 h 1692"/>
              <a:gd name="T4" fmla="*/ 507 w 1024"/>
              <a:gd name="T5" fmla="*/ 1579 h 1692"/>
              <a:gd name="T6" fmla="*/ 571 w 1024"/>
              <a:gd name="T7" fmla="*/ 1536 h 1692"/>
              <a:gd name="T8" fmla="*/ 633 w 1024"/>
              <a:gd name="T9" fmla="*/ 1488 h 1692"/>
              <a:gd name="T10" fmla="*/ 692 w 1024"/>
              <a:gd name="T11" fmla="*/ 1436 h 1692"/>
              <a:gd name="T12" fmla="*/ 745 w 1024"/>
              <a:gd name="T13" fmla="*/ 1381 h 1692"/>
              <a:gd name="T14" fmla="*/ 796 w 1024"/>
              <a:gd name="T15" fmla="*/ 1322 h 1692"/>
              <a:gd name="T16" fmla="*/ 840 w 1024"/>
              <a:gd name="T17" fmla="*/ 1260 h 1692"/>
              <a:gd name="T18" fmla="*/ 882 w 1024"/>
              <a:gd name="T19" fmla="*/ 1195 h 1692"/>
              <a:gd name="T20" fmla="*/ 916 w 1024"/>
              <a:gd name="T21" fmla="*/ 1128 h 1692"/>
              <a:gd name="T22" fmla="*/ 949 w 1024"/>
              <a:gd name="T23" fmla="*/ 1058 h 1692"/>
              <a:gd name="T24" fmla="*/ 973 w 1024"/>
              <a:gd name="T25" fmla="*/ 985 h 1692"/>
              <a:gd name="T26" fmla="*/ 995 w 1024"/>
              <a:gd name="T27" fmla="*/ 911 h 1692"/>
              <a:gd name="T28" fmla="*/ 1009 w 1024"/>
              <a:gd name="T29" fmla="*/ 837 h 1692"/>
              <a:gd name="T30" fmla="*/ 1020 w 1024"/>
              <a:gd name="T31" fmla="*/ 762 h 1692"/>
              <a:gd name="T32" fmla="*/ 1024 w 1024"/>
              <a:gd name="T33" fmla="*/ 686 h 1692"/>
              <a:gd name="T34" fmla="*/ 1021 w 1024"/>
              <a:gd name="T35" fmla="*/ 610 h 1692"/>
              <a:gd name="T36" fmla="*/ 1016 w 1024"/>
              <a:gd name="T37" fmla="*/ 535 h 1692"/>
              <a:gd name="T38" fmla="*/ 1002 w 1024"/>
              <a:gd name="T39" fmla="*/ 460 h 1692"/>
              <a:gd name="T40" fmla="*/ 985 w 1024"/>
              <a:gd name="T41" fmla="*/ 386 h 1692"/>
              <a:gd name="T42" fmla="*/ 962 w 1024"/>
              <a:gd name="T43" fmla="*/ 312 h 1692"/>
              <a:gd name="T44" fmla="*/ 933 w 1024"/>
              <a:gd name="T45" fmla="*/ 242 h 1692"/>
              <a:gd name="T46" fmla="*/ 901 w 1024"/>
              <a:gd name="T47" fmla="*/ 172 h 1692"/>
              <a:gd name="T48" fmla="*/ 862 w 1024"/>
              <a:gd name="T49" fmla="*/ 105 h 1692"/>
              <a:gd name="T50" fmla="*/ 826 w 1024"/>
              <a:gd name="T51" fmla="*/ 51 h 1692"/>
              <a:gd name="T52" fmla="*/ 787 w 1024"/>
              <a:gd name="T53" fmla="*/ 0 h 1692"/>
              <a:gd name="T54" fmla="*/ 673 w 1024"/>
              <a:gd name="T55" fmla="*/ 310 h 1692"/>
              <a:gd name="T56" fmla="*/ 358 w 1024"/>
              <a:gd name="T57" fmla="*/ 351 h 1692"/>
              <a:gd name="T58" fmla="*/ 380 w 1024"/>
              <a:gd name="T59" fmla="*/ 386 h 1692"/>
              <a:gd name="T60" fmla="*/ 408 w 1024"/>
              <a:gd name="T61" fmla="*/ 435 h 1692"/>
              <a:gd name="T62" fmla="*/ 429 w 1024"/>
              <a:gd name="T63" fmla="*/ 488 h 1692"/>
              <a:gd name="T64" fmla="*/ 446 w 1024"/>
              <a:gd name="T65" fmla="*/ 540 h 1692"/>
              <a:gd name="T66" fmla="*/ 456 w 1024"/>
              <a:gd name="T67" fmla="*/ 595 h 1692"/>
              <a:gd name="T68" fmla="*/ 461 w 1024"/>
              <a:gd name="T69" fmla="*/ 651 h 1692"/>
              <a:gd name="T70" fmla="*/ 459 w 1024"/>
              <a:gd name="T71" fmla="*/ 707 h 1692"/>
              <a:gd name="T72" fmla="*/ 452 w 1024"/>
              <a:gd name="T73" fmla="*/ 762 h 1692"/>
              <a:gd name="T74" fmla="*/ 438 w 1024"/>
              <a:gd name="T75" fmla="*/ 817 h 1692"/>
              <a:gd name="T76" fmla="*/ 420 w 1024"/>
              <a:gd name="T77" fmla="*/ 870 h 1692"/>
              <a:gd name="T78" fmla="*/ 396 w 1024"/>
              <a:gd name="T79" fmla="*/ 920 h 1692"/>
              <a:gd name="T80" fmla="*/ 367 w 1024"/>
              <a:gd name="T81" fmla="*/ 968 h 1692"/>
              <a:gd name="T82" fmla="*/ 332 w 1024"/>
              <a:gd name="T83" fmla="*/ 1013 h 1692"/>
              <a:gd name="T84" fmla="*/ 293 w 1024"/>
              <a:gd name="T85" fmla="*/ 1054 h 1692"/>
              <a:gd name="T86" fmla="*/ 249 w 1024"/>
              <a:gd name="T87" fmla="*/ 1092 h 1692"/>
              <a:gd name="T88" fmla="*/ 202 w 1024"/>
              <a:gd name="T89" fmla="*/ 1123 h 1692"/>
              <a:gd name="T90" fmla="*/ 79 w 1024"/>
              <a:gd name="T91" fmla="*/ 1192 h 1692"/>
              <a:gd name="T92" fmla="*/ 0 w 1024"/>
              <a:gd name="T93" fmla="*/ 1465 h 1692"/>
              <a:gd name="T94" fmla="*/ 259 w 1024"/>
              <a:gd name="T95" fmla="*/ 1692 h 1692"/>
              <a:gd name="T96" fmla="*/ 370 w 1024"/>
              <a:gd name="T97" fmla="*/ 1650 h 169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024" h="1692">
                <a:moveTo>
                  <a:pt x="370" y="1650"/>
                </a:moveTo>
                <a:lnTo>
                  <a:pt x="439" y="1617"/>
                </a:lnTo>
                <a:lnTo>
                  <a:pt x="507" y="1579"/>
                </a:lnTo>
                <a:lnTo>
                  <a:pt x="571" y="1536"/>
                </a:lnTo>
                <a:lnTo>
                  <a:pt x="633" y="1488"/>
                </a:lnTo>
                <a:lnTo>
                  <a:pt x="692" y="1436"/>
                </a:lnTo>
                <a:lnTo>
                  <a:pt x="745" y="1381"/>
                </a:lnTo>
                <a:lnTo>
                  <a:pt x="796" y="1322"/>
                </a:lnTo>
                <a:lnTo>
                  <a:pt x="840" y="1260"/>
                </a:lnTo>
                <a:lnTo>
                  <a:pt x="882" y="1195"/>
                </a:lnTo>
                <a:lnTo>
                  <a:pt x="916" y="1128"/>
                </a:lnTo>
                <a:lnTo>
                  <a:pt x="949" y="1058"/>
                </a:lnTo>
                <a:lnTo>
                  <a:pt x="973" y="985"/>
                </a:lnTo>
                <a:lnTo>
                  <a:pt x="995" y="911"/>
                </a:lnTo>
                <a:lnTo>
                  <a:pt x="1009" y="837"/>
                </a:lnTo>
                <a:lnTo>
                  <a:pt x="1020" y="762"/>
                </a:lnTo>
                <a:lnTo>
                  <a:pt x="1024" y="686"/>
                </a:lnTo>
                <a:lnTo>
                  <a:pt x="1021" y="610"/>
                </a:lnTo>
                <a:lnTo>
                  <a:pt x="1016" y="535"/>
                </a:lnTo>
                <a:lnTo>
                  <a:pt x="1002" y="460"/>
                </a:lnTo>
                <a:lnTo>
                  <a:pt x="985" y="386"/>
                </a:lnTo>
                <a:lnTo>
                  <a:pt x="962" y="312"/>
                </a:lnTo>
                <a:lnTo>
                  <a:pt x="933" y="242"/>
                </a:lnTo>
                <a:lnTo>
                  <a:pt x="901" y="172"/>
                </a:lnTo>
                <a:lnTo>
                  <a:pt x="862" y="105"/>
                </a:lnTo>
                <a:lnTo>
                  <a:pt x="826" y="51"/>
                </a:lnTo>
                <a:lnTo>
                  <a:pt x="787" y="0"/>
                </a:lnTo>
                <a:lnTo>
                  <a:pt x="673" y="310"/>
                </a:lnTo>
                <a:lnTo>
                  <a:pt x="358" y="351"/>
                </a:lnTo>
                <a:lnTo>
                  <a:pt x="380" y="386"/>
                </a:lnTo>
                <a:lnTo>
                  <a:pt x="408" y="435"/>
                </a:lnTo>
                <a:lnTo>
                  <a:pt x="429" y="488"/>
                </a:lnTo>
                <a:lnTo>
                  <a:pt x="446" y="540"/>
                </a:lnTo>
                <a:lnTo>
                  <a:pt x="456" y="595"/>
                </a:lnTo>
                <a:lnTo>
                  <a:pt x="461" y="651"/>
                </a:lnTo>
                <a:lnTo>
                  <a:pt x="459" y="707"/>
                </a:lnTo>
                <a:lnTo>
                  <a:pt x="452" y="762"/>
                </a:lnTo>
                <a:lnTo>
                  <a:pt x="438" y="817"/>
                </a:lnTo>
                <a:lnTo>
                  <a:pt x="420" y="870"/>
                </a:lnTo>
                <a:lnTo>
                  <a:pt x="396" y="920"/>
                </a:lnTo>
                <a:lnTo>
                  <a:pt x="367" y="968"/>
                </a:lnTo>
                <a:lnTo>
                  <a:pt x="332" y="1013"/>
                </a:lnTo>
                <a:lnTo>
                  <a:pt x="293" y="1054"/>
                </a:lnTo>
                <a:lnTo>
                  <a:pt x="249" y="1092"/>
                </a:lnTo>
                <a:lnTo>
                  <a:pt x="202" y="1123"/>
                </a:lnTo>
                <a:lnTo>
                  <a:pt x="79" y="1192"/>
                </a:lnTo>
                <a:lnTo>
                  <a:pt x="0" y="1465"/>
                </a:lnTo>
                <a:lnTo>
                  <a:pt x="259" y="1692"/>
                </a:lnTo>
                <a:lnTo>
                  <a:pt x="370" y="165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1191" name="Rectangle 6"/>
          <p:cNvSpPr>
            <a:spLocks noChangeArrowheads="1"/>
          </p:cNvSpPr>
          <p:nvPr/>
        </p:nvSpPr>
        <p:spPr bwMode="blackWhite">
          <a:xfrm>
            <a:off x="3365500" y="2439988"/>
            <a:ext cx="2051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1192" name="Rectangle 7"/>
          <p:cNvSpPr>
            <a:spLocks noChangeArrowheads="1"/>
          </p:cNvSpPr>
          <p:nvPr/>
        </p:nvSpPr>
        <p:spPr bwMode="blackWhite">
          <a:xfrm>
            <a:off x="5260975" y="4146550"/>
            <a:ext cx="920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1193" name="Rectangle 8"/>
          <p:cNvSpPr>
            <a:spLocks noChangeArrowheads="1"/>
          </p:cNvSpPr>
          <p:nvPr/>
        </p:nvSpPr>
        <p:spPr bwMode="blackWhite">
          <a:xfrm>
            <a:off x="2963863" y="4440238"/>
            <a:ext cx="901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119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119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1196" name="Rectangle 11"/>
          <p:cNvSpPr>
            <a:spLocks noChangeArrowheads="1"/>
          </p:cNvSpPr>
          <p:nvPr/>
        </p:nvSpPr>
        <p:spPr bwMode="auto">
          <a:xfrm>
            <a:off x="3484563" y="874713"/>
            <a:ext cx="18081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1197" name="Rectangle 12"/>
          <p:cNvSpPr>
            <a:spLocks noChangeArrowheads="1"/>
          </p:cNvSpPr>
          <p:nvPr/>
        </p:nvSpPr>
        <p:spPr bwMode="auto">
          <a:xfrm>
            <a:off x="6518275" y="3221038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1198" name="Rectangle 13"/>
          <p:cNvSpPr>
            <a:spLocks noChangeArrowheads="1"/>
          </p:cNvSpPr>
          <p:nvPr/>
        </p:nvSpPr>
        <p:spPr bwMode="auto">
          <a:xfrm>
            <a:off x="633413" y="411321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A7C8AAE-62F2-4A87-9CE8-9ACFA39CAAB9}" type="slidenum">
              <a:rPr lang="zh-CN" altLang="en-US" smtClean="0"/>
              <a:pPr defTabSz="895350"/>
              <a:t>214</a:t>
            </a:fld>
            <a:endParaRPr lang="en-US" altLang="zh-CN"/>
          </a:p>
        </p:txBody>
      </p:sp>
      <p:sp>
        <p:nvSpPr>
          <p:cNvPr id="222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4</a:t>
            </a:r>
          </a:p>
        </p:txBody>
      </p:sp>
      <p:grpSp>
        <p:nvGrpSpPr>
          <p:cNvPr id="222212" name="Group 3"/>
          <p:cNvGrpSpPr>
            <a:grpSpLocks/>
          </p:cNvGrpSpPr>
          <p:nvPr/>
        </p:nvGrpSpPr>
        <p:grpSpPr bwMode="auto">
          <a:xfrm>
            <a:off x="2279650" y="1625600"/>
            <a:ext cx="4052888" cy="3933825"/>
            <a:chOff x="2244" y="1767"/>
            <a:chExt cx="2029" cy="2029"/>
          </a:xfrm>
        </p:grpSpPr>
        <p:sp>
          <p:nvSpPr>
            <p:cNvPr id="222223" name="Freeform 4"/>
            <p:cNvSpPr>
              <a:spLocks/>
            </p:cNvSpPr>
            <p:nvPr/>
          </p:nvSpPr>
          <p:spPr bwMode="blackWhite">
            <a:xfrm>
              <a:off x="2366" y="1767"/>
              <a:ext cx="1055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2224" name="Freeform 5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2225" name="Freeform 6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2226" name="Freeform 7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22213" name="Rectangle 8"/>
          <p:cNvSpPr>
            <a:spLocks noChangeArrowheads="1"/>
          </p:cNvSpPr>
          <p:nvPr/>
        </p:nvSpPr>
        <p:spPr bwMode="blackWhite">
          <a:xfrm>
            <a:off x="3109913" y="2465388"/>
            <a:ext cx="72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2214" name="Rectangle 9"/>
          <p:cNvSpPr>
            <a:spLocks noChangeArrowheads="1"/>
          </p:cNvSpPr>
          <p:nvPr/>
        </p:nvSpPr>
        <p:spPr bwMode="blackWhite">
          <a:xfrm>
            <a:off x="4962525" y="2763838"/>
            <a:ext cx="722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2215" name="Rectangle 10"/>
          <p:cNvSpPr>
            <a:spLocks noChangeArrowheads="1"/>
          </p:cNvSpPr>
          <p:nvPr/>
        </p:nvSpPr>
        <p:spPr bwMode="blackWhite">
          <a:xfrm>
            <a:off x="4706938" y="4460875"/>
            <a:ext cx="723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2216" name="Rectangle 11"/>
          <p:cNvSpPr>
            <a:spLocks noChangeArrowheads="1"/>
          </p:cNvSpPr>
          <p:nvPr/>
        </p:nvSpPr>
        <p:spPr bwMode="blackWhite">
          <a:xfrm>
            <a:off x="2859088" y="4102100"/>
            <a:ext cx="72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221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221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2219" name="Rectangle 14"/>
          <p:cNvSpPr>
            <a:spLocks noChangeArrowheads="1"/>
          </p:cNvSpPr>
          <p:nvPr/>
        </p:nvSpPr>
        <p:spPr bwMode="auto">
          <a:xfrm>
            <a:off x="6423025" y="132715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2220" name="Rectangle 15"/>
          <p:cNvSpPr>
            <a:spLocks noChangeArrowheads="1"/>
          </p:cNvSpPr>
          <p:nvPr/>
        </p:nvSpPr>
        <p:spPr bwMode="auto">
          <a:xfrm>
            <a:off x="550863" y="132715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2221" name="Rectangle 16"/>
          <p:cNvSpPr>
            <a:spLocks noChangeArrowheads="1"/>
          </p:cNvSpPr>
          <p:nvPr/>
        </p:nvSpPr>
        <p:spPr bwMode="auto">
          <a:xfrm>
            <a:off x="6423025" y="38147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2222" name="Rectangle 17"/>
          <p:cNvSpPr>
            <a:spLocks noChangeArrowheads="1"/>
          </p:cNvSpPr>
          <p:nvPr/>
        </p:nvSpPr>
        <p:spPr bwMode="auto">
          <a:xfrm>
            <a:off x="550863" y="38147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E188B8A-ED60-496E-9EE2-0111FD9FC159}" type="slidenum">
              <a:rPr lang="zh-CN" altLang="en-US" smtClean="0"/>
              <a:pPr defTabSz="895350"/>
              <a:t>215</a:t>
            </a:fld>
            <a:endParaRPr lang="en-US" altLang="zh-CN"/>
          </a:p>
        </p:txBody>
      </p:sp>
      <p:sp>
        <p:nvSpPr>
          <p:cNvPr id="223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4</a:t>
            </a:r>
          </a:p>
        </p:txBody>
      </p:sp>
      <p:sp>
        <p:nvSpPr>
          <p:cNvPr id="223236" name="Freeform 3"/>
          <p:cNvSpPr>
            <a:spLocks/>
          </p:cNvSpPr>
          <p:nvPr/>
        </p:nvSpPr>
        <p:spPr bwMode="blackWhite">
          <a:xfrm>
            <a:off x="2524125" y="1890713"/>
            <a:ext cx="2108200" cy="1477962"/>
          </a:xfrm>
          <a:custGeom>
            <a:avLst/>
            <a:gdLst>
              <a:gd name="T0" fmla="*/ 572 w 1328"/>
              <a:gd name="T1" fmla="*/ 906 h 931"/>
              <a:gd name="T2" fmla="*/ 592 w 1328"/>
              <a:gd name="T3" fmla="*/ 856 h 931"/>
              <a:gd name="T4" fmla="*/ 616 w 1328"/>
              <a:gd name="T5" fmla="*/ 809 h 931"/>
              <a:gd name="T6" fmla="*/ 646 w 1328"/>
              <a:gd name="T7" fmla="*/ 763 h 931"/>
              <a:gd name="T8" fmla="*/ 680 w 1328"/>
              <a:gd name="T9" fmla="*/ 722 h 931"/>
              <a:gd name="T10" fmla="*/ 717 w 1328"/>
              <a:gd name="T11" fmla="*/ 683 h 931"/>
              <a:gd name="T12" fmla="*/ 758 w 1328"/>
              <a:gd name="T13" fmla="*/ 647 h 931"/>
              <a:gd name="T14" fmla="*/ 803 w 1328"/>
              <a:gd name="T15" fmla="*/ 617 h 931"/>
              <a:gd name="T16" fmla="*/ 850 w 1328"/>
              <a:gd name="T17" fmla="*/ 591 h 931"/>
              <a:gd name="T18" fmla="*/ 896 w 1328"/>
              <a:gd name="T19" fmla="*/ 572 h 931"/>
              <a:gd name="T20" fmla="*/ 947 w 1328"/>
              <a:gd name="T21" fmla="*/ 555 h 931"/>
              <a:gd name="T22" fmla="*/ 997 w 1328"/>
              <a:gd name="T23" fmla="*/ 542 h 931"/>
              <a:gd name="T24" fmla="*/ 1049 w 1328"/>
              <a:gd name="T25" fmla="*/ 535 h 931"/>
              <a:gd name="T26" fmla="*/ 1167 w 1328"/>
              <a:gd name="T27" fmla="*/ 537 h 931"/>
              <a:gd name="T28" fmla="*/ 1328 w 1328"/>
              <a:gd name="T29" fmla="*/ 290 h 931"/>
              <a:gd name="T30" fmla="*/ 1158 w 1328"/>
              <a:gd name="T31" fmla="*/ 9 h 931"/>
              <a:gd name="T32" fmla="*/ 1062 w 1328"/>
              <a:gd name="T33" fmla="*/ 0 h 931"/>
              <a:gd name="T34" fmla="*/ 952 w 1328"/>
              <a:gd name="T35" fmla="*/ 8 h 931"/>
              <a:gd name="T36" fmla="*/ 873 w 1328"/>
              <a:gd name="T37" fmla="*/ 21 h 931"/>
              <a:gd name="T38" fmla="*/ 797 w 1328"/>
              <a:gd name="T39" fmla="*/ 38 h 931"/>
              <a:gd name="T40" fmla="*/ 722 w 1328"/>
              <a:gd name="T41" fmla="*/ 63 h 931"/>
              <a:gd name="T42" fmla="*/ 649 w 1328"/>
              <a:gd name="T43" fmla="*/ 91 h 931"/>
              <a:gd name="T44" fmla="*/ 578 w 1328"/>
              <a:gd name="T45" fmla="*/ 124 h 931"/>
              <a:gd name="T46" fmla="*/ 509 w 1328"/>
              <a:gd name="T47" fmla="*/ 163 h 931"/>
              <a:gd name="T48" fmla="*/ 443 w 1328"/>
              <a:gd name="T49" fmla="*/ 207 h 931"/>
              <a:gd name="T50" fmla="*/ 380 w 1328"/>
              <a:gd name="T51" fmla="*/ 256 h 931"/>
              <a:gd name="T52" fmla="*/ 321 w 1328"/>
              <a:gd name="T53" fmla="*/ 309 h 931"/>
              <a:gd name="T54" fmla="*/ 265 w 1328"/>
              <a:gd name="T55" fmla="*/ 367 h 931"/>
              <a:gd name="T56" fmla="*/ 214 w 1328"/>
              <a:gd name="T57" fmla="*/ 426 h 931"/>
              <a:gd name="T58" fmla="*/ 168 w 1328"/>
              <a:gd name="T59" fmla="*/ 491 h 931"/>
              <a:gd name="T60" fmla="*/ 127 w 1328"/>
              <a:gd name="T61" fmla="*/ 560 h 931"/>
              <a:gd name="T62" fmla="*/ 91 w 1328"/>
              <a:gd name="T63" fmla="*/ 630 h 931"/>
              <a:gd name="T64" fmla="*/ 59 w 1328"/>
              <a:gd name="T65" fmla="*/ 701 h 931"/>
              <a:gd name="T66" fmla="*/ 34 w 1328"/>
              <a:gd name="T67" fmla="*/ 777 h 931"/>
              <a:gd name="T68" fmla="*/ 14 w 1328"/>
              <a:gd name="T69" fmla="*/ 853 h 931"/>
              <a:gd name="T70" fmla="*/ 0 w 1328"/>
              <a:gd name="T71" fmla="*/ 931 h 931"/>
              <a:gd name="T72" fmla="*/ 299 w 1328"/>
              <a:gd name="T73" fmla="*/ 738 h 931"/>
              <a:gd name="T74" fmla="*/ 572 w 1328"/>
              <a:gd name="T75" fmla="*/ 906 h 931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328" h="931">
                <a:moveTo>
                  <a:pt x="572" y="906"/>
                </a:moveTo>
                <a:lnTo>
                  <a:pt x="592" y="856"/>
                </a:lnTo>
                <a:lnTo>
                  <a:pt x="616" y="809"/>
                </a:lnTo>
                <a:lnTo>
                  <a:pt x="646" y="763"/>
                </a:lnTo>
                <a:lnTo>
                  <a:pt x="680" y="722"/>
                </a:lnTo>
                <a:lnTo>
                  <a:pt x="717" y="683"/>
                </a:lnTo>
                <a:lnTo>
                  <a:pt x="758" y="647"/>
                </a:lnTo>
                <a:lnTo>
                  <a:pt x="803" y="617"/>
                </a:lnTo>
                <a:lnTo>
                  <a:pt x="850" y="591"/>
                </a:lnTo>
                <a:lnTo>
                  <a:pt x="896" y="572"/>
                </a:lnTo>
                <a:lnTo>
                  <a:pt x="947" y="555"/>
                </a:lnTo>
                <a:lnTo>
                  <a:pt x="997" y="542"/>
                </a:lnTo>
                <a:lnTo>
                  <a:pt x="1049" y="535"/>
                </a:lnTo>
                <a:lnTo>
                  <a:pt x="1167" y="537"/>
                </a:lnTo>
                <a:lnTo>
                  <a:pt x="1328" y="290"/>
                </a:lnTo>
                <a:lnTo>
                  <a:pt x="1158" y="9"/>
                </a:lnTo>
                <a:lnTo>
                  <a:pt x="1062" y="0"/>
                </a:lnTo>
                <a:lnTo>
                  <a:pt x="952" y="8"/>
                </a:lnTo>
                <a:lnTo>
                  <a:pt x="873" y="21"/>
                </a:lnTo>
                <a:lnTo>
                  <a:pt x="797" y="38"/>
                </a:lnTo>
                <a:lnTo>
                  <a:pt x="722" y="63"/>
                </a:lnTo>
                <a:lnTo>
                  <a:pt x="649" y="91"/>
                </a:lnTo>
                <a:lnTo>
                  <a:pt x="578" y="124"/>
                </a:lnTo>
                <a:lnTo>
                  <a:pt x="509" y="163"/>
                </a:lnTo>
                <a:lnTo>
                  <a:pt x="443" y="207"/>
                </a:lnTo>
                <a:lnTo>
                  <a:pt x="380" y="256"/>
                </a:lnTo>
                <a:lnTo>
                  <a:pt x="321" y="309"/>
                </a:lnTo>
                <a:lnTo>
                  <a:pt x="265" y="367"/>
                </a:lnTo>
                <a:lnTo>
                  <a:pt x="214" y="426"/>
                </a:lnTo>
                <a:lnTo>
                  <a:pt x="168" y="491"/>
                </a:lnTo>
                <a:lnTo>
                  <a:pt x="127" y="560"/>
                </a:lnTo>
                <a:lnTo>
                  <a:pt x="91" y="630"/>
                </a:lnTo>
                <a:lnTo>
                  <a:pt x="59" y="701"/>
                </a:lnTo>
                <a:lnTo>
                  <a:pt x="34" y="777"/>
                </a:lnTo>
                <a:lnTo>
                  <a:pt x="14" y="853"/>
                </a:lnTo>
                <a:lnTo>
                  <a:pt x="0" y="931"/>
                </a:lnTo>
                <a:lnTo>
                  <a:pt x="299" y="738"/>
                </a:lnTo>
                <a:lnTo>
                  <a:pt x="572" y="906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3237" name="Freeform 4"/>
          <p:cNvSpPr>
            <a:spLocks/>
          </p:cNvSpPr>
          <p:nvPr/>
        </p:nvSpPr>
        <p:spPr bwMode="blackWhite">
          <a:xfrm>
            <a:off x="3935413" y="3806825"/>
            <a:ext cx="2062162" cy="1484313"/>
          </a:xfrm>
          <a:custGeom>
            <a:avLst/>
            <a:gdLst>
              <a:gd name="T0" fmla="*/ 736 w 1299"/>
              <a:gd name="T1" fmla="*/ 1 h 935"/>
              <a:gd name="T2" fmla="*/ 721 w 1299"/>
              <a:gd name="T3" fmla="*/ 50 h 935"/>
              <a:gd name="T4" fmla="*/ 700 w 1299"/>
              <a:gd name="T5" fmla="*/ 95 h 935"/>
              <a:gd name="T6" fmla="*/ 676 w 1299"/>
              <a:gd name="T7" fmla="*/ 142 h 935"/>
              <a:gd name="T8" fmla="*/ 647 w 1299"/>
              <a:gd name="T9" fmla="*/ 183 h 935"/>
              <a:gd name="T10" fmla="*/ 614 w 1299"/>
              <a:gd name="T11" fmla="*/ 222 h 935"/>
              <a:gd name="T12" fmla="*/ 578 w 1299"/>
              <a:gd name="T13" fmla="*/ 259 h 935"/>
              <a:gd name="T14" fmla="*/ 537 w 1299"/>
              <a:gd name="T15" fmla="*/ 292 h 935"/>
              <a:gd name="T16" fmla="*/ 495 w 1299"/>
              <a:gd name="T17" fmla="*/ 320 h 935"/>
              <a:gd name="T18" fmla="*/ 448 w 1299"/>
              <a:gd name="T19" fmla="*/ 346 h 935"/>
              <a:gd name="T20" fmla="*/ 399 w 1299"/>
              <a:gd name="T21" fmla="*/ 368 h 935"/>
              <a:gd name="T22" fmla="*/ 349 w 1299"/>
              <a:gd name="T23" fmla="*/ 383 h 935"/>
              <a:gd name="T24" fmla="*/ 297 w 1299"/>
              <a:gd name="T25" fmla="*/ 394 h 935"/>
              <a:gd name="T26" fmla="*/ 233 w 1299"/>
              <a:gd name="T27" fmla="*/ 404 h 935"/>
              <a:gd name="T28" fmla="*/ 170 w 1299"/>
              <a:gd name="T29" fmla="*/ 404 h 935"/>
              <a:gd name="T30" fmla="*/ 101 w 1299"/>
              <a:gd name="T31" fmla="*/ 499 h 935"/>
              <a:gd name="T32" fmla="*/ 0 w 1299"/>
              <a:gd name="T33" fmla="*/ 631 h 935"/>
              <a:gd name="T34" fmla="*/ 167 w 1299"/>
              <a:gd name="T35" fmla="*/ 929 h 935"/>
              <a:gd name="T36" fmla="*/ 297 w 1299"/>
              <a:gd name="T37" fmla="*/ 935 h 935"/>
              <a:gd name="T38" fmla="*/ 371 w 1299"/>
              <a:gd name="T39" fmla="*/ 927 h 935"/>
              <a:gd name="T40" fmla="*/ 444 w 1299"/>
              <a:gd name="T41" fmla="*/ 912 h 935"/>
              <a:gd name="T42" fmla="*/ 517 w 1299"/>
              <a:gd name="T43" fmla="*/ 895 h 935"/>
              <a:gd name="T44" fmla="*/ 588 w 1299"/>
              <a:gd name="T45" fmla="*/ 871 h 935"/>
              <a:gd name="T46" fmla="*/ 657 w 1299"/>
              <a:gd name="T47" fmla="*/ 844 h 935"/>
              <a:gd name="T48" fmla="*/ 724 w 1299"/>
              <a:gd name="T49" fmla="*/ 812 h 935"/>
              <a:gd name="T50" fmla="*/ 788 w 1299"/>
              <a:gd name="T51" fmla="*/ 775 h 935"/>
              <a:gd name="T52" fmla="*/ 851 w 1299"/>
              <a:gd name="T53" fmla="*/ 734 h 935"/>
              <a:gd name="T54" fmla="*/ 911 w 1299"/>
              <a:gd name="T55" fmla="*/ 689 h 935"/>
              <a:gd name="T56" fmla="*/ 967 w 1299"/>
              <a:gd name="T57" fmla="*/ 641 h 935"/>
              <a:gd name="T58" fmla="*/ 1021 w 1299"/>
              <a:gd name="T59" fmla="*/ 587 h 935"/>
              <a:gd name="T60" fmla="*/ 1068 w 1299"/>
              <a:gd name="T61" fmla="*/ 531 h 935"/>
              <a:gd name="T62" fmla="*/ 1112 w 1299"/>
              <a:gd name="T63" fmla="*/ 473 h 935"/>
              <a:gd name="T64" fmla="*/ 1153 w 1299"/>
              <a:gd name="T65" fmla="*/ 412 h 935"/>
              <a:gd name="T66" fmla="*/ 1189 w 1299"/>
              <a:gd name="T67" fmla="*/ 347 h 935"/>
              <a:gd name="T68" fmla="*/ 1221 w 1299"/>
              <a:gd name="T69" fmla="*/ 282 h 935"/>
              <a:gd name="T70" fmla="*/ 1247 w 1299"/>
              <a:gd name="T71" fmla="*/ 212 h 935"/>
              <a:gd name="T72" fmla="*/ 1270 w 1299"/>
              <a:gd name="T73" fmla="*/ 143 h 935"/>
              <a:gd name="T74" fmla="*/ 1287 w 1299"/>
              <a:gd name="T75" fmla="*/ 71 h 935"/>
              <a:gd name="T76" fmla="*/ 1299 w 1299"/>
              <a:gd name="T77" fmla="*/ 0 h 935"/>
              <a:gd name="T78" fmla="*/ 1022 w 1299"/>
              <a:gd name="T79" fmla="*/ 161 h 935"/>
              <a:gd name="T80" fmla="*/ 736 w 1299"/>
              <a:gd name="T81" fmla="*/ 1 h 935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299" h="935">
                <a:moveTo>
                  <a:pt x="736" y="1"/>
                </a:moveTo>
                <a:lnTo>
                  <a:pt x="721" y="50"/>
                </a:lnTo>
                <a:lnTo>
                  <a:pt x="700" y="95"/>
                </a:lnTo>
                <a:lnTo>
                  <a:pt x="676" y="142"/>
                </a:lnTo>
                <a:lnTo>
                  <a:pt x="647" y="183"/>
                </a:lnTo>
                <a:lnTo>
                  <a:pt x="614" y="222"/>
                </a:lnTo>
                <a:lnTo>
                  <a:pt x="578" y="259"/>
                </a:lnTo>
                <a:lnTo>
                  <a:pt x="537" y="292"/>
                </a:lnTo>
                <a:lnTo>
                  <a:pt x="495" y="320"/>
                </a:lnTo>
                <a:lnTo>
                  <a:pt x="448" y="346"/>
                </a:lnTo>
                <a:lnTo>
                  <a:pt x="399" y="368"/>
                </a:lnTo>
                <a:lnTo>
                  <a:pt x="349" y="383"/>
                </a:lnTo>
                <a:lnTo>
                  <a:pt x="297" y="394"/>
                </a:lnTo>
                <a:lnTo>
                  <a:pt x="233" y="404"/>
                </a:lnTo>
                <a:lnTo>
                  <a:pt x="170" y="404"/>
                </a:lnTo>
                <a:lnTo>
                  <a:pt x="101" y="499"/>
                </a:lnTo>
                <a:lnTo>
                  <a:pt x="0" y="631"/>
                </a:lnTo>
                <a:lnTo>
                  <a:pt x="167" y="929"/>
                </a:lnTo>
                <a:lnTo>
                  <a:pt x="297" y="935"/>
                </a:lnTo>
                <a:lnTo>
                  <a:pt x="371" y="927"/>
                </a:lnTo>
                <a:lnTo>
                  <a:pt x="444" y="912"/>
                </a:lnTo>
                <a:lnTo>
                  <a:pt x="517" y="895"/>
                </a:lnTo>
                <a:lnTo>
                  <a:pt x="588" y="871"/>
                </a:lnTo>
                <a:lnTo>
                  <a:pt x="657" y="844"/>
                </a:lnTo>
                <a:lnTo>
                  <a:pt x="724" y="812"/>
                </a:lnTo>
                <a:lnTo>
                  <a:pt x="788" y="775"/>
                </a:lnTo>
                <a:lnTo>
                  <a:pt x="851" y="734"/>
                </a:lnTo>
                <a:lnTo>
                  <a:pt x="911" y="689"/>
                </a:lnTo>
                <a:lnTo>
                  <a:pt x="967" y="641"/>
                </a:lnTo>
                <a:lnTo>
                  <a:pt x="1021" y="587"/>
                </a:lnTo>
                <a:lnTo>
                  <a:pt x="1068" y="531"/>
                </a:lnTo>
                <a:lnTo>
                  <a:pt x="1112" y="473"/>
                </a:lnTo>
                <a:lnTo>
                  <a:pt x="1153" y="412"/>
                </a:lnTo>
                <a:lnTo>
                  <a:pt x="1189" y="347"/>
                </a:lnTo>
                <a:lnTo>
                  <a:pt x="1221" y="282"/>
                </a:lnTo>
                <a:lnTo>
                  <a:pt x="1247" y="212"/>
                </a:lnTo>
                <a:lnTo>
                  <a:pt x="1270" y="143"/>
                </a:lnTo>
                <a:lnTo>
                  <a:pt x="1287" y="71"/>
                </a:lnTo>
                <a:lnTo>
                  <a:pt x="1299" y="0"/>
                </a:lnTo>
                <a:lnTo>
                  <a:pt x="1022" y="161"/>
                </a:lnTo>
                <a:lnTo>
                  <a:pt x="736" y="1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3238" name="Freeform 5"/>
          <p:cNvSpPr>
            <a:spLocks/>
          </p:cNvSpPr>
          <p:nvPr/>
        </p:nvSpPr>
        <p:spPr bwMode="blackWhite">
          <a:xfrm>
            <a:off x="2549525" y="3168650"/>
            <a:ext cx="1585913" cy="2082800"/>
          </a:xfrm>
          <a:custGeom>
            <a:avLst/>
            <a:gdLst>
              <a:gd name="T0" fmla="*/ 999 w 999"/>
              <a:gd name="T1" fmla="*/ 788 h 1312"/>
              <a:gd name="T2" fmla="*/ 946 w 999"/>
              <a:gd name="T3" fmla="*/ 774 h 1312"/>
              <a:gd name="T4" fmla="*/ 896 w 999"/>
              <a:gd name="T5" fmla="*/ 757 h 1312"/>
              <a:gd name="T6" fmla="*/ 845 w 999"/>
              <a:gd name="T7" fmla="*/ 737 h 1312"/>
              <a:gd name="T8" fmla="*/ 800 w 999"/>
              <a:gd name="T9" fmla="*/ 711 h 1312"/>
              <a:gd name="T10" fmla="*/ 755 w 999"/>
              <a:gd name="T11" fmla="*/ 680 h 1312"/>
              <a:gd name="T12" fmla="*/ 714 w 999"/>
              <a:gd name="T13" fmla="*/ 646 h 1312"/>
              <a:gd name="T14" fmla="*/ 677 w 999"/>
              <a:gd name="T15" fmla="*/ 607 h 1312"/>
              <a:gd name="T16" fmla="*/ 645 w 999"/>
              <a:gd name="T17" fmla="*/ 568 h 1312"/>
              <a:gd name="T18" fmla="*/ 615 w 999"/>
              <a:gd name="T19" fmla="*/ 523 h 1312"/>
              <a:gd name="T20" fmla="*/ 594 w 999"/>
              <a:gd name="T21" fmla="*/ 486 h 1312"/>
              <a:gd name="T22" fmla="*/ 577 w 999"/>
              <a:gd name="T23" fmla="*/ 447 h 1312"/>
              <a:gd name="T24" fmla="*/ 563 w 999"/>
              <a:gd name="T25" fmla="*/ 406 h 1312"/>
              <a:gd name="T26" fmla="*/ 552 w 999"/>
              <a:gd name="T27" fmla="*/ 358 h 1312"/>
              <a:gd name="T28" fmla="*/ 544 w 999"/>
              <a:gd name="T29" fmla="*/ 304 h 1312"/>
              <a:gd name="T30" fmla="*/ 544 w 999"/>
              <a:gd name="T31" fmla="*/ 232 h 1312"/>
              <a:gd name="T32" fmla="*/ 550 w 999"/>
              <a:gd name="T33" fmla="*/ 155 h 1312"/>
              <a:gd name="T34" fmla="*/ 283 w 999"/>
              <a:gd name="T35" fmla="*/ 0 h 1312"/>
              <a:gd name="T36" fmla="*/ 0 w 999"/>
              <a:gd name="T37" fmla="*/ 176 h 1312"/>
              <a:gd name="T38" fmla="*/ 1 w 999"/>
              <a:gd name="T39" fmla="*/ 289 h 1312"/>
              <a:gd name="T40" fmla="*/ 7 w 999"/>
              <a:gd name="T41" fmla="*/ 365 h 1312"/>
              <a:gd name="T42" fmla="*/ 19 w 999"/>
              <a:gd name="T43" fmla="*/ 442 h 1312"/>
              <a:gd name="T44" fmla="*/ 38 w 999"/>
              <a:gd name="T45" fmla="*/ 515 h 1312"/>
              <a:gd name="T46" fmla="*/ 59 w 999"/>
              <a:gd name="T47" fmla="*/ 590 h 1312"/>
              <a:gd name="T48" fmla="*/ 87 w 999"/>
              <a:gd name="T49" fmla="*/ 661 h 1312"/>
              <a:gd name="T50" fmla="*/ 121 w 999"/>
              <a:gd name="T51" fmla="*/ 730 h 1312"/>
              <a:gd name="T52" fmla="*/ 160 w 999"/>
              <a:gd name="T53" fmla="*/ 798 h 1312"/>
              <a:gd name="T54" fmla="*/ 202 w 999"/>
              <a:gd name="T55" fmla="*/ 860 h 1312"/>
              <a:gd name="T56" fmla="*/ 249 w 999"/>
              <a:gd name="T57" fmla="*/ 918 h 1312"/>
              <a:gd name="T58" fmla="*/ 301 w 999"/>
              <a:gd name="T59" fmla="*/ 973 h 1312"/>
              <a:gd name="T60" fmla="*/ 357 w 999"/>
              <a:gd name="T61" fmla="*/ 1027 h 1312"/>
              <a:gd name="T62" fmla="*/ 415 w 999"/>
              <a:gd name="T63" fmla="*/ 1075 h 1312"/>
              <a:gd name="T64" fmla="*/ 477 w 999"/>
              <a:gd name="T65" fmla="*/ 1120 h 1312"/>
              <a:gd name="T66" fmla="*/ 542 w 999"/>
              <a:gd name="T67" fmla="*/ 1162 h 1312"/>
              <a:gd name="T68" fmla="*/ 610 w 999"/>
              <a:gd name="T69" fmla="*/ 1197 h 1312"/>
              <a:gd name="T70" fmla="*/ 679 w 999"/>
              <a:gd name="T71" fmla="*/ 1230 h 1312"/>
              <a:gd name="T72" fmla="*/ 751 w 999"/>
              <a:gd name="T73" fmla="*/ 1257 h 1312"/>
              <a:gd name="T74" fmla="*/ 824 w 999"/>
              <a:gd name="T75" fmla="*/ 1280 h 1312"/>
              <a:gd name="T76" fmla="*/ 898 w 999"/>
              <a:gd name="T77" fmla="*/ 1297 h 1312"/>
              <a:gd name="T78" fmla="*/ 975 w 999"/>
              <a:gd name="T79" fmla="*/ 1312 h 1312"/>
              <a:gd name="T80" fmla="*/ 801 w 999"/>
              <a:gd name="T81" fmla="*/ 1032 h 1312"/>
              <a:gd name="T82" fmla="*/ 999 w 999"/>
              <a:gd name="T83" fmla="*/ 788 h 1312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999" h="1312">
                <a:moveTo>
                  <a:pt x="999" y="788"/>
                </a:moveTo>
                <a:lnTo>
                  <a:pt x="946" y="774"/>
                </a:lnTo>
                <a:lnTo>
                  <a:pt x="896" y="757"/>
                </a:lnTo>
                <a:lnTo>
                  <a:pt x="845" y="737"/>
                </a:lnTo>
                <a:lnTo>
                  <a:pt x="800" y="711"/>
                </a:lnTo>
                <a:lnTo>
                  <a:pt x="755" y="680"/>
                </a:lnTo>
                <a:lnTo>
                  <a:pt x="714" y="646"/>
                </a:lnTo>
                <a:lnTo>
                  <a:pt x="677" y="607"/>
                </a:lnTo>
                <a:lnTo>
                  <a:pt x="645" y="568"/>
                </a:lnTo>
                <a:lnTo>
                  <a:pt x="615" y="523"/>
                </a:lnTo>
                <a:lnTo>
                  <a:pt x="594" y="486"/>
                </a:lnTo>
                <a:lnTo>
                  <a:pt x="577" y="447"/>
                </a:lnTo>
                <a:lnTo>
                  <a:pt x="563" y="406"/>
                </a:lnTo>
                <a:lnTo>
                  <a:pt x="552" y="358"/>
                </a:lnTo>
                <a:lnTo>
                  <a:pt x="544" y="304"/>
                </a:lnTo>
                <a:lnTo>
                  <a:pt x="544" y="232"/>
                </a:lnTo>
                <a:lnTo>
                  <a:pt x="550" y="155"/>
                </a:lnTo>
                <a:lnTo>
                  <a:pt x="283" y="0"/>
                </a:lnTo>
                <a:lnTo>
                  <a:pt x="0" y="176"/>
                </a:lnTo>
                <a:lnTo>
                  <a:pt x="1" y="289"/>
                </a:lnTo>
                <a:lnTo>
                  <a:pt x="7" y="365"/>
                </a:lnTo>
                <a:lnTo>
                  <a:pt x="19" y="442"/>
                </a:lnTo>
                <a:lnTo>
                  <a:pt x="38" y="515"/>
                </a:lnTo>
                <a:lnTo>
                  <a:pt x="59" y="590"/>
                </a:lnTo>
                <a:lnTo>
                  <a:pt x="87" y="661"/>
                </a:lnTo>
                <a:lnTo>
                  <a:pt x="121" y="730"/>
                </a:lnTo>
                <a:lnTo>
                  <a:pt x="160" y="798"/>
                </a:lnTo>
                <a:lnTo>
                  <a:pt x="202" y="860"/>
                </a:lnTo>
                <a:lnTo>
                  <a:pt x="249" y="918"/>
                </a:lnTo>
                <a:lnTo>
                  <a:pt x="301" y="973"/>
                </a:lnTo>
                <a:lnTo>
                  <a:pt x="357" y="1027"/>
                </a:lnTo>
                <a:lnTo>
                  <a:pt x="415" y="1075"/>
                </a:lnTo>
                <a:lnTo>
                  <a:pt x="477" y="1120"/>
                </a:lnTo>
                <a:lnTo>
                  <a:pt x="542" y="1162"/>
                </a:lnTo>
                <a:lnTo>
                  <a:pt x="610" y="1197"/>
                </a:lnTo>
                <a:lnTo>
                  <a:pt x="679" y="1230"/>
                </a:lnTo>
                <a:lnTo>
                  <a:pt x="751" y="1257"/>
                </a:lnTo>
                <a:lnTo>
                  <a:pt x="824" y="1280"/>
                </a:lnTo>
                <a:lnTo>
                  <a:pt x="898" y="1297"/>
                </a:lnTo>
                <a:lnTo>
                  <a:pt x="975" y="1312"/>
                </a:lnTo>
                <a:lnTo>
                  <a:pt x="801" y="1032"/>
                </a:lnTo>
                <a:lnTo>
                  <a:pt x="999" y="788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3239" name="Freeform 6"/>
          <p:cNvSpPr>
            <a:spLocks/>
          </p:cNvSpPr>
          <p:nvPr/>
        </p:nvSpPr>
        <p:spPr bwMode="blackWhite">
          <a:xfrm>
            <a:off x="4448175" y="1900238"/>
            <a:ext cx="1560513" cy="2063750"/>
          </a:xfrm>
          <a:custGeom>
            <a:avLst/>
            <a:gdLst>
              <a:gd name="T0" fmla="*/ 697 w 983"/>
              <a:gd name="T1" fmla="*/ 1300 h 1300"/>
              <a:gd name="T2" fmla="*/ 978 w 983"/>
              <a:gd name="T3" fmla="*/ 1140 h 1300"/>
              <a:gd name="T4" fmla="*/ 983 w 983"/>
              <a:gd name="T5" fmla="*/ 1026 h 1300"/>
              <a:gd name="T6" fmla="*/ 977 w 983"/>
              <a:gd name="T7" fmla="*/ 950 h 1300"/>
              <a:gd name="T8" fmla="*/ 965 w 983"/>
              <a:gd name="T9" fmla="*/ 875 h 1300"/>
              <a:gd name="T10" fmla="*/ 949 w 983"/>
              <a:gd name="T11" fmla="*/ 800 h 1300"/>
              <a:gd name="T12" fmla="*/ 928 w 983"/>
              <a:gd name="T13" fmla="*/ 727 h 1300"/>
              <a:gd name="T14" fmla="*/ 899 w 983"/>
              <a:gd name="T15" fmla="*/ 655 h 1300"/>
              <a:gd name="T16" fmla="*/ 866 w 983"/>
              <a:gd name="T17" fmla="*/ 586 h 1300"/>
              <a:gd name="T18" fmla="*/ 828 w 983"/>
              <a:gd name="T19" fmla="*/ 519 h 1300"/>
              <a:gd name="T20" fmla="*/ 785 w 983"/>
              <a:gd name="T21" fmla="*/ 454 h 1300"/>
              <a:gd name="T22" fmla="*/ 738 w 983"/>
              <a:gd name="T23" fmla="*/ 395 h 1300"/>
              <a:gd name="T24" fmla="*/ 689 w 983"/>
              <a:gd name="T25" fmla="*/ 336 h 1300"/>
              <a:gd name="T26" fmla="*/ 632 w 983"/>
              <a:gd name="T27" fmla="*/ 283 h 1300"/>
              <a:gd name="T28" fmla="*/ 573 w 983"/>
              <a:gd name="T29" fmla="*/ 233 h 1300"/>
              <a:gd name="T30" fmla="*/ 510 w 983"/>
              <a:gd name="T31" fmla="*/ 187 h 1300"/>
              <a:gd name="T32" fmla="*/ 443 w 983"/>
              <a:gd name="T33" fmla="*/ 147 h 1300"/>
              <a:gd name="T34" fmla="*/ 375 w 983"/>
              <a:gd name="T35" fmla="*/ 109 h 1300"/>
              <a:gd name="T36" fmla="*/ 303 w 983"/>
              <a:gd name="T37" fmla="*/ 77 h 1300"/>
              <a:gd name="T38" fmla="*/ 229 w 983"/>
              <a:gd name="T39" fmla="*/ 50 h 1300"/>
              <a:gd name="T40" fmla="*/ 154 w 983"/>
              <a:gd name="T41" fmla="*/ 28 h 1300"/>
              <a:gd name="T42" fmla="*/ 77 w 983"/>
              <a:gd name="T43" fmla="*/ 11 h 1300"/>
              <a:gd name="T44" fmla="*/ 0 w 983"/>
              <a:gd name="T45" fmla="*/ 0 h 1300"/>
              <a:gd name="T46" fmla="*/ 172 w 983"/>
              <a:gd name="T47" fmla="*/ 276 h 1300"/>
              <a:gd name="T48" fmla="*/ 6 w 983"/>
              <a:gd name="T49" fmla="*/ 551 h 1300"/>
              <a:gd name="T50" fmla="*/ 60 w 983"/>
              <a:gd name="T51" fmla="*/ 568 h 1300"/>
              <a:gd name="T52" fmla="*/ 113 w 983"/>
              <a:gd name="T53" fmla="*/ 590 h 1300"/>
              <a:gd name="T54" fmla="*/ 164 w 983"/>
              <a:gd name="T55" fmla="*/ 617 h 1300"/>
              <a:gd name="T56" fmla="*/ 211 w 983"/>
              <a:gd name="T57" fmla="*/ 649 h 1300"/>
              <a:gd name="T58" fmla="*/ 254 w 983"/>
              <a:gd name="T59" fmla="*/ 685 h 1300"/>
              <a:gd name="T60" fmla="*/ 293 w 983"/>
              <a:gd name="T61" fmla="*/ 726 h 1300"/>
              <a:gd name="T62" fmla="*/ 330 w 983"/>
              <a:gd name="T63" fmla="*/ 768 h 1300"/>
              <a:gd name="T64" fmla="*/ 359 w 983"/>
              <a:gd name="T65" fmla="*/ 816 h 1300"/>
              <a:gd name="T66" fmla="*/ 384 w 983"/>
              <a:gd name="T67" fmla="*/ 866 h 1300"/>
              <a:gd name="T68" fmla="*/ 404 w 983"/>
              <a:gd name="T69" fmla="*/ 917 h 1300"/>
              <a:gd name="T70" fmla="*/ 419 w 983"/>
              <a:gd name="T71" fmla="*/ 971 h 1300"/>
              <a:gd name="T72" fmla="*/ 428 w 983"/>
              <a:gd name="T73" fmla="*/ 1026 h 1300"/>
              <a:gd name="T74" fmla="*/ 435 w 983"/>
              <a:gd name="T75" fmla="*/ 1149 h 1300"/>
              <a:gd name="T76" fmla="*/ 697 w 983"/>
              <a:gd name="T77" fmla="*/ 1300 h 1300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983" h="1300">
                <a:moveTo>
                  <a:pt x="697" y="1300"/>
                </a:moveTo>
                <a:lnTo>
                  <a:pt x="978" y="1140"/>
                </a:lnTo>
                <a:lnTo>
                  <a:pt x="983" y="1026"/>
                </a:lnTo>
                <a:lnTo>
                  <a:pt x="977" y="950"/>
                </a:lnTo>
                <a:lnTo>
                  <a:pt x="965" y="875"/>
                </a:lnTo>
                <a:lnTo>
                  <a:pt x="949" y="800"/>
                </a:lnTo>
                <a:lnTo>
                  <a:pt x="928" y="727"/>
                </a:lnTo>
                <a:lnTo>
                  <a:pt x="899" y="655"/>
                </a:lnTo>
                <a:lnTo>
                  <a:pt x="866" y="586"/>
                </a:lnTo>
                <a:lnTo>
                  <a:pt x="828" y="519"/>
                </a:lnTo>
                <a:lnTo>
                  <a:pt x="785" y="454"/>
                </a:lnTo>
                <a:lnTo>
                  <a:pt x="738" y="395"/>
                </a:lnTo>
                <a:lnTo>
                  <a:pt x="689" y="336"/>
                </a:lnTo>
                <a:lnTo>
                  <a:pt x="632" y="283"/>
                </a:lnTo>
                <a:lnTo>
                  <a:pt x="573" y="233"/>
                </a:lnTo>
                <a:lnTo>
                  <a:pt x="510" y="187"/>
                </a:lnTo>
                <a:lnTo>
                  <a:pt x="443" y="147"/>
                </a:lnTo>
                <a:lnTo>
                  <a:pt x="375" y="109"/>
                </a:lnTo>
                <a:lnTo>
                  <a:pt x="303" y="77"/>
                </a:lnTo>
                <a:lnTo>
                  <a:pt x="229" y="50"/>
                </a:lnTo>
                <a:lnTo>
                  <a:pt x="154" y="28"/>
                </a:lnTo>
                <a:lnTo>
                  <a:pt x="77" y="11"/>
                </a:lnTo>
                <a:lnTo>
                  <a:pt x="0" y="0"/>
                </a:lnTo>
                <a:lnTo>
                  <a:pt x="172" y="276"/>
                </a:lnTo>
                <a:lnTo>
                  <a:pt x="6" y="551"/>
                </a:lnTo>
                <a:lnTo>
                  <a:pt x="60" y="568"/>
                </a:lnTo>
                <a:lnTo>
                  <a:pt x="113" y="590"/>
                </a:lnTo>
                <a:lnTo>
                  <a:pt x="164" y="617"/>
                </a:lnTo>
                <a:lnTo>
                  <a:pt x="211" y="649"/>
                </a:lnTo>
                <a:lnTo>
                  <a:pt x="254" y="685"/>
                </a:lnTo>
                <a:lnTo>
                  <a:pt x="293" y="726"/>
                </a:lnTo>
                <a:lnTo>
                  <a:pt x="330" y="768"/>
                </a:lnTo>
                <a:lnTo>
                  <a:pt x="359" y="816"/>
                </a:lnTo>
                <a:lnTo>
                  <a:pt x="384" y="866"/>
                </a:lnTo>
                <a:lnTo>
                  <a:pt x="404" y="917"/>
                </a:lnTo>
                <a:lnTo>
                  <a:pt x="419" y="971"/>
                </a:lnTo>
                <a:lnTo>
                  <a:pt x="428" y="1026"/>
                </a:lnTo>
                <a:lnTo>
                  <a:pt x="435" y="1149"/>
                </a:lnTo>
                <a:lnTo>
                  <a:pt x="697" y="130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3240" name="Rectangle 7"/>
          <p:cNvSpPr>
            <a:spLocks noChangeArrowheads="1"/>
          </p:cNvSpPr>
          <p:nvPr/>
        </p:nvSpPr>
        <p:spPr bwMode="blackWhite">
          <a:xfrm>
            <a:off x="3109913" y="2465388"/>
            <a:ext cx="72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3241" name="Rectangle 8"/>
          <p:cNvSpPr>
            <a:spLocks noChangeArrowheads="1"/>
          </p:cNvSpPr>
          <p:nvPr/>
        </p:nvSpPr>
        <p:spPr bwMode="blackWhite">
          <a:xfrm>
            <a:off x="4962525" y="2763838"/>
            <a:ext cx="722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3242" name="Rectangle 9"/>
          <p:cNvSpPr>
            <a:spLocks noChangeArrowheads="1"/>
          </p:cNvSpPr>
          <p:nvPr/>
        </p:nvSpPr>
        <p:spPr bwMode="blackWhite">
          <a:xfrm>
            <a:off x="4706938" y="4460875"/>
            <a:ext cx="723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3243" name="Rectangle 10"/>
          <p:cNvSpPr>
            <a:spLocks noChangeArrowheads="1"/>
          </p:cNvSpPr>
          <p:nvPr/>
        </p:nvSpPr>
        <p:spPr bwMode="blackWhite">
          <a:xfrm>
            <a:off x="2859088" y="4102100"/>
            <a:ext cx="72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2324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324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3246" name="Rectangle 13"/>
          <p:cNvSpPr>
            <a:spLocks noChangeArrowheads="1"/>
          </p:cNvSpPr>
          <p:nvPr/>
        </p:nvSpPr>
        <p:spPr bwMode="auto">
          <a:xfrm>
            <a:off x="6423025" y="132715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3247" name="Rectangle 14"/>
          <p:cNvSpPr>
            <a:spLocks noChangeArrowheads="1"/>
          </p:cNvSpPr>
          <p:nvPr/>
        </p:nvSpPr>
        <p:spPr bwMode="auto">
          <a:xfrm>
            <a:off x="550863" y="1327150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3248" name="Rectangle 15"/>
          <p:cNvSpPr>
            <a:spLocks noChangeArrowheads="1"/>
          </p:cNvSpPr>
          <p:nvPr/>
        </p:nvSpPr>
        <p:spPr bwMode="auto">
          <a:xfrm>
            <a:off x="6423025" y="38147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3249" name="Rectangle 16"/>
          <p:cNvSpPr>
            <a:spLocks noChangeArrowheads="1"/>
          </p:cNvSpPr>
          <p:nvPr/>
        </p:nvSpPr>
        <p:spPr bwMode="auto">
          <a:xfrm>
            <a:off x="550863" y="3814763"/>
            <a:ext cx="1809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52AB0D6-C6D2-4EAF-9218-82F4BF13B230}" type="slidenum">
              <a:rPr lang="zh-CN" altLang="en-US" smtClean="0"/>
              <a:pPr defTabSz="895350"/>
              <a:t>216</a:t>
            </a:fld>
            <a:endParaRPr lang="en-US" altLang="zh-CN"/>
          </a:p>
        </p:txBody>
      </p:sp>
      <p:sp>
        <p:nvSpPr>
          <p:cNvPr id="224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5</a:t>
            </a:r>
          </a:p>
        </p:txBody>
      </p:sp>
      <p:grpSp>
        <p:nvGrpSpPr>
          <p:cNvPr id="224260" name="Group 3"/>
          <p:cNvGrpSpPr>
            <a:grpSpLocks/>
          </p:cNvGrpSpPr>
          <p:nvPr/>
        </p:nvGrpSpPr>
        <p:grpSpPr bwMode="auto">
          <a:xfrm>
            <a:off x="2598738" y="1660525"/>
            <a:ext cx="3649662" cy="3436938"/>
            <a:chOff x="1441" y="719"/>
            <a:chExt cx="2911" cy="2741"/>
          </a:xfrm>
        </p:grpSpPr>
        <p:grpSp>
          <p:nvGrpSpPr>
            <p:cNvPr id="224268" name="Group 4"/>
            <p:cNvGrpSpPr>
              <a:grpSpLocks/>
            </p:cNvGrpSpPr>
            <p:nvPr/>
          </p:nvGrpSpPr>
          <p:grpSpPr bwMode="auto">
            <a:xfrm>
              <a:off x="1441" y="719"/>
              <a:ext cx="2911" cy="2741"/>
              <a:chOff x="2157" y="1779"/>
              <a:chExt cx="1944" cy="1885"/>
            </a:xfrm>
          </p:grpSpPr>
          <p:sp>
            <p:nvSpPr>
              <p:cNvPr id="224274" name="Freeform 5"/>
              <p:cNvSpPr>
                <a:spLocks/>
              </p:cNvSpPr>
              <p:nvPr/>
            </p:nvSpPr>
            <p:spPr bwMode="blackWhite">
              <a:xfrm>
                <a:off x="2355" y="1779"/>
                <a:ext cx="973" cy="805"/>
              </a:xfrm>
              <a:custGeom>
                <a:avLst/>
                <a:gdLst>
                  <a:gd name="T0" fmla="*/ 402 w 973"/>
                  <a:gd name="T1" fmla="*/ 804 h 805"/>
                  <a:gd name="T2" fmla="*/ 424 w 973"/>
                  <a:gd name="T3" fmla="*/ 765 h 805"/>
                  <a:gd name="T4" fmla="*/ 450 w 973"/>
                  <a:gd name="T5" fmla="*/ 730 h 805"/>
                  <a:gd name="T6" fmla="*/ 479 w 973"/>
                  <a:gd name="T7" fmla="*/ 698 h 805"/>
                  <a:gd name="T8" fmla="*/ 512 w 973"/>
                  <a:gd name="T9" fmla="*/ 668 h 805"/>
                  <a:gd name="T10" fmla="*/ 548 w 973"/>
                  <a:gd name="T11" fmla="*/ 642 h 805"/>
                  <a:gd name="T12" fmla="*/ 583 w 973"/>
                  <a:gd name="T13" fmla="*/ 621 h 805"/>
                  <a:gd name="T14" fmla="*/ 620 w 973"/>
                  <a:gd name="T15" fmla="*/ 603 h 805"/>
                  <a:gd name="T16" fmla="*/ 660 w 973"/>
                  <a:gd name="T17" fmla="*/ 589 h 805"/>
                  <a:gd name="T18" fmla="*/ 699 w 973"/>
                  <a:gd name="T19" fmla="*/ 579 h 805"/>
                  <a:gd name="T20" fmla="*/ 740 w 973"/>
                  <a:gd name="T21" fmla="*/ 572 h 805"/>
                  <a:gd name="T22" fmla="*/ 752 w 973"/>
                  <a:gd name="T23" fmla="*/ 722 h 805"/>
                  <a:gd name="T24" fmla="*/ 972 w 973"/>
                  <a:gd name="T25" fmla="*/ 356 h 805"/>
                  <a:gd name="T26" fmla="*/ 712 w 973"/>
                  <a:gd name="T27" fmla="*/ 0 h 805"/>
                  <a:gd name="T28" fmla="*/ 713 w 973"/>
                  <a:gd name="T29" fmla="*/ 134 h 805"/>
                  <a:gd name="T30" fmla="*/ 651 w 973"/>
                  <a:gd name="T31" fmla="*/ 142 h 805"/>
                  <a:gd name="T32" fmla="*/ 590 w 973"/>
                  <a:gd name="T33" fmla="*/ 154 h 805"/>
                  <a:gd name="T34" fmla="*/ 530 w 973"/>
                  <a:gd name="T35" fmla="*/ 170 h 805"/>
                  <a:gd name="T36" fmla="*/ 471 w 973"/>
                  <a:gd name="T37" fmla="*/ 191 h 805"/>
                  <a:gd name="T38" fmla="*/ 414 w 973"/>
                  <a:gd name="T39" fmla="*/ 216 h 805"/>
                  <a:gd name="T40" fmla="*/ 359 w 973"/>
                  <a:gd name="T41" fmla="*/ 245 h 805"/>
                  <a:gd name="T42" fmla="*/ 305 w 973"/>
                  <a:gd name="T43" fmla="*/ 278 h 805"/>
                  <a:gd name="T44" fmla="*/ 257 w 973"/>
                  <a:gd name="T45" fmla="*/ 312 h 805"/>
                  <a:gd name="T46" fmla="*/ 212 w 973"/>
                  <a:gd name="T47" fmla="*/ 349 h 805"/>
                  <a:gd name="T48" fmla="*/ 170 w 973"/>
                  <a:gd name="T49" fmla="*/ 390 h 805"/>
                  <a:gd name="T50" fmla="*/ 129 w 973"/>
                  <a:gd name="T51" fmla="*/ 432 h 805"/>
                  <a:gd name="T52" fmla="*/ 92 w 973"/>
                  <a:gd name="T53" fmla="*/ 478 h 805"/>
                  <a:gd name="T54" fmla="*/ 58 w 973"/>
                  <a:gd name="T55" fmla="*/ 526 h 805"/>
                  <a:gd name="T56" fmla="*/ 27 w 973"/>
                  <a:gd name="T57" fmla="*/ 576 h 805"/>
                  <a:gd name="T58" fmla="*/ 0 w 973"/>
                  <a:gd name="T59" fmla="*/ 628 h 805"/>
                  <a:gd name="T60" fmla="*/ 264 w 973"/>
                  <a:gd name="T61" fmla="*/ 607 h 805"/>
                  <a:gd name="T62" fmla="*/ 402 w 973"/>
                  <a:gd name="T63" fmla="*/ 804 h 80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973" h="805">
                    <a:moveTo>
                      <a:pt x="402" y="804"/>
                    </a:moveTo>
                    <a:lnTo>
                      <a:pt x="424" y="765"/>
                    </a:lnTo>
                    <a:lnTo>
                      <a:pt x="450" y="730"/>
                    </a:lnTo>
                    <a:lnTo>
                      <a:pt x="479" y="698"/>
                    </a:lnTo>
                    <a:lnTo>
                      <a:pt x="512" y="668"/>
                    </a:lnTo>
                    <a:lnTo>
                      <a:pt x="548" y="642"/>
                    </a:lnTo>
                    <a:lnTo>
                      <a:pt x="583" y="621"/>
                    </a:lnTo>
                    <a:lnTo>
                      <a:pt x="620" y="603"/>
                    </a:lnTo>
                    <a:lnTo>
                      <a:pt x="660" y="589"/>
                    </a:lnTo>
                    <a:lnTo>
                      <a:pt x="699" y="579"/>
                    </a:lnTo>
                    <a:lnTo>
                      <a:pt x="740" y="572"/>
                    </a:lnTo>
                    <a:lnTo>
                      <a:pt x="752" y="722"/>
                    </a:lnTo>
                    <a:lnTo>
                      <a:pt x="972" y="356"/>
                    </a:lnTo>
                    <a:lnTo>
                      <a:pt x="712" y="0"/>
                    </a:lnTo>
                    <a:lnTo>
                      <a:pt x="713" y="134"/>
                    </a:lnTo>
                    <a:lnTo>
                      <a:pt x="651" y="142"/>
                    </a:lnTo>
                    <a:lnTo>
                      <a:pt x="590" y="154"/>
                    </a:lnTo>
                    <a:lnTo>
                      <a:pt x="530" y="170"/>
                    </a:lnTo>
                    <a:lnTo>
                      <a:pt x="471" y="191"/>
                    </a:lnTo>
                    <a:lnTo>
                      <a:pt x="414" y="216"/>
                    </a:lnTo>
                    <a:lnTo>
                      <a:pt x="359" y="245"/>
                    </a:lnTo>
                    <a:lnTo>
                      <a:pt x="305" y="278"/>
                    </a:lnTo>
                    <a:lnTo>
                      <a:pt x="257" y="312"/>
                    </a:lnTo>
                    <a:lnTo>
                      <a:pt x="212" y="349"/>
                    </a:lnTo>
                    <a:lnTo>
                      <a:pt x="170" y="390"/>
                    </a:lnTo>
                    <a:lnTo>
                      <a:pt x="129" y="432"/>
                    </a:lnTo>
                    <a:lnTo>
                      <a:pt x="92" y="478"/>
                    </a:lnTo>
                    <a:lnTo>
                      <a:pt x="58" y="526"/>
                    </a:lnTo>
                    <a:lnTo>
                      <a:pt x="27" y="576"/>
                    </a:lnTo>
                    <a:lnTo>
                      <a:pt x="0" y="628"/>
                    </a:lnTo>
                    <a:lnTo>
                      <a:pt x="264" y="607"/>
                    </a:lnTo>
                    <a:lnTo>
                      <a:pt x="402" y="804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24275" name="Freeform 6"/>
              <p:cNvSpPr>
                <a:spLocks/>
              </p:cNvSpPr>
              <p:nvPr/>
            </p:nvSpPr>
            <p:spPr bwMode="blackWhite">
              <a:xfrm>
                <a:off x="3220" y="1913"/>
                <a:ext cx="881" cy="819"/>
              </a:xfrm>
              <a:custGeom>
                <a:avLst/>
                <a:gdLst>
                  <a:gd name="T0" fmla="*/ 583 w 881"/>
                  <a:gd name="T1" fmla="*/ 818 h 819"/>
                  <a:gd name="T2" fmla="*/ 685 w 881"/>
                  <a:gd name="T3" fmla="*/ 715 h 819"/>
                  <a:gd name="T4" fmla="*/ 784 w 881"/>
                  <a:gd name="T5" fmla="*/ 609 h 819"/>
                  <a:gd name="T6" fmla="*/ 880 w 881"/>
                  <a:gd name="T7" fmla="*/ 502 h 819"/>
                  <a:gd name="T8" fmla="*/ 734 w 881"/>
                  <a:gd name="T9" fmla="*/ 542 h 819"/>
                  <a:gd name="T10" fmla="*/ 709 w 881"/>
                  <a:gd name="T11" fmla="*/ 487 h 819"/>
                  <a:gd name="T12" fmla="*/ 681 w 881"/>
                  <a:gd name="T13" fmla="*/ 433 h 819"/>
                  <a:gd name="T14" fmla="*/ 650 w 881"/>
                  <a:gd name="T15" fmla="*/ 383 h 819"/>
                  <a:gd name="T16" fmla="*/ 615 w 881"/>
                  <a:gd name="T17" fmla="*/ 334 h 819"/>
                  <a:gd name="T18" fmla="*/ 576 w 881"/>
                  <a:gd name="T19" fmla="*/ 288 h 819"/>
                  <a:gd name="T20" fmla="*/ 534 w 881"/>
                  <a:gd name="T21" fmla="*/ 245 h 819"/>
                  <a:gd name="T22" fmla="*/ 490 w 881"/>
                  <a:gd name="T23" fmla="*/ 204 h 819"/>
                  <a:gd name="T24" fmla="*/ 443 w 881"/>
                  <a:gd name="T25" fmla="*/ 168 h 819"/>
                  <a:gd name="T26" fmla="*/ 393 w 881"/>
                  <a:gd name="T27" fmla="*/ 133 h 819"/>
                  <a:gd name="T28" fmla="*/ 342 w 881"/>
                  <a:gd name="T29" fmla="*/ 103 h 819"/>
                  <a:gd name="T30" fmla="*/ 288 w 881"/>
                  <a:gd name="T31" fmla="*/ 76 h 819"/>
                  <a:gd name="T32" fmla="*/ 233 w 881"/>
                  <a:gd name="T33" fmla="*/ 54 h 819"/>
                  <a:gd name="T34" fmla="*/ 176 w 881"/>
                  <a:gd name="T35" fmla="*/ 34 h 819"/>
                  <a:gd name="T36" fmla="*/ 118 w 881"/>
                  <a:gd name="T37" fmla="*/ 19 h 819"/>
                  <a:gd name="T38" fmla="*/ 60 w 881"/>
                  <a:gd name="T39" fmla="*/ 8 h 819"/>
                  <a:gd name="T40" fmla="*/ 0 w 881"/>
                  <a:gd name="T41" fmla="*/ 0 h 819"/>
                  <a:gd name="T42" fmla="*/ 147 w 881"/>
                  <a:gd name="T43" fmla="*/ 218 h 819"/>
                  <a:gd name="T44" fmla="*/ 27 w 881"/>
                  <a:gd name="T45" fmla="*/ 444 h 819"/>
                  <a:gd name="T46" fmla="*/ 70 w 881"/>
                  <a:gd name="T47" fmla="*/ 456 h 819"/>
                  <a:gd name="T48" fmla="*/ 111 w 881"/>
                  <a:gd name="T49" fmla="*/ 474 h 819"/>
                  <a:gd name="T50" fmla="*/ 149 w 881"/>
                  <a:gd name="T51" fmla="*/ 496 h 819"/>
                  <a:gd name="T52" fmla="*/ 187 w 881"/>
                  <a:gd name="T53" fmla="*/ 522 h 819"/>
                  <a:gd name="T54" fmla="*/ 220 w 881"/>
                  <a:gd name="T55" fmla="*/ 551 h 819"/>
                  <a:gd name="T56" fmla="*/ 252 w 881"/>
                  <a:gd name="T57" fmla="*/ 584 h 819"/>
                  <a:gd name="T58" fmla="*/ 279 w 881"/>
                  <a:gd name="T59" fmla="*/ 618 h 819"/>
                  <a:gd name="T60" fmla="*/ 302 w 881"/>
                  <a:gd name="T61" fmla="*/ 657 h 819"/>
                  <a:gd name="T62" fmla="*/ 146 w 881"/>
                  <a:gd name="T63" fmla="*/ 699 h 819"/>
                  <a:gd name="T64" fmla="*/ 583 w 881"/>
                  <a:gd name="T65" fmla="*/ 818 h 81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881" h="819">
                    <a:moveTo>
                      <a:pt x="583" y="818"/>
                    </a:moveTo>
                    <a:lnTo>
                      <a:pt x="685" y="715"/>
                    </a:lnTo>
                    <a:lnTo>
                      <a:pt x="784" y="609"/>
                    </a:lnTo>
                    <a:lnTo>
                      <a:pt x="880" y="502"/>
                    </a:lnTo>
                    <a:lnTo>
                      <a:pt x="734" y="542"/>
                    </a:lnTo>
                    <a:lnTo>
                      <a:pt x="709" y="487"/>
                    </a:lnTo>
                    <a:lnTo>
                      <a:pt x="681" y="433"/>
                    </a:lnTo>
                    <a:lnTo>
                      <a:pt x="650" y="383"/>
                    </a:lnTo>
                    <a:lnTo>
                      <a:pt x="615" y="334"/>
                    </a:lnTo>
                    <a:lnTo>
                      <a:pt x="576" y="288"/>
                    </a:lnTo>
                    <a:lnTo>
                      <a:pt x="534" y="245"/>
                    </a:lnTo>
                    <a:lnTo>
                      <a:pt x="490" y="204"/>
                    </a:lnTo>
                    <a:lnTo>
                      <a:pt x="443" y="168"/>
                    </a:lnTo>
                    <a:lnTo>
                      <a:pt x="393" y="133"/>
                    </a:lnTo>
                    <a:lnTo>
                      <a:pt x="342" y="103"/>
                    </a:lnTo>
                    <a:lnTo>
                      <a:pt x="288" y="76"/>
                    </a:lnTo>
                    <a:lnTo>
                      <a:pt x="233" y="54"/>
                    </a:lnTo>
                    <a:lnTo>
                      <a:pt x="176" y="34"/>
                    </a:lnTo>
                    <a:lnTo>
                      <a:pt x="118" y="19"/>
                    </a:lnTo>
                    <a:lnTo>
                      <a:pt x="60" y="8"/>
                    </a:lnTo>
                    <a:lnTo>
                      <a:pt x="0" y="0"/>
                    </a:lnTo>
                    <a:lnTo>
                      <a:pt x="147" y="218"/>
                    </a:lnTo>
                    <a:lnTo>
                      <a:pt x="27" y="444"/>
                    </a:lnTo>
                    <a:lnTo>
                      <a:pt x="70" y="456"/>
                    </a:lnTo>
                    <a:lnTo>
                      <a:pt x="111" y="474"/>
                    </a:lnTo>
                    <a:lnTo>
                      <a:pt x="149" y="496"/>
                    </a:lnTo>
                    <a:lnTo>
                      <a:pt x="187" y="522"/>
                    </a:lnTo>
                    <a:lnTo>
                      <a:pt x="220" y="551"/>
                    </a:lnTo>
                    <a:lnTo>
                      <a:pt x="252" y="584"/>
                    </a:lnTo>
                    <a:lnTo>
                      <a:pt x="279" y="618"/>
                    </a:lnTo>
                    <a:lnTo>
                      <a:pt x="302" y="657"/>
                    </a:lnTo>
                    <a:lnTo>
                      <a:pt x="146" y="699"/>
                    </a:lnTo>
                    <a:lnTo>
                      <a:pt x="583" y="818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24276" name="Freeform 7"/>
              <p:cNvSpPr>
                <a:spLocks/>
              </p:cNvSpPr>
              <p:nvPr/>
            </p:nvSpPr>
            <p:spPr bwMode="blackWhite">
              <a:xfrm>
                <a:off x="3354" y="2584"/>
                <a:ext cx="665" cy="1033"/>
              </a:xfrm>
              <a:custGeom>
                <a:avLst/>
                <a:gdLst>
                  <a:gd name="T0" fmla="*/ 217 w 666"/>
                  <a:gd name="T1" fmla="*/ 121 h 1033"/>
                  <a:gd name="T2" fmla="*/ 223 w 666"/>
                  <a:gd name="T3" fmla="*/ 164 h 1033"/>
                  <a:gd name="T4" fmla="*/ 224 w 666"/>
                  <a:gd name="T5" fmla="*/ 209 h 1033"/>
                  <a:gd name="T6" fmla="*/ 222 w 666"/>
                  <a:gd name="T7" fmla="*/ 253 h 1033"/>
                  <a:gd name="T8" fmla="*/ 214 w 666"/>
                  <a:gd name="T9" fmla="*/ 296 h 1033"/>
                  <a:gd name="T10" fmla="*/ 202 w 666"/>
                  <a:gd name="T11" fmla="*/ 339 h 1033"/>
                  <a:gd name="T12" fmla="*/ 187 w 666"/>
                  <a:gd name="T13" fmla="*/ 380 h 1033"/>
                  <a:gd name="T14" fmla="*/ 166 w 666"/>
                  <a:gd name="T15" fmla="*/ 420 h 1033"/>
                  <a:gd name="T16" fmla="*/ 142 w 666"/>
                  <a:gd name="T17" fmla="*/ 457 h 1033"/>
                  <a:gd name="T18" fmla="*/ 114 w 666"/>
                  <a:gd name="T19" fmla="*/ 492 h 1033"/>
                  <a:gd name="T20" fmla="*/ 84 w 666"/>
                  <a:gd name="T21" fmla="*/ 524 h 1033"/>
                  <a:gd name="T22" fmla="*/ 0 w 666"/>
                  <a:gd name="T23" fmla="*/ 371 h 1033"/>
                  <a:gd name="T24" fmla="*/ 0 w 666"/>
                  <a:gd name="T25" fmla="*/ 819 h 1033"/>
                  <a:gd name="T26" fmla="*/ 378 w 666"/>
                  <a:gd name="T27" fmla="*/ 1032 h 1033"/>
                  <a:gd name="T28" fmla="*/ 306 w 666"/>
                  <a:gd name="T29" fmla="*/ 909 h 1033"/>
                  <a:gd name="T30" fmla="*/ 354 w 666"/>
                  <a:gd name="T31" fmla="*/ 871 h 1033"/>
                  <a:gd name="T32" fmla="*/ 398 w 666"/>
                  <a:gd name="T33" fmla="*/ 831 h 1033"/>
                  <a:gd name="T34" fmla="*/ 440 w 666"/>
                  <a:gd name="T35" fmla="*/ 787 h 1033"/>
                  <a:gd name="T36" fmla="*/ 480 w 666"/>
                  <a:gd name="T37" fmla="*/ 741 h 1033"/>
                  <a:gd name="T38" fmla="*/ 515 w 666"/>
                  <a:gd name="T39" fmla="*/ 692 h 1033"/>
                  <a:gd name="T40" fmla="*/ 547 w 666"/>
                  <a:gd name="T41" fmla="*/ 641 h 1033"/>
                  <a:gd name="T42" fmla="*/ 575 w 666"/>
                  <a:gd name="T43" fmla="*/ 588 h 1033"/>
                  <a:gd name="T44" fmla="*/ 600 w 666"/>
                  <a:gd name="T45" fmla="*/ 533 h 1033"/>
                  <a:gd name="T46" fmla="*/ 621 w 666"/>
                  <a:gd name="T47" fmla="*/ 476 h 1033"/>
                  <a:gd name="T48" fmla="*/ 638 w 666"/>
                  <a:gd name="T49" fmla="*/ 419 h 1033"/>
                  <a:gd name="T50" fmla="*/ 651 w 666"/>
                  <a:gd name="T51" fmla="*/ 359 h 1033"/>
                  <a:gd name="T52" fmla="*/ 659 w 666"/>
                  <a:gd name="T53" fmla="*/ 300 h 1033"/>
                  <a:gd name="T54" fmla="*/ 664 w 666"/>
                  <a:gd name="T55" fmla="*/ 239 h 1033"/>
                  <a:gd name="T56" fmla="*/ 665 w 666"/>
                  <a:gd name="T57" fmla="*/ 180 h 1033"/>
                  <a:gd name="T58" fmla="*/ 662 w 666"/>
                  <a:gd name="T59" fmla="*/ 119 h 1033"/>
                  <a:gd name="T60" fmla="*/ 654 w 666"/>
                  <a:gd name="T61" fmla="*/ 59 h 1033"/>
                  <a:gd name="T62" fmla="*/ 642 w 666"/>
                  <a:gd name="T63" fmla="*/ 0 h 1033"/>
                  <a:gd name="T64" fmla="*/ 454 w 666"/>
                  <a:gd name="T65" fmla="*/ 190 h 1033"/>
                  <a:gd name="T66" fmla="*/ 217 w 666"/>
                  <a:gd name="T67" fmla="*/ 121 h 103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666" h="1033">
                    <a:moveTo>
                      <a:pt x="217" y="121"/>
                    </a:moveTo>
                    <a:lnTo>
                      <a:pt x="223" y="164"/>
                    </a:lnTo>
                    <a:lnTo>
                      <a:pt x="224" y="209"/>
                    </a:lnTo>
                    <a:lnTo>
                      <a:pt x="222" y="253"/>
                    </a:lnTo>
                    <a:lnTo>
                      <a:pt x="214" y="296"/>
                    </a:lnTo>
                    <a:lnTo>
                      <a:pt x="202" y="339"/>
                    </a:lnTo>
                    <a:lnTo>
                      <a:pt x="187" y="380"/>
                    </a:lnTo>
                    <a:lnTo>
                      <a:pt x="166" y="420"/>
                    </a:lnTo>
                    <a:lnTo>
                      <a:pt x="142" y="457"/>
                    </a:lnTo>
                    <a:lnTo>
                      <a:pt x="114" y="492"/>
                    </a:lnTo>
                    <a:lnTo>
                      <a:pt x="84" y="524"/>
                    </a:lnTo>
                    <a:lnTo>
                      <a:pt x="0" y="371"/>
                    </a:lnTo>
                    <a:lnTo>
                      <a:pt x="0" y="819"/>
                    </a:lnTo>
                    <a:lnTo>
                      <a:pt x="378" y="1032"/>
                    </a:lnTo>
                    <a:lnTo>
                      <a:pt x="306" y="909"/>
                    </a:lnTo>
                    <a:lnTo>
                      <a:pt x="354" y="871"/>
                    </a:lnTo>
                    <a:lnTo>
                      <a:pt x="398" y="831"/>
                    </a:lnTo>
                    <a:lnTo>
                      <a:pt x="440" y="787"/>
                    </a:lnTo>
                    <a:lnTo>
                      <a:pt x="480" y="741"/>
                    </a:lnTo>
                    <a:lnTo>
                      <a:pt x="515" y="692"/>
                    </a:lnTo>
                    <a:lnTo>
                      <a:pt x="547" y="641"/>
                    </a:lnTo>
                    <a:lnTo>
                      <a:pt x="575" y="588"/>
                    </a:lnTo>
                    <a:lnTo>
                      <a:pt x="600" y="533"/>
                    </a:lnTo>
                    <a:lnTo>
                      <a:pt x="621" y="476"/>
                    </a:lnTo>
                    <a:lnTo>
                      <a:pt x="638" y="419"/>
                    </a:lnTo>
                    <a:lnTo>
                      <a:pt x="651" y="359"/>
                    </a:lnTo>
                    <a:lnTo>
                      <a:pt x="659" y="300"/>
                    </a:lnTo>
                    <a:lnTo>
                      <a:pt x="664" y="239"/>
                    </a:lnTo>
                    <a:lnTo>
                      <a:pt x="665" y="180"/>
                    </a:lnTo>
                    <a:lnTo>
                      <a:pt x="662" y="119"/>
                    </a:lnTo>
                    <a:lnTo>
                      <a:pt x="654" y="59"/>
                    </a:lnTo>
                    <a:lnTo>
                      <a:pt x="642" y="0"/>
                    </a:lnTo>
                    <a:lnTo>
                      <a:pt x="454" y="190"/>
                    </a:lnTo>
                    <a:lnTo>
                      <a:pt x="217" y="121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24277" name="Freeform 8"/>
              <p:cNvSpPr>
                <a:spLocks/>
              </p:cNvSpPr>
              <p:nvPr/>
            </p:nvSpPr>
            <p:spPr bwMode="blackWhite">
              <a:xfrm>
                <a:off x="2522" y="3027"/>
                <a:ext cx="1030" cy="637"/>
              </a:xfrm>
              <a:custGeom>
                <a:avLst/>
                <a:gdLst>
                  <a:gd name="T0" fmla="*/ 792 w 1030"/>
                  <a:gd name="T1" fmla="*/ 161 h 637"/>
                  <a:gd name="T2" fmla="*/ 753 w 1030"/>
                  <a:gd name="T3" fmla="*/ 175 h 637"/>
                  <a:gd name="T4" fmla="*/ 712 w 1030"/>
                  <a:gd name="T5" fmla="*/ 187 h 637"/>
                  <a:gd name="T6" fmla="*/ 670 w 1030"/>
                  <a:gd name="T7" fmla="*/ 193 h 637"/>
                  <a:gd name="T8" fmla="*/ 628 w 1030"/>
                  <a:gd name="T9" fmla="*/ 196 h 637"/>
                  <a:gd name="T10" fmla="*/ 586 w 1030"/>
                  <a:gd name="T11" fmla="*/ 194 h 637"/>
                  <a:gd name="T12" fmla="*/ 544 w 1030"/>
                  <a:gd name="T13" fmla="*/ 188 h 637"/>
                  <a:gd name="T14" fmla="*/ 502 w 1030"/>
                  <a:gd name="T15" fmla="*/ 179 h 637"/>
                  <a:gd name="T16" fmla="*/ 462 w 1030"/>
                  <a:gd name="T17" fmla="*/ 166 h 637"/>
                  <a:gd name="T18" fmla="*/ 424 w 1030"/>
                  <a:gd name="T19" fmla="*/ 148 h 637"/>
                  <a:gd name="T20" fmla="*/ 388 w 1030"/>
                  <a:gd name="T21" fmla="*/ 127 h 637"/>
                  <a:gd name="T22" fmla="*/ 493 w 1030"/>
                  <a:gd name="T23" fmla="*/ 0 h 637"/>
                  <a:gd name="T24" fmla="*/ 73 w 1030"/>
                  <a:gd name="T25" fmla="*/ 152 h 637"/>
                  <a:gd name="T26" fmla="*/ 31 w 1030"/>
                  <a:gd name="T27" fmla="*/ 403 h 637"/>
                  <a:gd name="T28" fmla="*/ 33 w 1030"/>
                  <a:gd name="T29" fmla="*/ 405 h 637"/>
                  <a:gd name="T30" fmla="*/ 0 w 1030"/>
                  <a:gd name="T31" fmla="*/ 588 h 637"/>
                  <a:gd name="T32" fmla="*/ 104 w 1030"/>
                  <a:gd name="T33" fmla="*/ 463 h 637"/>
                  <a:gd name="T34" fmla="*/ 155 w 1030"/>
                  <a:gd name="T35" fmla="*/ 498 h 637"/>
                  <a:gd name="T36" fmla="*/ 208 w 1030"/>
                  <a:gd name="T37" fmla="*/ 530 h 637"/>
                  <a:gd name="T38" fmla="*/ 262 w 1030"/>
                  <a:gd name="T39" fmla="*/ 557 h 637"/>
                  <a:gd name="T40" fmla="*/ 319 w 1030"/>
                  <a:gd name="T41" fmla="*/ 580 h 637"/>
                  <a:gd name="T42" fmla="*/ 377 w 1030"/>
                  <a:gd name="T43" fmla="*/ 600 h 637"/>
                  <a:gd name="T44" fmla="*/ 435 w 1030"/>
                  <a:gd name="T45" fmla="*/ 615 h 637"/>
                  <a:gd name="T46" fmla="*/ 496 w 1030"/>
                  <a:gd name="T47" fmla="*/ 627 h 637"/>
                  <a:gd name="T48" fmla="*/ 557 w 1030"/>
                  <a:gd name="T49" fmla="*/ 634 h 637"/>
                  <a:gd name="T50" fmla="*/ 618 w 1030"/>
                  <a:gd name="T51" fmla="*/ 636 h 637"/>
                  <a:gd name="T52" fmla="*/ 679 w 1030"/>
                  <a:gd name="T53" fmla="*/ 634 h 637"/>
                  <a:gd name="T54" fmla="*/ 740 w 1030"/>
                  <a:gd name="T55" fmla="*/ 628 h 637"/>
                  <a:gd name="T56" fmla="*/ 801 w 1030"/>
                  <a:gd name="T57" fmla="*/ 617 h 637"/>
                  <a:gd name="T58" fmla="*/ 859 w 1030"/>
                  <a:gd name="T59" fmla="*/ 603 h 637"/>
                  <a:gd name="T60" fmla="*/ 917 w 1030"/>
                  <a:gd name="T61" fmla="*/ 585 h 637"/>
                  <a:gd name="T62" fmla="*/ 974 w 1030"/>
                  <a:gd name="T63" fmla="*/ 561 h 637"/>
                  <a:gd name="T64" fmla="*/ 1029 w 1030"/>
                  <a:gd name="T65" fmla="*/ 534 h 637"/>
                  <a:gd name="T66" fmla="*/ 795 w 1030"/>
                  <a:gd name="T67" fmla="*/ 398 h 637"/>
                  <a:gd name="T68" fmla="*/ 792 w 1030"/>
                  <a:gd name="T69" fmla="*/ 161 h 6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0" h="637">
                    <a:moveTo>
                      <a:pt x="792" y="161"/>
                    </a:moveTo>
                    <a:lnTo>
                      <a:pt x="753" y="175"/>
                    </a:lnTo>
                    <a:lnTo>
                      <a:pt x="712" y="187"/>
                    </a:lnTo>
                    <a:lnTo>
                      <a:pt x="670" y="193"/>
                    </a:lnTo>
                    <a:lnTo>
                      <a:pt x="628" y="196"/>
                    </a:lnTo>
                    <a:lnTo>
                      <a:pt x="586" y="194"/>
                    </a:lnTo>
                    <a:lnTo>
                      <a:pt x="544" y="188"/>
                    </a:lnTo>
                    <a:lnTo>
                      <a:pt x="502" y="179"/>
                    </a:lnTo>
                    <a:lnTo>
                      <a:pt x="462" y="166"/>
                    </a:lnTo>
                    <a:lnTo>
                      <a:pt x="424" y="148"/>
                    </a:lnTo>
                    <a:lnTo>
                      <a:pt x="388" y="127"/>
                    </a:lnTo>
                    <a:lnTo>
                      <a:pt x="493" y="0"/>
                    </a:lnTo>
                    <a:lnTo>
                      <a:pt x="73" y="152"/>
                    </a:lnTo>
                    <a:lnTo>
                      <a:pt x="31" y="403"/>
                    </a:lnTo>
                    <a:lnTo>
                      <a:pt x="33" y="405"/>
                    </a:lnTo>
                    <a:lnTo>
                      <a:pt x="0" y="588"/>
                    </a:lnTo>
                    <a:lnTo>
                      <a:pt x="104" y="463"/>
                    </a:lnTo>
                    <a:lnTo>
                      <a:pt x="155" y="498"/>
                    </a:lnTo>
                    <a:lnTo>
                      <a:pt x="208" y="530"/>
                    </a:lnTo>
                    <a:lnTo>
                      <a:pt x="262" y="557"/>
                    </a:lnTo>
                    <a:lnTo>
                      <a:pt x="319" y="580"/>
                    </a:lnTo>
                    <a:lnTo>
                      <a:pt x="377" y="600"/>
                    </a:lnTo>
                    <a:lnTo>
                      <a:pt x="435" y="615"/>
                    </a:lnTo>
                    <a:lnTo>
                      <a:pt x="496" y="627"/>
                    </a:lnTo>
                    <a:lnTo>
                      <a:pt x="557" y="634"/>
                    </a:lnTo>
                    <a:lnTo>
                      <a:pt x="618" y="636"/>
                    </a:lnTo>
                    <a:lnTo>
                      <a:pt x="679" y="634"/>
                    </a:lnTo>
                    <a:lnTo>
                      <a:pt x="740" y="628"/>
                    </a:lnTo>
                    <a:lnTo>
                      <a:pt x="801" y="617"/>
                    </a:lnTo>
                    <a:lnTo>
                      <a:pt x="859" y="603"/>
                    </a:lnTo>
                    <a:lnTo>
                      <a:pt x="917" y="585"/>
                    </a:lnTo>
                    <a:lnTo>
                      <a:pt x="974" y="561"/>
                    </a:lnTo>
                    <a:lnTo>
                      <a:pt x="1029" y="534"/>
                    </a:lnTo>
                    <a:lnTo>
                      <a:pt x="795" y="398"/>
                    </a:lnTo>
                    <a:lnTo>
                      <a:pt x="792" y="161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24278" name="Freeform 9"/>
              <p:cNvSpPr>
                <a:spLocks/>
              </p:cNvSpPr>
              <p:nvPr/>
            </p:nvSpPr>
            <p:spPr bwMode="blackWhite">
              <a:xfrm>
                <a:off x="2157" y="2422"/>
                <a:ext cx="697" cy="971"/>
              </a:xfrm>
              <a:custGeom>
                <a:avLst/>
                <a:gdLst>
                  <a:gd name="T0" fmla="*/ 648 w 697"/>
                  <a:gd name="T1" fmla="*/ 639 h 971"/>
                  <a:gd name="T2" fmla="*/ 621 w 697"/>
                  <a:gd name="T3" fmla="*/ 603 h 971"/>
                  <a:gd name="T4" fmla="*/ 599 w 697"/>
                  <a:gd name="T5" fmla="*/ 563 h 971"/>
                  <a:gd name="T6" fmla="*/ 580 w 697"/>
                  <a:gd name="T7" fmla="*/ 522 h 971"/>
                  <a:gd name="T8" fmla="*/ 566 w 697"/>
                  <a:gd name="T9" fmla="*/ 480 h 971"/>
                  <a:gd name="T10" fmla="*/ 556 w 697"/>
                  <a:gd name="T11" fmla="*/ 436 h 971"/>
                  <a:gd name="T12" fmla="*/ 551 w 697"/>
                  <a:gd name="T13" fmla="*/ 392 h 971"/>
                  <a:gd name="T14" fmla="*/ 550 w 697"/>
                  <a:gd name="T15" fmla="*/ 347 h 971"/>
                  <a:gd name="T16" fmla="*/ 554 w 697"/>
                  <a:gd name="T17" fmla="*/ 302 h 971"/>
                  <a:gd name="T18" fmla="*/ 696 w 697"/>
                  <a:gd name="T19" fmla="*/ 368 h 971"/>
                  <a:gd name="T20" fmla="*/ 445 w 697"/>
                  <a:gd name="T21" fmla="*/ 0 h 971"/>
                  <a:gd name="T22" fmla="*/ 0 w 697"/>
                  <a:gd name="T23" fmla="*/ 44 h 971"/>
                  <a:gd name="T24" fmla="*/ 148 w 697"/>
                  <a:gd name="T25" fmla="*/ 113 h 971"/>
                  <a:gd name="T26" fmla="*/ 133 w 697"/>
                  <a:gd name="T27" fmla="*/ 173 h 971"/>
                  <a:gd name="T28" fmla="*/ 121 w 697"/>
                  <a:gd name="T29" fmla="*/ 233 h 971"/>
                  <a:gd name="T30" fmla="*/ 116 w 697"/>
                  <a:gd name="T31" fmla="*/ 295 h 971"/>
                  <a:gd name="T32" fmla="*/ 112 w 697"/>
                  <a:gd name="T33" fmla="*/ 357 h 971"/>
                  <a:gd name="T34" fmla="*/ 114 w 697"/>
                  <a:gd name="T35" fmla="*/ 418 h 971"/>
                  <a:gd name="T36" fmla="*/ 120 w 697"/>
                  <a:gd name="T37" fmla="*/ 479 h 971"/>
                  <a:gd name="T38" fmla="*/ 131 w 697"/>
                  <a:gd name="T39" fmla="*/ 540 h 971"/>
                  <a:gd name="T40" fmla="*/ 145 w 697"/>
                  <a:gd name="T41" fmla="*/ 599 h 971"/>
                  <a:gd name="T42" fmla="*/ 163 w 697"/>
                  <a:gd name="T43" fmla="*/ 659 h 971"/>
                  <a:gd name="T44" fmla="*/ 187 w 697"/>
                  <a:gd name="T45" fmla="*/ 716 h 971"/>
                  <a:gd name="T46" fmla="*/ 214 w 697"/>
                  <a:gd name="T47" fmla="*/ 771 h 971"/>
                  <a:gd name="T48" fmla="*/ 244 w 697"/>
                  <a:gd name="T49" fmla="*/ 825 h 971"/>
                  <a:gd name="T50" fmla="*/ 278 w 697"/>
                  <a:gd name="T51" fmla="*/ 876 h 971"/>
                  <a:gd name="T52" fmla="*/ 316 w 697"/>
                  <a:gd name="T53" fmla="*/ 925 h 971"/>
                  <a:gd name="T54" fmla="*/ 357 w 697"/>
                  <a:gd name="T55" fmla="*/ 970 h 971"/>
                  <a:gd name="T56" fmla="*/ 399 w 697"/>
                  <a:gd name="T57" fmla="*/ 730 h 971"/>
                  <a:gd name="T58" fmla="*/ 648 w 697"/>
                  <a:gd name="T59" fmla="*/ 639 h 97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97" h="971">
                    <a:moveTo>
                      <a:pt x="648" y="639"/>
                    </a:moveTo>
                    <a:lnTo>
                      <a:pt x="621" y="603"/>
                    </a:lnTo>
                    <a:lnTo>
                      <a:pt x="599" y="563"/>
                    </a:lnTo>
                    <a:lnTo>
                      <a:pt x="580" y="522"/>
                    </a:lnTo>
                    <a:lnTo>
                      <a:pt x="566" y="480"/>
                    </a:lnTo>
                    <a:lnTo>
                      <a:pt x="556" y="436"/>
                    </a:lnTo>
                    <a:lnTo>
                      <a:pt x="551" y="392"/>
                    </a:lnTo>
                    <a:lnTo>
                      <a:pt x="550" y="347"/>
                    </a:lnTo>
                    <a:lnTo>
                      <a:pt x="554" y="302"/>
                    </a:lnTo>
                    <a:lnTo>
                      <a:pt x="696" y="368"/>
                    </a:lnTo>
                    <a:lnTo>
                      <a:pt x="445" y="0"/>
                    </a:lnTo>
                    <a:lnTo>
                      <a:pt x="0" y="44"/>
                    </a:lnTo>
                    <a:lnTo>
                      <a:pt x="148" y="113"/>
                    </a:lnTo>
                    <a:lnTo>
                      <a:pt x="133" y="173"/>
                    </a:lnTo>
                    <a:lnTo>
                      <a:pt x="121" y="233"/>
                    </a:lnTo>
                    <a:lnTo>
                      <a:pt x="116" y="295"/>
                    </a:lnTo>
                    <a:lnTo>
                      <a:pt x="112" y="357"/>
                    </a:lnTo>
                    <a:lnTo>
                      <a:pt x="114" y="418"/>
                    </a:lnTo>
                    <a:lnTo>
                      <a:pt x="120" y="479"/>
                    </a:lnTo>
                    <a:lnTo>
                      <a:pt x="131" y="540"/>
                    </a:lnTo>
                    <a:lnTo>
                      <a:pt x="145" y="599"/>
                    </a:lnTo>
                    <a:lnTo>
                      <a:pt x="163" y="659"/>
                    </a:lnTo>
                    <a:lnTo>
                      <a:pt x="187" y="716"/>
                    </a:lnTo>
                    <a:lnTo>
                      <a:pt x="214" y="771"/>
                    </a:lnTo>
                    <a:lnTo>
                      <a:pt x="244" y="825"/>
                    </a:lnTo>
                    <a:lnTo>
                      <a:pt x="278" y="876"/>
                    </a:lnTo>
                    <a:lnTo>
                      <a:pt x="316" y="925"/>
                    </a:lnTo>
                    <a:lnTo>
                      <a:pt x="357" y="970"/>
                    </a:lnTo>
                    <a:lnTo>
                      <a:pt x="399" y="730"/>
                    </a:lnTo>
                    <a:lnTo>
                      <a:pt x="648" y="639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nl-NL"/>
              </a:p>
            </p:txBody>
          </p:sp>
        </p:grpSp>
        <p:sp>
          <p:nvSpPr>
            <p:cNvPr id="224269" name="Rectangle 10"/>
            <p:cNvSpPr>
              <a:spLocks noChangeArrowheads="1"/>
            </p:cNvSpPr>
            <p:nvPr/>
          </p:nvSpPr>
          <p:spPr bwMode="blackWhite">
            <a:xfrm>
              <a:off x="1677" y="2209"/>
              <a:ext cx="541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sz="1400" b="1"/>
                <a:t>Text</a:t>
              </a:r>
            </a:p>
          </p:txBody>
        </p:sp>
        <p:sp>
          <p:nvSpPr>
            <p:cNvPr id="224270" name="Rectangle 11"/>
            <p:cNvSpPr>
              <a:spLocks noChangeArrowheads="1"/>
            </p:cNvSpPr>
            <p:nvPr/>
          </p:nvSpPr>
          <p:spPr bwMode="blackWhite">
            <a:xfrm>
              <a:off x="2207" y="1258"/>
              <a:ext cx="543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sz="1400" b="1"/>
                <a:t>Text</a:t>
              </a:r>
            </a:p>
          </p:txBody>
        </p:sp>
        <p:sp>
          <p:nvSpPr>
            <p:cNvPr id="224271" name="Rectangle 12"/>
            <p:cNvSpPr>
              <a:spLocks noChangeArrowheads="1"/>
            </p:cNvSpPr>
            <p:nvPr/>
          </p:nvSpPr>
          <p:spPr bwMode="blackWhite">
            <a:xfrm>
              <a:off x="3326" y="1432"/>
              <a:ext cx="540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sz="1400" b="1"/>
                <a:t>Text</a:t>
              </a:r>
            </a:p>
          </p:txBody>
        </p:sp>
        <p:sp>
          <p:nvSpPr>
            <p:cNvPr id="224272" name="Rectangle 13"/>
            <p:cNvSpPr>
              <a:spLocks noChangeArrowheads="1"/>
            </p:cNvSpPr>
            <p:nvPr/>
          </p:nvSpPr>
          <p:spPr bwMode="blackWhite">
            <a:xfrm>
              <a:off x="3556" y="2526"/>
              <a:ext cx="541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sz="1400" b="1"/>
                <a:t>Text</a:t>
              </a:r>
            </a:p>
          </p:txBody>
        </p:sp>
        <p:sp>
          <p:nvSpPr>
            <p:cNvPr id="224273" name="Rectangle 14"/>
            <p:cNvSpPr>
              <a:spLocks noChangeArrowheads="1"/>
            </p:cNvSpPr>
            <p:nvPr/>
          </p:nvSpPr>
          <p:spPr bwMode="blackWhite">
            <a:xfrm>
              <a:off x="2453" y="3017"/>
              <a:ext cx="542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 defTabSz="787400">
                <a:buSzPct val="120000"/>
              </a:pPr>
              <a:r>
                <a:rPr lang="en-US" altLang="zh-CN" sz="1400" b="1"/>
                <a:t>Text</a:t>
              </a:r>
            </a:p>
          </p:txBody>
        </p:sp>
      </p:grpSp>
      <p:sp>
        <p:nvSpPr>
          <p:cNvPr id="224261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426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4263" name="Rectangle 17"/>
          <p:cNvSpPr>
            <a:spLocks noChangeArrowheads="1"/>
          </p:cNvSpPr>
          <p:nvPr/>
        </p:nvSpPr>
        <p:spPr bwMode="auto">
          <a:xfrm>
            <a:off x="5451475" y="121285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4264" name="Rectangle 18"/>
          <p:cNvSpPr>
            <a:spLocks noChangeArrowheads="1"/>
          </p:cNvSpPr>
          <p:nvPr/>
        </p:nvSpPr>
        <p:spPr bwMode="auto">
          <a:xfrm>
            <a:off x="2214563" y="121285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4265" name="Rectangle 19"/>
          <p:cNvSpPr>
            <a:spLocks noChangeArrowheads="1"/>
          </p:cNvSpPr>
          <p:nvPr/>
        </p:nvSpPr>
        <p:spPr bwMode="auto">
          <a:xfrm>
            <a:off x="754063" y="308610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4266" name="Rectangle 20"/>
          <p:cNvSpPr>
            <a:spLocks noChangeArrowheads="1"/>
          </p:cNvSpPr>
          <p:nvPr/>
        </p:nvSpPr>
        <p:spPr bwMode="auto">
          <a:xfrm>
            <a:off x="3351213" y="5241925"/>
            <a:ext cx="18081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4267" name="Rectangle 21"/>
          <p:cNvSpPr>
            <a:spLocks noChangeArrowheads="1"/>
          </p:cNvSpPr>
          <p:nvPr/>
        </p:nvSpPr>
        <p:spPr bwMode="auto">
          <a:xfrm>
            <a:off x="6353175" y="3465513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42B8AE2-95B5-415E-AD02-C7FFBC01D2C1}" type="slidenum">
              <a:rPr lang="zh-CN" altLang="en-US" smtClean="0"/>
              <a:pPr defTabSz="895350"/>
              <a:t>217</a:t>
            </a:fld>
            <a:endParaRPr lang="en-US" altLang="zh-CN"/>
          </a:p>
        </p:txBody>
      </p:sp>
      <p:sp>
        <p:nvSpPr>
          <p:cNvPr id="225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5</a:t>
            </a:r>
          </a:p>
        </p:txBody>
      </p:sp>
      <p:sp>
        <p:nvSpPr>
          <p:cNvPr id="225284" name="Freeform 3"/>
          <p:cNvSpPr>
            <a:spLocks/>
          </p:cNvSpPr>
          <p:nvPr/>
        </p:nvSpPr>
        <p:spPr bwMode="blackWhite">
          <a:xfrm>
            <a:off x="2970213" y="1905000"/>
            <a:ext cx="1825625" cy="1222375"/>
          </a:xfrm>
          <a:custGeom>
            <a:avLst/>
            <a:gdLst>
              <a:gd name="T0" fmla="*/ 476 w 1150"/>
              <a:gd name="T1" fmla="*/ 770 h 770"/>
              <a:gd name="T2" fmla="*/ 502 w 1150"/>
              <a:gd name="T3" fmla="*/ 725 h 770"/>
              <a:gd name="T4" fmla="*/ 532 w 1150"/>
              <a:gd name="T5" fmla="*/ 685 h 770"/>
              <a:gd name="T6" fmla="*/ 567 w 1150"/>
              <a:gd name="T7" fmla="*/ 648 h 770"/>
              <a:gd name="T8" fmla="*/ 606 w 1150"/>
              <a:gd name="T9" fmla="*/ 614 h 770"/>
              <a:gd name="T10" fmla="*/ 648 w 1150"/>
              <a:gd name="T11" fmla="*/ 584 h 770"/>
              <a:gd name="T12" fmla="*/ 690 w 1150"/>
              <a:gd name="T13" fmla="*/ 560 h 770"/>
              <a:gd name="T14" fmla="*/ 733 w 1150"/>
              <a:gd name="T15" fmla="*/ 539 h 770"/>
              <a:gd name="T16" fmla="*/ 781 w 1150"/>
              <a:gd name="T17" fmla="*/ 523 h 770"/>
              <a:gd name="T18" fmla="*/ 827 w 1150"/>
              <a:gd name="T19" fmla="*/ 511 h 770"/>
              <a:gd name="T20" fmla="*/ 875 w 1150"/>
              <a:gd name="T21" fmla="*/ 503 h 770"/>
              <a:gd name="T22" fmla="*/ 1009 w 1150"/>
              <a:gd name="T23" fmla="*/ 496 h 770"/>
              <a:gd name="T24" fmla="*/ 1150 w 1150"/>
              <a:gd name="T25" fmla="*/ 255 h 770"/>
              <a:gd name="T26" fmla="*/ 967 w 1150"/>
              <a:gd name="T27" fmla="*/ 0 h 770"/>
              <a:gd name="T28" fmla="*/ 843 w 1150"/>
              <a:gd name="T29" fmla="*/ 0 h 770"/>
              <a:gd name="T30" fmla="*/ 770 w 1150"/>
              <a:gd name="T31" fmla="*/ 9 h 770"/>
              <a:gd name="T32" fmla="*/ 698 w 1150"/>
              <a:gd name="T33" fmla="*/ 23 h 770"/>
              <a:gd name="T34" fmla="*/ 627 w 1150"/>
              <a:gd name="T35" fmla="*/ 41 h 770"/>
              <a:gd name="T36" fmla="*/ 557 w 1150"/>
              <a:gd name="T37" fmla="*/ 65 h 770"/>
              <a:gd name="T38" fmla="*/ 490 w 1150"/>
              <a:gd name="T39" fmla="*/ 94 h 770"/>
              <a:gd name="T40" fmla="*/ 425 w 1150"/>
              <a:gd name="T41" fmla="*/ 128 h 770"/>
              <a:gd name="T42" fmla="*/ 361 w 1150"/>
              <a:gd name="T43" fmla="*/ 165 h 770"/>
              <a:gd name="T44" fmla="*/ 304 w 1150"/>
              <a:gd name="T45" fmla="*/ 205 h 770"/>
              <a:gd name="T46" fmla="*/ 251 w 1150"/>
              <a:gd name="T47" fmla="*/ 247 h 770"/>
              <a:gd name="T48" fmla="*/ 201 w 1150"/>
              <a:gd name="T49" fmla="*/ 294 h 770"/>
              <a:gd name="T50" fmla="*/ 153 w 1150"/>
              <a:gd name="T51" fmla="*/ 342 h 770"/>
              <a:gd name="T52" fmla="*/ 109 w 1150"/>
              <a:gd name="T53" fmla="*/ 395 h 770"/>
              <a:gd name="T54" fmla="*/ 69 w 1150"/>
              <a:gd name="T55" fmla="*/ 450 h 770"/>
              <a:gd name="T56" fmla="*/ 32 w 1150"/>
              <a:gd name="T57" fmla="*/ 508 h 770"/>
              <a:gd name="T58" fmla="*/ 0 w 1150"/>
              <a:gd name="T59" fmla="*/ 568 h 770"/>
              <a:gd name="T60" fmla="*/ 312 w 1150"/>
              <a:gd name="T61" fmla="*/ 543 h 770"/>
              <a:gd name="T62" fmla="*/ 476 w 1150"/>
              <a:gd name="T63" fmla="*/ 770 h 77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150" h="770">
                <a:moveTo>
                  <a:pt x="476" y="770"/>
                </a:moveTo>
                <a:lnTo>
                  <a:pt x="502" y="725"/>
                </a:lnTo>
                <a:lnTo>
                  <a:pt x="532" y="685"/>
                </a:lnTo>
                <a:lnTo>
                  <a:pt x="567" y="648"/>
                </a:lnTo>
                <a:lnTo>
                  <a:pt x="606" y="614"/>
                </a:lnTo>
                <a:lnTo>
                  <a:pt x="648" y="584"/>
                </a:lnTo>
                <a:lnTo>
                  <a:pt x="690" y="560"/>
                </a:lnTo>
                <a:lnTo>
                  <a:pt x="733" y="539"/>
                </a:lnTo>
                <a:lnTo>
                  <a:pt x="781" y="523"/>
                </a:lnTo>
                <a:lnTo>
                  <a:pt x="827" y="511"/>
                </a:lnTo>
                <a:lnTo>
                  <a:pt x="875" y="503"/>
                </a:lnTo>
                <a:lnTo>
                  <a:pt x="1009" y="496"/>
                </a:lnTo>
                <a:lnTo>
                  <a:pt x="1150" y="255"/>
                </a:lnTo>
                <a:lnTo>
                  <a:pt x="967" y="0"/>
                </a:lnTo>
                <a:lnTo>
                  <a:pt x="843" y="0"/>
                </a:lnTo>
                <a:lnTo>
                  <a:pt x="770" y="9"/>
                </a:lnTo>
                <a:lnTo>
                  <a:pt x="698" y="23"/>
                </a:lnTo>
                <a:lnTo>
                  <a:pt x="627" y="41"/>
                </a:lnTo>
                <a:lnTo>
                  <a:pt x="557" y="65"/>
                </a:lnTo>
                <a:lnTo>
                  <a:pt x="490" y="94"/>
                </a:lnTo>
                <a:lnTo>
                  <a:pt x="425" y="128"/>
                </a:lnTo>
                <a:lnTo>
                  <a:pt x="361" y="165"/>
                </a:lnTo>
                <a:lnTo>
                  <a:pt x="304" y="205"/>
                </a:lnTo>
                <a:lnTo>
                  <a:pt x="251" y="247"/>
                </a:lnTo>
                <a:lnTo>
                  <a:pt x="201" y="294"/>
                </a:lnTo>
                <a:lnTo>
                  <a:pt x="153" y="342"/>
                </a:lnTo>
                <a:lnTo>
                  <a:pt x="109" y="395"/>
                </a:lnTo>
                <a:lnTo>
                  <a:pt x="69" y="450"/>
                </a:lnTo>
                <a:lnTo>
                  <a:pt x="32" y="508"/>
                </a:lnTo>
                <a:lnTo>
                  <a:pt x="0" y="568"/>
                </a:lnTo>
                <a:lnTo>
                  <a:pt x="312" y="543"/>
                </a:lnTo>
                <a:lnTo>
                  <a:pt x="476" y="77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5285" name="Freeform 4"/>
          <p:cNvSpPr>
            <a:spLocks/>
          </p:cNvSpPr>
          <p:nvPr/>
        </p:nvSpPr>
        <p:spPr bwMode="blackWhite">
          <a:xfrm>
            <a:off x="4594225" y="1905000"/>
            <a:ext cx="1436688" cy="1492250"/>
          </a:xfrm>
          <a:custGeom>
            <a:avLst/>
            <a:gdLst>
              <a:gd name="T0" fmla="*/ 690 w 905"/>
              <a:gd name="T1" fmla="*/ 940 h 940"/>
              <a:gd name="T2" fmla="*/ 810 w 905"/>
              <a:gd name="T3" fmla="*/ 822 h 940"/>
              <a:gd name="T4" fmla="*/ 874 w 905"/>
              <a:gd name="T5" fmla="*/ 761 h 940"/>
              <a:gd name="T6" fmla="*/ 905 w 905"/>
              <a:gd name="T7" fmla="*/ 734 h 940"/>
              <a:gd name="T8" fmla="*/ 868 w 905"/>
              <a:gd name="T9" fmla="*/ 623 h 940"/>
              <a:gd name="T10" fmla="*/ 839 w 905"/>
              <a:gd name="T11" fmla="*/ 560 h 940"/>
              <a:gd name="T12" fmla="*/ 805 w 905"/>
              <a:gd name="T13" fmla="*/ 498 h 940"/>
              <a:gd name="T14" fmla="*/ 769 w 905"/>
              <a:gd name="T15" fmla="*/ 440 h 940"/>
              <a:gd name="T16" fmla="*/ 727 w 905"/>
              <a:gd name="T17" fmla="*/ 384 h 940"/>
              <a:gd name="T18" fmla="*/ 681 w 905"/>
              <a:gd name="T19" fmla="*/ 331 h 940"/>
              <a:gd name="T20" fmla="*/ 632 w 905"/>
              <a:gd name="T21" fmla="*/ 281 h 940"/>
              <a:gd name="T22" fmla="*/ 580 w 905"/>
              <a:gd name="T23" fmla="*/ 234 h 940"/>
              <a:gd name="T24" fmla="*/ 524 w 905"/>
              <a:gd name="T25" fmla="*/ 193 h 940"/>
              <a:gd name="T26" fmla="*/ 465 w 905"/>
              <a:gd name="T27" fmla="*/ 153 h 940"/>
              <a:gd name="T28" fmla="*/ 404 w 905"/>
              <a:gd name="T29" fmla="*/ 118 h 940"/>
              <a:gd name="T30" fmla="*/ 341 w 905"/>
              <a:gd name="T31" fmla="*/ 87 h 940"/>
              <a:gd name="T32" fmla="*/ 276 w 905"/>
              <a:gd name="T33" fmla="*/ 62 h 940"/>
              <a:gd name="T34" fmla="*/ 208 w 905"/>
              <a:gd name="T35" fmla="*/ 39 h 940"/>
              <a:gd name="T36" fmla="*/ 140 w 905"/>
              <a:gd name="T37" fmla="*/ 22 h 940"/>
              <a:gd name="T38" fmla="*/ 71 w 905"/>
              <a:gd name="T39" fmla="*/ 9 h 940"/>
              <a:gd name="T40" fmla="*/ 0 w 905"/>
              <a:gd name="T41" fmla="*/ 0 h 940"/>
              <a:gd name="T42" fmla="*/ 174 w 905"/>
              <a:gd name="T43" fmla="*/ 250 h 940"/>
              <a:gd name="T44" fmla="*/ 32 w 905"/>
              <a:gd name="T45" fmla="*/ 510 h 940"/>
              <a:gd name="T46" fmla="*/ 83 w 905"/>
              <a:gd name="T47" fmla="*/ 524 h 940"/>
              <a:gd name="T48" fmla="*/ 131 w 905"/>
              <a:gd name="T49" fmla="*/ 545 h 940"/>
              <a:gd name="T50" fmla="*/ 176 w 905"/>
              <a:gd name="T51" fmla="*/ 570 h 940"/>
              <a:gd name="T52" fmla="*/ 221 w 905"/>
              <a:gd name="T53" fmla="*/ 600 h 940"/>
              <a:gd name="T54" fmla="*/ 260 w 905"/>
              <a:gd name="T55" fmla="*/ 633 h 940"/>
              <a:gd name="T56" fmla="*/ 298 w 905"/>
              <a:gd name="T57" fmla="*/ 671 h 940"/>
              <a:gd name="T58" fmla="*/ 330 w 905"/>
              <a:gd name="T59" fmla="*/ 710 h 940"/>
              <a:gd name="T60" fmla="*/ 357 w 905"/>
              <a:gd name="T61" fmla="*/ 755 h 940"/>
              <a:gd name="T62" fmla="*/ 398 w 905"/>
              <a:gd name="T63" fmla="*/ 871 h 940"/>
              <a:gd name="T64" fmla="*/ 690 w 905"/>
              <a:gd name="T65" fmla="*/ 940 h 94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905" h="940">
                <a:moveTo>
                  <a:pt x="690" y="940"/>
                </a:moveTo>
                <a:lnTo>
                  <a:pt x="810" y="822"/>
                </a:lnTo>
                <a:lnTo>
                  <a:pt x="874" y="761"/>
                </a:lnTo>
                <a:lnTo>
                  <a:pt x="905" y="734"/>
                </a:lnTo>
                <a:lnTo>
                  <a:pt x="868" y="623"/>
                </a:lnTo>
                <a:lnTo>
                  <a:pt x="839" y="560"/>
                </a:lnTo>
                <a:lnTo>
                  <a:pt x="805" y="498"/>
                </a:lnTo>
                <a:lnTo>
                  <a:pt x="769" y="440"/>
                </a:lnTo>
                <a:lnTo>
                  <a:pt x="727" y="384"/>
                </a:lnTo>
                <a:lnTo>
                  <a:pt x="681" y="331"/>
                </a:lnTo>
                <a:lnTo>
                  <a:pt x="632" y="281"/>
                </a:lnTo>
                <a:lnTo>
                  <a:pt x="580" y="234"/>
                </a:lnTo>
                <a:lnTo>
                  <a:pt x="524" y="193"/>
                </a:lnTo>
                <a:lnTo>
                  <a:pt x="465" y="153"/>
                </a:lnTo>
                <a:lnTo>
                  <a:pt x="404" y="118"/>
                </a:lnTo>
                <a:lnTo>
                  <a:pt x="341" y="87"/>
                </a:lnTo>
                <a:lnTo>
                  <a:pt x="276" y="62"/>
                </a:lnTo>
                <a:lnTo>
                  <a:pt x="208" y="39"/>
                </a:lnTo>
                <a:lnTo>
                  <a:pt x="140" y="22"/>
                </a:lnTo>
                <a:lnTo>
                  <a:pt x="71" y="9"/>
                </a:lnTo>
                <a:lnTo>
                  <a:pt x="0" y="0"/>
                </a:lnTo>
                <a:lnTo>
                  <a:pt x="174" y="250"/>
                </a:lnTo>
                <a:lnTo>
                  <a:pt x="32" y="510"/>
                </a:lnTo>
                <a:lnTo>
                  <a:pt x="83" y="524"/>
                </a:lnTo>
                <a:lnTo>
                  <a:pt x="131" y="545"/>
                </a:lnTo>
                <a:lnTo>
                  <a:pt x="176" y="570"/>
                </a:lnTo>
                <a:lnTo>
                  <a:pt x="221" y="600"/>
                </a:lnTo>
                <a:lnTo>
                  <a:pt x="260" y="633"/>
                </a:lnTo>
                <a:lnTo>
                  <a:pt x="298" y="671"/>
                </a:lnTo>
                <a:lnTo>
                  <a:pt x="330" y="710"/>
                </a:lnTo>
                <a:lnTo>
                  <a:pt x="357" y="755"/>
                </a:lnTo>
                <a:lnTo>
                  <a:pt x="398" y="871"/>
                </a:lnTo>
                <a:lnTo>
                  <a:pt x="690" y="94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5286" name="Freeform 5"/>
          <p:cNvSpPr>
            <a:spLocks/>
          </p:cNvSpPr>
          <p:nvPr/>
        </p:nvSpPr>
        <p:spPr bwMode="blackWhite">
          <a:xfrm>
            <a:off x="4846638" y="3128963"/>
            <a:ext cx="1247775" cy="1754187"/>
          </a:xfrm>
          <a:custGeom>
            <a:avLst/>
            <a:gdLst>
              <a:gd name="T0" fmla="*/ 256 w 786"/>
              <a:gd name="T1" fmla="*/ 139 h 1105"/>
              <a:gd name="T2" fmla="*/ 264 w 786"/>
              <a:gd name="T3" fmla="*/ 188 h 1105"/>
              <a:gd name="T4" fmla="*/ 265 w 786"/>
              <a:gd name="T5" fmla="*/ 240 h 1105"/>
              <a:gd name="T6" fmla="*/ 262 w 786"/>
              <a:gd name="T7" fmla="*/ 290 h 1105"/>
              <a:gd name="T8" fmla="*/ 253 w 786"/>
              <a:gd name="T9" fmla="*/ 340 h 1105"/>
              <a:gd name="T10" fmla="*/ 239 w 786"/>
              <a:gd name="T11" fmla="*/ 389 h 1105"/>
              <a:gd name="T12" fmla="*/ 221 w 786"/>
              <a:gd name="T13" fmla="*/ 436 h 1105"/>
              <a:gd name="T14" fmla="*/ 196 w 786"/>
              <a:gd name="T15" fmla="*/ 482 h 1105"/>
              <a:gd name="T16" fmla="*/ 168 w 786"/>
              <a:gd name="T17" fmla="*/ 525 h 1105"/>
              <a:gd name="T18" fmla="*/ 135 w 786"/>
              <a:gd name="T19" fmla="*/ 565 h 1105"/>
              <a:gd name="T20" fmla="*/ 99 w 786"/>
              <a:gd name="T21" fmla="*/ 602 h 1105"/>
              <a:gd name="T22" fmla="*/ 1 w 786"/>
              <a:gd name="T23" fmla="*/ 666 h 1105"/>
              <a:gd name="T24" fmla="*/ 0 w 786"/>
              <a:gd name="T25" fmla="*/ 940 h 1105"/>
              <a:gd name="T26" fmla="*/ 292 w 786"/>
              <a:gd name="T27" fmla="*/ 1105 h 1105"/>
              <a:gd name="T28" fmla="*/ 362 w 786"/>
              <a:gd name="T29" fmla="*/ 1044 h 1105"/>
              <a:gd name="T30" fmla="*/ 418 w 786"/>
              <a:gd name="T31" fmla="*/ 1000 h 1105"/>
              <a:gd name="T32" fmla="*/ 470 w 786"/>
              <a:gd name="T33" fmla="*/ 954 h 1105"/>
              <a:gd name="T34" fmla="*/ 520 w 786"/>
              <a:gd name="T35" fmla="*/ 904 h 1105"/>
              <a:gd name="T36" fmla="*/ 567 w 786"/>
              <a:gd name="T37" fmla="*/ 851 h 1105"/>
              <a:gd name="T38" fmla="*/ 609 w 786"/>
              <a:gd name="T39" fmla="*/ 794 h 1105"/>
              <a:gd name="T40" fmla="*/ 646 w 786"/>
              <a:gd name="T41" fmla="*/ 736 h 1105"/>
              <a:gd name="T42" fmla="*/ 679 w 786"/>
              <a:gd name="T43" fmla="*/ 675 h 1105"/>
              <a:gd name="T44" fmla="*/ 709 w 786"/>
              <a:gd name="T45" fmla="*/ 612 h 1105"/>
              <a:gd name="T46" fmla="*/ 734 w 786"/>
              <a:gd name="T47" fmla="*/ 547 h 1105"/>
              <a:gd name="T48" fmla="*/ 754 w 786"/>
              <a:gd name="T49" fmla="*/ 481 h 1105"/>
              <a:gd name="T50" fmla="*/ 769 w 786"/>
              <a:gd name="T51" fmla="*/ 412 h 1105"/>
              <a:gd name="T52" fmla="*/ 779 w 786"/>
              <a:gd name="T53" fmla="*/ 344 h 1105"/>
              <a:gd name="T54" fmla="*/ 785 w 786"/>
              <a:gd name="T55" fmla="*/ 274 h 1105"/>
              <a:gd name="T56" fmla="*/ 786 w 786"/>
              <a:gd name="T57" fmla="*/ 207 h 1105"/>
              <a:gd name="T58" fmla="*/ 782 w 786"/>
              <a:gd name="T59" fmla="*/ 137 h 1105"/>
              <a:gd name="T60" fmla="*/ 773 w 786"/>
              <a:gd name="T61" fmla="*/ 68 h 1105"/>
              <a:gd name="T62" fmla="*/ 759 w 786"/>
              <a:gd name="T63" fmla="*/ 0 h 1105"/>
              <a:gd name="T64" fmla="*/ 536 w 786"/>
              <a:gd name="T65" fmla="*/ 218 h 1105"/>
              <a:gd name="T66" fmla="*/ 256 w 786"/>
              <a:gd name="T67" fmla="*/ 139 h 110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786" h="1105">
                <a:moveTo>
                  <a:pt x="256" y="139"/>
                </a:moveTo>
                <a:lnTo>
                  <a:pt x="264" y="188"/>
                </a:lnTo>
                <a:lnTo>
                  <a:pt x="265" y="240"/>
                </a:lnTo>
                <a:lnTo>
                  <a:pt x="262" y="290"/>
                </a:lnTo>
                <a:lnTo>
                  <a:pt x="253" y="340"/>
                </a:lnTo>
                <a:lnTo>
                  <a:pt x="239" y="389"/>
                </a:lnTo>
                <a:lnTo>
                  <a:pt x="221" y="436"/>
                </a:lnTo>
                <a:lnTo>
                  <a:pt x="196" y="482"/>
                </a:lnTo>
                <a:lnTo>
                  <a:pt x="168" y="525"/>
                </a:lnTo>
                <a:lnTo>
                  <a:pt x="135" y="565"/>
                </a:lnTo>
                <a:lnTo>
                  <a:pt x="99" y="602"/>
                </a:lnTo>
                <a:lnTo>
                  <a:pt x="1" y="666"/>
                </a:lnTo>
                <a:lnTo>
                  <a:pt x="0" y="940"/>
                </a:lnTo>
                <a:lnTo>
                  <a:pt x="292" y="1105"/>
                </a:lnTo>
                <a:lnTo>
                  <a:pt x="362" y="1044"/>
                </a:lnTo>
                <a:lnTo>
                  <a:pt x="418" y="1000"/>
                </a:lnTo>
                <a:lnTo>
                  <a:pt x="470" y="954"/>
                </a:lnTo>
                <a:lnTo>
                  <a:pt x="520" y="904"/>
                </a:lnTo>
                <a:lnTo>
                  <a:pt x="567" y="851"/>
                </a:lnTo>
                <a:lnTo>
                  <a:pt x="609" y="794"/>
                </a:lnTo>
                <a:lnTo>
                  <a:pt x="646" y="736"/>
                </a:lnTo>
                <a:lnTo>
                  <a:pt x="679" y="675"/>
                </a:lnTo>
                <a:lnTo>
                  <a:pt x="709" y="612"/>
                </a:lnTo>
                <a:lnTo>
                  <a:pt x="734" y="547"/>
                </a:lnTo>
                <a:lnTo>
                  <a:pt x="754" y="481"/>
                </a:lnTo>
                <a:lnTo>
                  <a:pt x="769" y="412"/>
                </a:lnTo>
                <a:lnTo>
                  <a:pt x="779" y="344"/>
                </a:lnTo>
                <a:lnTo>
                  <a:pt x="785" y="274"/>
                </a:lnTo>
                <a:lnTo>
                  <a:pt x="786" y="207"/>
                </a:lnTo>
                <a:lnTo>
                  <a:pt x="782" y="137"/>
                </a:lnTo>
                <a:lnTo>
                  <a:pt x="773" y="68"/>
                </a:lnTo>
                <a:lnTo>
                  <a:pt x="759" y="0"/>
                </a:lnTo>
                <a:lnTo>
                  <a:pt x="536" y="218"/>
                </a:lnTo>
                <a:lnTo>
                  <a:pt x="256" y="139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5287" name="Freeform 6"/>
          <p:cNvSpPr>
            <a:spLocks/>
          </p:cNvSpPr>
          <p:nvPr/>
        </p:nvSpPr>
        <p:spPr bwMode="blackWhite">
          <a:xfrm>
            <a:off x="3343275" y="4076700"/>
            <a:ext cx="1873250" cy="1019175"/>
          </a:xfrm>
          <a:custGeom>
            <a:avLst/>
            <a:gdLst>
              <a:gd name="T0" fmla="*/ 900 w 1180"/>
              <a:gd name="T1" fmla="*/ 96 h 642"/>
              <a:gd name="T2" fmla="*/ 853 w 1180"/>
              <a:gd name="T3" fmla="*/ 112 h 642"/>
              <a:gd name="T4" fmla="*/ 805 w 1180"/>
              <a:gd name="T5" fmla="*/ 126 h 642"/>
              <a:gd name="T6" fmla="*/ 755 w 1180"/>
              <a:gd name="T7" fmla="*/ 133 h 642"/>
              <a:gd name="T8" fmla="*/ 706 w 1180"/>
              <a:gd name="T9" fmla="*/ 136 h 642"/>
              <a:gd name="T10" fmla="*/ 656 w 1180"/>
              <a:gd name="T11" fmla="*/ 134 h 642"/>
              <a:gd name="T12" fmla="*/ 606 w 1180"/>
              <a:gd name="T13" fmla="*/ 127 h 642"/>
              <a:gd name="T14" fmla="*/ 557 w 1180"/>
              <a:gd name="T15" fmla="*/ 117 h 642"/>
              <a:gd name="T16" fmla="*/ 509 w 1180"/>
              <a:gd name="T17" fmla="*/ 102 h 642"/>
              <a:gd name="T18" fmla="*/ 464 w 1180"/>
              <a:gd name="T19" fmla="*/ 81 h 642"/>
              <a:gd name="T20" fmla="*/ 422 w 1180"/>
              <a:gd name="T21" fmla="*/ 57 h 642"/>
              <a:gd name="T22" fmla="*/ 320 w 1180"/>
              <a:gd name="T23" fmla="*/ 0 h 642"/>
              <a:gd name="T24" fmla="*/ 49 w 1180"/>
              <a:gd name="T25" fmla="*/ 86 h 642"/>
              <a:gd name="T26" fmla="*/ 0 w 1180"/>
              <a:gd name="T27" fmla="*/ 374 h 642"/>
              <a:gd name="T28" fmla="*/ 2 w 1180"/>
              <a:gd name="T29" fmla="*/ 376 h 642"/>
              <a:gd name="T30" fmla="*/ 2 w 1180"/>
              <a:gd name="T31" fmla="*/ 386 h 642"/>
              <a:gd name="T32" fmla="*/ 86 w 1180"/>
              <a:gd name="T33" fmla="*/ 443 h 642"/>
              <a:gd name="T34" fmla="*/ 146 w 1180"/>
              <a:gd name="T35" fmla="*/ 483 h 642"/>
              <a:gd name="T36" fmla="*/ 209 w 1180"/>
              <a:gd name="T37" fmla="*/ 520 h 642"/>
              <a:gd name="T38" fmla="*/ 273 w 1180"/>
              <a:gd name="T39" fmla="*/ 551 h 642"/>
              <a:gd name="T40" fmla="*/ 340 w 1180"/>
              <a:gd name="T41" fmla="*/ 577 h 642"/>
              <a:gd name="T42" fmla="*/ 409 w 1180"/>
              <a:gd name="T43" fmla="*/ 600 h 642"/>
              <a:gd name="T44" fmla="*/ 477 w 1180"/>
              <a:gd name="T45" fmla="*/ 618 h 642"/>
              <a:gd name="T46" fmla="*/ 550 w 1180"/>
              <a:gd name="T47" fmla="*/ 632 h 642"/>
              <a:gd name="T48" fmla="*/ 622 w 1180"/>
              <a:gd name="T49" fmla="*/ 640 h 642"/>
              <a:gd name="T50" fmla="*/ 694 w 1180"/>
              <a:gd name="T51" fmla="*/ 642 h 642"/>
              <a:gd name="T52" fmla="*/ 766 w 1180"/>
              <a:gd name="T53" fmla="*/ 640 h 642"/>
              <a:gd name="T54" fmla="*/ 838 w 1180"/>
              <a:gd name="T55" fmla="*/ 633 h 642"/>
              <a:gd name="T56" fmla="*/ 910 w 1180"/>
              <a:gd name="T57" fmla="*/ 620 h 642"/>
              <a:gd name="T58" fmla="*/ 979 w 1180"/>
              <a:gd name="T59" fmla="*/ 604 h 642"/>
              <a:gd name="T60" fmla="*/ 1047 w 1180"/>
              <a:gd name="T61" fmla="*/ 583 h 642"/>
              <a:gd name="T62" fmla="*/ 1115 w 1180"/>
              <a:gd name="T63" fmla="*/ 556 h 642"/>
              <a:gd name="T64" fmla="*/ 1180 w 1180"/>
              <a:gd name="T65" fmla="*/ 525 h 642"/>
              <a:gd name="T66" fmla="*/ 903 w 1180"/>
              <a:gd name="T67" fmla="*/ 368 h 642"/>
              <a:gd name="T68" fmla="*/ 900 w 1180"/>
              <a:gd name="T69" fmla="*/ 96 h 642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180" h="642">
                <a:moveTo>
                  <a:pt x="900" y="96"/>
                </a:moveTo>
                <a:lnTo>
                  <a:pt x="853" y="112"/>
                </a:lnTo>
                <a:lnTo>
                  <a:pt x="805" y="126"/>
                </a:lnTo>
                <a:lnTo>
                  <a:pt x="755" y="133"/>
                </a:lnTo>
                <a:lnTo>
                  <a:pt x="706" y="136"/>
                </a:lnTo>
                <a:lnTo>
                  <a:pt x="656" y="134"/>
                </a:lnTo>
                <a:lnTo>
                  <a:pt x="606" y="127"/>
                </a:lnTo>
                <a:lnTo>
                  <a:pt x="557" y="117"/>
                </a:lnTo>
                <a:lnTo>
                  <a:pt x="509" y="102"/>
                </a:lnTo>
                <a:lnTo>
                  <a:pt x="464" y="81"/>
                </a:lnTo>
                <a:lnTo>
                  <a:pt x="422" y="57"/>
                </a:lnTo>
                <a:lnTo>
                  <a:pt x="320" y="0"/>
                </a:lnTo>
                <a:lnTo>
                  <a:pt x="49" y="86"/>
                </a:lnTo>
                <a:lnTo>
                  <a:pt x="0" y="374"/>
                </a:lnTo>
                <a:lnTo>
                  <a:pt x="2" y="376"/>
                </a:lnTo>
                <a:lnTo>
                  <a:pt x="2" y="386"/>
                </a:lnTo>
                <a:lnTo>
                  <a:pt x="86" y="443"/>
                </a:lnTo>
                <a:lnTo>
                  <a:pt x="146" y="483"/>
                </a:lnTo>
                <a:lnTo>
                  <a:pt x="209" y="520"/>
                </a:lnTo>
                <a:lnTo>
                  <a:pt x="273" y="551"/>
                </a:lnTo>
                <a:lnTo>
                  <a:pt x="340" y="577"/>
                </a:lnTo>
                <a:lnTo>
                  <a:pt x="409" y="600"/>
                </a:lnTo>
                <a:lnTo>
                  <a:pt x="477" y="618"/>
                </a:lnTo>
                <a:lnTo>
                  <a:pt x="550" y="632"/>
                </a:lnTo>
                <a:lnTo>
                  <a:pt x="622" y="640"/>
                </a:lnTo>
                <a:lnTo>
                  <a:pt x="694" y="642"/>
                </a:lnTo>
                <a:lnTo>
                  <a:pt x="766" y="640"/>
                </a:lnTo>
                <a:lnTo>
                  <a:pt x="838" y="633"/>
                </a:lnTo>
                <a:lnTo>
                  <a:pt x="910" y="620"/>
                </a:lnTo>
                <a:lnTo>
                  <a:pt x="979" y="604"/>
                </a:lnTo>
                <a:lnTo>
                  <a:pt x="1047" y="583"/>
                </a:lnTo>
                <a:lnTo>
                  <a:pt x="1115" y="556"/>
                </a:lnTo>
                <a:lnTo>
                  <a:pt x="1180" y="525"/>
                </a:lnTo>
                <a:lnTo>
                  <a:pt x="903" y="368"/>
                </a:lnTo>
                <a:lnTo>
                  <a:pt x="900" y="96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5288" name="Freeform 7"/>
          <p:cNvSpPr>
            <a:spLocks/>
          </p:cNvSpPr>
          <p:nvPr/>
        </p:nvSpPr>
        <p:spPr bwMode="blackWhite">
          <a:xfrm>
            <a:off x="2808288" y="2833688"/>
            <a:ext cx="1006475" cy="1768475"/>
          </a:xfrm>
          <a:custGeom>
            <a:avLst/>
            <a:gdLst>
              <a:gd name="T0" fmla="*/ 634 w 634"/>
              <a:gd name="T1" fmla="*/ 734 h 1114"/>
              <a:gd name="T2" fmla="*/ 602 w 634"/>
              <a:gd name="T3" fmla="*/ 692 h 1114"/>
              <a:gd name="T4" fmla="*/ 576 w 634"/>
              <a:gd name="T5" fmla="*/ 646 h 1114"/>
              <a:gd name="T6" fmla="*/ 554 w 634"/>
              <a:gd name="T7" fmla="*/ 599 h 1114"/>
              <a:gd name="T8" fmla="*/ 537 w 634"/>
              <a:gd name="T9" fmla="*/ 551 h 1114"/>
              <a:gd name="T10" fmla="*/ 525 w 634"/>
              <a:gd name="T11" fmla="*/ 501 h 1114"/>
              <a:gd name="T12" fmla="*/ 519 w 634"/>
              <a:gd name="T13" fmla="*/ 450 h 1114"/>
              <a:gd name="T14" fmla="*/ 518 w 634"/>
              <a:gd name="T15" fmla="*/ 398 h 1114"/>
              <a:gd name="T16" fmla="*/ 523 w 634"/>
              <a:gd name="T17" fmla="*/ 347 h 1114"/>
              <a:gd name="T18" fmla="*/ 551 w 634"/>
              <a:gd name="T19" fmla="*/ 228 h 1114"/>
              <a:gd name="T20" fmla="*/ 394 w 634"/>
              <a:gd name="T21" fmla="*/ 0 h 1114"/>
              <a:gd name="T22" fmla="*/ 91 w 634"/>
              <a:gd name="T23" fmla="*/ 28 h 1114"/>
              <a:gd name="T24" fmla="*/ 43 w 634"/>
              <a:gd name="T25" fmla="*/ 130 h 1114"/>
              <a:gd name="T26" fmla="*/ 25 w 634"/>
              <a:gd name="T27" fmla="*/ 199 h 1114"/>
              <a:gd name="T28" fmla="*/ 11 w 634"/>
              <a:gd name="T29" fmla="*/ 268 h 1114"/>
              <a:gd name="T30" fmla="*/ 5 w 634"/>
              <a:gd name="T31" fmla="*/ 339 h 1114"/>
              <a:gd name="T32" fmla="*/ 0 w 634"/>
              <a:gd name="T33" fmla="*/ 410 h 1114"/>
              <a:gd name="T34" fmla="*/ 3 w 634"/>
              <a:gd name="T35" fmla="*/ 480 h 1114"/>
              <a:gd name="T36" fmla="*/ 10 w 634"/>
              <a:gd name="T37" fmla="*/ 550 h 1114"/>
              <a:gd name="T38" fmla="*/ 23 w 634"/>
              <a:gd name="T39" fmla="*/ 620 h 1114"/>
              <a:gd name="T40" fmla="*/ 39 w 634"/>
              <a:gd name="T41" fmla="*/ 688 h 1114"/>
              <a:gd name="T42" fmla="*/ 61 w 634"/>
              <a:gd name="T43" fmla="*/ 757 h 1114"/>
              <a:gd name="T44" fmla="*/ 89 w 634"/>
              <a:gd name="T45" fmla="*/ 822 h 1114"/>
              <a:gd name="T46" fmla="*/ 121 w 634"/>
              <a:gd name="T47" fmla="*/ 885 h 1114"/>
              <a:gd name="T48" fmla="*/ 156 w 634"/>
              <a:gd name="T49" fmla="*/ 947 h 1114"/>
              <a:gd name="T50" fmla="*/ 197 w 634"/>
              <a:gd name="T51" fmla="*/ 1006 h 1114"/>
              <a:gd name="T52" fmla="*/ 242 w 634"/>
              <a:gd name="T53" fmla="*/ 1062 h 1114"/>
              <a:gd name="T54" fmla="*/ 290 w 634"/>
              <a:gd name="T55" fmla="*/ 1114 h 1114"/>
              <a:gd name="T56" fmla="*/ 340 w 634"/>
              <a:gd name="T57" fmla="*/ 838 h 1114"/>
              <a:gd name="T58" fmla="*/ 634 w 634"/>
              <a:gd name="T59" fmla="*/ 734 h 1114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634" h="1114">
                <a:moveTo>
                  <a:pt x="634" y="734"/>
                </a:moveTo>
                <a:lnTo>
                  <a:pt x="602" y="692"/>
                </a:lnTo>
                <a:lnTo>
                  <a:pt x="576" y="646"/>
                </a:lnTo>
                <a:lnTo>
                  <a:pt x="554" y="599"/>
                </a:lnTo>
                <a:lnTo>
                  <a:pt x="537" y="551"/>
                </a:lnTo>
                <a:lnTo>
                  <a:pt x="525" y="501"/>
                </a:lnTo>
                <a:lnTo>
                  <a:pt x="519" y="450"/>
                </a:lnTo>
                <a:lnTo>
                  <a:pt x="518" y="398"/>
                </a:lnTo>
                <a:lnTo>
                  <a:pt x="523" y="347"/>
                </a:lnTo>
                <a:lnTo>
                  <a:pt x="551" y="228"/>
                </a:lnTo>
                <a:lnTo>
                  <a:pt x="394" y="0"/>
                </a:lnTo>
                <a:lnTo>
                  <a:pt x="91" y="28"/>
                </a:lnTo>
                <a:lnTo>
                  <a:pt x="43" y="130"/>
                </a:lnTo>
                <a:lnTo>
                  <a:pt x="25" y="199"/>
                </a:lnTo>
                <a:lnTo>
                  <a:pt x="11" y="268"/>
                </a:lnTo>
                <a:lnTo>
                  <a:pt x="5" y="339"/>
                </a:lnTo>
                <a:lnTo>
                  <a:pt x="0" y="410"/>
                </a:lnTo>
                <a:lnTo>
                  <a:pt x="3" y="480"/>
                </a:lnTo>
                <a:lnTo>
                  <a:pt x="10" y="550"/>
                </a:lnTo>
                <a:lnTo>
                  <a:pt x="23" y="620"/>
                </a:lnTo>
                <a:lnTo>
                  <a:pt x="39" y="688"/>
                </a:lnTo>
                <a:lnTo>
                  <a:pt x="61" y="757"/>
                </a:lnTo>
                <a:lnTo>
                  <a:pt x="89" y="822"/>
                </a:lnTo>
                <a:lnTo>
                  <a:pt x="121" y="885"/>
                </a:lnTo>
                <a:lnTo>
                  <a:pt x="156" y="947"/>
                </a:lnTo>
                <a:lnTo>
                  <a:pt x="197" y="1006"/>
                </a:lnTo>
                <a:lnTo>
                  <a:pt x="242" y="1062"/>
                </a:lnTo>
                <a:lnTo>
                  <a:pt x="290" y="1114"/>
                </a:lnTo>
                <a:lnTo>
                  <a:pt x="340" y="838"/>
                </a:lnTo>
                <a:lnTo>
                  <a:pt x="634" y="734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5289" name="Rectangle 8"/>
          <p:cNvSpPr>
            <a:spLocks noChangeArrowheads="1"/>
          </p:cNvSpPr>
          <p:nvPr/>
        </p:nvSpPr>
        <p:spPr bwMode="blackWhite">
          <a:xfrm>
            <a:off x="2894013" y="3529013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5290" name="Rectangle 9"/>
          <p:cNvSpPr>
            <a:spLocks noChangeArrowheads="1"/>
          </p:cNvSpPr>
          <p:nvPr/>
        </p:nvSpPr>
        <p:spPr bwMode="blackWhite">
          <a:xfrm>
            <a:off x="3559175" y="2336800"/>
            <a:ext cx="681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5291" name="Rectangle 10"/>
          <p:cNvSpPr>
            <a:spLocks noChangeArrowheads="1"/>
          </p:cNvSpPr>
          <p:nvPr/>
        </p:nvSpPr>
        <p:spPr bwMode="blackWhite">
          <a:xfrm>
            <a:off x="4962525" y="2554288"/>
            <a:ext cx="6762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5292" name="Rectangle 11"/>
          <p:cNvSpPr>
            <a:spLocks noChangeArrowheads="1"/>
          </p:cNvSpPr>
          <p:nvPr/>
        </p:nvSpPr>
        <p:spPr bwMode="blackWhite">
          <a:xfrm>
            <a:off x="5249863" y="3925888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5293" name="Rectangle 12"/>
          <p:cNvSpPr>
            <a:spLocks noChangeArrowheads="1"/>
          </p:cNvSpPr>
          <p:nvPr/>
        </p:nvSpPr>
        <p:spPr bwMode="blackWhite">
          <a:xfrm>
            <a:off x="3867150" y="4541838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529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529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5296" name="Rectangle 15"/>
          <p:cNvSpPr>
            <a:spLocks noChangeArrowheads="1"/>
          </p:cNvSpPr>
          <p:nvPr/>
        </p:nvSpPr>
        <p:spPr bwMode="auto">
          <a:xfrm>
            <a:off x="5451475" y="121285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5297" name="Rectangle 16"/>
          <p:cNvSpPr>
            <a:spLocks noChangeArrowheads="1"/>
          </p:cNvSpPr>
          <p:nvPr/>
        </p:nvSpPr>
        <p:spPr bwMode="auto">
          <a:xfrm>
            <a:off x="2214563" y="121285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5298" name="Rectangle 17"/>
          <p:cNvSpPr>
            <a:spLocks noChangeArrowheads="1"/>
          </p:cNvSpPr>
          <p:nvPr/>
        </p:nvSpPr>
        <p:spPr bwMode="auto">
          <a:xfrm>
            <a:off x="754063" y="308610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5299" name="Rectangle 18"/>
          <p:cNvSpPr>
            <a:spLocks noChangeArrowheads="1"/>
          </p:cNvSpPr>
          <p:nvPr/>
        </p:nvSpPr>
        <p:spPr bwMode="auto">
          <a:xfrm>
            <a:off x="3351213" y="5241925"/>
            <a:ext cx="18081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5300" name="Rectangle 19"/>
          <p:cNvSpPr>
            <a:spLocks noChangeArrowheads="1"/>
          </p:cNvSpPr>
          <p:nvPr/>
        </p:nvSpPr>
        <p:spPr bwMode="auto">
          <a:xfrm>
            <a:off x="6353175" y="3465513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1A89C4F-0EEC-4023-B61C-8B81E6414145}" type="slidenum">
              <a:rPr lang="zh-CN" altLang="en-US" smtClean="0"/>
              <a:pPr defTabSz="895350"/>
              <a:t>218</a:t>
            </a:fld>
            <a:endParaRPr lang="en-US" altLang="zh-CN"/>
          </a:p>
        </p:txBody>
      </p:sp>
      <p:sp>
        <p:nvSpPr>
          <p:cNvPr id="226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6</a:t>
            </a:r>
          </a:p>
        </p:txBody>
      </p:sp>
      <p:grpSp>
        <p:nvGrpSpPr>
          <p:cNvPr id="226308" name="Group 3"/>
          <p:cNvGrpSpPr>
            <a:grpSpLocks/>
          </p:cNvGrpSpPr>
          <p:nvPr/>
        </p:nvGrpSpPr>
        <p:grpSpPr bwMode="auto">
          <a:xfrm>
            <a:off x="2703513" y="1547813"/>
            <a:ext cx="3490912" cy="3744912"/>
            <a:chOff x="1519" y="712"/>
            <a:chExt cx="2791" cy="2992"/>
          </a:xfrm>
        </p:grpSpPr>
        <p:sp>
          <p:nvSpPr>
            <p:cNvPr id="226323" name="Freeform 4"/>
            <p:cNvSpPr>
              <a:spLocks/>
            </p:cNvSpPr>
            <p:nvPr/>
          </p:nvSpPr>
          <p:spPr bwMode="blackWhite">
            <a:xfrm>
              <a:off x="2948" y="907"/>
              <a:ext cx="1295" cy="1029"/>
            </a:xfrm>
            <a:custGeom>
              <a:avLst/>
              <a:gdLst>
                <a:gd name="T0" fmla="*/ 192 w 869"/>
                <a:gd name="T1" fmla="*/ 710 h 712"/>
                <a:gd name="T2" fmla="*/ 657 w 869"/>
                <a:gd name="T3" fmla="*/ 711 h 712"/>
                <a:gd name="T4" fmla="*/ 731 w 869"/>
                <a:gd name="T5" fmla="*/ 583 h 712"/>
                <a:gd name="T6" fmla="*/ 801 w 869"/>
                <a:gd name="T7" fmla="*/ 452 h 712"/>
                <a:gd name="T8" fmla="*/ 868 w 869"/>
                <a:gd name="T9" fmla="*/ 319 h 712"/>
                <a:gd name="T10" fmla="*/ 729 w 869"/>
                <a:gd name="T11" fmla="*/ 400 h 712"/>
                <a:gd name="T12" fmla="*/ 694 w 869"/>
                <a:gd name="T13" fmla="*/ 349 h 712"/>
                <a:gd name="T14" fmla="*/ 655 w 869"/>
                <a:gd name="T15" fmla="*/ 301 h 712"/>
                <a:gd name="T16" fmla="*/ 613 w 869"/>
                <a:gd name="T17" fmla="*/ 256 h 712"/>
                <a:gd name="T18" fmla="*/ 567 w 869"/>
                <a:gd name="T19" fmla="*/ 213 h 712"/>
                <a:gd name="T20" fmla="*/ 519 w 869"/>
                <a:gd name="T21" fmla="*/ 175 h 712"/>
                <a:gd name="T22" fmla="*/ 467 w 869"/>
                <a:gd name="T23" fmla="*/ 140 h 712"/>
                <a:gd name="T24" fmla="*/ 415 w 869"/>
                <a:gd name="T25" fmla="*/ 108 h 712"/>
                <a:gd name="T26" fmla="*/ 360 w 869"/>
                <a:gd name="T27" fmla="*/ 80 h 712"/>
                <a:gd name="T28" fmla="*/ 302 w 869"/>
                <a:gd name="T29" fmla="*/ 56 h 712"/>
                <a:gd name="T30" fmla="*/ 244 w 869"/>
                <a:gd name="T31" fmla="*/ 36 h 712"/>
                <a:gd name="T32" fmla="*/ 184 w 869"/>
                <a:gd name="T33" fmla="*/ 21 h 712"/>
                <a:gd name="T34" fmla="*/ 123 w 869"/>
                <a:gd name="T35" fmla="*/ 9 h 712"/>
                <a:gd name="T36" fmla="*/ 61 w 869"/>
                <a:gd name="T37" fmla="*/ 2 h 712"/>
                <a:gd name="T38" fmla="*/ 0 w 869"/>
                <a:gd name="T39" fmla="*/ 0 h 712"/>
                <a:gd name="T40" fmla="*/ 164 w 869"/>
                <a:gd name="T41" fmla="*/ 206 h 712"/>
                <a:gd name="T42" fmla="*/ 63 w 869"/>
                <a:gd name="T43" fmla="*/ 445 h 712"/>
                <a:gd name="T44" fmla="*/ 104 w 869"/>
                <a:gd name="T45" fmla="*/ 455 h 712"/>
                <a:gd name="T46" fmla="*/ 145 w 869"/>
                <a:gd name="T47" fmla="*/ 468 h 712"/>
                <a:gd name="T48" fmla="*/ 184 w 869"/>
                <a:gd name="T49" fmla="*/ 485 h 712"/>
                <a:gd name="T50" fmla="*/ 221 w 869"/>
                <a:gd name="T51" fmla="*/ 505 h 712"/>
                <a:gd name="T52" fmla="*/ 256 w 869"/>
                <a:gd name="T53" fmla="*/ 530 h 712"/>
                <a:gd name="T54" fmla="*/ 290 w 869"/>
                <a:gd name="T55" fmla="*/ 557 h 712"/>
                <a:gd name="T56" fmla="*/ 320 w 869"/>
                <a:gd name="T57" fmla="*/ 587 h 712"/>
                <a:gd name="T58" fmla="*/ 348 w 869"/>
                <a:gd name="T59" fmla="*/ 620 h 712"/>
                <a:gd name="T60" fmla="*/ 192 w 869"/>
                <a:gd name="T61" fmla="*/ 710 h 71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869" h="712">
                  <a:moveTo>
                    <a:pt x="192" y="710"/>
                  </a:moveTo>
                  <a:lnTo>
                    <a:pt x="657" y="711"/>
                  </a:lnTo>
                  <a:lnTo>
                    <a:pt x="731" y="583"/>
                  </a:lnTo>
                  <a:lnTo>
                    <a:pt x="801" y="452"/>
                  </a:lnTo>
                  <a:lnTo>
                    <a:pt x="868" y="319"/>
                  </a:lnTo>
                  <a:lnTo>
                    <a:pt x="729" y="400"/>
                  </a:lnTo>
                  <a:lnTo>
                    <a:pt x="694" y="349"/>
                  </a:lnTo>
                  <a:lnTo>
                    <a:pt x="655" y="301"/>
                  </a:lnTo>
                  <a:lnTo>
                    <a:pt x="613" y="256"/>
                  </a:lnTo>
                  <a:lnTo>
                    <a:pt x="567" y="213"/>
                  </a:lnTo>
                  <a:lnTo>
                    <a:pt x="519" y="175"/>
                  </a:lnTo>
                  <a:lnTo>
                    <a:pt x="467" y="140"/>
                  </a:lnTo>
                  <a:lnTo>
                    <a:pt x="415" y="108"/>
                  </a:lnTo>
                  <a:lnTo>
                    <a:pt x="360" y="80"/>
                  </a:lnTo>
                  <a:lnTo>
                    <a:pt x="302" y="56"/>
                  </a:lnTo>
                  <a:lnTo>
                    <a:pt x="244" y="36"/>
                  </a:lnTo>
                  <a:lnTo>
                    <a:pt x="184" y="21"/>
                  </a:lnTo>
                  <a:lnTo>
                    <a:pt x="123" y="9"/>
                  </a:lnTo>
                  <a:lnTo>
                    <a:pt x="61" y="2"/>
                  </a:lnTo>
                  <a:lnTo>
                    <a:pt x="0" y="0"/>
                  </a:lnTo>
                  <a:lnTo>
                    <a:pt x="164" y="206"/>
                  </a:lnTo>
                  <a:lnTo>
                    <a:pt x="63" y="445"/>
                  </a:lnTo>
                  <a:lnTo>
                    <a:pt x="104" y="455"/>
                  </a:lnTo>
                  <a:lnTo>
                    <a:pt x="145" y="468"/>
                  </a:lnTo>
                  <a:lnTo>
                    <a:pt x="184" y="485"/>
                  </a:lnTo>
                  <a:lnTo>
                    <a:pt x="221" y="505"/>
                  </a:lnTo>
                  <a:lnTo>
                    <a:pt x="256" y="530"/>
                  </a:lnTo>
                  <a:lnTo>
                    <a:pt x="290" y="557"/>
                  </a:lnTo>
                  <a:lnTo>
                    <a:pt x="320" y="587"/>
                  </a:lnTo>
                  <a:lnTo>
                    <a:pt x="348" y="620"/>
                  </a:lnTo>
                  <a:lnTo>
                    <a:pt x="192" y="710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6324" name="Freeform 5"/>
            <p:cNvSpPr>
              <a:spLocks/>
            </p:cNvSpPr>
            <p:nvPr/>
          </p:nvSpPr>
          <p:spPr bwMode="blackWhite">
            <a:xfrm>
              <a:off x="3316" y="1665"/>
              <a:ext cx="994" cy="1238"/>
            </a:xfrm>
            <a:custGeom>
              <a:avLst/>
              <a:gdLst>
                <a:gd name="T0" fmla="*/ 205 w 667"/>
                <a:gd name="T1" fmla="*/ 855 h 856"/>
                <a:gd name="T2" fmla="*/ 666 w 667"/>
                <a:gd name="T3" fmla="*/ 846 h 856"/>
                <a:gd name="T4" fmla="*/ 523 w 667"/>
                <a:gd name="T5" fmla="*/ 764 h 856"/>
                <a:gd name="T6" fmla="*/ 551 w 667"/>
                <a:gd name="T7" fmla="*/ 709 h 856"/>
                <a:gd name="T8" fmla="*/ 574 w 667"/>
                <a:gd name="T9" fmla="*/ 653 h 856"/>
                <a:gd name="T10" fmla="*/ 593 w 667"/>
                <a:gd name="T11" fmla="*/ 595 h 856"/>
                <a:gd name="T12" fmla="*/ 608 w 667"/>
                <a:gd name="T13" fmla="*/ 535 h 856"/>
                <a:gd name="T14" fmla="*/ 619 w 667"/>
                <a:gd name="T15" fmla="*/ 476 h 856"/>
                <a:gd name="T16" fmla="*/ 625 w 667"/>
                <a:gd name="T17" fmla="*/ 415 h 856"/>
                <a:gd name="T18" fmla="*/ 627 w 667"/>
                <a:gd name="T19" fmla="*/ 354 h 856"/>
                <a:gd name="T20" fmla="*/ 625 w 667"/>
                <a:gd name="T21" fmla="*/ 293 h 856"/>
                <a:gd name="T22" fmla="*/ 618 w 667"/>
                <a:gd name="T23" fmla="*/ 233 h 856"/>
                <a:gd name="T24" fmla="*/ 607 w 667"/>
                <a:gd name="T25" fmla="*/ 172 h 856"/>
                <a:gd name="T26" fmla="*/ 592 w 667"/>
                <a:gd name="T27" fmla="*/ 114 h 856"/>
                <a:gd name="T28" fmla="*/ 572 w 667"/>
                <a:gd name="T29" fmla="*/ 56 h 856"/>
                <a:gd name="T30" fmla="*/ 549 w 667"/>
                <a:gd name="T31" fmla="*/ 0 h 856"/>
                <a:gd name="T32" fmla="*/ 427 w 667"/>
                <a:gd name="T33" fmla="*/ 219 h 856"/>
                <a:gd name="T34" fmla="*/ 163 w 667"/>
                <a:gd name="T35" fmla="*/ 216 h 856"/>
                <a:gd name="T36" fmla="*/ 174 w 667"/>
                <a:gd name="T37" fmla="*/ 255 h 856"/>
                <a:gd name="T38" fmla="*/ 181 w 667"/>
                <a:gd name="T39" fmla="*/ 298 h 856"/>
                <a:gd name="T40" fmla="*/ 184 w 667"/>
                <a:gd name="T41" fmla="*/ 340 h 856"/>
                <a:gd name="T42" fmla="*/ 183 w 667"/>
                <a:gd name="T43" fmla="*/ 381 h 856"/>
                <a:gd name="T44" fmla="*/ 178 w 667"/>
                <a:gd name="T45" fmla="*/ 423 h 856"/>
                <a:gd name="T46" fmla="*/ 170 w 667"/>
                <a:gd name="T47" fmla="*/ 464 h 856"/>
                <a:gd name="T48" fmla="*/ 158 w 667"/>
                <a:gd name="T49" fmla="*/ 505 h 856"/>
                <a:gd name="T50" fmla="*/ 142 w 667"/>
                <a:gd name="T51" fmla="*/ 544 h 856"/>
                <a:gd name="T52" fmla="*/ 0 w 667"/>
                <a:gd name="T53" fmla="*/ 465 h 856"/>
                <a:gd name="T54" fmla="*/ 205 w 667"/>
                <a:gd name="T55" fmla="*/ 855 h 85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67" h="856">
                  <a:moveTo>
                    <a:pt x="205" y="855"/>
                  </a:moveTo>
                  <a:lnTo>
                    <a:pt x="666" y="846"/>
                  </a:lnTo>
                  <a:lnTo>
                    <a:pt x="523" y="764"/>
                  </a:lnTo>
                  <a:lnTo>
                    <a:pt x="551" y="709"/>
                  </a:lnTo>
                  <a:lnTo>
                    <a:pt x="574" y="653"/>
                  </a:lnTo>
                  <a:lnTo>
                    <a:pt x="593" y="595"/>
                  </a:lnTo>
                  <a:lnTo>
                    <a:pt x="608" y="535"/>
                  </a:lnTo>
                  <a:lnTo>
                    <a:pt x="619" y="476"/>
                  </a:lnTo>
                  <a:lnTo>
                    <a:pt x="625" y="415"/>
                  </a:lnTo>
                  <a:lnTo>
                    <a:pt x="627" y="354"/>
                  </a:lnTo>
                  <a:lnTo>
                    <a:pt x="625" y="293"/>
                  </a:lnTo>
                  <a:lnTo>
                    <a:pt x="618" y="233"/>
                  </a:lnTo>
                  <a:lnTo>
                    <a:pt x="607" y="172"/>
                  </a:lnTo>
                  <a:lnTo>
                    <a:pt x="592" y="114"/>
                  </a:lnTo>
                  <a:lnTo>
                    <a:pt x="572" y="56"/>
                  </a:lnTo>
                  <a:lnTo>
                    <a:pt x="549" y="0"/>
                  </a:lnTo>
                  <a:lnTo>
                    <a:pt x="427" y="219"/>
                  </a:lnTo>
                  <a:lnTo>
                    <a:pt x="163" y="216"/>
                  </a:lnTo>
                  <a:lnTo>
                    <a:pt x="174" y="255"/>
                  </a:lnTo>
                  <a:lnTo>
                    <a:pt x="181" y="298"/>
                  </a:lnTo>
                  <a:lnTo>
                    <a:pt x="184" y="340"/>
                  </a:lnTo>
                  <a:lnTo>
                    <a:pt x="183" y="381"/>
                  </a:lnTo>
                  <a:lnTo>
                    <a:pt x="178" y="423"/>
                  </a:lnTo>
                  <a:lnTo>
                    <a:pt x="170" y="464"/>
                  </a:lnTo>
                  <a:lnTo>
                    <a:pt x="158" y="505"/>
                  </a:lnTo>
                  <a:lnTo>
                    <a:pt x="142" y="544"/>
                  </a:lnTo>
                  <a:lnTo>
                    <a:pt x="0" y="465"/>
                  </a:lnTo>
                  <a:lnTo>
                    <a:pt x="205" y="855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6325" name="Freeform 6"/>
            <p:cNvSpPr>
              <a:spLocks/>
            </p:cNvSpPr>
            <p:nvPr/>
          </p:nvSpPr>
          <p:spPr bwMode="blackWhite">
            <a:xfrm>
              <a:off x="2689" y="2571"/>
              <a:ext cx="1307" cy="1133"/>
            </a:xfrm>
            <a:custGeom>
              <a:avLst/>
              <a:gdLst>
                <a:gd name="T0" fmla="*/ 0 w 877"/>
                <a:gd name="T1" fmla="*/ 391 h 784"/>
                <a:gd name="T2" fmla="*/ 220 w 877"/>
                <a:gd name="T3" fmla="*/ 783 h 784"/>
                <a:gd name="T4" fmla="*/ 220 w 877"/>
                <a:gd name="T5" fmla="*/ 603 h 784"/>
                <a:gd name="T6" fmla="*/ 279 w 877"/>
                <a:gd name="T7" fmla="*/ 599 h 784"/>
                <a:gd name="T8" fmla="*/ 337 w 877"/>
                <a:gd name="T9" fmla="*/ 588 h 784"/>
                <a:gd name="T10" fmla="*/ 394 w 877"/>
                <a:gd name="T11" fmla="*/ 575 h 784"/>
                <a:gd name="T12" fmla="*/ 450 w 877"/>
                <a:gd name="T13" fmla="*/ 558 h 784"/>
                <a:gd name="T14" fmla="*/ 505 w 877"/>
                <a:gd name="T15" fmla="*/ 537 h 784"/>
                <a:gd name="T16" fmla="*/ 559 w 877"/>
                <a:gd name="T17" fmla="*/ 513 h 784"/>
                <a:gd name="T18" fmla="*/ 611 w 877"/>
                <a:gd name="T19" fmla="*/ 485 h 784"/>
                <a:gd name="T20" fmla="*/ 661 w 877"/>
                <a:gd name="T21" fmla="*/ 454 h 784"/>
                <a:gd name="T22" fmla="*/ 708 w 877"/>
                <a:gd name="T23" fmla="*/ 418 h 784"/>
                <a:gd name="T24" fmla="*/ 755 w 877"/>
                <a:gd name="T25" fmla="*/ 380 h 784"/>
                <a:gd name="T26" fmla="*/ 799 w 877"/>
                <a:gd name="T27" fmla="*/ 338 h 784"/>
                <a:gd name="T28" fmla="*/ 838 w 877"/>
                <a:gd name="T29" fmla="*/ 293 h 784"/>
                <a:gd name="T30" fmla="*/ 876 w 877"/>
                <a:gd name="T31" fmla="*/ 246 h 784"/>
                <a:gd name="T32" fmla="*/ 610 w 877"/>
                <a:gd name="T33" fmla="*/ 260 h 784"/>
                <a:gd name="T34" fmla="*/ 489 w 877"/>
                <a:gd name="T35" fmla="*/ 27 h 784"/>
                <a:gd name="T36" fmla="*/ 464 w 877"/>
                <a:gd name="T37" fmla="*/ 50 h 784"/>
                <a:gd name="T38" fmla="*/ 438 w 877"/>
                <a:gd name="T39" fmla="*/ 73 h 784"/>
                <a:gd name="T40" fmla="*/ 405 w 877"/>
                <a:gd name="T41" fmla="*/ 95 h 784"/>
                <a:gd name="T42" fmla="*/ 371 w 877"/>
                <a:gd name="T43" fmla="*/ 116 h 784"/>
                <a:gd name="T44" fmla="*/ 336 w 877"/>
                <a:gd name="T45" fmla="*/ 132 h 784"/>
                <a:gd name="T46" fmla="*/ 298 w 877"/>
                <a:gd name="T47" fmla="*/ 147 h 784"/>
                <a:gd name="T48" fmla="*/ 259 w 877"/>
                <a:gd name="T49" fmla="*/ 156 h 784"/>
                <a:gd name="T50" fmla="*/ 220 w 877"/>
                <a:gd name="T51" fmla="*/ 163 h 784"/>
                <a:gd name="T52" fmla="*/ 220 w 877"/>
                <a:gd name="T53" fmla="*/ 0 h 784"/>
                <a:gd name="T54" fmla="*/ 0 w 877"/>
                <a:gd name="T55" fmla="*/ 391 h 7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877" h="784">
                  <a:moveTo>
                    <a:pt x="0" y="391"/>
                  </a:moveTo>
                  <a:lnTo>
                    <a:pt x="220" y="783"/>
                  </a:lnTo>
                  <a:lnTo>
                    <a:pt x="220" y="603"/>
                  </a:lnTo>
                  <a:lnTo>
                    <a:pt x="279" y="599"/>
                  </a:lnTo>
                  <a:lnTo>
                    <a:pt x="337" y="588"/>
                  </a:lnTo>
                  <a:lnTo>
                    <a:pt x="394" y="575"/>
                  </a:lnTo>
                  <a:lnTo>
                    <a:pt x="450" y="558"/>
                  </a:lnTo>
                  <a:lnTo>
                    <a:pt x="505" y="537"/>
                  </a:lnTo>
                  <a:lnTo>
                    <a:pt x="559" y="513"/>
                  </a:lnTo>
                  <a:lnTo>
                    <a:pt x="611" y="485"/>
                  </a:lnTo>
                  <a:lnTo>
                    <a:pt x="661" y="454"/>
                  </a:lnTo>
                  <a:lnTo>
                    <a:pt x="708" y="418"/>
                  </a:lnTo>
                  <a:lnTo>
                    <a:pt x="755" y="380"/>
                  </a:lnTo>
                  <a:lnTo>
                    <a:pt x="799" y="338"/>
                  </a:lnTo>
                  <a:lnTo>
                    <a:pt x="838" y="293"/>
                  </a:lnTo>
                  <a:lnTo>
                    <a:pt x="876" y="246"/>
                  </a:lnTo>
                  <a:lnTo>
                    <a:pt x="610" y="260"/>
                  </a:lnTo>
                  <a:lnTo>
                    <a:pt x="489" y="27"/>
                  </a:lnTo>
                  <a:lnTo>
                    <a:pt x="464" y="50"/>
                  </a:lnTo>
                  <a:lnTo>
                    <a:pt x="438" y="73"/>
                  </a:lnTo>
                  <a:lnTo>
                    <a:pt x="405" y="95"/>
                  </a:lnTo>
                  <a:lnTo>
                    <a:pt x="371" y="116"/>
                  </a:lnTo>
                  <a:lnTo>
                    <a:pt x="336" y="132"/>
                  </a:lnTo>
                  <a:lnTo>
                    <a:pt x="298" y="147"/>
                  </a:lnTo>
                  <a:lnTo>
                    <a:pt x="259" y="156"/>
                  </a:lnTo>
                  <a:lnTo>
                    <a:pt x="220" y="163"/>
                  </a:lnTo>
                  <a:lnTo>
                    <a:pt x="220" y="0"/>
                  </a:lnTo>
                  <a:lnTo>
                    <a:pt x="0" y="391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6326" name="Freeform 7"/>
            <p:cNvSpPr>
              <a:spLocks/>
            </p:cNvSpPr>
            <p:nvPr/>
          </p:nvSpPr>
          <p:spPr bwMode="blackWhite">
            <a:xfrm>
              <a:off x="1586" y="2431"/>
              <a:ext cx="1241" cy="1011"/>
            </a:xfrm>
            <a:custGeom>
              <a:avLst/>
              <a:gdLst>
                <a:gd name="T0" fmla="*/ 292 w 833"/>
                <a:gd name="T1" fmla="*/ 0 h 699"/>
                <a:gd name="T2" fmla="*/ 0 w 833"/>
                <a:gd name="T3" fmla="*/ 352 h 699"/>
                <a:gd name="T4" fmla="*/ 163 w 833"/>
                <a:gd name="T5" fmla="*/ 293 h 699"/>
                <a:gd name="T6" fmla="*/ 198 w 833"/>
                <a:gd name="T7" fmla="*/ 344 h 699"/>
                <a:gd name="T8" fmla="*/ 236 w 833"/>
                <a:gd name="T9" fmla="*/ 392 h 699"/>
                <a:gd name="T10" fmla="*/ 277 w 833"/>
                <a:gd name="T11" fmla="*/ 438 h 699"/>
                <a:gd name="T12" fmla="*/ 322 w 833"/>
                <a:gd name="T13" fmla="*/ 480 h 699"/>
                <a:gd name="T14" fmla="*/ 370 w 833"/>
                <a:gd name="T15" fmla="*/ 520 h 699"/>
                <a:gd name="T16" fmla="*/ 419 w 833"/>
                <a:gd name="T17" fmla="*/ 555 h 699"/>
                <a:gd name="T18" fmla="*/ 472 w 833"/>
                <a:gd name="T19" fmla="*/ 588 h 699"/>
                <a:gd name="T20" fmla="*/ 527 w 833"/>
                <a:gd name="T21" fmla="*/ 616 h 699"/>
                <a:gd name="T22" fmla="*/ 583 w 833"/>
                <a:gd name="T23" fmla="*/ 641 h 699"/>
                <a:gd name="T24" fmla="*/ 641 w 833"/>
                <a:gd name="T25" fmla="*/ 662 h 699"/>
                <a:gd name="T26" fmla="*/ 700 w 833"/>
                <a:gd name="T27" fmla="*/ 678 h 699"/>
                <a:gd name="T28" fmla="*/ 762 w 833"/>
                <a:gd name="T29" fmla="*/ 690 h 699"/>
                <a:gd name="T30" fmla="*/ 822 w 833"/>
                <a:gd name="T31" fmla="*/ 698 h 699"/>
                <a:gd name="T32" fmla="*/ 702 w 833"/>
                <a:gd name="T33" fmla="*/ 494 h 699"/>
                <a:gd name="T34" fmla="*/ 832 w 833"/>
                <a:gd name="T35" fmla="*/ 256 h 699"/>
                <a:gd name="T36" fmla="*/ 787 w 833"/>
                <a:gd name="T37" fmla="*/ 247 h 699"/>
                <a:gd name="T38" fmla="*/ 745 w 833"/>
                <a:gd name="T39" fmla="*/ 233 h 699"/>
                <a:gd name="T40" fmla="*/ 704 w 833"/>
                <a:gd name="T41" fmla="*/ 214 h 699"/>
                <a:gd name="T42" fmla="*/ 665 w 833"/>
                <a:gd name="T43" fmla="*/ 192 h 699"/>
                <a:gd name="T44" fmla="*/ 630 w 833"/>
                <a:gd name="T45" fmla="*/ 165 h 699"/>
                <a:gd name="T46" fmla="*/ 596 w 833"/>
                <a:gd name="T47" fmla="*/ 136 h 699"/>
                <a:gd name="T48" fmla="*/ 736 w 833"/>
                <a:gd name="T49" fmla="*/ 84 h 699"/>
                <a:gd name="T50" fmla="*/ 292 w 833"/>
                <a:gd name="T51" fmla="*/ 0 h 69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833" h="699">
                  <a:moveTo>
                    <a:pt x="292" y="0"/>
                  </a:moveTo>
                  <a:lnTo>
                    <a:pt x="0" y="352"/>
                  </a:lnTo>
                  <a:lnTo>
                    <a:pt x="163" y="293"/>
                  </a:lnTo>
                  <a:lnTo>
                    <a:pt x="198" y="344"/>
                  </a:lnTo>
                  <a:lnTo>
                    <a:pt x="236" y="392"/>
                  </a:lnTo>
                  <a:lnTo>
                    <a:pt x="277" y="438"/>
                  </a:lnTo>
                  <a:lnTo>
                    <a:pt x="322" y="480"/>
                  </a:lnTo>
                  <a:lnTo>
                    <a:pt x="370" y="520"/>
                  </a:lnTo>
                  <a:lnTo>
                    <a:pt x="419" y="555"/>
                  </a:lnTo>
                  <a:lnTo>
                    <a:pt x="472" y="588"/>
                  </a:lnTo>
                  <a:lnTo>
                    <a:pt x="527" y="616"/>
                  </a:lnTo>
                  <a:lnTo>
                    <a:pt x="583" y="641"/>
                  </a:lnTo>
                  <a:lnTo>
                    <a:pt x="641" y="662"/>
                  </a:lnTo>
                  <a:lnTo>
                    <a:pt x="700" y="678"/>
                  </a:lnTo>
                  <a:lnTo>
                    <a:pt x="762" y="690"/>
                  </a:lnTo>
                  <a:lnTo>
                    <a:pt x="822" y="698"/>
                  </a:lnTo>
                  <a:lnTo>
                    <a:pt x="702" y="494"/>
                  </a:lnTo>
                  <a:lnTo>
                    <a:pt x="832" y="256"/>
                  </a:lnTo>
                  <a:lnTo>
                    <a:pt x="787" y="247"/>
                  </a:lnTo>
                  <a:lnTo>
                    <a:pt x="745" y="233"/>
                  </a:lnTo>
                  <a:lnTo>
                    <a:pt x="704" y="214"/>
                  </a:lnTo>
                  <a:lnTo>
                    <a:pt x="665" y="192"/>
                  </a:lnTo>
                  <a:lnTo>
                    <a:pt x="630" y="165"/>
                  </a:lnTo>
                  <a:lnTo>
                    <a:pt x="596" y="136"/>
                  </a:lnTo>
                  <a:lnTo>
                    <a:pt x="736" y="84"/>
                  </a:lnTo>
                  <a:lnTo>
                    <a:pt x="292" y="0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6327" name="Freeform 8"/>
            <p:cNvSpPr>
              <a:spLocks/>
            </p:cNvSpPr>
            <p:nvPr/>
          </p:nvSpPr>
          <p:spPr bwMode="blackWhite">
            <a:xfrm>
              <a:off x="1841" y="712"/>
              <a:ext cx="1292" cy="1125"/>
            </a:xfrm>
            <a:custGeom>
              <a:avLst/>
              <a:gdLst>
                <a:gd name="T0" fmla="*/ 379 w 867"/>
                <a:gd name="T1" fmla="*/ 778 h 779"/>
                <a:gd name="T2" fmla="*/ 402 w 867"/>
                <a:gd name="T3" fmla="*/ 748 h 779"/>
                <a:gd name="T4" fmla="*/ 425 w 867"/>
                <a:gd name="T5" fmla="*/ 721 h 779"/>
                <a:gd name="T6" fmla="*/ 452 w 867"/>
                <a:gd name="T7" fmla="*/ 694 h 779"/>
                <a:gd name="T8" fmla="*/ 480 w 867"/>
                <a:gd name="T9" fmla="*/ 671 h 779"/>
                <a:gd name="T10" fmla="*/ 514 w 867"/>
                <a:gd name="T11" fmla="*/ 646 h 779"/>
                <a:gd name="T12" fmla="*/ 550 w 867"/>
                <a:gd name="T13" fmla="*/ 626 h 779"/>
                <a:gd name="T14" fmla="*/ 588 w 867"/>
                <a:gd name="T15" fmla="*/ 609 h 779"/>
                <a:gd name="T16" fmla="*/ 627 w 867"/>
                <a:gd name="T17" fmla="*/ 594 h 779"/>
                <a:gd name="T18" fmla="*/ 668 w 867"/>
                <a:gd name="T19" fmla="*/ 585 h 779"/>
                <a:gd name="T20" fmla="*/ 692 w 867"/>
                <a:gd name="T21" fmla="*/ 750 h 779"/>
                <a:gd name="T22" fmla="*/ 866 w 867"/>
                <a:gd name="T23" fmla="*/ 349 h 779"/>
                <a:gd name="T24" fmla="*/ 605 w 867"/>
                <a:gd name="T25" fmla="*/ 0 h 779"/>
                <a:gd name="T26" fmla="*/ 606 w 867"/>
                <a:gd name="T27" fmla="*/ 149 h 779"/>
                <a:gd name="T28" fmla="*/ 545 w 867"/>
                <a:gd name="T29" fmla="*/ 162 h 779"/>
                <a:gd name="T30" fmla="*/ 484 w 867"/>
                <a:gd name="T31" fmla="*/ 180 h 779"/>
                <a:gd name="T32" fmla="*/ 425 w 867"/>
                <a:gd name="T33" fmla="*/ 201 h 779"/>
                <a:gd name="T34" fmla="*/ 368 w 867"/>
                <a:gd name="T35" fmla="*/ 225 h 779"/>
                <a:gd name="T36" fmla="*/ 313 w 867"/>
                <a:gd name="T37" fmla="*/ 255 h 779"/>
                <a:gd name="T38" fmla="*/ 259 w 867"/>
                <a:gd name="T39" fmla="*/ 287 h 779"/>
                <a:gd name="T40" fmla="*/ 208 w 867"/>
                <a:gd name="T41" fmla="*/ 325 h 779"/>
                <a:gd name="T42" fmla="*/ 160 w 867"/>
                <a:gd name="T43" fmla="*/ 366 h 779"/>
                <a:gd name="T44" fmla="*/ 115 w 867"/>
                <a:gd name="T45" fmla="*/ 411 h 779"/>
                <a:gd name="T46" fmla="*/ 74 w 867"/>
                <a:gd name="T47" fmla="*/ 458 h 779"/>
                <a:gd name="T48" fmla="*/ 35 w 867"/>
                <a:gd name="T49" fmla="*/ 509 h 779"/>
                <a:gd name="T50" fmla="*/ 0 w 867"/>
                <a:gd name="T51" fmla="*/ 563 h 779"/>
                <a:gd name="T52" fmla="*/ 247 w 867"/>
                <a:gd name="T53" fmla="*/ 564 h 779"/>
                <a:gd name="T54" fmla="*/ 379 w 867"/>
                <a:gd name="T55" fmla="*/ 778 h 77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867" h="779">
                  <a:moveTo>
                    <a:pt x="379" y="778"/>
                  </a:moveTo>
                  <a:lnTo>
                    <a:pt x="402" y="748"/>
                  </a:lnTo>
                  <a:lnTo>
                    <a:pt x="425" y="721"/>
                  </a:lnTo>
                  <a:lnTo>
                    <a:pt x="452" y="694"/>
                  </a:lnTo>
                  <a:lnTo>
                    <a:pt x="480" y="671"/>
                  </a:lnTo>
                  <a:lnTo>
                    <a:pt x="514" y="646"/>
                  </a:lnTo>
                  <a:lnTo>
                    <a:pt x="550" y="626"/>
                  </a:lnTo>
                  <a:lnTo>
                    <a:pt x="588" y="609"/>
                  </a:lnTo>
                  <a:lnTo>
                    <a:pt x="627" y="594"/>
                  </a:lnTo>
                  <a:lnTo>
                    <a:pt x="668" y="585"/>
                  </a:lnTo>
                  <a:lnTo>
                    <a:pt x="692" y="750"/>
                  </a:lnTo>
                  <a:lnTo>
                    <a:pt x="866" y="349"/>
                  </a:lnTo>
                  <a:lnTo>
                    <a:pt x="605" y="0"/>
                  </a:lnTo>
                  <a:lnTo>
                    <a:pt x="606" y="149"/>
                  </a:lnTo>
                  <a:lnTo>
                    <a:pt x="545" y="162"/>
                  </a:lnTo>
                  <a:lnTo>
                    <a:pt x="484" y="180"/>
                  </a:lnTo>
                  <a:lnTo>
                    <a:pt x="425" y="201"/>
                  </a:lnTo>
                  <a:lnTo>
                    <a:pt x="368" y="225"/>
                  </a:lnTo>
                  <a:lnTo>
                    <a:pt x="313" y="255"/>
                  </a:lnTo>
                  <a:lnTo>
                    <a:pt x="259" y="287"/>
                  </a:lnTo>
                  <a:lnTo>
                    <a:pt x="208" y="325"/>
                  </a:lnTo>
                  <a:lnTo>
                    <a:pt x="160" y="366"/>
                  </a:lnTo>
                  <a:lnTo>
                    <a:pt x="115" y="411"/>
                  </a:lnTo>
                  <a:lnTo>
                    <a:pt x="74" y="458"/>
                  </a:lnTo>
                  <a:lnTo>
                    <a:pt x="35" y="509"/>
                  </a:lnTo>
                  <a:lnTo>
                    <a:pt x="0" y="563"/>
                  </a:lnTo>
                  <a:lnTo>
                    <a:pt x="247" y="564"/>
                  </a:lnTo>
                  <a:lnTo>
                    <a:pt x="379" y="778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  <p:sp>
          <p:nvSpPr>
            <p:cNvPr id="226328" name="Freeform 9"/>
            <p:cNvSpPr>
              <a:spLocks/>
            </p:cNvSpPr>
            <p:nvPr/>
          </p:nvSpPr>
          <p:spPr bwMode="blackWhite">
            <a:xfrm>
              <a:off x="1519" y="1566"/>
              <a:ext cx="1013" cy="1129"/>
            </a:xfrm>
            <a:custGeom>
              <a:avLst/>
              <a:gdLst>
                <a:gd name="T0" fmla="*/ 448 w 680"/>
                <a:gd name="T1" fmla="*/ 0 h 780"/>
                <a:gd name="T2" fmla="*/ 0 w 680"/>
                <a:gd name="T3" fmla="*/ 1 h 780"/>
                <a:gd name="T4" fmla="*/ 141 w 680"/>
                <a:gd name="T5" fmla="*/ 82 h 780"/>
                <a:gd name="T6" fmla="*/ 120 w 680"/>
                <a:gd name="T7" fmla="*/ 138 h 780"/>
                <a:gd name="T8" fmla="*/ 102 w 680"/>
                <a:gd name="T9" fmla="*/ 196 h 780"/>
                <a:gd name="T10" fmla="*/ 89 w 680"/>
                <a:gd name="T11" fmla="*/ 253 h 780"/>
                <a:gd name="T12" fmla="*/ 80 w 680"/>
                <a:gd name="T13" fmla="*/ 313 h 780"/>
                <a:gd name="T14" fmla="*/ 74 w 680"/>
                <a:gd name="T15" fmla="*/ 373 h 780"/>
                <a:gd name="T16" fmla="*/ 73 w 680"/>
                <a:gd name="T17" fmla="*/ 431 h 780"/>
                <a:gd name="T18" fmla="*/ 75 w 680"/>
                <a:gd name="T19" fmla="*/ 491 h 780"/>
                <a:gd name="T20" fmla="*/ 82 w 680"/>
                <a:gd name="T21" fmla="*/ 551 h 780"/>
                <a:gd name="T22" fmla="*/ 93 w 680"/>
                <a:gd name="T23" fmla="*/ 609 h 780"/>
                <a:gd name="T24" fmla="*/ 107 w 680"/>
                <a:gd name="T25" fmla="*/ 668 h 780"/>
                <a:gd name="T26" fmla="*/ 126 w 680"/>
                <a:gd name="T27" fmla="*/ 724 h 780"/>
                <a:gd name="T28" fmla="*/ 148 w 680"/>
                <a:gd name="T29" fmla="*/ 779 h 780"/>
                <a:gd name="T30" fmla="*/ 324 w 680"/>
                <a:gd name="T31" fmla="*/ 566 h 780"/>
                <a:gd name="T32" fmla="*/ 551 w 680"/>
                <a:gd name="T33" fmla="*/ 603 h 780"/>
                <a:gd name="T34" fmla="*/ 535 w 680"/>
                <a:gd name="T35" fmla="*/ 562 h 780"/>
                <a:gd name="T36" fmla="*/ 523 w 680"/>
                <a:gd name="T37" fmla="*/ 521 h 780"/>
                <a:gd name="T38" fmla="*/ 516 w 680"/>
                <a:gd name="T39" fmla="*/ 478 h 780"/>
                <a:gd name="T40" fmla="*/ 512 w 680"/>
                <a:gd name="T41" fmla="*/ 435 h 780"/>
                <a:gd name="T42" fmla="*/ 513 w 680"/>
                <a:gd name="T43" fmla="*/ 391 h 780"/>
                <a:gd name="T44" fmla="*/ 518 w 680"/>
                <a:gd name="T45" fmla="*/ 348 h 780"/>
                <a:gd name="T46" fmla="*/ 528 w 680"/>
                <a:gd name="T47" fmla="*/ 306 h 780"/>
                <a:gd name="T48" fmla="*/ 679 w 680"/>
                <a:gd name="T49" fmla="*/ 392 h 780"/>
                <a:gd name="T50" fmla="*/ 448 w 680"/>
                <a:gd name="T51" fmla="*/ 0 h 7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80" h="780">
                  <a:moveTo>
                    <a:pt x="448" y="0"/>
                  </a:moveTo>
                  <a:lnTo>
                    <a:pt x="0" y="1"/>
                  </a:lnTo>
                  <a:lnTo>
                    <a:pt x="141" y="82"/>
                  </a:lnTo>
                  <a:lnTo>
                    <a:pt x="120" y="138"/>
                  </a:lnTo>
                  <a:lnTo>
                    <a:pt x="102" y="196"/>
                  </a:lnTo>
                  <a:lnTo>
                    <a:pt x="89" y="253"/>
                  </a:lnTo>
                  <a:lnTo>
                    <a:pt x="80" y="313"/>
                  </a:lnTo>
                  <a:lnTo>
                    <a:pt x="74" y="373"/>
                  </a:lnTo>
                  <a:lnTo>
                    <a:pt x="73" y="431"/>
                  </a:lnTo>
                  <a:lnTo>
                    <a:pt x="75" y="491"/>
                  </a:lnTo>
                  <a:lnTo>
                    <a:pt x="82" y="551"/>
                  </a:lnTo>
                  <a:lnTo>
                    <a:pt x="93" y="609"/>
                  </a:lnTo>
                  <a:lnTo>
                    <a:pt x="107" y="668"/>
                  </a:lnTo>
                  <a:lnTo>
                    <a:pt x="126" y="724"/>
                  </a:lnTo>
                  <a:lnTo>
                    <a:pt x="148" y="779"/>
                  </a:lnTo>
                  <a:lnTo>
                    <a:pt x="324" y="566"/>
                  </a:lnTo>
                  <a:lnTo>
                    <a:pt x="551" y="603"/>
                  </a:lnTo>
                  <a:lnTo>
                    <a:pt x="535" y="562"/>
                  </a:lnTo>
                  <a:lnTo>
                    <a:pt x="523" y="521"/>
                  </a:lnTo>
                  <a:lnTo>
                    <a:pt x="516" y="478"/>
                  </a:lnTo>
                  <a:lnTo>
                    <a:pt x="512" y="435"/>
                  </a:lnTo>
                  <a:lnTo>
                    <a:pt x="513" y="391"/>
                  </a:lnTo>
                  <a:lnTo>
                    <a:pt x="518" y="348"/>
                  </a:lnTo>
                  <a:lnTo>
                    <a:pt x="528" y="306"/>
                  </a:lnTo>
                  <a:lnTo>
                    <a:pt x="679" y="392"/>
                  </a:lnTo>
                  <a:lnTo>
                    <a:pt x="448" y="0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26309" name="Rectangle 10"/>
          <p:cNvSpPr>
            <a:spLocks noChangeArrowheads="1"/>
          </p:cNvSpPr>
          <p:nvPr/>
        </p:nvSpPr>
        <p:spPr bwMode="blackWhite">
          <a:xfrm>
            <a:off x="2881313" y="3198813"/>
            <a:ext cx="742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6310" name="Rectangle 11"/>
          <p:cNvSpPr>
            <a:spLocks noChangeArrowheads="1"/>
          </p:cNvSpPr>
          <p:nvPr/>
        </p:nvSpPr>
        <p:spPr bwMode="blackWhite">
          <a:xfrm>
            <a:off x="3625850" y="2211388"/>
            <a:ext cx="6731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6311" name="Rectangle 12"/>
          <p:cNvSpPr>
            <a:spLocks noChangeArrowheads="1"/>
          </p:cNvSpPr>
          <p:nvPr/>
        </p:nvSpPr>
        <p:spPr bwMode="blackWhite">
          <a:xfrm>
            <a:off x="4899025" y="2378075"/>
            <a:ext cx="6715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6312" name="Rectangle 13"/>
          <p:cNvSpPr>
            <a:spLocks noChangeArrowheads="1"/>
          </p:cNvSpPr>
          <p:nvPr/>
        </p:nvSpPr>
        <p:spPr bwMode="blackWhite">
          <a:xfrm>
            <a:off x="5305425" y="3444875"/>
            <a:ext cx="774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6313" name="Rectangle 14"/>
          <p:cNvSpPr>
            <a:spLocks noChangeArrowheads="1"/>
          </p:cNvSpPr>
          <p:nvPr/>
        </p:nvSpPr>
        <p:spPr bwMode="blackWhite">
          <a:xfrm>
            <a:off x="4587875" y="4416425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6314" name="Rectangle 15"/>
          <p:cNvSpPr>
            <a:spLocks noChangeArrowheads="1"/>
          </p:cNvSpPr>
          <p:nvPr/>
        </p:nvSpPr>
        <p:spPr bwMode="blackWhite">
          <a:xfrm>
            <a:off x="3371850" y="4235450"/>
            <a:ext cx="6746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6315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631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6317" name="Rectangle 18"/>
          <p:cNvSpPr>
            <a:spLocks noChangeArrowheads="1"/>
          </p:cNvSpPr>
          <p:nvPr/>
        </p:nvSpPr>
        <p:spPr bwMode="auto">
          <a:xfrm>
            <a:off x="4733925" y="1198563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6318" name="Rectangle 19"/>
          <p:cNvSpPr>
            <a:spLocks noChangeArrowheads="1"/>
          </p:cNvSpPr>
          <p:nvPr/>
        </p:nvSpPr>
        <p:spPr bwMode="auto">
          <a:xfrm>
            <a:off x="2341563" y="1198563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6319" name="Rectangle 20"/>
          <p:cNvSpPr>
            <a:spLocks noChangeArrowheads="1"/>
          </p:cNvSpPr>
          <p:nvPr/>
        </p:nvSpPr>
        <p:spPr bwMode="auto">
          <a:xfrm>
            <a:off x="760413" y="2828925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6320" name="Rectangle 21"/>
          <p:cNvSpPr>
            <a:spLocks noChangeArrowheads="1"/>
          </p:cNvSpPr>
          <p:nvPr/>
        </p:nvSpPr>
        <p:spPr bwMode="auto">
          <a:xfrm>
            <a:off x="1244600" y="447040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6321" name="Rectangle 22"/>
          <p:cNvSpPr>
            <a:spLocks noChangeArrowheads="1"/>
          </p:cNvSpPr>
          <p:nvPr/>
        </p:nvSpPr>
        <p:spPr bwMode="auto">
          <a:xfrm>
            <a:off x="4806950" y="5095875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6322" name="Rectangle 23"/>
          <p:cNvSpPr>
            <a:spLocks noChangeArrowheads="1"/>
          </p:cNvSpPr>
          <p:nvPr/>
        </p:nvSpPr>
        <p:spPr bwMode="auto">
          <a:xfrm>
            <a:off x="6315075" y="2828925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2C9D76F-0E7E-4BE8-A69D-BB9047BE5EB5}" type="slidenum">
              <a:rPr lang="zh-CN" altLang="en-US" smtClean="0"/>
              <a:pPr defTabSz="895350"/>
              <a:t>219</a:t>
            </a:fld>
            <a:endParaRPr lang="en-US" altLang="zh-CN"/>
          </a:p>
        </p:txBody>
      </p:sp>
      <p:sp>
        <p:nvSpPr>
          <p:cNvPr id="227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CYCLE 6</a:t>
            </a:r>
          </a:p>
        </p:txBody>
      </p:sp>
      <p:sp>
        <p:nvSpPr>
          <p:cNvPr id="227332" name="Freeform 3"/>
          <p:cNvSpPr>
            <a:spLocks/>
          </p:cNvSpPr>
          <p:nvPr/>
        </p:nvSpPr>
        <p:spPr bwMode="blackWhite">
          <a:xfrm>
            <a:off x="4491038" y="1792288"/>
            <a:ext cx="1446212" cy="1287462"/>
          </a:xfrm>
          <a:custGeom>
            <a:avLst/>
            <a:gdLst>
              <a:gd name="T0" fmla="*/ 475 w 911"/>
              <a:gd name="T1" fmla="*/ 809 h 811"/>
              <a:gd name="T2" fmla="*/ 771 w 911"/>
              <a:gd name="T3" fmla="*/ 810 h 811"/>
              <a:gd name="T4" fmla="*/ 858 w 911"/>
              <a:gd name="T5" fmla="*/ 664 h 811"/>
              <a:gd name="T6" fmla="*/ 903 w 911"/>
              <a:gd name="T7" fmla="*/ 579 h 811"/>
              <a:gd name="T8" fmla="*/ 911 w 911"/>
              <a:gd name="T9" fmla="*/ 559 h 811"/>
              <a:gd name="T10" fmla="*/ 856 w 911"/>
              <a:gd name="T11" fmla="*/ 456 h 811"/>
              <a:gd name="T12" fmla="*/ 815 w 911"/>
              <a:gd name="T13" fmla="*/ 398 h 811"/>
              <a:gd name="T14" fmla="*/ 769 w 911"/>
              <a:gd name="T15" fmla="*/ 343 h 811"/>
              <a:gd name="T16" fmla="*/ 720 w 911"/>
              <a:gd name="T17" fmla="*/ 292 h 811"/>
              <a:gd name="T18" fmla="*/ 666 w 911"/>
              <a:gd name="T19" fmla="*/ 243 h 811"/>
              <a:gd name="T20" fmla="*/ 609 w 911"/>
              <a:gd name="T21" fmla="*/ 199 h 811"/>
              <a:gd name="T22" fmla="*/ 548 w 911"/>
              <a:gd name="T23" fmla="*/ 159 h 811"/>
              <a:gd name="T24" fmla="*/ 487 w 911"/>
              <a:gd name="T25" fmla="*/ 123 h 811"/>
              <a:gd name="T26" fmla="*/ 423 w 911"/>
              <a:gd name="T27" fmla="*/ 91 h 811"/>
              <a:gd name="T28" fmla="*/ 354 w 911"/>
              <a:gd name="T29" fmla="*/ 64 h 811"/>
              <a:gd name="T30" fmla="*/ 286 w 911"/>
              <a:gd name="T31" fmla="*/ 41 h 811"/>
              <a:gd name="T32" fmla="*/ 216 w 911"/>
              <a:gd name="T33" fmla="*/ 24 h 811"/>
              <a:gd name="T34" fmla="*/ 144 w 911"/>
              <a:gd name="T35" fmla="*/ 10 h 811"/>
              <a:gd name="T36" fmla="*/ 72 w 911"/>
              <a:gd name="T37" fmla="*/ 2 h 811"/>
              <a:gd name="T38" fmla="*/ 0 w 911"/>
              <a:gd name="T39" fmla="*/ 0 h 811"/>
              <a:gd name="T40" fmla="*/ 192 w 911"/>
              <a:gd name="T41" fmla="*/ 235 h 811"/>
              <a:gd name="T42" fmla="*/ 74 w 911"/>
              <a:gd name="T43" fmla="*/ 507 h 811"/>
              <a:gd name="T44" fmla="*/ 122 w 911"/>
              <a:gd name="T45" fmla="*/ 518 h 811"/>
              <a:gd name="T46" fmla="*/ 170 w 911"/>
              <a:gd name="T47" fmla="*/ 533 h 811"/>
              <a:gd name="T48" fmla="*/ 216 w 911"/>
              <a:gd name="T49" fmla="*/ 552 h 811"/>
              <a:gd name="T50" fmla="*/ 259 w 911"/>
              <a:gd name="T51" fmla="*/ 575 h 811"/>
              <a:gd name="T52" fmla="*/ 300 w 911"/>
              <a:gd name="T53" fmla="*/ 604 h 811"/>
              <a:gd name="T54" fmla="*/ 340 w 911"/>
              <a:gd name="T55" fmla="*/ 634 h 811"/>
              <a:gd name="T56" fmla="*/ 376 w 911"/>
              <a:gd name="T57" fmla="*/ 669 h 811"/>
              <a:gd name="T58" fmla="*/ 408 w 911"/>
              <a:gd name="T59" fmla="*/ 706 h 811"/>
              <a:gd name="T60" fmla="*/ 475 w 911"/>
              <a:gd name="T61" fmla="*/ 811 h 81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911" h="811">
                <a:moveTo>
                  <a:pt x="475" y="809"/>
                </a:moveTo>
                <a:lnTo>
                  <a:pt x="771" y="810"/>
                </a:lnTo>
                <a:lnTo>
                  <a:pt x="858" y="664"/>
                </a:lnTo>
                <a:lnTo>
                  <a:pt x="903" y="579"/>
                </a:lnTo>
                <a:lnTo>
                  <a:pt x="911" y="559"/>
                </a:lnTo>
                <a:lnTo>
                  <a:pt x="856" y="456"/>
                </a:lnTo>
                <a:lnTo>
                  <a:pt x="815" y="398"/>
                </a:lnTo>
                <a:lnTo>
                  <a:pt x="769" y="343"/>
                </a:lnTo>
                <a:lnTo>
                  <a:pt x="720" y="292"/>
                </a:lnTo>
                <a:lnTo>
                  <a:pt x="666" y="243"/>
                </a:lnTo>
                <a:lnTo>
                  <a:pt x="609" y="199"/>
                </a:lnTo>
                <a:lnTo>
                  <a:pt x="548" y="159"/>
                </a:lnTo>
                <a:lnTo>
                  <a:pt x="487" y="123"/>
                </a:lnTo>
                <a:lnTo>
                  <a:pt x="423" y="91"/>
                </a:lnTo>
                <a:lnTo>
                  <a:pt x="354" y="64"/>
                </a:lnTo>
                <a:lnTo>
                  <a:pt x="286" y="41"/>
                </a:lnTo>
                <a:lnTo>
                  <a:pt x="216" y="24"/>
                </a:lnTo>
                <a:lnTo>
                  <a:pt x="144" y="10"/>
                </a:lnTo>
                <a:lnTo>
                  <a:pt x="72" y="2"/>
                </a:lnTo>
                <a:lnTo>
                  <a:pt x="0" y="0"/>
                </a:lnTo>
                <a:lnTo>
                  <a:pt x="192" y="235"/>
                </a:lnTo>
                <a:lnTo>
                  <a:pt x="74" y="507"/>
                </a:lnTo>
                <a:lnTo>
                  <a:pt x="122" y="518"/>
                </a:lnTo>
                <a:lnTo>
                  <a:pt x="170" y="533"/>
                </a:lnTo>
                <a:lnTo>
                  <a:pt x="216" y="552"/>
                </a:lnTo>
                <a:lnTo>
                  <a:pt x="259" y="575"/>
                </a:lnTo>
                <a:lnTo>
                  <a:pt x="300" y="604"/>
                </a:lnTo>
                <a:lnTo>
                  <a:pt x="340" y="634"/>
                </a:lnTo>
                <a:lnTo>
                  <a:pt x="376" y="669"/>
                </a:lnTo>
                <a:lnTo>
                  <a:pt x="408" y="706"/>
                </a:lnTo>
                <a:lnTo>
                  <a:pt x="475" y="811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7333" name="Freeform 4"/>
          <p:cNvSpPr>
            <a:spLocks/>
          </p:cNvSpPr>
          <p:nvPr/>
        </p:nvSpPr>
        <p:spPr bwMode="blackWhite">
          <a:xfrm>
            <a:off x="5121275" y="2740025"/>
            <a:ext cx="998538" cy="1546225"/>
          </a:xfrm>
          <a:custGeom>
            <a:avLst/>
            <a:gdLst>
              <a:gd name="T0" fmla="*/ 134 w 629"/>
              <a:gd name="T1" fmla="*/ 974 h 974"/>
              <a:gd name="T2" fmla="*/ 446 w 629"/>
              <a:gd name="T3" fmla="*/ 966 h 974"/>
              <a:gd name="T4" fmla="*/ 507 w 629"/>
              <a:gd name="T5" fmla="*/ 870 h 974"/>
              <a:gd name="T6" fmla="*/ 540 w 629"/>
              <a:gd name="T7" fmla="*/ 808 h 974"/>
              <a:gd name="T8" fmla="*/ 567 w 629"/>
              <a:gd name="T9" fmla="*/ 744 h 974"/>
              <a:gd name="T10" fmla="*/ 589 w 629"/>
              <a:gd name="T11" fmla="*/ 678 h 974"/>
              <a:gd name="T12" fmla="*/ 607 w 629"/>
              <a:gd name="T13" fmla="*/ 609 h 974"/>
              <a:gd name="T14" fmla="*/ 620 w 629"/>
              <a:gd name="T15" fmla="*/ 542 h 974"/>
              <a:gd name="T16" fmla="*/ 627 w 629"/>
              <a:gd name="T17" fmla="*/ 473 h 974"/>
              <a:gd name="T18" fmla="*/ 629 w 629"/>
              <a:gd name="T19" fmla="*/ 403 h 974"/>
              <a:gd name="T20" fmla="*/ 627 w 629"/>
              <a:gd name="T21" fmla="*/ 334 h 974"/>
              <a:gd name="T22" fmla="*/ 618 w 629"/>
              <a:gd name="T23" fmla="*/ 265 h 974"/>
              <a:gd name="T24" fmla="*/ 606 w 629"/>
              <a:gd name="T25" fmla="*/ 196 h 974"/>
              <a:gd name="T26" fmla="*/ 588 w 629"/>
              <a:gd name="T27" fmla="*/ 130 h 974"/>
              <a:gd name="T28" fmla="*/ 564 w 629"/>
              <a:gd name="T29" fmla="*/ 64 h 974"/>
              <a:gd name="T30" fmla="*/ 537 w 629"/>
              <a:gd name="T31" fmla="*/ 0 h 974"/>
              <a:gd name="T32" fmla="*/ 394 w 629"/>
              <a:gd name="T33" fmla="*/ 249 h 974"/>
              <a:gd name="T34" fmla="*/ 84 w 629"/>
              <a:gd name="T35" fmla="*/ 246 h 974"/>
              <a:gd name="T36" fmla="*/ 97 w 629"/>
              <a:gd name="T37" fmla="*/ 290 h 974"/>
              <a:gd name="T38" fmla="*/ 105 w 629"/>
              <a:gd name="T39" fmla="*/ 339 h 974"/>
              <a:gd name="T40" fmla="*/ 109 w 629"/>
              <a:gd name="T41" fmla="*/ 387 h 974"/>
              <a:gd name="T42" fmla="*/ 108 w 629"/>
              <a:gd name="T43" fmla="*/ 434 h 974"/>
              <a:gd name="T44" fmla="*/ 102 w 629"/>
              <a:gd name="T45" fmla="*/ 482 h 974"/>
              <a:gd name="T46" fmla="*/ 93 w 629"/>
              <a:gd name="T47" fmla="*/ 529 h 974"/>
              <a:gd name="T48" fmla="*/ 78 w 629"/>
              <a:gd name="T49" fmla="*/ 575 h 974"/>
              <a:gd name="T50" fmla="*/ 60 w 629"/>
              <a:gd name="T51" fmla="*/ 620 h 974"/>
              <a:gd name="T52" fmla="*/ 0 w 629"/>
              <a:gd name="T53" fmla="*/ 724 h 974"/>
              <a:gd name="T54" fmla="*/ 134 w 629"/>
              <a:gd name="T55" fmla="*/ 974 h 97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629" h="974">
                <a:moveTo>
                  <a:pt x="134" y="974"/>
                </a:moveTo>
                <a:lnTo>
                  <a:pt x="446" y="966"/>
                </a:lnTo>
                <a:lnTo>
                  <a:pt x="507" y="870"/>
                </a:lnTo>
                <a:lnTo>
                  <a:pt x="540" y="808"/>
                </a:lnTo>
                <a:lnTo>
                  <a:pt x="567" y="744"/>
                </a:lnTo>
                <a:lnTo>
                  <a:pt x="589" y="678"/>
                </a:lnTo>
                <a:lnTo>
                  <a:pt x="607" y="609"/>
                </a:lnTo>
                <a:lnTo>
                  <a:pt x="620" y="542"/>
                </a:lnTo>
                <a:lnTo>
                  <a:pt x="627" y="473"/>
                </a:lnTo>
                <a:lnTo>
                  <a:pt x="629" y="403"/>
                </a:lnTo>
                <a:lnTo>
                  <a:pt x="627" y="334"/>
                </a:lnTo>
                <a:lnTo>
                  <a:pt x="618" y="265"/>
                </a:lnTo>
                <a:lnTo>
                  <a:pt x="606" y="196"/>
                </a:lnTo>
                <a:lnTo>
                  <a:pt x="588" y="130"/>
                </a:lnTo>
                <a:lnTo>
                  <a:pt x="564" y="64"/>
                </a:lnTo>
                <a:lnTo>
                  <a:pt x="537" y="0"/>
                </a:lnTo>
                <a:lnTo>
                  <a:pt x="394" y="249"/>
                </a:lnTo>
                <a:lnTo>
                  <a:pt x="84" y="246"/>
                </a:lnTo>
                <a:lnTo>
                  <a:pt x="97" y="290"/>
                </a:lnTo>
                <a:lnTo>
                  <a:pt x="105" y="339"/>
                </a:lnTo>
                <a:lnTo>
                  <a:pt x="109" y="387"/>
                </a:lnTo>
                <a:lnTo>
                  <a:pt x="108" y="434"/>
                </a:lnTo>
                <a:lnTo>
                  <a:pt x="102" y="482"/>
                </a:lnTo>
                <a:lnTo>
                  <a:pt x="93" y="529"/>
                </a:lnTo>
                <a:lnTo>
                  <a:pt x="78" y="575"/>
                </a:lnTo>
                <a:lnTo>
                  <a:pt x="60" y="620"/>
                </a:lnTo>
                <a:lnTo>
                  <a:pt x="0" y="724"/>
                </a:lnTo>
                <a:lnTo>
                  <a:pt x="134" y="974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7334" name="Freeform 5"/>
          <p:cNvSpPr>
            <a:spLocks/>
          </p:cNvSpPr>
          <p:nvPr/>
        </p:nvSpPr>
        <p:spPr bwMode="blackWhite">
          <a:xfrm>
            <a:off x="4167188" y="3924300"/>
            <a:ext cx="1633537" cy="1041400"/>
          </a:xfrm>
          <a:custGeom>
            <a:avLst/>
            <a:gdLst>
              <a:gd name="T0" fmla="*/ 0 w 1029"/>
              <a:gd name="T1" fmla="*/ 414 h 656"/>
              <a:gd name="T2" fmla="*/ 141 w 1029"/>
              <a:gd name="T3" fmla="*/ 656 h 656"/>
              <a:gd name="T4" fmla="*/ 258 w 1029"/>
              <a:gd name="T5" fmla="*/ 656 h 656"/>
              <a:gd name="T6" fmla="*/ 328 w 1029"/>
              <a:gd name="T7" fmla="*/ 651 h 656"/>
              <a:gd name="T8" fmla="*/ 396 w 1029"/>
              <a:gd name="T9" fmla="*/ 639 h 656"/>
              <a:gd name="T10" fmla="*/ 463 w 1029"/>
              <a:gd name="T11" fmla="*/ 624 h 656"/>
              <a:gd name="T12" fmla="*/ 529 w 1029"/>
              <a:gd name="T13" fmla="*/ 605 h 656"/>
              <a:gd name="T14" fmla="*/ 593 w 1029"/>
              <a:gd name="T15" fmla="*/ 581 h 656"/>
              <a:gd name="T16" fmla="*/ 657 w 1029"/>
              <a:gd name="T17" fmla="*/ 553 h 656"/>
              <a:gd name="T18" fmla="*/ 718 w 1029"/>
              <a:gd name="T19" fmla="*/ 521 h 656"/>
              <a:gd name="T20" fmla="*/ 776 w 1029"/>
              <a:gd name="T21" fmla="*/ 486 h 656"/>
              <a:gd name="T22" fmla="*/ 832 w 1029"/>
              <a:gd name="T23" fmla="*/ 445 h 656"/>
              <a:gd name="T24" fmla="*/ 887 w 1029"/>
              <a:gd name="T25" fmla="*/ 402 h 656"/>
              <a:gd name="T26" fmla="*/ 938 w 1029"/>
              <a:gd name="T27" fmla="*/ 354 h 656"/>
              <a:gd name="T28" fmla="*/ 984 w 1029"/>
              <a:gd name="T29" fmla="*/ 303 h 656"/>
              <a:gd name="T30" fmla="*/ 1029 w 1029"/>
              <a:gd name="T31" fmla="*/ 249 h 656"/>
              <a:gd name="T32" fmla="*/ 716 w 1029"/>
              <a:gd name="T33" fmla="*/ 265 h 656"/>
              <a:gd name="T34" fmla="*/ 574 w 1029"/>
              <a:gd name="T35" fmla="*/ 0 h 656"/>
              <a:gd name="T36" fmla="*/ 545 w 1029"/>
              <a:gd name="T37" fmla="*/ 26 h 656"/>
              <a:gd name="T38" fmla="*/ 514 w 1029"/>
              <a:gd name="T39" fmla="*/ 52 h 656"/>
              <a:gd name="T40" fmla="*/ 476 w 1029"/>
              <a:gd name="T41" fmla="*/ 77 h 656"/>
              <a:gd name="T42" fmla="*/ 436 w 1029"/>
              <a:gd name="T43" fmla="*/ 101 h 656"/>
              <a:gd name="T44" fmla="*/ 395 w 1029"/>
              <a:gd name="T45" fmla="*/ 119 h 656"/>
              <a:gd name="T46" fmla="*/ 350 w 1029"/>
              <a:gd name="T47" fmla="*/ 136 h 656"/>
              <a:gd name="T48" fmla="*/ 304 w 1029"/>
              <a:gd name="T49" fmla="*/ 147 h 656"/>
              <a:gd name="T50" fmla="*/ 258 w 1029"/>
              <a:gd name="T51" fmla="*/ 155 h 656"/>
              <a:gd name="T52" fmla="*/ 153 w 1029"/>
              <a:gd name="T53" fmla="*/ 154 h 656"/>
              <a:gd name="T54" fmla="*/ 0 w 1029"/>
              <a:gd name="T55" fmla="*/ 414 h 65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1029" h="656">
                <a:moveTo>
                  <a:pt x="0" y="414"/>
                </a:moveTo>
                <a:lnTo>
                  <a:pt x="141" y="656"/>
                </a:lnTo>
                <a:lnTo>
                  <a:pt x="258" y="656"/>
                </a:lnTo>
                <a:lnTo>
                  <a:pt x="328" y="651"/>
                </a:lnTo>
                <a:lnTo>
                  <a:pt x="396" y="639"/>
                </a:lnTo>
                <a:lnTo>
                  <a:pt x="463" y="624"/>
                </a:lnTo>
                <a:lnTo>
                  <a:pt x="529" y="605"/>
                </a:lnTo>
                <a:lnTo>
                  <a:pt x="593" y="581"/>
                </a:lnTo>
                <a:lnTo>
                  <a:pt x="657" y="553"/>
                </a:lnTo>
                <a:lnTo>
                  <a:pt x="718" y="521"/>
                </a:lnTo>
                <a:lnTo>
                  <a:pt x="776" y="486"/>
                </a:lnTo>
                <a:lnTo>
                  <a:pt x="832" y="445"/>
                </a:lnTo>
                <a:lnTo>
                  <a:pt x="887" y="402"/>
                </a:lnTo>
                <a:lnTo>
                  <a:pt x="938" y="354"/>
                </a:lnTo>
                <a:lnTo>
                  <a:pt x="984" y="303"/>
                </a:lnTo>
                <a:lnTo>
                  <a:pt x="1029" y="249"/>
                </a:lnTo>
                <a:lnTo>
                  <a:pt x="716" y="265"/>
                </a:lnTo>
                <a:lnTo>
                  <a:pt x="574" y="0"/>
                </a:lnTo>
                <a:lnTo>
                  <a:pt x="545" y="26"/>
                </a:lnTo>
                <a:lnTo>
                  <a:pt x="514" y="52"/>
                </a:lnTo>
                <a:lnTo>
                  <a:pt x="476" y="77"/>
                </a:lnTo>
                <a:lnTo>
                  <a:pt x="436" y="101"/>
                </a:lnTo>
                <a:lnTo>
                  <a:pt x="395" y="119"/>
                </a:lnTo>
                <a:lnTo>
                  <a:pt x="350" y="136"/>
                </a:lnTo>
                <a:lnTo>
                  <a:pt x="304" y="147"/>
                </a:lnTo>
                <a:lnTo>
                  <a:pt x="258" y="155"/>
                </a:lnTo>
                <a:lnTo>
                  <a:pt x="153" y="154"/>
                </a:lnTo>
                <a:lnTo>
                  <a:pt x="0" y="414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7335" name="Freeform 6"/>
          <p:cNvSpPr>
            <a:spLocks/>
          </p:cNvSpPr>
          <p:nvPr/>
        </p:nvSpPr>
        <p:spPr bwMode="blackWhite">
          <a:xfrm>
            <a:off x="3003550" y="3698875"/>
            <a:ext cx="1335088" cy="1263650"/>
          </a:xfrm>
          <a:custGeom>
            <a:avLst/>
            <a:gdLst>
              <a:gd name="T0" fmla="*/ 207 w 841"/>
              <a:gd name="T1" fmla="*/ 0 h 796"/>
              <a:gd name="T2" fmla="*/ 0 w 841"/>
              <a:gd name="T3" fmla="*/ 236 h 796"/>
              <a:gd name="T4" fmla="*/ 55 w 841"/>
              <a:gd name="T5" fmla="*/ 334 h 796"/>
              <a:gd name="T6" fmla="*/ 96 w 841"/>
              <a:gd name="T7" fmla="*/ 392 h 796"/>
              <a:gd name="T8" fmla="*/ 141 w 841"/>
              <a:gd name="T9" fmla="*/ 447 h 796"/>
              <a:gd name="T10" fmla="*/ 189 w 841"/>
              <a:gd name="T11" fmla="*/ 499 h 796"/>
              <a:gd name="T12" fmla="*/ 242 w 841"/>
              <a:gd name="T13" fmla="*/ 547 h 796"/>
              <a:gd name="T14" fmla="*/ 298 w 841"/>
              <a:gd name="T15" fmla="*/ 593 h 796"/>
              <a:gd name="T16" fmla="*/ 356 w 841"/>
              <a:gd name="T17" fmla="*/ 633 h 796"/>
              <a:gd name="T18" fmla="*/ 418 w 841"/>
              <a:gd name="T19" fmla="*/ 670 h 796"/>
              <a:gd name="T20" fmla="*/ 483 w 841"/>
              <a:gd name="T21" fmla="*/ 702 h 796"/>
              <a:gd name="T22" fmla="*/ 548 w 841"/>
              <a:gd name="T23" fmla="*/ 731 h 796"/>
              <a:gd name="T24" fmla="*/ 617 w 841"/>
              <a:gd name="T25" fmla="*/ 755 h 796"/>
              <a:gd name="T26" fmla="*/ 686 w 841"/>
              <a:gd name="T27" fmla="*/ 773 h 796"/>
              <a:gd name="T28" fmla="*/ 759 w 841"/>
              <a:gd name="T29" fmla="*/ 787 h 796"/>
              <a:gd name="T30" fmla="*/ 829 w 841"/>
              <a:gd name="T31" fmla="*/ 796 h 796"/>
              <a:gd name="T32" fmla="*/ 688 w 841"/>
              <a:gd name="T33" fmla="*/ 563 h 796"/>
              <a:gd name="T34" fmla="*/ 841 w 841"/>
              <a:gd name="T35" fmla="*/ 292 h 796"/>
              <a:gd name="T36" fmla="*/ 788 w 841"/>
              <a:gd name="T37" fmla="*/ 282 h 796"/>
              <a:gd name="T38" fmla="*/ 739 w 841"/>
              <a:gd name="T39" fmla="*/ 266 h 796"/>
              <a:gd name="T40" fmla="*/ 691 w 841"/>
              <a:gd name="T41" fmla="*/ 244 h 796"/>
              <a:gd name="T42" fmla="*/ 645 w 841"/>
              <a:gd name="T43" fmla="*/ 219 h 796"/>
              <a:gd name="T44" fmla="*/ 604 w 841"/>
              <a:gd name="T45" fmla="*/ 188 h 796"/>
              <a:gd name="T46" fmla="*/ 564 w 841"/>
              <a:gd name="T47" fmla="*/ 155 h 796"/>
              <a:gd name="T48" fmla="*/ 476 w 841"/>
              <a:gd name="T49" fmla="*/ 50 h 796"/>
              <a:gd name="T50" fmla="*/ 207 w 841"/>
              <a:gd name="T51" fmla="*/ 0 h 79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841" h="796">
                <a:moveTo>
                  <a:pt x="207" y="0"/>
                </a:moveTo>
                <a:lnTo>
                  <a:pt x="0" y="236"/>
                </a:lnTo>
                <a:lnTo>
                  <a:pt x="55" y="334"/>
                </a:lnTo>
                <a:lnTo>
                  <a:pt x="96" y="392"/>
                </a:lnTo>
                <a:lnTo>
                  <a:pt x="141" y="447"/>
                </a:lnTo>
                <a:lnTo>
                  <a:pt x="189" y="499"/>
                </a:lnTo>
                <a:lnTo>
                  <a:pt x="242" y="547"/>
                </a:lnTo>
                <a:lnTo>
                  <a:pt x="298" y="593"/>
                </a:lnTo>
                <a:lnTo>
                  <a:pt x="356" y="633"/>
                </a:lnTo>
                <a:lnTo>
                  <a:pt x="418" y="670"/>
                </a:lnTo>
                <a:lnTo>
                  <a:pt x="483" y="702"/>
                </a:lnTo>
                <a:lnTo>
                  <a:pt x="548" y="731"/>
                </a:lnTo>
                <a:lnTo>
                  <a:pt x="617" y="755"/>
                </a:lnTo>
                <a:lnTo>
                  <a:pt x="686" y="773"/>
                </a:lnTo>
                <a:lnTo>
                  <a:pt x="759" y="787"/>
                </a:lnTo>
                <a:lnTo>
                  <a:pt x="829" y="796"/>
                </a:lnTo>
                <a:lnTo>
                  <a:pt x="688" y="563"/>
                </a:lnTo>
                <a:lnTo>
                  <a:pt x="841" y="292"/>
                </a:lnTo>
                <a:lnTo>
                  <a:pt x="788" y="282"/>
                </a:lnTo>
                <a:lnTo>
                  <a:pt x="739" y="266"/>
                </a:lnTo>
                <a:lnTo>
                  <a:pt x="691" y="244"/>
                </a:lnTo>
                <a:lnTo>
                  <a:pt x="645" y="219"/>
                </a:lnTo>
                <a:lnTo>
                  <a:pt x="604" y="188"/>
                </a:lnTo>
                <a:lnTo>
                  <a:pt x="564" y="155"/>
                </a:lnTo>
                <a:lnTo>
                  <a:pt x="476" y="50"/>
                </a:lnTo>
                <a:lnTo>
                  <a:pt x="207" y="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7336" name="Freeform 7"/>
          <p:cNvSpPr>
            <a:spLocks/>
          </p:cNvSpPr>
          <p:nvPr/>
        </p:nvSpPr>
        <p:spPr bwMode="blackWhite">
          <a:xfrm>
            <a:off x="3106738" y="1790700"/>
            <a:ext cx="1614487" cy="1163638"/>
          </a:xfrm>
          <a:custGeom>
            <a:avLst/>
            <a:gdLst>
              <a:gd name="T0" fmla="*/ 445 w 1017"/>
              <a:gd name="T1" fmla="*/ 733 h 733"/>
              <a:gd name="T2" fmla="*/ 472 w 1017"/>
              <a:gd name="T3" fmla="*/ 699 h 733"/>
              <a:gd name="T4" fmla="*/ 499 w 1017"/>
              <a:gd name="T5" fmla="*/ 668 h 733"/>
              <a:gd name="T6" fmla="*/ 531 w 1017"/>
              <a:gd name="T7" fmla="*/ 637 h 733"/>
              <a:gd name="T8" fmla="*/ 564 w 1017"/>
              <a:gd name="T9" fmla="*/ 611 h 733"/>
              <a:gd name="T10" fmla="*/ 604 w 1017"/>
              <a:gd name="T11" fmla="*/ 583 h 733"/>
              <a:gd name="T12" fmla="*/ 646 w 1017"/>
              <a:gd name="T13" fmla="*/ 560 h 733"/>
              <a:gd name="T14" fmla="*/ 690 w 1017"/>
              <a:gd name="T15" fmla="*/ 540 h 733"/>
              <a:gd name="T16" fmla="*/ 736 w 1017"/>
              <a:gd name="T17" fmla="*/ 523 h 733"/>
              <a:gd name="T18" fmla="*/ 815 w 1017"/>
              <a:gd name="T19" fmla="*/ 508 h 733"/>
              <a:gd name="T20" fmla="*/ 903 w 1017"/>
              <a:gd name="T21" fmla="*/ 492 h 733"/>
              <a:gd name="T22" fmla="*/ 1017 w 1017"/>
              <a:gd name="T23" fmla="*/ 244 h 733"/>
              <a:gd name="T24" fmla="*/ 835 w 1017"/>
              <a:gd name="T25" fmla="*/ 0 h 733"/>
              <a:gd name="T26" fmla="*/ 712 w 1017"/>
              <a:gd name="T27" fmla="*/ 17 h 733"/>
              <a:gd name="T28" fmla="*/ 640 w 1017"/>
              <a:gd name="T29" fmla="*/ 31 h 733"/>
              <a:gd name="T30" fmla="*/ 568 w 1017"/>
              <a:gd name="T31" fmla="*/ 52 h 733"/>
              <a:gd name="T32" fmla="*/ 499 w 1017"/>
              <a:gd name="T33" fmla="*/ 76 h 733"/>
              <a:gd name="T34" fmla="*/ 432 w 1017"/>
              <a:gd name="T35" fmla="*/ 103 h 733"/>
              <a:gd name="T36" fmla="*/ 368 w 1017"/>
              <a:gd name="T37" fmla="*/ 137 h 733"/>
              <a:gd name="T38" fmla="*/ 304 w 1017"/>
              <a:gd name="T39" fmla="*/ 174 h 733"/>
              <a:gd name="T40" fmla="*/ 244 w 1017"/>
              <a:gd name="T41" fmla="*/ 217 h 733"/>
              <a:gd name="T42" fmla="*/ 188 w 1017"/>
              <a:gd name="T43" fmla="*/ 264 h 733"/>
              <a:gd name="T44" fmla="*/ 135 w 1017"/>
              <a:gd name="T45" fmla="*/ 315 h 733"/>
              <a:gd name="T46" fmla="*/ 87 w 1017"/>
              <a:gd name="T47" fmla="*/ 368 h 733"/>
              <a:gd name="T48" fmla="*/ 41 w 1017"/>
              <a:gd name="T49" fmla="*/ 427 h 733"/>
              <a:gd name="T50" fmla="*/ 0 w 1017"/>
              <a:gd name="T51" fmla="*/ 488 h 733"/>
              <a:gd name="T52" fmla="*/ 290 w 1017"/>
              <a:gd name="T53" fmla="*/ 489 h 733"/>
              <a:gd name="T54" fmla="*/ 445 w 1017"/>
              <a:gd name="T55" fmla="*/ 733 h 733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1017" h="733">
                <a:moveTo>
                  <a:pt x="445" y="733"/>
                </a:moveTo>
                <a:lnTo>
                  <a:pt x="472" y="699"/>
                </a:lnTo>
                <a:lnTo>
                  <a:pt x="499" y="668"/>
                </a:lnTo>
                <a:lnTo>
                  <a:pt x="531" y="637"/>
                </a:lnTo>
                <a:lnTo>
                  <a:pt x="564" y="611"/>
                </a:lnTo>
                <a:lnTo>
                  <a:pt x="604" y="583"/>
                </a:lnTo>
                <a:lnTo>
                  <a:pt x="646" y="560"/>
                </a:lnTo>
                <a:lnTo>
                  <a:pt x="690" y="540"/>
                </a:lnTo>
                <a:lnTo>
                  <a:pt x="736" y="523"/>
                </a:lnTo>
                <a:lnTo>
                  <a:pt x="815" y="508"/>
                </a:lnTo>
                <a:lnTo>
                  <a:pt x="903" y="492"/>
                </a:lnTo>
                <a:lnTo>
                  <a:pt x="1017" y="244"/>
                </a:lnTo>
                <a:lnTo>
                  <a:pt x="835" y="0"/>
                </a:lnTo>
                <a:lnTo>
                  <a:pt x="712" y="17"/>
                </a:lnTo>
                <a:lnTo>
                  <a:pt x="640" y="31"/>
                </a:lnTo>
                <a:lnTo>
                  <a:pt x="568" y="52"/>
                </a:lnTo>
                <a:lnTo>
                  <a:pt x="499" y="76"/>
                </a:lnTo>
                <a:lnTo>
                  <a:pt x="432" y="103"/>
                </a:lnTo>
                <a:lnTo>
                  <a:pt x="368" y="137"/>
                </a:lnTo>
                <a:lnTo>
                  <a:pt x="304" y="174"/>
                </a:lnTo>
                <a:lnTo>
                  <a:pt x="244" y="217"/>
                </a:lnTo>
                <a:lnTo>
                  <a:pt x="188" y="264"/>
                </a:lnTo>
                <a:lnTo>
                  <a:pt x="135" y="315"/>
                </a:lnTo>
                <a:lnTo>
                  <a:pt x="87" y="368"/>
                </a:lnTo>
                <a:lnTo>
                  <a:pt x="41" y="427"/>
                </a:lnTo>
                <a:lnTo>
                  <a:pt x="0" y="488"/>
                </a:lnTo>
                <a:lnTo>
                  <a:pt x="290" y="489"/>
                </a:lnTo>
                <a:lnTo>
                  <a:pt x="445" y="733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7337" name="Freeform 8"/>
          <p:cNvSpPr>
            <a:spLocks/>
          </p:cNvSpPr>
          <p:nvPr/>
        </p:nvSpPr>
        <p:spPr bwMode="blackWhite">
          <a:xfrm>
            <a:off x="2840038" y="2616200"/>
            <a:ext cx="925512" cy="1409700"/>
          </a:xfrm>
          <a:custGeom>
            <a:avLst/>
            <a:gdLst>
              <a:gd name="T0" fmla="*/ 440 w 583"/>
              <a:gd name="T1" fmla="*/ 0 h 888"/>
              <a:gd name="T2" fmla="*/ 151 w 583"/>
              <a:gd name="T3" fmla="*/ 2 h 888"/>
              <a:gd name="T4" fmla="*/ 99 w 583"/>
              <a:gd name="T5" fmla="*/ 76 h 888"/>
              <a:gd name="T6" fmla="*/ 55 w 583"/>
              <a:gd name="T7" fmla="*/ 157 h 888"/>
              <a:gd name="T8" fmla="*/ 34 w 583"/>
              <a:gd name="T9" fmla="*/ 223 h 888"/>
              <a:gd name="T10" fmla="*/ 18 w 583"/>
              <a:gd name="T11" fmla="*/ 288 h 888"/>
              <a:gd name="T12" fmla="*/ 8 w 583"/>
              <a:gd name="T13" fmla="*/ 357 h 888"/>
              <a:gd name="T14" fmla="*/ 1 w 583"/>
              <a:gd name="T15" fmla="*/ 425 h 888"/>
              <a:gd name="T16" fmla="*/ 0 w 583"/>
              <a:gd name="T17" fmla="*/ 491 h 888"/>
              <a:gd name="T18" fmla="*/ 2 w 583"/>
              <a:gd name="T19" fmla="*/ 560 h 888"/>
              <a:gd name="T20" fmla="*/ 10 w 583"/>
              <a:gd name="T21" fmla="*/ 628 h 888"/>
              <a:gd name="T22" fmla="*/ 23 w 583"/>
              <a:gd name="T23" fmla="*/ 694 h 888"/>
              <a:gd name="T24" fmla="*/ 40 w 583"/>
              <a:gd name="T25" fmla="*/ 761 h 888"/>
              <a:gd name="T26" fmla="*/ 62 w 583"/>
              <a:gd name="T27" fmla="*/ 825 h 888"/>
              <a:gd name="T28" fmla="*/ 88 w 583"/>
              <a:gd name="T29" fmla="*/ 888 h 888"/>
              <a:gd name="T30" fmla="*/ 294 w 583"/>
              <a:gd name="T31" fmla="*/ 645 h 888"/>
              <a:gd name="T32" fmla="*/ 561 w 583"/>
              <a:gd name="T33" fmla="*/ 687 h 888"/>
              <a:gd name="T34" fmla="*/ 542 w 583"/>
              <a:gd name="T35" fmla="*/ 641 h 888"/>
              <a:gd name="T36" fmla="*/ 528 w 583"/>
              <a:gd name="T37" fmla="*/ 594 h 888"/>
              <a:gd name="T38" fmla="*/ 520 w 583"/>
              <a:gd name="T39" fmla="*/ 545 h 888"/>
              <a:gd name="T40" fmla="*/ 515 w 583"/>
              <a:gd name="T41" fmla="*/ 496 h 888"/>
              <a:gd name="T42" fmla="*/ 516 w 583"/>
              <a:gd name="T43" fmla="*/ 446 h 888"/>
              <a:gd name="T44" fmla="*/ 522 w 583"/>
              <a:gd name="T45" fmla="*/ 397 h 888"/>
              <a:gd name="T46" fmla="*/ 534 w 583"/>
              <a:gd name="T47" fmla="*/ 349 h 888"/>
              <a:gd name="T48" fmla="*/ 583 w 583"/>
              <a:gd name="T49" fmla="*/ 240 h 888"/>
              <a:gd name="T50" fmla="*/ 440 w 583"/>
              <a:gd name="T51" fmla="*/ 0 h 88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583" h="888">
                <a:moveTo>
                  <a:pt x="440" y="0"/>
                </a:moveTo>
                <a:lnTo>
                  <a:pt x="151" y="2"/>
                </a:lnTo>
                <a:lnTo>
                  <a:pt x="99" y="76"/>
                </a:lnTo>
                <a:lnTo>
                  <a:pt x="55" y="157"/>
                </a:lnTo>
                <a:lnTo>
                  <a:pt x="34" y="223"/>
                </a:lnTo>
                <a:lnTo>
                  <a:pt x="18" y="288"/>
                </a:lnTo>
                <a:lnTo>
                  <a:pt x="8" y="357"/>
                </a:lnTo>
                <a:lnTo>
                  <a:pt x="1" y="425"/>
                </a:lnTo>
                <a:lnTo>
                  <a:pt x="0" y="491"/>
                </a:lnTo>
                <a:lnTo>
                  <a:pt x="2" y="560"/>
                </a:lnTo>
                <a:lnTo>
                  <a:pt x="10" y="628"/>
                </a:lnTo>
                <a:lnTo>
                  <a:pt x="23" y="694"/>
                </a:lnTo>
                <a:lnTo>
                  <a:pt x="40" y="761"/>
                </a:lnTo>
                <a:lnTo>
                  <a:pt x="62" y="825"/>
                </a:lnTo>
                <a:lnTo>
                  <a:pt x="88" y="888"/>
                </a:lnTo>
                <a:lnTo>
                  <a:pt x="294" y="645"/>
                </a:lnTo>
                <a:lnTo>
                  <a:pt x="561" y="687"/>
                </a:lnTo>
                <a:lnTo>
                  <a:pt x="542" y="641"/>
                </a:lnTo>
                <a:lnTo>
                  <a:pt x="528" y="594"/>
                </a:lnTo>
                <a:lnTo>
                  <a:pt x="520" y="545"/>
                </a:lnTo>
                <a:lnTo>
                  <a:pt x="515" y="496"/>
                </a:lnTo>
                <a:lnTo>
                  <a:pt x="516" y="446"/>
                </a:lnTo>
                <a:lnTo>
                  <a:pt x="522" y="397"/>
                </a:lnTo>
                <a:lnTo>
                  <a:pt x="534" y="349"/>
                </a:lnTo>
                <a:lnTo>
                  <a:pt x="583" y="240"/>
                </a:lnTo>
                <a:lnTo>
                  <a:pt x="440" y="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7338" name="Rectangle 9"/>
          <p:cNvSpPr>
            <a:spLocks noChangeArrowheads="1"/>
          </p:cNvSpPr>
          <p:nvPr/>
        </p:nvSpPr>
        <p:spPr bwMode="blackWhite">
          <a:xfrm>
            <a:off x="2881313" y="3198813"/>
            <a:ext cx="742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7339" name="Rectangle 10"/>
          <p:cNvSpPr>
            <a:spLocks noChangeArrowheads="1"/>
          </p:cNvSpPr>
          <p:nvPr/>
        </p:nvSpPr>
        <p:spPr bwMode="blackWhite">
          <a:xfrm>
            <a:off x="3625850" y="2211388"/>
            <a:ext cx="6731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7340" name="Rectangle 11"/>
          <p:cNvSpPr>
            <a:spLocks noChangeArrowheads="1"/>
          </p:cNvSpPr>
          <p:nvPr/>
        </p:nvSpPr>
        <p:spPr bwMode="blackWhite">
          <a:xfrm>
            <a:off x="4899025" y="2378075"/>
            <a:ext cx="6715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7341" name="Rectangle 12"/>
          <p:cNvSpPr>
            <a:spLocks noChangeArrowheads="1"/>
          </p:cNvSpPr>
          <p:nvPr/>
        </p:nvSpPr>
        <p:spPr bwMode="blackWhite">
          <a:xfrm>
            <a:off x="5305425" y="3444875"/>
            <a:ext cx="774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7342" name="Rectangle 13"/>
          <p:cNvSpPr>
            <a:spLocks noChangeArrowheads="1"/>
          </p:cNvSpPr>
          <p:nvPr/>
        </p:nvSpPr>
        <p:spPr bwMode="blackWhite">
          <a:xfrm>
            <a:off x="4587875" y="4416425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7343" name="Rectangle 14"/>
          <p:cNvSpPr>
            <a:spLocks noChangeArrowheads="1"/>
          </p:cNvSpPr>
          <p:nvPr/>
        </p:nvSpPr>
        <p:spPr bwMode="blackWhite">
          <a:xfrm>
            <a:off x="3371850" y="4235450"/>
            <a:ext cx="6746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algn="ctr"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2734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734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7346" name="Rectangle 17"/>
          <p:cNvSpPr>
            <a:spLocks noChangeArrowheads="1"/>
          </p:cNvSpPr>
          <p:nvPr/>
        </p:nvSpPr>
        <p:spPr bwMode="auto">
          <a:xfrm>
            <a:off x="4733925" y="1198563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7347" name="Rectangle 18"/>
          <p:cNvSpPr>
            <a:spLocks noChangeArrowheads="1"/>
          </p:cNvSpPr>
          <p:nvPr/>
        </p:nvSpPr>
        <p:spPr bwMode="auto">
          <a:xfrm>
            <a:off x="2341563" y="1198563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7348" name="Rectangle 19"/>
          <p:cNvSpPr>
            <a:spLocks noChangeArrowheads="1"/>
          </p:cNvSpPr>
          <p:nvPr/>
        </p:nvSpPr>
        <p:spPr bwMode="auto">
          <a:xfrm>
            <a:off x="760413" y="2828925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7349" name="Rectangle 20"/>
          <p:cNvSpPr>
            <a:spLocks noChangeArrowheads="1"/>
          </p:cNvSpPr>
          <p:nvPr/>
        </p:nvSpPr>
        <p:spPr bwMode="auto">
          <a:xfrm>
            <a:off x="1244600" y="4470400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7350" name="Rectangle 21"/>
          <p:cNvSpPr>
            <a:spLocks noChangeArrowheads="1"/>
          </p:cNvSpPr>
          <p:nvPr/>
        </p:nvSpPr>
        <p:spPr bwMode="auto">
          <a:xfrm>
            <a:off x="4806950" y="5095875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27351" name="Rectangle 22"/>
          <p:cNvSpPr>
            <a:spLocks noChangeArrowheads="1"/>
          </p:cNvSpPr>
          <p:nvPr/>
        </p:nvSpPr>
        <p:spPr bwMode="auto">
          <a:xfrm>
            <a:off x="6315075" y="2828925"/>
            <a:ext cx="18097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E129A23-2D36-48A8-B363-87C4A5BA5792}" type="slidenum">
              <a:rPr lang="zh-CN" altLang="en-US" smtClean="0"/>
              <a:pPr defTabSz="895350"/>
              <a:t>220</a:t>
            </a:fld>
            <a:endParaRPr lang="en-US" altLang="zh-CN"/>
          </a:p>
        </p:txBody>
      </p:sp>
      <p:sp>
        <p:nvSpPr>
          <p:cNvPr id="228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FORCES AT WORK</a:t>
            </a:r>
          </a:p>
        </p:txBody>
      </p:sp>
      <p:sp>
        <p:nvSpPr>
          <p:cNvPr id="22835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835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8358" name="AutoShape 5"/>
          <p:cNvSpPr>
            <a:spLocks noChangeArrowheads="1"/>
          </p:cNvSpPr>
          <p:nvPr/>
        </p:nvSpPr>
        <p:spPr bwMode="blackWhite">
          <a:xfrm rot="5400000">
            <a:off x="3505994" y="183356"/>
            <a:ext cx="1836738" cy="3425825"/>
          </a:xfrm>
          <a:prstGeom prst="rightArrow">
            <a:avLst>
              <a:gd name="adj1" fmla="val 87120"/>
              <a:gd name="adj2" fmla="val 274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28359" name="AutoShape 6"/>
          <p:cNvSpPr>
            <a:spLocks noChangeArrowheads="1"/>
          </p:cNvSpPr>
          <p:nvPr/>
        </p:nvSpPr>
        <p:spPr bwMode="blackWhite">
          <a:xfrm rot="10800000">
            <a:off x="6016625" y="2433638"/>
            <a:ext cx="2368550" cy="2349500"/>
          </a:xfrm>
          <a:prstGeom prst="rightArrow">
            <a:avLst>
              <a:gd name="adj1" fmla="val 87120"/>
              <a:gd name="adj2" fmla="val 27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28360" name="AutoShape 7"/>
          <p:cNvSpPr>
            <a:spLocks noChangeArrowheads="1"/>
          </p:cNvSpPr>
          <p:nvPr/>
        </p:nvSpPr>
        <p:spPr bwMode="blackWhite">
          <a:xfrm rot="16200000" flipV="1">
            <a:off x="3548856" y="3556794"/>
            <a:ext cx="1751013" cy="3438525"/>
          </a:xfrm>
          <a:prstGeom prst="rightArrow">
            <a:avLst>
              <a:gd name="adj1" fmla="val 87120"/>
              <a:gd name="adj2" fmla="val 274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28361" name="AutoShape 8"/>
          <p:cNvSpPr>
            <a:spLocks noChangeArrowheads="1"/>
          </p:cNvSpPr>
          <p:nvPr/>
        </p:nvSpPr>
        <p:spPr bwMode="blackWhite">
          <a:xfrm rot="10800000" flipH="1">
            <a:off x="477838" y="2433638"/>
            <a:ext cx="2365375" cy="2349500"/>
          </a:xfrm>
          <a:prstGeom prst="rightArrow">
            <a:avLst>
              <a:gd name="adj1" fmla="val 87120"/>
              <a:gd name="adj2" fmla="val 27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28362" name="Rectangle 9"/>
          <p:cNvSpPr>
            <a:spLocks noChangeArrowheads="1"/>
          </p:cNvSpPr>
          <p:nvPr/>
        </p:nvSpPr>
        <p:spPr bwMode="blackWhite">
          <a:xfrm>
            <a:off x="3100388" y="2982913"/>
            <a:ext cx="2679700" cy="1249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28363" name="Rectangle 10"/>
          <p:cNvSpPr>
            <a:spLocks noChangeArrowheads="1"/>
          </p:cNvSpPr>
          <p:nvPr/>
        </p:nvSpPr>
        <p:spPr bwMode="auto">
          <a:xfrm>
            <a:off x="595313" y="2701925"/>
            <a:ext cx="16700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8364" name="Rectangle 11"/>
          <p:cNvSpPr>
            <a:spLocks noChangeArrowheads="1"/>
          </p:cNvSpPr>
          <p:nvPr/>
        </p:nvSpPr>
        <p:spPr bwMode="auto">
          <a:xfrm>
            <a:off x="3036888" y="1084263"/>
            <a:ext cx="27749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8365" name="Rectangle 12"/>
          <p:cNvSpPr>
            <a:spLocks noChangeArrowheads="1"/>
          </p:cNvSpPr>
          <p:nvPr/>
        </p:nvSpPr>
        <p:spPr bwMode="auto">
          <a:xfrm>
            <a:off x="3036888" y="4929188"/>
            <a:ext cx="27749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8366" name="Rectangle 13"/>
          <p:cNvSpPr>
            <a:spLocks noChangeArrowheads="1"/>
          </p:cNvSpPr>
          <p:nvPr/>
        </p:nvSpPr>
        <p:spPr bwMode="auto">
          <a:xfrm>
            <a:off x="6632575" y="2701925"/>
            <a:ext cx="166846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8367" name="Rectangle 14"/>
          <p:cNvSpPr>
            <a:spLocks noChangeArrowheads="1"/>
          </p:cNvSpPr>
          <p:nvPr/>
        </p:nvSpPr>
        <p:spPr bwMode="auto">
          <a:xfrm>
            <a:off x="3240088" y="3362325"/>
            <a:ext cx="24003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EF9D209-D2EF-4FE5-82E3-DD67E71FC13D}" type="slidenum">
              <a:rPr lang="zh-CN" altLang="en-US" smtClean="0"/>
              <a:pPr defTabSz="895350"/>
              <a:t>221</a:t>
            </a:fld>
            <a:endParaRPr lang="en-US" altLang="zh-CN"/>
          </a:p>
        </p:txBody>
      </p:sp>
      <p:sp>
        <p:nvSpPr>
          <p:cNvPr id="229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2 </a:t>
            </a:r>
            <a:r>
              <a:rPr lang="en-US" altLang="zh-CN"/>
              <a:t>BY 2 MATRIX</a:t>
            </a:r>
          </a:p>
        </p:txBody>
      </p:sp>
      <p:sp>
        <p:nvSpPr>
          <p:cNvPr id="22938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2938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29382" name="Rectangle 5"/>
          <p:cNvSpPr>
            <a:spLocks noChangeArrowheads="1"/>
          </p:cNvSpPr>
          <p:nvPr/>
        </p:nvSpPr>
        <p:spPr bwMode="auto">
          <a:xfrm>
            <a:off x="2779713" y="1268413"/>
            <a:ext cx="2205037" cy="1971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29383" name="Rectangle 6"/>
          <p:cNvSpPr>
            <a:spLocks noChangeArrowheads="1"/>
          </p:cNvSpPr>
          <p:nvPr/>
        </p:nvSpPr>
        <p:spPr bwMode="auto">
          <a:xfrm>
            <a:off x="4965700" y="1268413"/>
            <a:ext cx="2205038" cy="1971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29384" name="Rectangle 7"/>
          <p:cNvSpPr>
            <a:spLocks noChangeArrowheads="1"/>
          </p:cNvSpPr>
          <p:nvPr/>
        </p:nvSpPr>
        <p:spPr bwMode="auto">
          <a:xfrm>
            <a:off x="2779713" y="3233738"/>
            <a:ext cx="2205037" cy="1971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29385" name="Rectangle 8"/>
          <p:cNvSpPr>
            <a:spLocks noChangeArrowheads="1"/>
          </p:cNvSpPr>
          <p:nvPr/>
        </p:nvSpPr>
        <p:spPr bwMode="auto">
          <a:xfrm>
            <a:off x="4965700" y="3233738"/>
            <a:ext cx="2205038" cy="1971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29386" name="Line 9"/>
          <p:cNvSpPr>
            <a:spLocks noChangeShapeType="1"/>
          </p:cNvSpPr>
          <p:nvPr/>
        </p:nvSpPr>
        <p:spPr bwMode="auto">
          <a:xfrm rot="5400000">
            <a:off x="-90487" y="3233738"/>
            <a:ext cx="394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229387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08188" y="1258888"/>
            <a:ext cx="67627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High</a:t>
            </a:r>
          </a:p>
        </p:txBody>
      </p:sp>
      <p:sp>
        <p:nvSpPr>
          <p:cNvPr id="229388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08188" y="4956175"/>
            <a:ext cx="6858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Low</a:t>
            </a:r>
          </a:p>
        </p:txBody>
      </p:sp>
      <p:sp>
        <p:nvSpPr>
          <p:cNvPr id="229389" name="Rectangle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9713" y="5267325"/>
            <a:ext cx="1871662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High</a:t>
            </a:r>
          </a:p>
        </p:txBody>
      </p:sp>
      <p:sp>
        <p:nvSpPr>
          <p:cNvPr id="229390" name="Rectangle 1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30838" y="5267325"/>
            <a:ext cx="1747837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defTabSz="895350">
              <a:buSzPct val="120000"/>
            </a:pPr>
            <a:r>
              <a:rPr lang="en-US" altLang="ko-KR">
                <a:ea typeface="Gulim" pitchFamily="34" charset="-127"/>
              </a:rPr>
              <a:t>Low</a:t>
            </a:r>
          </a:p>
        </p:txBody>
      </p:sp>
      <p:sp>
        <p:nvSpPr>
          <p:cNvPr id="229391" name="Line 14"/>
          <p:cNvSpPr>
            <a:spLocks noChangeShapeType="1"/>
          </p:cNvSpPr>
          <p:nvPr/>
        </p:nvSpPr>
        <p:spPr bwMode="auto">
          <a:xfrm>
            <a:off x="2779713" y="5573713"/>
            <a:ext cx="4398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endParaRPr lang="nl-NL"/>
          </a:p>
        </p:txBody>
      </p:sp>
      <p:sp>
        <p:nvSpPr>
          <p:cNvPr id="229392" name="Rectangle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-5400000">
            <a:off x="-354012" y="3094038"/>
            <a:ext cx="3895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895350">
              <a:buSzPct val="120000"/>
            </a:pPr>
            <a:r>
              <a:rPr lang="ko-KR" altLang="en-US" b="1">
                <a:ea typeface="Gulim" pitchFamily="34" charset="-127"/>
              </a:rPr>
              <a:t>T</a:t>
            </a:r>
            <a:r>
              <a:rPr lang="en-US" altLang="ko-KR" b="1">
                <a:ea typeface="Gulim" pitchFamily="34" charset="-127"/>
              </a:rPr>
              <a:t>ext</a:t>
            </a:r>
            <a:endParaRPr lang="ko-KR" altLang="ko-KR" b="1">
              <a:ea typeface="Gulim" pitchFamily="34" charset="-127"/>
            </a:endParaRPr>
          </a:p>
        </p:txBody>
      </p:sp>
      <p:sp>
        <p:nvSpPr>
          <p:cNvPr id="229393" name="Rectangle 1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79713" y="5656263"/>
            <a:ext cx="4402137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895350">
              <a:buSzPct val="120000"/>
            </a:pPr>
            <a:r>
              <a:rPr lang="ko-KR" altLang="en-US" b="1">
                <a:ea typeface="Gulim" pitchFamily="34" charset="-127"/>
              </a:rPr>
              <a:t>T</a:t>
            </a:r>
            <a:r>
              <a:rPr lang="en-US" altLang="ko-KR" b="1">
                <a:ea typeface="Gulim" pitchFamily="34" charset="-127"/>
              </a:rPr>
              <a:t>ext</a:t>
            </a:r>
            <a:endParaRPr lang="ko-KR" altLang="ko-KR" b="1">
              <a:ea typeface="Gulim" pitchFamily="34" charset="-127"/>
            </a:endParaRPr>
          </a:p>
        </p:txBody>
      </p:sp>
      <p:sp>
        <p:nvSpPr>
          <p:cNvPr id="229394" name="Rectangle 17"/>
          <p:cNvSpPr>
            <a:spLocks noChangeArrowheads="1"/>
          </p:cNvSpPr>
          <p:nvPr/>
        </p:nvSpPr>
        <p:spPr bwMode="auto">
          <a:xfrm>
            <a:off x="2874963" y="1377950"/>
            <a:ext cx="199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9395" name="Rectangle 18"/>
          <p:cNvSpPr>
            <a:spLocks noChangeArrowheads="1"/>
          </p:cNvSpPr>
          <p:nvPr/>
        </p:nvSpPr>
        <p:spPr bwMode="auto">
          <a:xfrm>
            <a:off x="5062538" y="1377950"/>
            <a:ext cx="1992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9396" name="Rectangle 19"/>
          <p:cNvSpPr>
            <a:spLocks noChangeArrowheads="1"/>
          </p:cNvSpPr>
          <p:nvPr/>
        </p:nvSpPr>
        <p:spPr bwMode="auto">
          <a:xfrm>
            <a:off x="2874963" y="3317875"/>
            <a:ext cx="1990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29397" name="Rectangle 20"/>
          <p:cNvSpPr>
            <a:spLocks noChangeArrowheads="1"/>
          </p:cNvSpPr>
          <p:nvPr/>
        </p:nvSpPr>
        <p:spPr bwMode="auto">
          <a:xfrm>
            <a:off x="5062538" y="3317875"/>
            <a:ext cx="19923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33453AD-6596-4212-966C-28F7C4BB399D}" type="slidenum">
              <a:rPr lang="zh-CN" altLang="en-US" smtClean="0"/>
              <a:pPr defTabSz="895350"/>
              <a:t>222</a:t>
            </a:fld>
            <a:endParaRPr lang="en-US" altLang="zh-CN"/>
          </a:p>
        </p:txBody>
      </p:sp>
      <p:sp>
        <p:nvSpPr>
          <p:cNvPr id="230403" name="Rectangle 2"/>
          <p:cNvSpPr>
            <a:spLocks noChangeArrowheads="1"/>
          </p:cNvSpPr>
          <p:nvPr/>
        </p:nvSpPr>
        <p:spPr bwMode="auto">
          <a:xfrm>
            <a:off x="2265363" y="5891213"/>
            <a:ext cx="5475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0404" name="Rectangle 3"/>
          <p:cNvSpPr>
            <a:spLocks noChangeArrowheads="1"/>
          </p:cNvSpPr>
          <p:nvPr/>
        </p:nvSpPr>
        <p:spPr bwMode="auto">
          <a:xfrm>
            <a:off x="2368550" y="5411788"/>
            <a:ext cx="1604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Low</a:t>
            </a:r>
          </a:p>
        </p:txBody>
      </p:sp>
      <p:sp>
        <p:nvSpPr>
          <p:cNvPr id="230405" name="Rectangle 4"/>
          <p:cNvSpPr>
            <a:spLocks noChangeArrowheads="1"/>
          </p:cNvSpPr>
          <p:nvPr/>
        </p:nvSpPr>
        <p:spPr bwMode="auto">
          <a:xfrm>
            <a:off x="4159250" y="5411788"/>
            <a:ext cx="1565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Medium</a:t>
            </a:r>
          </a:p>
        </p:txBody>
      </p:sp>
      <p:sp>
        <p:nvSpPr>
          <p:cNvPr id="230406" name="Rectangle 5"/>
          <p:cNvSpPr>
            <a:spLocks noChangeArrowheads="1"/>
          </p:cNvSpPr>
          <p:nvPr/>
        </p:nvSpPr>
        <p:spPr bwMode="auto">
          <a:xfrm>
            <a:off x="5991225" y="5411788"/>
            <a:ext cx="1460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High</a:t>
            </a:r>
          </a:p>
        </p:txBody>
      </p:sp>
      <p:sp>
        <p:nvSpPr>
          <p:cNvPr id="230407" name="Line 6"/>
          <p:cNvSpPr>
            <a:spLocks noChangeShapeType="1"/>
          </p:cNvSpPr>
          <p:nvPr/>
        </p:nvSpPr>
        <p:spPr bwMode="blackWhite">
          <a:xfrm>
            <a:off x="2228850" y="5753100"/>
            <a:ext cx="5454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0408" name="Rectangle 7"/>
          <p:cNvSpPr>
            <a:spLocks noChangeArrowheads="1"/>
          </p:cNvSpPr>
          <p:nvPr/>
        </p:nvSpPr>
        <p:spPr bwMode="auto">
          <a:xfrm rot="-5400000">
            <a:off x="-448468" y="3244056"/>
            <a:ext cx="39068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0409" name="Rectangle 8"/>
          <p:cNvSpPr>
            <a:spLocks noChangeArrowheads="1"/>
          </p:cNvSpPr>
          <p:nvPr/>
        </p:nvSpPr>
        <p:spPr bwMode="auto">
          <a:xfrm rot="-5400000">
            <a:off x="1097757" y="4160044"/>
            <a:ext cx="17986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Low</a:t>
            </a:r>
          </a:p>
        </p:txBody>
      </p:sp>
      <p:sp>
        <p:nvSpPr>
          <p:cNvPr id="230410" name="Rectangle 9"/>
          <p:cNvSpPr>
            <a:spLocks noChangeArrowheads="1"/>
          </p:cNvSpPr>
          <p:nvPr/>
        </p:nvSpPr>
        <p:spPr bwMode="auto">
          <a:xfrm rot="-5400000">
            <a:off x="1069975" y="2095500"/>
            <a:ext cx="1890713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High</a:t>
            </a:r>
          </a:p>
        </p:txBody>
      </p:sp>
      <p:sp>
        <p:nvSpPr>
          <p:cNvPr id="230411" name="Rectangle 10"/>
          <p:cNvSpPr>
            <a:spLocks noChangeArrowheads="1"/>
          </p:cNvSpPr>
          <p:nvPr/>
        </p:nvSpPr>
        <p:spPr bwMode="blackWhite">
          <a:xfrm>
            <a:off x="2271713" y="1211263"/>
            <a:ext cx="1798637" cy="20558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0412" name="Line 11"/>
          <p:cNvSpPr>
            <a:spLocks noChangeShapeType="1"/>
          </p:cNvSpPr>
          <p:nvPr/>
        </p:nvSpPr>
        <p:spPr bwMode="blackWhite">
          <a:xfrm>
            <a:off x="1792288" y="1204913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0413" name="Rectangle 12"/>
          <p:cNvSpPr>
            <a:spLocks noChangeArrowheads="1"/>
          </p:cNvSpPr>
          <p:nvPr/>
        </p:nvSpPr>
        <p:spPr bwMode="blackWhite">
          <a:xfrm>
            <a:off x="4043363" y="1211263"/>
            <a:ext cx="1795462" cy="20558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0414" name="Rectangle 13"/>
          <p:cNvSpPr>
            <a:spLocks noChangeArrowheads="1"/>
          </p:cNvSpPr>
          <p:nvPr/>
        </p:nvSpPr>
        <p:spPr bwMode="blackWhite">
          <a:xfrm>
            <a:off x="5822950" y="1211263"/>
            <a:ext cx="1797050" cy="20558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0415" name="Rectangle 14"/>
          <p:cNvSpPr>
            <a:spLocks noChangeArrowheads="1"/>
          </p:cNvSpPr>
          <p:nvPr/>
        </p:nvSpPr>
        <p:spPr bwMode="blackWhite">
          <a:xfrm>
            <a:off x="2271713" y="3262313"/>
            <a:ext cx="1798637" cy="2057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0416" name="Rectangle 15"/>
          <p:cNvSpPr>
            <a:spLocks noChangeArrowheads="1"/>
          </p:cNvSpPr>
          <p:nvPr/>
        </p:nvSpPr>
        <p:spPr bwMode="blackWhite">
          <a:xfrm>
            <a:off x="4043363" y="3262313"/>
            <a:ext cx="1795462" cy="2057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0417" name="Rectangle 16"/>
          <p:cNvSpPr>
            <a:spLocks noChangeArrowheads="1"/>
          </p:cNvSpPr>
          <p:nvPr/>
        </p:nvSpPr>
        <p:spPr bwMode="blackWhite">
          <a:xfrm>
            <a:off x="5822950" y="3262313"/>
            <a:ext cx="1797050" cy="2057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0418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2 </a:t>
            </a:r>
            <a:r>
              <a:rPr lang="en-US" altLang="zh-CN"/>
              <a:t>BY 3 MATRIX</a:t>
            </a:r>
          </a:p>
        </p:txBody>
      </p:sp>
      <p:sp>
        <p:nvSpPr>
          <p:cNvPr id="230419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042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0421" name="Rectangle 20"/>
          <p:cNvSpPr>
            <a:spLocks noChangeArrowheads="1"/>
          </p:cNvSpPr>
          <p:nvPr/>
        </p:nvSpPr>
        <p:spPr bwMode="auto">
          <a:xfrm>
            <a:off x="2379663" y="1309688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0422" name="Rectangle 21"/>
          <p:cNvSpPr>
            <a:spLocks noChangeArrowheads="1"/>
          </p:cNvSpPr>
          <p:nvPr/>
        </p:nvSpPr>
        <p:spPr bwMode="auto">
          <a:xfrm>
            <a:off x="4154488" y="1309688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0423" name="Rectangle 22"/>
          <p:cNvSpPr>
            <a:spLocks noChangeArrowheads="1"/>
          </p:cNvSpPr>
          <p:nvPr/>
        </p:nvSpPr>
        <p:spPr bwMode="auto">
          <a:xfrm>
            <a:off x="5932488" y="1309688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0424" name="Rectangle 23"/>
          <p:cNvSpPr>
            <a:spLocks noChangeArrowheads="1"/>
          </p:cNvSpPr>
          <p:nvPr/>
        </p:nvSpPr>
        <p:spPr bwMode="auto">
          <a:xfrm>
            <a:off x="2379663" y="3351213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0425" name="Rectangle 24"/>
          <p:cNvSpPr>
            <a:spLocks noChangeArrowheads="1"/>
          </p:cNvSpPr>
          <p:nvPr/>
        </p:nvSpPr>
        <p:spPr bwMode="auto">
          <a:xfrm>
            <a:off x="4154488" y="3351213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0426" name="Rectangle 25"/>
          <p:cNvSpPr>
            <a:spLocks noChangeArrowheads="1"/>
          </p:cNvSpPr>
          <p:nvPr/>
        </p:nvSpPr>
        <p:spPr bwMode="auto">
          <a:xfrm>
            <a:off x="5932488" y="3351213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6969967-B70D-4093-8B04-B809E08D5425}" type="slidenum">
              <a:rPr lang="zh-CN" altLang="en-US" smtClean="0"/>
              <a:pPr defTabSz="895350"/>
              <a:t>223</a:t>
            </a:fld>
            <a:endParaRPr lang="en-US" altLang="zh-CN"/>
          </a:p>
        </p:txBody>
      </p:sp>
      <p:sp>
        <p:nvSpPr>
          <p:cNvPr id="231427" name="Rectangle 2"/>
          <p:cNvSpPr>
            <a:spLocks noChangeArrowheads="1"/>
          </p:cNvSpPr>
          <p:nvPr/>
        </p:nvSpPr>
        <p:spPr bwMode="auto">
          <a:xfrm rot="-5400000">
            <a:off x="-481806" y="3210719"/>
            <a:ext cx="3973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1428" name="Rectangle 3"/>
          <p:cNvSpPr>
            <a:spLocks noChangeArrowheads="1"/>
          </p:cNvSpPr>
          <p:nvPr/>
        </p:nvSpPr>
        <p:spPr bwMode="auto">
          <a:xfrm rot="-5400000">
            <a:off x="1382713" y="4524375"/>
            <a:ext cx="123348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Low</a:t>
            </a:r>
          </a:p>
        </p:txBody>
      </p:sp>
      <p:sp>
        <p:nvSpPr>
          <p:cNvPr id="231429" name="Rectangle 4"/>
          <p:cNvSpPr>
            <a:spLocks noChangeArrowheads="1"/>
          </p:cNvSpPr>
          <p:nvPr/>
        </p:nvSpPr>
        <p:spPr bwMode="auto">
          <a:xfrm rot="-5400000">
            <a:off x="1396207" y="3140869"/>
            <a:ext cx="1201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Medium</a:t>
            </a:r>
          </a:p>
        </p:txBody>
      </p:sp>
      <p:sp>
        <p:nvSpPr>
          <p:cNvPr id="231430" name="Rectangle 5"/>
          <p:cNvSpPr>
            <a:spLocks noChangeArrowheads="1"/>
          </p:cNvSpPr>
          <p:nvPr/>
        </p:nvSpPr>
        <p:spPr bwMode="auto">
          <a:xfrm rot="-5400000">
            <a:off x="1383507" y="1761331"/>
            <a:ext cx="126365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High</a:t>
            </a:r>
          </a:p>
        </p:txBody>
      </p:sp>
      <p:sp>
        <p:nvSpPr>
          <p:cNvPr id="231431" name="Rectangle 6"/>
          <p:cNvSpPr>
            <a:spLocks noChangeArrowheads="1"/>
          </p:cNvSpPr>
          <p:nvPr/>
        </p:nvSpPr>
        <p:spPr bwMode="auto">
          <a:xfrm>
            <a:off x="2265363" y="5891213"/>
            <a:ext cx="5475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1432" name="Rectangle 7"/>
          <p:cNvSpPr>
            <a:spLocks noChangeArrowheads="1"/>
          </p:cNvSpPr>
          <p:nvPr/>
        </p:nvSpPr>
        <p:spPr bwMode="auto">
          <a:xfrm>
            <a:off x="2368550" y="5411788"/>
            <a:ext cx="16049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Low</a:t>
            </a:r>
          </a:p>
        </p:txBody>
      </p:sp>
      <p:sp>
        <p:nvSpPr>
          <p:cNvPr id="231433" name="Rectangle 8"/>
          <p:cNvSpPr>
            <a:spLocks noChangeArrowheads="1"/>
          </p:cNvSpPr>
          <p:nvPr/>
        </p:nvSpPr>
        <p:spPr bwMode="auto">
          <a:xfrm>
            <a:off x="4159250" y="5411788"/>
            <a:ext cx="15652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Medium</a:t>
            </a:r>
          </a:p>
        </p:txBody>
      </p:sp>
      <p:sp>
        <p:nvSpPr>
          <p:cNvPr id="231434" name="Rectangle 9"/>
          <p:cNvSpPr>
            <a:spLocks noChangeArrowheads="1"/>
          </p:cNvSpPr>
          <p:nvPr/>
        </p:nvSpPr>
        <p:spPr bwMode="auto">
          <a:xfrm>
            <a:off x="5991225" y="5411788"/>
            <a:ext cx="1460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High</a:t>
            </a:r>
          </a:p>
        </p:txBody>
      </p:sp>
      <p:sp>
        <p:nvSpPr>
          <p:cNvPr id="231435" name="Rectangle 10"/>
          <p:cNvSpPr>
            <a:spLocks noChangeArrowheads="1"/>
          </p:cNvSpPr>
          <p:nvPr/>
        </p:nvSpPr>
        <p:spPr bwMode="blackWhite">
          <a:xfrm>
            <a:off x="2271713" y="1211263"/>
            <a:ext cx="1798637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36" name="Line 11"/>
          <p:cNvSpPr>
            <a:spLocks noChangeShapeType="1"/>
          </p:cNvSpPr>
          <p:nvPr/>
        </p:nvSpPr>
        <p:spPr bwMode="blackWhite">
          <a:xfrm>
            <a:off x="1792288" y="1211263"/>
            <a:ext cx="0" cy="4119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1437" name="Line 12"/>
          <p:cNvSpPr>
            <a:spLocks noChangeShapeType="1"/>
          </p:cNvSpPr>
          <p:nvPr/>
        </p:nvSpPr>
        <p:spPr bwMode="blackWhite">
          <a:xfrm>
            <a:off x="2228850" y="5753100"/>
            <a:ext cx="5454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1438" name="Rectangle 13"/>
          <p:cNvSpPr>
            <a:spLocks noChangeArrowheads="1"/>
          </p:cNvSpPr>
          <p:nvPr/>
        </p:nvSpPr>
        <p:spPr bwMode="blackWhite">
          <a:xfrm>
            <a:off x="4043363" y="1211263"/>
            <a:ext cx="1795462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39" name="Rectangle 14"/>
          <p:cNvSpPr>
            <a:spLocks noChangeArrowheads="1"/>
          </p:cNvSpPr>
          <p:nvPr/>
        </p:nvSpPr>
        <p:spPr bwMode="blackWhite">
          <a:xfrm>
            <a:off x="5822950" y="1211263"/>
            <a:ext cx="1797050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0" name="Rectangle 15"/>
          <p:cNvSpPr>
            <a:spLocks noChangeArrowheads="1"/>
          </p:cNvSpPr>
          <p:nvPr/>
        </p:nvSpPr>
        <p:spPr bwMode="blackWhite">
          <a:xfrm>
            <a:off x="2271713" y="2581275"/>
            <a:ext cx="1798637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1" name="Rectangle 16"/>
          <p:cNvSpPr>
            <a:spLocks noChangeArrowheads="1"/>
          </p:cNvSpPr>
          <p:nvPr/>
        </p:nvSpPr>
        <p:spPr bwMode="blackWhite">
          <a:xfrm>
            <a:off x="4043363" y="2581275"/>
            <a:ext cx="1795462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2" name="Rectangle 17"/>
          <p:cNvSpPr>
            <a:spLocks noChangeArrowheads="1"/>
          </p:cNvSpPr>
          <p:nvPr/>
        </p:nvSpPr>
        <p:spPr bwMode="blackWhite">
          <a:xfrm>
            <a:off x="5822950" y="2581275"/>
            <a:ext cx="1797050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3" name="Rectangle 18"/>
          <p:cNvSpPr>
            <a:spLocks noChangeArrowheads="1"/>
          </p:cNvSpPr>
          <p:nvPr/>
        </p:nvSpPr>
        <p:spPr bwMode="blackWhite">
          <a:xfrm>
            <a:off x="2271713" y="3951288"/>
            <a:ext cx="1798637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4" name="Rectangle 19"/>
          <p:cNvSpPr>
            <a:spLocks noChangeArrowheads="1"/>
          </p:cNvSpPr>
          <p:nvPr/>
        </p:nvSpPr>
        <p:spPr bwMode="blackWhite">
          <a:xfrm>
            <a:off x="4043363" y="3951288"/>
            <a:ext cx="1795462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5" name="Rectangle 20"/>
          <p:cNvSpPr>
            <a:spLocks noChangeArrowheads="1"/>
          </p:cNvSpPr>
          <p:nvPr/>
        </p:nvSpPr>
        <p:spPr bwMode="blackWhite">
          <a:xfrm>
            <a:off x="5822950" y="3951288"/>
            <a:ext cx="1797050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1446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3 </a:t>
            </a:r>
            <a:r>
              <a:rPr lang="en-US" altLang="zh-CN"/>
              <a:t>BY 3 MATRIX</a:t>
            </a:r>
          </a:p>
        </p:txBody>
      </p:sp>
      <p:sp>
        <p:nvSpPr>
          <p:cNvPr id="23144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144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1449" name="Rectangle 24"/>
          <p:cNvSpPr>
            <a:spLocks noChangeArrowheads="1"/>
          </p:cNvSpPr>
          <p:nvPr/>
        </p:nvSpPr>
        <p:spPr bwMode="auto">
          <a:xfrm>
            <a:off x="2362200" y="1301750"/>
            <a:ext cx="1592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0" name="Rectangle 25"/>
          <p:cNvSpPr>
            <a:spLocks noChangeArrowheads="1"/>
          </p:cNvSpPr>
          <p:nvPr/>
        </p:nvSpPr>
        <p:spPr bwMode="auto">
          <a:xfrm>
            <a:off x="4144963" y="1301750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1" name="Rectangle 26"/>
          <p:cNvSpPr>
            <a:spLocks noChangeArrowheads="1"/>
          </p:cNvSpPr>
          <p:nvPr/>
        </p:nvSpPr>
        <p:spPr bwMode="auto">
          <a:xfrm>
            <a:off x="5926138" y="1301750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2" name="Rectangle 27"/>
          <p:cNvSpPr>
            <a:spLocks noChangeArrowheads="1"/>
          </p:cNvSpPr>
          <p:nvPr/>
        </p:nvSpPr>
        <p:spPr bwMode="auto">
          <a:xfrm>
            <a:off x="2362200" y="2651125"/>
            <a:ext cx="1592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3" name="Rectangle 28"/>
          <p:cNvSpPr>
            <a:spLocks noChangeArrowheads="1"/>
          </p:cNvSpPr>
          <p:nvPr/>
        </p:nvSpPr>
        <p:spPr bwMode="auto">
          <a:xfrm>
            <a:off x="4144963" y="2651125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4" name="Rectangle 29"/>
          <p:cNvSpPr>
            <a:spLocks noChangeArrowheads="1"/>
          </p:cNvSpPr>
          <p:nvPr/>
        </p:nvSpPr>
        <p:spPr bwMode="auto">
          <a:xfrm>
            <a:off x="5926138" y="2651125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5" name="Rectangle 30"/>
          <p:cNvSpPr>
            <a:spLocks noChangeArrowheads="1"/>
          </p:cNvSpPr>
          <p:nvPr/>
        </p:nvSpPr>
        <p:spPr bwMode="auto">
          <a:xfrm>
            <a:off x="2362200" y="4002088"/>
            <a:ext cx="15922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6" name="Rectangle 31"/>
          <p:cNvSpPr>
            <a:spLocks noChangeArrowheads="1"/>
          </p:cNvSpPr>
          <p:nvPr/>
        </p:nvSpPr>
        <p:spPr bwMode="auto">
          <a:xfrm>
            <a:off x="4144963" y="4002088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1457" name="Rectangle 32"/>
          <p:cNvSpPr>
            <a:spLocks noChangeArrowheads="1"/>
          </p:cNvSpPr>
          <p:nvPr/>
        </p:nvSpPr>
        <p:spPr bwMode="auto">
          <a:xfrm>
            <a:off x="5926138" y="4002088"/>
            <a:ext cx="15890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67E6611-893E-48D4-A19C-A8DCB43B2F9C}" type="slidenum">
              <a:rPr lang="zh-CN" altLang="en-US" smtClean="0"/>
              <a:pPr defTabSz="895350"/>
              <a:t>224</a:t>
            </a:fld>
            <a:endParaRPr lang="en-US" altLang="zh-CN"/>
          </a:p>
        </p:txBody>
      </p:sp>
      <p:sp>
        <p:nvSpPr>
          <p:cNvPr id="232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4 </a:t>
            </a:r>
            <a:r>
              <a:rPr lang="en-US" altLang="zh-CN"/>
              <a:t>BY 3 MATRIX</a:t>
            </a:r>
          </a:p>
        </p:txBody>
      </p:sp>
      <p:sp>
        <p:nvSpPr>
          <p:cNvPr id="23245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245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2454" name="Rectangle 5"/>
          <p:cNvSpPr>
            <a:spLocks noChangeArrowheads="1"/>
          </p:cNvSpPr>
          <p:nvPr/>
        </p:nvSpPr>
        <p:spPr bwMode="auto">
          <a:xfrm rot="-5400000">
            <a:off x="-1024730" y="3177381"/>
            <a:ext cx="3973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2455" name="Rectangle 6"/>
          <p:cNvSpPr>
            <a:spLocks noChangeArrowheads="1"/>
          </p:cNvSpPr>
          <p:nvPr/>
        </p:nvSpPr>
        <p:spPr bwMode="auto">
          <a:xfrm rot="-5400000">
            <a:off x="839788" y="4489450"/>
            <a:ext cx="1233487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Low</a:t>
            </a:r>
          </a:p>
        </p:txBody>
      </p:sp>
      <p:sp>
        <p:nvSpPr>
          <p:cNvPr id="232456" name="Rectangle 7"/>
          <p:cNvSpPr>
            <a:spLocks noChangeArrowheads="1"/>
          </p:cNvSpPr>
          <p:nvPr/>
        </p:nvSpPr>
        <p:spPr bwMode="auto">
          <a:xfrm rot="-5400000">
            <a:off x="853282" y="3107531"/>
            <a:ext cx="12017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Medium</a:t>
            </a:r>
          </a:p>
        </p:txBody>
      </p:sp>
      <p:sp>
        <p:nvSpPr>
          <p:cNvPr id="232457" name="Rectangle 8"/>
          <p:cNvSpPr>
            <a:spLocks noChangeArrowheads="1"/>
          </p:cNvSpPr>
          <p:nvPr/>
        </p:nvSpPr>
        <p:spPr bwMode="auto">
          <a:xfrm rot="-5400000">
            <a:off x="840582" y="1729581"/>
            <a:ext cx="1263650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>
                <a:ea typeface="宋体" pitchFamily="2" charset="-122"/>
              </a:rPr>
              <a:t>High</a:t>
            </a:r>
          </a:p>
        </p:txBody>
      </p:sp>
      <p:sp>
        <p:nvSpPr>
          <p:cNvPr id="232458" name="Line 9"/>
          <p:cNvSpPr>
            <a:spLocks noChangeShapeType="1"/>
          </p:cNvSpPr>
          <p:nvPr/>
        </p:nvSpPr>
        <p:spPr bwMode="blackWhite">
          <a:xfrm>
            <a:off x="1249363" y="1177925"/>
            <a:ext cx="0" cy="411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2459" name="Rectangle 10"/>
          <p:cNvSpPr>
            <a:spLocks noChangeArrowheads="1"/>
          </p:cNvSpPr>
          <p:nvPr/>
        </p:nvSpPr>
        <p:spPr bwMode="auto">
          <a:xfrm>
            <a:off x="1701800" y="5857875"/>
            <a:ext cx="61785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2460" name="Rectangle 11"/>
          <p:cNvSpPr>
            <a:spLocks noChangeArrowheads="1"/>
          </p:cNvSpPr>
          <p:nvPr/>
        </p:nvSpPr>
        <p:spPr bwMode="auto">
          <a:xfrm>
            <a:off x="1808163" y="5378450"/>
            <a:ext cx="13858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>
                <a:ea typeface="宋体" pitchFamily="2" charset="-122"/>
              </a:rPr>
              <a:t>1</a:t>
            </a:r>
          </a:p>
        </p:txBody>
      </p:sp>
      <p:sp>
        <p:nvSpPr>
          <p:cNvPr id="232461" name="Rectangle 12"/>
          <p:cNvSpPr>
            <a:spLocks noChangeArrowheads="1"/>
          </p:cNvSpPr>
          <p:nvPr/>
        </p:nvSpPr>
        <p:spPr bwMode="auto">
          <a:xfrm>
            <a:off x="3357563" y="5378450"/>
            <a:ext cx="1354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>
                <a:ea typeface="宋体" pitchFamily="2" charset="-122"/>
              </a:rPr>
              <a:t>2</a:t>
            </a:r>
          </a:p>
        </p:txBody>
      </p:sp>
      <p:sp>
        <p:nvSpPr>
          <p:cNvPr id="232462" name="Rectangle 13"/>
          <p:cNvSpPr>
            <a:spLocks noChangeArrowheads="1"/>
          </p:cNvSpPr>
          <p:nvPr/>
        </p:nvSpPr>
        <p:spPr bwMode="blackWhite">
          <a:xfrm>
            <a:off x="1722438" y="1177925"/>
            <a:ext cx="1558925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63" name="Line 14"/>
          <p:cNvSpPr>
            <a:spLocks noChangeShapeType="1"/>
          </p:cNvSpPr>
          <p:nvPr/>
        </p:nvSpPr>
        <p:spPr bwMode="blackWhite">
          <a:xfrm>
            <a:off x="1687513" y="5719763"/>
            <a:ext cx="6208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2464" name="Rectangle 15"/>
          <p:cNvSpPr>
            <a:spLocks noChangeArrowheads="1"/>
          </p:cNvSpPr>
          <p:nvPr/>
        </p:nvSpPr>
        <p:spPr bwMode="blackWhite">
          <a:xfrm>
            <a:off x="3255963" y="1177925"/>
            <a:ext cx="1557337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65" name="Rectangle 16"/>
          <p:cNvSpPr>
            <a:spLocks noChangeArrowheads="1"/>
          </p:cNvSpPr>
          <p:nvPr/>
        </p:nvSpPr>
        <p:spPr bwMode="blackWhite">
          <a:xfrm>
            <a:off x="1722438" y="2547938"/>
            <a:ext cx="1558925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66" name="Rectangle 17"/>
          <p:cNvSpPr>
            <a:spLocks noChangeArrowheads="1"/>
          </p:cNvSpPr>
          <p:nvPr/>
        </p:nvSpPr>
        <p:spPr bwMode="blackWhite">
          <a:xfrm>
            <a:off x="3255963" y="2547938"/>
            <a:ext cx="1557337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67" name="Rectangle 18"/>
          <p:cNvSpPr>
            <a:spLocks noChangeArrowheads="1"/>
          </p:cNvSpPr>
          <p:nvPr/>
        </p:nvSpPr>
        <p:spPr bwMode="blackWhite">
          <a:xfrm>
            <a:off x="1722438" y="3917950"/>
            <a:ext cx="1558925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68" name="Rectangle 19"/>
          <p:cNvSpPr>
            <a:spLocks noChangeArrowheads="1"/>
          </p:cNvSpPr>
          <p:nvPr/>
        </p:nvSpPr>
        <p:spPr bwMode="blackWhite">
          <a:xfrm>
            <a:off x="3255963" y="3917950"/>
            <a:ext cx="1557337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69" name="Rectangle 20"/>
          <p:cNvSpPr>
            <a:spLocks noChangeArrowheads="1"/>
          </p:cNvSpPr>
          <p:nvPr/>
        </p:nvSpPr>
        <p:spPr bwMode="auto">
          <a:xfrm>
            <a:off x="4943475" y="5378450"/>
            <a:ext cx="1263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>
                <a:ea typeface="宋体" pitchFamily="2" charset="-122"/>
              </a:rPr>
              <a:t>3</a:t>
            </a:r>
          </a:p>
        </p:txBody>
      </p:sp>
      <p:sp>
        <p:nvSpPr>
          <p:cNvPr id="232470" name="Rectangle 21"/>
          <p:cNvSpPr>
            <a:spLocks noChangeArrowheads="1"/>
          </p:cNvSpPr>
          <p:nvPr/>
        </p:nvSpPr>
        <p:spPr bwMode="blackWhite">
          <a:xfrm>
            <a:off x="4797425" y="1177925"/>
            <a:ext cx="1555750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71" name="Rectangle 22"/>
          <p:cNvSpPr>
            <a:spLocks noChangeArrowheads="1"/>
          </p:cNvSpPr>
          <p:nvPr/>
        </p:nvSpPr>
        <p:spPr bwMode="blackWhite">
          <a:xfrm>
            <a:off x="4797425" y="2547938"/>
            <a:ext cx="1555750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72" name="Rectangle 23"/>
          <p:cNvSpPr>
            <a:spLocks noChangeArrowheads="1"/>
          </p:cNvSpPr>
          <p:nvPr/>
        </p:nvSpPr>
        <p:spPr bwMode="blackWhite">
          <a:xfrm>
            <a:off x="4797425" y="3917950"/>
            <a:ext cx="1555750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73" name="Rectangle 24"/>
          <p:cNvSpPr>
            <a:spLocks noChangeArrowheads="1"/>
          </p:cNvSpPr>
          <p:nvPr/>
        </p:nvSpPr>
        <p:spPr bwMode="auto">
          <a:xfrm>
            <a:off x="6492875" y="5378450"/>
            <a:ext cx="1263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>
                <a:ea typeface="宋体" pitchFamily="2" charset="-122"/>
              </a:rPr>
              <a:t>4</a:t>
            </a:r>
          </a:p>
        </p:txBody>
      </p:sp>
      <p:sp>
        <p:nvSpPr>
          <p:cNvPr id="232474" name="Rectangle 25"/>
          <p:cNvSpPr>
            <a:spLocks noChangeArrowheads="1"/>
          </p:cNvSpPr>
          <p:nvPr/>
        </p:nvSpPr>
        <p:spPr bwMode="blackWhite">
          <a:xfrm>
            <a:off x="6346825" y="1177925"/>
            <a:ext cx="1555750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75" name="Rectangle 26"/>
          <p:cNvSpPr>
            <a:spLocks noChangeArrowheads="1"/>
          </p:cNvSpPr>
          <p:nvPr/>
        </p:nvSpPr>
        <p:spPr bwMode="blackWhite">
          <a:xfrm>
            <a:off x="6346825" y="2547938"/>
            <a:ext cx="1555750" cy="137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76" name="Rectangle 27"/>
          <p:cNvSpPr>
            <a:spLocks noChangeArrowheads="1"/>
          </p:cNvSpPr>
          <p:nvPr/>
        </p:nvSpPr>
        <p:spPr bwMode="blackWhite">
          <a:xfrm>
            <a:off x="6346825" y="3917950"/>
            <a:ext cx="1555750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2477" name="Rectangle 28"/>
          <p:cNvSpPr>
            <a:spLocks noChangeArrowheads="1"/>
          </p:cNvSpPr>
          <p:nvPr/>
        </p:nvSpPr>
        <p:spPr bwMode="auto">
          <a:xfrm>
            <a:off x="1808163" y="1258888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78" name="Rectangle 29"/>
          <p:cNvSpPr>
            <a:spLocks noChangeArrowheads="1"/>
          </p:cNvSpPr>
          <p:nvPr/>
        </p:nvSpPr>
        <p:spPr bwMode="auto">
          <a:xfrm>
            <a:off x="3352800" y="1258888"/>
            <a:ext cx="1360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79" name="Rectangle 30"/>
          <p:cNvSpPr>
            <a:spLocks noChangeArrowheads="1"/>
          </p:cNvSpPr>
          <p:nvPr/>
        </p:nvSpPr>
        <p:spPr bwMode="auto">
          <a:xfrm>
            <a:off x="4897438" y="1258888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0" name="Rectangle 31"/>
          <p:cNvSpPr>
            <a:spLocks noChangeArrowheads="1"/>
          </p:cNvSpPr>
          <p:nvPr/>
        </p:nvSpPr>
        <p:spPr bwMode="auto">
          <a:xfrm>
            <a:off x="6442075" y="1258888"/>
            <a:ext cx="1358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1" name="Rectangle 32"/>
          <p:cNvSpPr>
            <a:spLocks noChangeArrowheads="1"/>
          </p:cNvSpPr>
          <p:nvPr/>
        </p:nvSpPr>
        <p:spPr bwMode="auto">
          <a:xfrm>
            <a:off x="1808163" y="2608263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2" name="Rectangle 33"/>
          <p:cNvSpPr>
            <a:spLocks noChangeArrowheads="1"/>
          </p:cNvSpPr>
          <p:nvPr/>
        </p:nvSpPr>
        <p:spPr bwMode="auto">
          <a:xfrm>
            <a:off x="3352800" y="2608263"/>
            <a:ext cx="1360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3" name="Rectangle 34"/>
          <p:cNvSpPr>
            <a:spLocks noChangeArrowheads="1"/>
          </p:cNvSpPr>
          <p:nvPr/>
        </p:nvSpPr>
        <p:spPr bwMode="auto">
          <a:xfrm>
            <a:off x="4897438" y="2608263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4" name="Rectangle 35"/>
          <p:cNvSpPr>
            <a:spLocks noChangeArrowheads="1"/>
          </p:cNvSpPr>
          <p:nvPr/>
        </p:nvSpPr>
        <p:spPr bwMode="auto">
          <a:xfrm>
            <a:off x="6442075" y="2608263"/>
            <a:ext cx="1358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5" name="Rectangle 36"/>
          <p:cNvSpPr>
            <a:spLocks noChangeArrowheads="1"/>
          </p:cNvSpPr>
          <p:nvPr/>
        </p:nvSpPr>
        <p:spPr bwMode="auto">
          <a:xfrm>
            <a:off x="1808163" y="3959225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6" name="Rectangle 37"/>
          <p:cNvSpPr>
            <a:spLocks noChangeArrowheads="1"/>
          </p:cNvSpPr>
          <p:nvPr/>
        </p:nvSpPr>
        <p:spPr bwMode="auto">
          <a:xfrm>
            <a:off x="3352800" y="3959225"/>
            <a:ext cx="13604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7" name="Rectangle 38"/>
          <p:cNvSpPr>
            <a:spLocks noChangeArrowheads="1"/>
          </p:cNvSpPr>
          <p:nvPr/>
        </p:nvSpPr>
        <p:spPr bwMode="auto">
          <a:xfrm>
            <a:off x="4897438" y="3959225"/>
            <a:ext cx="13604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2488" name="Rectangle 39"/>
          <p:cNvSpPr>
            <a:spLocks noChangeArrowheads="1"/>
          </p:cNvSpPr>
          <p:nvPr/>
        </p:nvSpPr>
        <p:spPr bwMode="auto">
          <a:xfrm>
            <a:off x="6442075" y="3959225"/>
            <a:ext cx="13589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3BDB26DD-51A6-43B2-810C-A2B52AB9D7EE}" type="slidenum">
              <a:rPr lang="zh-CN" altLang="en-US" smtClean="0"/>
              <a:pPr defTabSz="895350"/>
              <a:t>225</a:t>
            </a:fld>
            <a:endParaRPr lang="en-US" altLang="zh-CN"/>
          </a:p>
        </p:txBody>
      </p:sp>
      <p:sp>
        <p:nvSpPr>
          <p:cNvPr id="233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4 </a:t>
            </a:r>
            <a:r>
              <a:rPr lang="en-US" altLang="zh-CN"/>
              <a:t>BY 3 MATRIX</a:t>
            </a:r>
          </a:p>
        </p:txBody>
      </p:sp>
      <p:sp>
        <p:nvSpPr>
          <p:cNvPr id="23347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347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3478" name="Rectangle 5"/>
          <p:cNvSpPr>
            <a:spLocks noChangeArrowheads="1"/>
          </p:cNvSpPr>
          <p:nvPr/>
        </p:nvSpPr>
        <p:spPr bwMode="auto">
          <a:xfrm>
            <a:off x="1701800" y="5981700"/>
            <a:ext cx="6178550" cy="21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en-US" altLang="zh-CN" sz="1400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3479" name="Rectangle 6"/>
          <p:cNvSpPr>
            <a:spLocks noChangeArrowheads="1"/>
          </p:cNvSpPr>
          <p:nvPr/>
        </p:nvSpPr>
        <p:spPr bwMode="auto">
          <a:xfrm>
            <a:off x="1814513" y="5519738"/>
            <a:ext cx="13874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1</a:t>
            </a:r>
          </a:p>
        </p:txBody>
      </p:sp>
      <p:sp>
        <p:nvSpPr>
          <p:cNvPr id="233480" name="Rectangle 7"/>
          <p:cNvSpPr>
            <a:spLocks noChangeArrowheads="1"/>
          </p:cNvSpPr>
          <p:nvPr/>
        </p:nvSpPr>
        <p:spPr bwMode="auto">
          <a:xfrm>
            <a:off x="3365500" y="5519738"/>
            <a:ext cx="13541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2</a:t>
            </a:r>
          </a:p>
        </p:txBody>
      </p:sp>
      <p:sp>
        <p:nvSpPr>
          <p:cNvPr id="233481" name="Line 8"/>
          <p:cNvSpPr>
            <a:spLocks noChangeShapeType="1"/>
          </p:cNvSpPr>
          <p:nvPr/>
        </p:nvSpPr>
        <p:spPr bwMode="blackWhite">
          <a:xfrm>
            <a:off x="1687513" y="5848350"/>
            <a:ext cx="6208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3482" name="Rectangle 9"/>
          <p:cNvSpPr>
            <a:spLocks noChangeArrowheads="1"/>
          </p:cNvSpPr>
          <p:nvPr/>
        </p:nvSpPr>
        <p:spPr bwMode="auto">
          <a:xfrm>
            <a:off x="4949825" y="5519738"/>
            <a:ext cx="1263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3</a:t>
            </a:r>
          </a:p>
        </p:txBody>
      </p:sp>
      <p:sp>
        <p:nvSpPr>
          <p:cNvPr id="233483" name="Rectangle 10"/>
          <p:cNvSpPr>
            <a:spLocks noChangeArrowheads="1"/>
          </p:cNvSpPr>
          <p:nvPr/>
        </p:nvSpPr>
        <p:spPr bwMode="auto">
          <a:xfrm>
            <a:off x="6499225" y="5519738"/>
            <a:ext cx="1263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4</a:t>
            </a:r>
          </a:p>
        </p:txBody>
      </p:sp>
      <p:sp>
        <p:nvSpPr>
          <p:cNvPr id="233484" name="Rectangle 11"/>
          <p:cNvSpPr>
            <a:spLocks noChangeArrowheads="1"/>
          </p:cNvSpPr>
          <p:nvPr/>
        </p:nvSpPr>
        <p:spPr bwMode="auto">
          <a:xfrm rot="-5400000">
            <a:off x="-1152524" y="3225800"/>
            <a:ext cx="4241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874713" eaLnBrk="0" hangingPunct="0"/>
            <a:r>
              <a:rPr lang="en-US" altLang="zh-CN" sz="1400" b="1">
                <a:solidFill>
                  <a:schemeClr val="tx2"/>
                </a:solidFill>
                <a:ea typeface="宋体" pitchFamily="2" charset="-122"/>
              </a:rPr>
              <a:t>Text</a:t>
            </a:r>
          </a:p>
        </p:txBody>
      </p:sp>
      <p:sp>
        <p:nvSpPr>
          <p:cNvPr id="233485" name="Rectangle 12"/>
          <p:cNvSpPr>
            <a:spLocks noChangeArrowheads="1"/>
          </p:cNvSpPr>
          <p:nvPr/>
        </p:nvSpPr>
        <p:spPr bwMode="auto">
          <a:xfrm rot="-5400000">
            <a:off x="956469" y="3725069"/>
            <a:ext cx="9810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2</a:t>
            </a:r>
          </a:p>
        </p:txBody>
      </p:sp>
      <p:sp>
        <p:nvSpPr>
          <p:cNvPr id="233486" name="Rectangle 13"/>
          <p:cNvSpPr>
            <a:spLocks noChangeArrowheads="1"/>
          </p:cNvSpPr>
          <p:nvPr/>
        </p:nvSpPr>
        <p:spPr bwMode="auto">
          <a:xfrm rot="-5400000">
            <a:off x="967582" y="2628106"/>
            <a:ext cx="9540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3</a:t>
            </a:r>
          </a:p>
        </p:txBody>
      </p:sp>
      <p:sp>
        <p:nvSpPr>
          <p:cNvPr id="233487" name="Rectangle 14"/>
          <p:cNvSpPr>
            <a:spLocks noChangeArrowheads="1"/>
          </p:cNvSpPr>
          <p:nvPr/>
        </p:nvSpPr>
        <p:spPr bwMode="auto">
          <a:xfrm rot="-5400000">
            <a:off x="961232" y="1534319"/>
            <a:ext cx="1003300" cy="21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4</a:t>
            </a:r>
          </a:p>
        </p:txBody>
      </p:sp>
      <p:sp>
        <p:nvSpPr>
          <p:cNvPr id="233488" name="Line 15"/>
          <p:cNvSpPr>
            <a:spLocks noChangeShapeType="1"/>
          </p:cNvSpPr>
          <p:nvPr/>
        </p:nvSpPr>
        <p:spPr bwMode="blackWhite">
          <a:xfrm>
            <a:off x="1257300" y="1109663"/>
            <a:ext cx="0" cy="434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33489" name="Rectangle 16"/>
          <p:cNvSpPr>
            <a:spLocks noChangeArrowheads="1"/>
          </p:cNvSpPr>
          <p:nvPr/>
        </p:nvSpPr>
        <p:spPr bwMode="blackWhite">
          <a:xfrm>
            <a:off x="1731963" y="1106488"/>
            <a:ext cx="1555750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0" name="Rectangle 17"/>
          <p:cNvSpPr>
            <a:spLocks noChangeArrowheads="1"/>
          </p:cNvSpPr>
          <p:nvPr/>
        </p:nvSpPr>
        <p:spPr bwMode="blackWhite">
          <a:xfrm>
            <a:off x="3263900" y="1106488"/>
            <a:ext cx="1557338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1" name="Rectangle 18"/>
          <p:cNvSpPr>
            <a:spLocks noChangeArrowheads="1"/>
          </p:cNvSpPr>
          <p:nvPr/>
        </p:nvSpPr>
        <p:spPr bwMode="blackWhite">
          <a:xfrm>
            <a:off x="1731963" y="2195513"/>
            <a:ext cx="1555750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2" name="Rectangle 19"/>
          <p:cNvSpPr>
            <a:spLocks noChangeArrowheads="1"/>
          </p:cNvSpPr>
          <p:nvPr/>
        </p:nvSpPr>
        <p:spPr bwMode="blackWhite">
          <a:xfrm>
            <a:off x="3263900" y="2195513"/>
            <a:ext cx="1557338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3" name="Rectangle 20"/>
          <p:cNvSpPr>
            <a:spLocks noChangeArrowheads="1"/>
          </p:cNvSpPr>
          <p:nvPr/>
        </p:nvSpPr>
        <p:spPr bwMode="blackWhite">
          <a:xfrm>
            <a:off x="1731963" y="3282950"/>
            <a:ext cx="1555750" cy="1090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4" name="Rectangle 21"/>
          <p:cNvSpPr>
            <a:spLocks noChangeArrowheads="1"/>
          </p:cNvSpPr>
          <p:nvPr/>
        </p:nvSpPr>
        <p:spPr bwMode="blackWhite">
          <a:xfrm>
            <a:off x="3263900" y="3282950"/>
            <a:ext cx="1557338" cy="1090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5" name="Rectangle 22"/>
          <p:cNvSpPr>
            <a:spLocks noChangeArrowheads="1"/>
          </p:cNvSpPr>
          <p:nvPr/>
        </p:nvSpPr>
        <p:spPr bwMode="blackWhite">
          <a:xfrm>
            <a:off x="4803775" y="1106488"/>
            <a:ext cx="1555750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6" name="Rectangle 23"/>
          <p:cNvSpPr>
            <a:spLocks noChangeArrowheads="1"/>
          </p:cNvSpPr>
          <p:nvPr/>
        </p:nvSpPr>
        <p:spPr bwMode="blackWhite">
          <a:xfrm>
            <a:off x="4803775" y="2195513"/>
            <a:ext cx="1555750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7" name="Rectangle 24"/>
          <p:cNvSpPr>
            <a:spLocks noChangeArrowheads="1"/>
          </p:cNvSpPr>
          <p:nvPr/>
        </p:nvSpPr>
        <p:spPr bwMode="blackWhite">
          <a:xfrm>
            <a:off x="4803775" y="3282950"/>
            <a:ext cx="1555750" cy="1090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8" name="Rectangle 25"/>
          <p:cNvSpPr>
            <a:spLocks noChangeArrowheads="1"/>
          </p:cNvSpPr>
          <p:nvPr/>
        </p:nvSpPr>
        <p:spPr bwMode="blackWhite">
          <a:xfrm>
            <a:off x="6353175" y="1106488"/>
            <a:ext cx="1555750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499" name="Rectangle 26"/>
          <p:cNvSpPr>
            <a:spLocks noChangeArrowheads="1"/>
          </p:cNvSpPr>
          <p:nvPr/>
        </p:nvSpPr>
        <p:spPr bwMode="blackWhite">
          <a:xfrm>
            <a:off x="6353175" y="2195513"/>
            <a:ext cx="1555750" cy="1090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500" name="Rectangle 27"/>
          <p:cNvSpPr>
            <a:spLocks noChangeArrowheads="1"/>
          </p:cNvSpPr>
          <p:nvPr/>
        </p:nvSpPr>
        <p:spPr bwMode="blackWhite">
          <a:xfrm>
            <a:off x="6353175" y="3282950"/>
            <a:ext cx="1555750" cy="1090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501" name="Rectangle 28"/>
          <p:cNvSpPr>
            <a:spLocks noChangeArrowheads="1"/>
          </p:cNvSpPr>
          <p:nvPr/>
        </p:nvSpPr>
        <p:spPr bwMode="auto">
          <a:xfrm>
            <a:off x="1816100" y="1169988"/>
            <a:ext cx="1360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2" name="Rectangle 29"/>
          <p:cNvSpPr>
            <a:spLocks noChangeArrowheads="1"/>
          </p:cNvSpPr>
          <p:nvPr/>
        </p:nvSpPr>
        <p:spPr bwMode="auto">
          <a:xfrm>
            <a:off x="3360738" y="1169988"/>
            <a:ext cx="1360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3" name="Rectangle 30"/>
          <p:cNvSpPr>
            <a:spLocks noChangeArrowheads="1"/>
          </p:cNvSpPr>
          <p:nvPr/>
        </p:nvSpPr>
        <p:spPr bwMode="auto">
          <a:xfrm>
            <a:off x="4905375" y="1169988"/>
            <a:ext cx="135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4" name="Rectangle 31"/>
          <p:cNvSpPr>
            <a:spLocks noChangeArrowheads="1"/>
          </p:cNvSpPr>
          <p:nvPr/>
        </p:nvSpPr>
        <p:spPr bwMode="auto">
          <a:xfrm>
            <a:off x="6448425" y="1169988"/>
            <a:ext cx="1362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5" name="Rectangle 32"/>
          <p:cNvSpPr>
            <a:spLocks noChangeArrowheads="1"/>
          </p:cNvSpPr>
          <p:nvPr/>
        </p:nvSpPr>
        <p:spPr bwMode="auto">
          <a:xfrm>
            <a:off x="1816100" y="2241550"/>
            <a:ext cx="1360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6" name="Rectangle 33"/>
          <p:cNvSpPr>
            <a:spLocks noChangeArrowheads="1"/>
          </p:cNvSpPr>
          <p:nvPr/>
        </p:nvSpPr>
        <p:spPr bwMode="auto">
          <a:xfrm>
            <a:off x="3360738" y="2241550"/>
            <a:ext cx="1360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7" name="Rectangle 34"/>
          <p:cNvSpPr>
            <a:spLocks noChangeArrowheads="1"/>
          </p:cNvSpPr>
          <p:nvPr/>
        </p:nvSpPr>
        <p:spPr bwMode="auto">
          <a:xfrm>
            <a:off x="4905375" y="2241550"/>
            <a:ext cx="135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8" name="Rectangle 35"/>
          <p:cNvSpPr>
            <a:spLocks noChangeArrowheads="1"/>
          </p:cNvSpPr>
          <p:nvPr/>
        </p:nvSpPr>
        <p:spPr bwMode="auto">
          <a:xfrm>
            <a:off x="6448425" y="2241550"/>
            <a:ext cx="1362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09" name="Rectangle 36"/>
          <p:cNvSpPr>
            <a:spLocks noChangeArrowheads="1"/>
          </p:cNvSpPr>
          <p:nvPr/>
        </p:nvSpPr>
        <p:spPr bwMode="auto">
          <a:xfrm>
            <a:off x="1816100" y="3314700"/>
            <a:ext cx="1360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10" name="Rectangle 37"/>
          <p:cNvSpPr>
            <a:spLocks noChangeArrowheads="1"/>
          </p:cNvSpPr>
          <p:nvPr/>
        </p:nvSpPr>
        <p:spPr bwMode="auto">
          <a:xfrm>
            <a:off x="3360738" y="3314700"/>
            <a:ext cx="1360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11" name="Rectangle 38"/>
          <p:cNvSpPr>
            <a:spLocks noChangeArrowheads="1"/>
          </p:cNvSpPr>
          <p:nvPr/>
        </p:nvSpPr>
        <p:spPr bwMode="auto">
          <a:xfrm>
            <a:off x="4905375" y="3314700"/>
            <a:ext cx="135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12" name="Rectangle 39"/>
          <p:cNvSpPr>
            <a:spLocks noChangeArrowheads="1"/>
          </p:cNvSpPr>
          <p:nvPr/>
        </p:nvSpPr>
        <p:spPr bwMode="auto">
          <a:xfrm>
            <a:off x="6448425" y="3314700"/>
            <a:ext cx="1362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13" name="Rectangle 40"/>
          <p:cNvSpPr>
            <a:spLocks noChangeArrowheads="1"/>
          </p:cNvSpPr>
          <p:nvPr/>
        </p:nvSpPr>
        <p:spPr bwMode="auto">
          <a:xfrm rot="-5400000">
            <a:off x="957263" y="4810125"/>
            <a:ext cx="979487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defTabSz="874713" eaLnBrk="0" hangingPunct="0"/>
            <a:r>
              <a:rPr lang="zh-CN" altLang="en-US" sz="1400">
                <a:ea typeface="宋体" pitchFamily="2" charset="-122"/>
              </a:rPr>
              <a:t>1</a:t>
            </a:r>
          </a:p>
        </p:txBody>
      </p:sp>
      <p:sp>
        <p:nvSpPr>
          <p:cNvPr id="233514" name="Rectangle 41"/>
          <p:cNvSpPr>
            <a:spLocks noChangeArrowheads="1"/>
          </p:cNvSpPr>
          <p:nvPr/>
        </p:nvSpPr>
        <p:spPr bwMode="blackWhite">
          <a:xfrm>
            <a:off x="1731963" y="4368800"/>
            <a:ext cx="1555750" cy="1089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515" name="Rectangle 42"/>
          <p:cNvSpPr>
            <a:spLocks noChangeArrowheads="1"/>
          </p:cNvSpPr>
          <p:nvPr/>
        </p:nvSpPr>
        <p:spPr bwMode="blackWhite">
          <a:xfrm>
            <a:off x="3263900" y="4368800"/>
            <a:ext cx="1557338" cy="1089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516" name="Rectangle 43"/>
          <p:cNvSpPr>
            <a:spLocks noChangeArrowheads="1"/>
          </p:cNvSpPr>
          <p:nvPr/>
        </p:nvSpPr>
        <p:spPr bwMode="blackWhite">
          <a:xfrm>
            <a:off x="4803775" y="4368800"/>
            <a:ext cx="1555750" cy="1089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517" name="Rectangle 44"/>
          <p:cNvSpPr>
            <a:spLocks noChangeArrowheads="1"/>
          </p:cNvSpPr>
          <p:nvPr/>
        </p:nvSpPr>
        <p:spPr bwMode="blackWhite">
          <a:xfrm>
            <a:off x="6353175" y="4368800"/>
            <a:ext cx="1555750" cy="1089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1400">
              <a:ea typeface="宋体" pitchFamily="2" charset="-122"/>
            </a:endParaRPr>
          </a:p>
        </p:txBody>
      </p:sp>
      <p:sp>
        <p:nvSpPr>
          <p:cNvPr id="233518" name="Rectangle 45"/>
          <p:cNvSpPr>
            <a:spLocks noChangeArrowheads="1"/>
          </p:cNvSpPr>
          <p:nvPr/>
        </p:nvSpPr>
        <p:spPr bwMode="auto">
          <a:xfrm>
            <a:off x="1816100" y="4400550"/>
            <a:ext cx="1360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19" name="Rectangle 46"/>
          <p:cNvSpPr>
            <a:spLocks noChangeArrowheads="1"/>
          </p:cNvSpPr>
          <p:nvPr/>
        </p:nvSpPr>
        <p:spPr bwMode="auto">
          <a:xfrm>
            <a:off x="3360738" y="4400550"/>
            <a:ext cx="13604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20" name="Rectangle 47"/>
          <p:cNvSpPr>
            <a:spLocks noChangeArrowheads="1"/>
          </p:cNvSpPr>
          <p:nvPr/>
        </p:nvSpPr>
        <p:spPr bwMode="auto">
          <a:xfrm>
            <a:off x="4905375" y="4400550"/>
            <a:ext cx="135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3521" name="Rectangle 48"/>
          <p:cNvSpPr>
            <a:spLocks noChangeArrowheads="1"/>
          </p:cNvSpPr>
          <p:nvPr/>
        </p:nvSpPr>
        <p:spPr bwMode="auto">
          <a:xfrm>
            <a:off x="6448425" y="4400550"/>
            <a:ext cx="1362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B5909F3-5029-4240-B6AF-F2270625CE3F}" type="slidenum">
              <a:rPr lang="zh-CN" altLang="en-US" smtClean="0"/>
              <a:pPr defTabSz="895350"/>
              <a:t>226</a:t>
            </a:fld>
            <a:endParaRPr lang="en-US" altLang="zh-CN"/>
          </a:p>
        </p:txBody>
      </p:sp>
      <p:sp>
        <p:nvSpPr>
          <p:cNvPr id="234499" name="Freeform 2"/>
          <p:cNvSpPr>
            <a:spLocks/>
          </p:cNvSpPr>
          <p:nvPr>
            <p:custDataLst>
              <p:tags r:id="rId1"/>
            </p:custDataLst>
          </p:nvPr>
        </p:nvSpPr>
        <p:spPr bwMode="blackWhite">
          <a:xfrm>
            <a:off x="2279650" y="1289050"/>
            <a:ext cx="4365625" cy="4498975"/>
          </a:xfrm>
          <a:custGeom>
            <a:avLst/>
            <a:gdLst>
              <a:gd name="T0" fmla="*/ 2147483647 w 2369"/>
              <a:gd name="T1" fmla="*/ 2147483647 h 1721"/>
              <a:gd name="T2" fmla="*/ 2147483647 w 2369"/>
              <a:gd name="T3" fmla="*/ 2147483647 h 1721"/>
              <a:gd name="T4" fmla="*/ 2147483647 w 2369"/>
              <a:gd name="T5" fmla="*/ 2147483647 h 1721"/>
              <a:gd name="T6" fmla="*/ 2147483647 w 2369"/>
              <a:gd name="T7" fmla="*/ 0 h 1721"/>
              <a:gd name="T8" fmla="*/ 0 w 2369"/>
              <a:gd name="T9" fmla="*/ 2147483647 h 1721"/>
              <a:gd name="T10" fmla="*/ 0 w 2369"/>
              <a:gd name="T11" fmla="*/ 2147483647 h 1721"/>
              <a:gd name="T12" fmla="*/ 2147483647 w 2369"/>
              <a:gd name="T13" fmla="*/ 2147483647 h 17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69"/>
              <a:gd name="T22" fmla="*/ 0 h 1721"/>
              <a:gd name="T23" fmla="*/ 2369 w 2369"/>
              <a:gd name="T24" fmla="*/ 1721 h 172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69" h="1721">
                <a:moveTo>
                  <a:pt x="32" y="1720"/>
                </a:moveTo>
                <a:lnTo>
                  <a:pt x="2368" y="1720"/>
                </a:lnTo>
                <a:lnTo>
                  <a:pt x="2368" y="469"/>
                </a:lnTo>
                <a:lnTo>
                  <a:pt x="1180" y="0"/>
                </a:lnTo>
                <a:lnTo>
                  <a:pt x="0" y="469"/>
                </a:lnTo>
                <a:lnTo>
                  <a:pt x="0" y="1720"/>
                </a:lnTo>
                <a:lnTo>
                  <a:pt x="32" y="1720"/>
                </a:lnTo>
              </a:path>
            </a:pathLst>
          </a:custGeom>
          <a:solidFill>
            <a:schemeClr val="accent2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34500" name="Freeform 3"/>
          <p:cNvSpPr>
            <a:spLocks/>
          </p:cNvSpPr>
          <p:nvPr>
            <p:custDataLst>
              <p:tags r:id="rId2"/>
            </p:custDataLst>
          </p:nvPr>
        </p:nvSpPr>
        <p:spPr bwMode="blackWhite">
          <a:xfrm>
            <a:off x="2279650" y="1289050"/>
            <a:ext cx="4378325" cy="4575175"/>
          </a:xfrm>
          <a:custGeom>
            <a:avLst/>
            <a:gdLst>
              <a:gd name="T0" fmla="*/ 2147483647 w 2375"/>
              <a:gd name="T1" fmla="*/ 2147483647 h 1727"/>
              <a:gd name="T2" fmla="*/ 2147483647 w 2375"/>
              <a:gd name="T3" fmla="*/ 2147483647 h 1727"/>
              <a:gd name="T4" fmla="*/ 2147483647 w 2375"/>
              <a:gd name="T5" fmla="*/ 2147483647 h 1727"/>
              <a:gd name="T6" fmla="*/ 2147483647 w 2375"/>
              <a:gd name="T7" fmla="*/ 0 h 1727"/>
              <a:gd name="T8" fmla="*/ 0 w 2375"/>
              <a:gd name="T9" fmla="*/ 2147483647 h 1727"/>
              <a:gd name="T10" fmla="*/ 0 w 2375"/>
              <a:gd name="T11" fmla="*/ 2147483647 h 17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75"/>
              <a:gd name="T19" fmla="*/ 0 h 1727"/>
              <a:gd name="T20" fmla="*/ 2375 w 2375"/>
              <a:gd name="T21" fmla="*/ 1727 h 17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75" h="1727">
                <a:moveTo>
                  <a:pt x="32" y="1726"/>
                </a:moveTo>
                <a:lnTo>
                  <a:pt x="2374" y="1726"/>
                </a:lnTo>
                <a:lnTo>
                  <a:pt x="2374" y="471"/>
                </a:lnTo>
                <a:lnTo>
                  <a:pt x="1183" y="0"/>
                </a:lnTo>
                <a:lnTo>
                  <a:pt x="0" y="471"/>
                </a:lnTo>
                <a:lnTo>
                  <a:pt x="0" y="1726"/>
                </a:lnTo>
              </a:path>
            </a:pathLst>
          </a:custGeom>
          <a:noFill/>
          <a:ln w="12700" cap="rnd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4501" name="Freeform 4"/>
          <p:cNvSpPr>
            <a:spLocks/>
          </p:cNvSpPr>
          <p:nvPr>
            <p:custDataLst>
              <p:tags r:id="rId3"/>
            </p:custDataLst>
          </p:nvPr>
        </p:nvSpPr>
        <p:spPr bwMode="blackWhite">
          <a:xfrm>
            <a:off x="481013" y="1308100"/>
            <a:ext cx="7945437" cy="1219200"/>
          </a:xfrm>
          <a:custGeom>
            <a:avLst/>
            <a:gdLst>
              <a:gd name="T0" fmla="*/ 0 w 4311"/>
              <a:gd name="T1" fmla="*/ 2147483647 h 465"/>
              <a:gd name="T2" fmla="*/ 2147483647 w 4311"/>
              <a:gd name="T3" fmla="*/ 0 h 465"/>
              <a:gd name="T4" fmla="*/ 2147483647 w 4311"/>
              <a:gd name="T5" fmla="*/ 2147483647 h 465"/>
              <a:gd name="T6" fmla="*/ 2147483647 w 4311"/>
              <a:gd name="T7" fmla="*/ 2147483647 h 465"/>
              <a:gd name="T8" fmla="*/ 2147483647 w 4311"/>
              <a:gd name="T9" fmla="*/ 0 h 465"/>
              <a:gd name="T10" fmla="*/ 2147483647 w 4311"/>
              <a:gd name="T11" fmla="*/ 2147483647 h 465"/>
              <a:gd name="T12" fmla="*/ 2147483647 w 4311"/>
              <a:gd name="T13" fmla="*/ 2147483647 h 465"/>
              <a:gd name="T14" fmla="*/ 2147483647 w 4311"/>
              <a:gd name="T15" fmla="*/ 0 h 465"/>
              <a:gd name="T16" fmla="*/ 2147483647 w 4311"/>
              <a:gd name="T17" fmla="*/ 2147483647 h 465"/>
              <a:gd name="T18" fmla="*/ 2147483647 w 4311"/>
              <a:gd name="T19" fmla="*/ 2147483647 h 465"/>
              <a:gd name="T20" fmla="*/ 2147483647 w 4311"/>
              <a:gd name="T21" fmla="*/ 2147483647 h 465"/>
              <a:gd name="T22" fmla="*/ 2147483647 w 4311"/>
              <a:gd name="T23" fmla="*/ 2147483647 h 465"/>
              <a:gd name="T24" fmla="*/ 0 w 4311"/>
              <a:gd name="T25" fmla="*/ 2147483647 h 46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311"/>
              <a:gd name="T40" fmla="*/ 0 h 465"/>
              <a:gd name="T41" fmla="*/ 4311 w 4311"/>
              <a:gd name="T42" fmla="*/ 465 h 465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311" h="465">
                <a:moveTo>
                  <a:pt x="0" y="464"/>
                </a:moveTo>
                <a:lnTo>
                  <a:pt x="2159" y="0"/>
                </a:lnTo>
                <a:lnTo>
                  <a:pt x="4310" y="464"/>
                </a:lnTo>
                <a:lnTo>
                  <a:pt x="3295" y="464"/>
                </a:lnTo>
                <a:lnTo>
                  <a:pt x="2159" y="0"/>
                </a:lnTo>
                <a:lnTo>
                  <a:pt x="3223" y="464"/>
                </a:lnTo>
                <a:lnTo>
                  <a:pt x="2191" y="464"/>
                </a:lnTo>
                <a:lnTo>
                  <a:pt x="2167" y="0"/>
                </a:lnTo>
                <a:lnTo>
                  <a:pt x="2127" y="464"/>
                </a:lnTo>
                <a:lnTo>
                  <a:pt x="1096" y="464"/>
                </a:lnTo>
                <a:lnTo>
                  <a:pt x="2159" y="8"/>
                </a:lnTo>
                <a:lnTo>
                  <a:pt x="1032" y="464"/>
                </a:lnTo>
                <a:lnTo>
                  <a:pt x="0" y="464"/>
                </a:lnTo>
              </a:path>
            </a:pathLst>
          </a:custGeom>
          <a:solidFill>
            <a:schemeClr val="accent2"/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34502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blackWhite">
          <a:xfrm>
            <a:off x="487363" y="2524125"/>
            <a:ext cx="1892300" cy="3254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4503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blackWhite">
          <a:xfrm>
            <a:off x="2508250" y="2524125"/>
            <a:ext cx="1890713" cy="3254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4504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blackWhite">
          <a:xfrm>
            <a:off x="4527550" y="2524125"/>
            <a:ext cx="1889125" cy="3254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4505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blackWhite">
          <a:xfrm>
            <a:off x="6548438" y="2524125"/>
            <a:ext cx="1887537" cy="3254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>
              <a:ea typeface="宋体" pitchFamily="2" charset="-122"/>
            </a:endParaRPr>
          </a:p>
        </p:txBody>
      </p:sp>
      <p:sp>
        <p:nvSpPr>
          <p:cNvPr id="23450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STUDY OBJECTIVE</a:t>
            </a:r>
          </a:p>
        </p:txBody>
      </p:sp>
      <p:sp>
        <p:nvSpPr>
          <p:cNvPr id="234507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450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34509" name="Group 12"/>
          <p:cNvGrpSpPr>
            <a:grpSpLocks/>
          </p:cNvGrpSpPr>
          <p:nvPr/>
        </p:nvGrpSpPr>
        <p:grpSpPr bwMode="auto">
          <a:xfrm>
            <a:off x="3124200" y="950913"/>
            <a:ext cx="2657475" cy="990600"/>
            <a:chOff x="2400" y="1968"/>
            <a:chExt cx="960" cy="960"/>
          </a:xfrm>
        </p:grpSpPr>
        <p:sp>
          <p:nvSpPr>
            <p:cNvPr id="234514" name="Oval 1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34515" name="Rectangle 1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34510" name="Rectangle 15"/>
          <p:cNvSpPr>
            <a:spLocks noChangeArrowheads="1"/>
          </p:cNvSpPr>
          <p:nvPr/>
        </p:nvSpPr>
        <p:spPr bwMode="auto">
          <a:xfrm>
            <a:off x="558800" y="2624138"/>
            <a:ext cx="1738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4511" name="Rectangle 16"/>
          <p:cNvSpPr>
            <a:spLocks noChangeArrowheads="1"/>
          </p:cNvSpPr>
          <p:nvPr/>
        </p:nvSpPr>
        <p:spPr bwMode="auto">
          <a:xfrm>
            <a:off x="2590800" y="2624138"/>
            <a:ext cx="1738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4512" name="Rectangle 17"/>
          <p:cNvSpPr>
            <a:spLocks noChangeArrowheads="1"/>
          </p:cNvSpPr>
          <p:nvPr/>
        </p:nvSpPr>
        <p:spPr bwMode="auto">
          <a:xfrm>
            <a:off x="4606925" y="2624138"/>
            <a:ext cx="17367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4513" name="Rectangle 18"/>
          <p:cNvSpPr>
            <a:spLocks noChangeArrowheads="1"/>
          </p:cNvSpPr>
          <p:nvPr/>
        </p:nvSpPr>
        <p:spPr bwMode="auto">
          <a:xfrm>
            <a:off x="6630988" y="2624138"/>
            <a:ext cx="1735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FC0FF0D-99FB-4591-9C52-A050F132C721}" type="slidenum">
              <a:rPr lang="zh-CN" altLang="en-US" smtClean="0"/>
              <a:pPr defTabSz="895350"/>
              <a:t>227</a:t>
            </a:fld>
            <a:endParaRPr lang="en-US" altLang="zh-CN"/>
          </a:p>
        </p:txBody>
      </p:sp>
      <p:sp>
        <p:nvSpPr>
          <p:cNvPr id="235523" name="Freeform 2"/>
          <p:cNvSpPr>
            <a:spLocks/>
          </p:cNvSpPr>
          <p:nvPr/>
        </p:nvSpPr>
        <p:spPr bwMode="blackWhite">
          <a:xfrm>
            <a:off x="2070100" y="1320800"/>
            <a:ext cx="1354138" cy="1312863"/>
          </a:xfrm>
          <a:custGeom>
            <a:avLst/>
            <a:gdLst>
              <a:gd name="T0" fmla="*/ 890 w 891"/>
              <a:gd name="T1" fmla="*/ 795 h 796"/>
              <a:gd name="T2" fmla="*/ 445 w 891"/>
              <a:gd name="T3" fmla="*/ 0 h 796"/>
              <a:gd name="T4" fmla="*/ 0 w 891"/>
              <a:gd name="T5" fmla="*/ 795 h 796"/>
              <a:gd name="T6" fmla="*/ 890 w 891"/>
              <a:gd name="T7" fmla="*/ 795 h 7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1" h="796">
                <a:moveTo>
                  <a:pt x="890" y="795"/>
                </a:moveTo>
                <a:lnTo>
                  <a:pt x="445" y="0"/>
                </a:lnTo>
                <a:lnTo>
                  <a:pt x="0" y="795"/>
                </a:lnTo>
                <a:lnTo>
                  <a:pt x="890" y="795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5524" name="Freeform 3"/>
          <p:cNvSpPr>
            <a:spLocks/>
          </p:cNvSpPr>
          <p:nvPr/>
        </p:nvSpPr>
        <p:spPr bwMode="blackWhite">
          <a:xfrm>
            <a:off x="1392238" y="2632075"/>
            <a:ext cx="2708275" cy="1314450"/>
          </a:xfrm>
          <a:custGeom>
            <a:avLst/>
            <a:gdLst>
              <a:gd name="T0" fmla="*/ 1783 w 1784"/>
              <a:gd name="T1" fmla="*/ 795 h 796"/>
              <a:gd name="T2" fmla="*/ 1337 w 1784"/>
              <a:gd name="T3" fmla="*/ 0 h 796"/>
              <a:gd name="T4" fmla="*/ 447 w 1784"/>
              <a:gd name="T5" fmla="*/ 0 h 796"/>
              <a:gd name="T6" fmla="*/ 0 w 1784"/>
              <a:gd name="T7" fmla="*/ 795 h 796"/>
              <a:gd name="T8" fmla="*/ 1783 w 1784"/>
              <a:gd name="T9" fmla="*/ 795 h 7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84" h="796">
                <a:moveTo>
                  <a:pt x="1783" y="795"/>
                </a:moveTo>
                <a:lnTo>
                  <a:pt x="1337" y="0"/>
                </a:lnTo>
                <a:lnTo>
                  <a:pt x="447" y="0"/>
                </a:lnTo>
                <a:lnTo>
                  <a:pt x="0" y="795"/>
                </a:lnTo>
                <a:lnTo>
                  <a:pt x="1783" y="795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5525" name="Rectangle 4"/>
          <p:cNvSpPr>
            <a:spLocks noChangeArrowheads="1"/>
          </p:cNvSpPr>
          <p:nvPr/>
        </p:nvSpPr>
        <p:spPr bwMode="auto">
          <a:xfrm>
            <a:off x="2228850" y="2214563"/>
            <a:ext cx="103028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5526" name="Rectangle 5"/>
          <p:cNvSpPr>
            <a:spLocks noChangeArrowheads="1"/>
          </p:cNvSpPr>
          <p:nvPr/>
        </p:nvSpPr>
        <p:spPr bwMode="auto">
          <a:xfrm>
            <a:off x="1887538" y="3216275"/>
            <a:ext cx="1712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55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03</a:t>
            </a:r>
          </a:p>
        </p:txBody>
      </p:sp>
      <p:sp>
        <p:nvSpPr>
          <p:cNvPr id="23552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552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5530" name="Rectangle 9"/>
          <p:cNvSpPr>
            <a:spLocks noChangeArrowheads="1"/>
          </p:cNvSpPr>
          <p:nvPr/>
        </p:nvSpPr>
        <p:spPr bwMode="auto">
          <a:xfrm>
            <a:off x="3297238" y="1454150"/>
            <a:ext cx="3744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5531" name="Rectangle 10"/>
          <p:cNvSpPr>
            <a:spLocks noChangeArrowheads="1"/>
          </p:cNvSpPr>
          <p:nvPr/>
        </p:nvSpPr>
        <p:spPr bwMode="auto">
          <a:xfrm>
            <a:off x="3948113" y="2708275"/>
            <a:ext cx="3744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5532" name="Freeform 11"/>
          <p:cNvSpPr>
            <a:spLocks/>
          </p:cNvSpPr>
          <p:nvPr/>
        </p:nvSpPr>
        <p:spPr bwMode="blackWhite">
          <a:xfrm>
            <a:off x="715963" y="3944938"/>
            <a:ext cx="4062412" cy="1316037"/>
          </a:xfrm>
          <a:custGeom>
            <a:avLst/>
            <a:gdLst>
              <a:gd name="T0" fmla="*/ 2229 w 2676"/>
              <a:gd name="T1" fmla="*/ 0 h 798"/>
              <a:gd name="T2" fmla="*/ 446 w 2676"/>
              <a:gd name="T3" fmla="*/ 0 h 798"/>
              <a:gd name="T4" fmla="*/ 0 w 2676"/>
              <a:gd name="T5" fmla="*/ 797 h 798"/>
              <a:gd name="T6" fmla="*/ 2675 w 2676"/>
              <a:gd name="T7" fmla="*/ 797 h 798"/>
              <a:gd name="T8" fmla="*/ 2229 w 2676"/>
              <a:gd name="T9" fmla="*/ 0 h 7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76" h="798">
                <a:moveTo>
                  <a:pt x="2229" y="0"/>
                </a:moveTo>
                <a:lnTo>
                  <a:pt x="446" y="0"/>
                </a:lnTo>
                <a:lnTo>
                  <a:pt x="0" y="797"/>
                </a:lnTo>
                <a:lnTo>
                  <a:pt x="2675" y="797"/>
                </a:lnTo>
                <a:lnTo>
                  <a:pt x="2229" y="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5533" name="Rectangle 12"/>
          <p:cNvSpPr>
            <a:spLocks noChangeArrowheads="1"/>
          </p:cNvSpPr>
          <p:nvPr/>
        </p:nvSpPr>
        <p:spPr bwMode="auto">
          <a:xfrm>
            <a:off x="1169988" y="4556125"/>
            <a:ext cx="3146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5534" name="Rectangle 13"/>
          <p:cNvSpPr>
            <a:spLocks noChangeArrowheads="1"/>
          </p:cNvSpPr>
          <p:nvPr/>
        </p:nvSpPr>
        <p:spPr bwMode="auto">
          <a:xfrm>
            <a:off x="4597400" y="3962400"/>
            <a:ext cx="3743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ED8A0F5-C910-4976-9B5E-0BBBD2F3703F}" type="slidenum">
              <a:rPr lang="zh-CN" altLang="en-US" smtClean="0"/>
              <a:pPr defTabSz="895350"/>
              <a:t>228</a:t>
            </a:fld>
            <a:endParaRPr lang="en-US" altLang="zh-CN"/>
          </a:p>
        </p:txBody>
      </p:sp>
      <p:sp>
        <p:nvSpPr>
          <p:cNvPr id="236547" name="Freeform 2"/>
          <p:cNvSpPr>
            <a:spLocks/>
          </p:cNvSpPr>
          <p:nvPr/>
        </p:nvSpPr>
        <p:spPr bwMode="blackWhite">
          <a:xfrm>
            <a:off x="2185988" y="1379538"/>
            <a:ext cx="1300162" cy="1384300"/>
          </a:xfrm>
          <a:custGeom>
            <a:avLst/>
            <a:gdLst>
              <a:gd name="T0" fmla="*/ 0 w 939"/>
              <a:gd name="T1" fmla="*/ 838 h 839"/>
              <a:gd name="T2" fmla="*/ 938 w 939"/>
              <a:gd name="T3" fmla="*/ 838 h 839"/>
              <a:gd name="T4" fmla="*/ 469 w 939"/>
              <a:gd name="T5" fmla="*/ 0 h 839"/>
              <a:gd name="T6" fmla="*/ 0 w 939"/>
              <a:gd name="T7" fmla="*/ 838 h 83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39" h="839">
                <a:moveTo>
                  <a:pt x="0" y="838"/>
                </a:moveTo>
                <a:lnTo>
                  <a:pt x="938" y="838"/>
                </a:lnTo>
                <a:lnTo>
                  <a:pt x="469" y="0"/>
                </a:lnTo>
                <a:lnTo>
                  <a:pt x="0" y="838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6548" name="Freeform 3"/>
          <p:cNvSpPr>
            <a:spLocks/>
          </p:cNvSpPr>
          <p:nvPr/>
        </p:nvSpPr>
        <p:spPr bwMode="blackWhite">
          <a:xfrm>
            <a:off x="1776413" y="2762250"/>
            <a:ext cx="2120900" cy="879475"/>
          </a:xfrm>
          <a:custGeom>
            <a:avLst/>
            <a:gdLst>
              <a:gd name="T0" fmla="*/ 0 w 1536"/>
              <a:gd name="T1" fmla="*/ 532 h 533"/>
              <a:gd name="T2" fmla="*/ 1535 w 1536"/>
              <a:gd name="T3" fmla="*/ 532 h 533"/>
              <a:gd name="T4" fmla="*/ 1237 w 1536"/>
              <a:gd name="T5" fmla="*/ 0 h 533"/>
              <a:gd name="T6" fmla="*/ 299 w 1536"/>
              <a:gd name="T7" fmla="*/ 0 h 533"/>
              <a:gd name="T8" fmla="*/ 0 w 1536"/>
              <a:gd name="T9" fmla="*/ 532 h 5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6" h="533">
                <a:moveTo>
                  <a:pt x="0" y="532"/>
                </a:moveTo>
                <a:lnTo>
                  <a:pt x="1535" y="532"/>
                </a:lnTo>
                <a:lnTo>
                  <a:pt x="1237" y="0"/>
                </a:lnTo>
                <a:lnTo>
                  <a:pt x="299" y="0"/>
                </a:lnTo>
                <a:lnTo>
                  <a:pt x="0" y="532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6549" name="Freeform 4"/>
          <p:cNvSpPr>
            <a:spLocks/>
          </p:cNvSpPr>
          <p:nvPr/>
        </p:nvSpPr>
        <p:spPr bwMode="blackWhite">
          <a:xfrm>
            <a:off x="1360488" y="3640138"/>
            <a:ext cx="2949575" cy="882650"/>
          </a:xfrm>
          <a:custGeom>
            <a:avLst/>
            <a:gdLst>
              <a:gd name="T0" fmla="*/ 299 w 2134"/>
              <a:gd name="T1" fmla="*/ 0 h 535"/>
              <a:gd name="T2" fmla="*/ 0 w 2134"/>
              <a:gd name="T3" fmla="*/ 534 h 535"/>
              <a:gd name="T4" fmla="*/ 2133 w 2134"/>
              <a:gd name="T5" fmla="*/ 534 h 535"/>
              <a:gd name="T6" fmla="*/ 1834 w 2134"/>
              <a:gd name="T7" fmla="*/ 0 h 535"/>
              <a:gd name="T8" fmla="*/ 299 w 2134"/>
              <a:gd name="T9" fmla="*/ 0 h 5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34" h="535">
                <a:moveTo>
                  <a:pt x="299" y="0"/>
                </a:moveTo>
                <a:lnTo>
                  <a:pt x="0" y="534"/>
                </a:lnTo>
                <a:lnTo>
                  <a:pt x="2133" y="534"/>
                </a:lnTo>
                <a:lnTo>
                  <a:pt x="1834" y="0"/>
                </a:lnTo>
                <a:lnTo>
                  <a:pt x="299" y="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6550" name="Rectangle 5"/>
          <p:cNvSpPr>
            <a:spLocks noChangeArrowheads="1"/>
          </p:cNvSpPr>
          <p:nvPr/>
        </p:nvSpPr>
        <p:spPr bwMode="auto">
          <a:xfrm>
            <a:off x="2471738" y="2268538"/>
            <a:ext cx="742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6551" name="Rectangle 6"/>
          <p:cNvSpPr>
            <a:spLocks noChangeArrowheads="1"/>
          </p:cNvSpPr>
          <p:nvPr/>
        </p:nvSpPr>
        <p:spPr bwMode="auto">
          <a:xfrm>
            <a:off x="2046288" y="3152775"/>
            <a:ext cx="1592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6552" name="Rectangle 7"/>
          <p:cNvSpPr>
            <a:spLocks noChangeArrowheads="1"/>
          </p:cNvSpPr>
          <p:nvPr/>
        </p:nvSpPr>
        <p:spPr bwMode="auto">
          <a:xfrm>
            <a:off x="1643063" y="3997325"/>
            <a:ext cx="2400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655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04</a:t>
            </a:r>
          </a:p>
        </p:txBody>
      </p:sp>
      <p:sp>
        <p:nvSpPr>
          <p:cNvPr id="23655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655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6556" name="Freeform 11"/>
          <p:cNvSpPr>
            <a:spLocks/>
          </p:cNvSpPr>
          <p:nvPr/>
        </p:nvSpPr>
        <p:spPr bwMode="blackWhite">
          <a:xfrm>
            <a:off x="985838" y="4521200"/>
            <a:ext cx="3697287" cy="798513"/>
          </a:xfrm>
          <a:custGeom>
            <a:avLst/>
            <a:gdLst>
              <a:gd name="T0" fmla="*/ 271 w 2676"/>
              <a:gd name="T1" fmla="*/ 0 h 484"/>
              <a:gd name="T2" fmla="*/ 0 w 2676"/>
              <a:gd name="T3" fmla="*/ 483 h 484"/>
              <a:gd name="T4" fmla="*/ 2675 w 2676"/>
              <a:gd name="T5" fmla="*/ 483 h 484"/>
              <a:gd name="T6" fmla="*/ 2404 w 2676"/>
              <a:gd name="T7" fmla="*/ 0 h 484"/>
              <a:gd name="T8" fmla="*/ 271 w 2676"/>
              <a:gd name="T9" fmla="*/ 0 h 4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76" h="484">
                <a:moveTo>
                  <a:pt x="271" y="0"/>
                </a:moveTo>
                <a:lnTo>
                  <a:pt x="0" y="483"/>
                </a:lnTo>
                <a:lnTo>
                  <a:pt x="2675" y="483"/>
                </a:lnTo>
                <a:lnTo>
                  <a:pt x="2404" y="0"/>
                </a:lnTo>
                <a:lnTo>
                  <a:pt x="271" y="0"/>
                </a:lnTo>
              </a:path>
            </a:pathLst>
          </a:custGeom>
          <a:solidFill>
            <a:schemeClr val="accent1"/>
          </a:solidFill>
          <a:ln w="952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6557" name="Rectangle 12"/>
          <p:cNvSpPr>
            <a:spLocks noChangeArrowheads="1"/>
          </p:cNvSpPr>
          <p:nvPr/>
        </p:nvSpPr>
        <p:spPr bwMode="auto">
          <a:xfrm>
            <a:off x="1282700" y="4830763"/>
            <a:ext cx="31226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b="1"/>
              <a:t>Text</a:t>
            </a:r>
          </a:p>
        </p:txBody>
      </p:sp>
      <p:sp>
        <p:nvSpPr>
          <p:cNvPr id="236558" name="Rectangle 13"/>
          <p:cNvSpPr>
            <a:spLocks noChangeArrowheads="1"/>
          </p:cNvSpPr>
          <p:nvPr/>
        </p:nvSpPr>
        <p:spPr bwMode="auto">
          <a:xfrm>
            <a:off x="3365500" y="1676400"/>
            <a:ext cx="3743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6559" name="Rectangle 14"/>
          <p:cNvSpPr>
            <a:spLocks noChangeArrowheads="1"/>
          </p:cNvSpPr>
          <p:nvPr/>
        </p:nvSpPr>
        <p:spPr bwMode="auto">
          <a:xfrm>
            <a:off x="3792538" y="2760663"/>
            <a:ext cx="3744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6560" name="Rectangle 15"/>
          <p:cNvSpPr>
            <a:spLocks noChangeArrowheads="1"/>
          </p:cNvSpPr>
          <p:nvPr/>
        </p:nvSpPr>
        <p:spPr bwMode="auto">
          <a:xfrm>
            <a:off x="4221163" y="3640138"/>
            <a:ext cx="3743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6561" name="Rectangle 16"/>
          <p:cNvSpPr>
            <a:spLocks noChangeArrowheads="1"/>
          </p:cNvSpPr>
          <p:nvPr/>
        </p:nvSpPr>
        <p:spPr bwMode="auto">
          <a:xfrm>
            <a:off x="4645025" y="4521200"/>
            <a:ext cx="37449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890E606-C7FE-41C1-9D92-5FB4506B3181}" type="slidenum">
              <a:rPr lang="zh-CN" altLang="en-US" smtClean="0"/>
              <a:pPr defTabSz="895350"/>
              <a:t>229</a:t>
            </a:fld>
            <a:endParaRPr lang="en-US" altLang="zh-CN"/>
          </a:p>
        </p:txBody>
      </p:sp>
      <p:sp>
        <p:nvSpPr>
          <p:cNvPr id="237571" name="Freeform 2"/>
          <p:cNvSpPr>
            <a:spLocks/>
          </p:cNvSpPr>
          <p:nvPr/>
        </p:nvSpPr>
        <p:spPr bwMode="blackWhite">
          <a:xfrm>
            <a:off x="1036638" y="5318125"/>
            <a:ext cx="3397250" cy="447675"/>
          </a:xfrm>
          <a:custGeom>
            <a:avLst/>
            <a:gdLst>
              <a:gd name="T0" fmla="*/ 2147483647 w 2676"/>
              <a:gd name="T1" fmla="*/ 0 h 235"/>
              <a:gd name="T2" fmla="*/ 0 w 2676"/>
              <a:gd name="T3" fmla="*/ 2147483647 h 235"/>
              <a:gd name="T4" fmla="*/ 2147483647 w 2676"/>
              <a:gd name="T5" fmla="*/ 2147483647 h 235"/>
              <a:gd name="T6" fmla="*/ 2147483647 w 2676"/>
              <a:gd name="T7" fmla="*/ 0 h 235"/>
              <a:gd name="T8" fmla="*/ 2147483647 w 2676"/>
              <a:gd name="T9" fmla="*/ 0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6"/>
              <a:gd name="T16" fmla="*/ 0 h 235"/>
              <a:gd name="T17" fmla="*/ 2676 w 267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6" h="235">
                <a:moveTo>
                  <a:pt x="131" y="0"/>
                </a:moveTo>
                <a:lnTo>
                  <a:pt x="0" y="234"/>
                </a:lnTo>
                <a:lnTo>
                  <a:pt x="2675" y="234"/>
                </a:lnTo>
                <a:lnTo>
                  <a:pt x="2544" y="0"/>
                </a:lnTo>
                <a:lnTo>
                  <a:pt x="131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2" name="Freeform 3"/>
          <p:cNvSpPr>
            <a:spLocks/>
          </p:cNvSpPr>
          <p:nvPr/>
        </p:nvSpPr>
        <p:spPr bwMode="blackWhite">
          <a:xfrm>
            <a:off x="1204913" y="4870450"/>
            <a:ext cx="3062287" cy="449263"/>
          </a:xfrm>
          <a:custGeom>
            <a:avLst/>
            <a:gdLst>
              <a:gd name="T0" fmla="*/ 2147483647 w 2414"/>
              <a:gd name="T1" fmla="*/ 0 h 235"/>
              <a:gd name="T2" fmla="*/ 0 w 2414"/>
              <a:gd name="T3" fmla="*/ 2147483647 h 235"/>
              <a:gd name="T4" fmla="*/ 2147483647 w 2414"/>
              <a:gd name="T5" fmla="*/ 2147483647 h 235"/>
              <a:gd name="T6" fmla="*/ 2147483647 w 2414"/>
              <a:gd name="T7" fmla="*/ 0 h 235"/>
              <a:gd name="T8" fmla="*/ 2147483647 w 2414"/>
              <a:gd name="T9" fmla="*/ 0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4"/>
              <a:gd name="T16" fmla="*/ 0 h 235"/>
              <a:gd name="T17" fmla="*/ 2414 w 2414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4" h="235">
                <a:moveTo>
                  <a:pt x="131" y="0"/>
                </a:moveTo>
                <a:lnTo>
                  <a:pt x="0" y="234"/>
                </a:lnTo>
                <a:lnTo>
                  <a:pt x="2413" y="234"/>
                </a:lnTo>
                <a:lnTo>
                  <a:pt x="2282" y="0"/>
                </a:lnTo>
                <a:lnTo>
                  <a:pt x="131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3" name="Freeform 4"/>
          <p:cNvSpPr>
            <a:spLocks/>
          </p:cNvSpPr>
          <p:nvPr/>
        </p:nvSpPr>
        <p:spPr bwMode="blackWhite">
          <a:xfrm>
            <a:off x="1370013" y="4425950"/>
            <a:ext cx="2730500" cy="447675"/>
          </a:xfrm>
          <a:custGeom>
            <a:avLst/>
            <a:gdLst>
              <a:gd name="T0" fmla="*/ 2147483647 w 2152"/>
              <a:gd name="T1" fmla="*/ 0 h 234"/>
              <a:gd name="T2" fmla="*/ 0 w 2152"/>
              <a:gd name="T3" fmla="*/ 2147483647 h 234"/>
              <a:gd name="T4" fmla="*/ 2147483647 w 2152"/>
              <a:gd name="T5" fmla="*/ 2147483647 h 234"/>
              <a:gd name="T6" fmla="*/ 2147483647 w 2152"/>
              <a:gd name="T7" fmla="*/ 0 h 234"/>
              <a:gd name="T8" fmla="*/ 2147483647 w 2152"/>
              <a:gd name="T9" fmla="*/ 0 h 2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52"/>
              <a:gd name="T16" fmla="*/ 0 h 234"/>
              <a:gd name="T17" fmla="*/ 2152 w 2152"/>
              <a:gd name="T18" fmla="*/ 234 h 2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52" h="234">
                <a:moveTo>
                  <a:pt x="131" y="0"/>
                </a:moveTo>
                <a:lnTo>
                  <a:pt x="0" y="233"/>
                </a:lnTo>
                <a:lnTo>
                  <a:pt x="2151" y="233"/>
                </a:lnTo>
                <a:lnTo>
                  <a:pt x="2020" y="0"/>
                </a:lnTo>
                <a:lnTo>
                  <a:pt x="131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4" name="Freeform 5"/>
          <p:cNvSpPr>
            <a:spLocks/>
          </p:cNvSpPr>
          <p:nvPr/>
        </p:nvSpPr>
        <p:spPr bwMode="blackWhite">
          <a:xfrm>
            <a:off x="1535113" y="3981450"/>
            <a:ext cx="2400300" cy="447675"/>
          </a:xfrm>
          <a:custGeom>
            <a:avLst/>
            <a:gdLst>
              <a:gd name="T0" fmla="*/ 2147483647 w 1890"/>
              <a:gd name="T1" fmla="*/ 0 h 234"/>
              <a:gd name="T2" fmla="*/ 0 w 1890"/>
              <a:gd name="T3" fmla="*/ 2147483647 h 234"/>
              <a:gd name="T4" fmla="*/ 2147483647 w 1890"/>
              <a:gd name="T5" fmla="*/ 2147483647 h 234"/>
              <a:gd name="T6" fmla="*/ 2147483647 w 1890"/>
              <a:gd name="T7" fmla="*/ 0 h 234"/>
              <a:gd name="T8" fmla="*/ 2147483647 w 1890"/>
              <a:gd name="T9" fmla="*/ 0 h 2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90"/>
              <a:gd name="T16" fmla="*/ 0 h 234"/>
              <a:gd name="T17" fmla="*/ 1890 w 1890"/>
              <a:gd name="T18" fmla="*/ 234 h 2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90" h="234">
                <a:moveTo>
                  <a:pt x="131" y="0"/>
                </a:moveTo>
                <a:lnTo>
                  <a:pt x="0" y="233"/>
                </a:lnTo>
                <a:lnTo>
                  <a:pt x="1889" y="233"/>
                </a:lnTo>
                <a:lnTo>
                  <a:pt x="1758" y="0"/>
                </a:lnTo>
                <a:lnTo>
                  <a:pt x="131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5" name="Freeform 6"/>
          <p:cNvSpPr>
            <a:spLocks/>
          </p:cNvSpPr>
          <p:nvPr/>
        </p:nvSpPr>
        <p:spPr bwMode="blackWhite">
          <a:xfrm>
            <a:off x="1701800" y="3535363"/>
            <a:ext cx="2068513" cy="447675"/>
          </a:xfrm>
          <a:custGeom>
            <a:avLst/>
            <a:gdLst>
              <a:gd name="T0" fmla="*/ 2147483647 w 1628"/>
              <a:gd name="T1" fmla="*/ 0 h 235"/>
              <a:gd name="T2" fmla="*/ 0 w 1628"/>
              <a:gd name="T3" fmla="*/ 2147483647 h 235"/>
              <a:gd name="T4" fmla="*/ 2147483647 w 1628"/>
              <a:gd name="T5" fmla="*/ 2147483647 h 235"/>
              <a:gd name="T6" fmla="*/ 2147483647 w 1628"/>
              <a:gd name="T7" fmla="*/ 0 h 235"/>
              <a:gd name="T8" fmla="*/ 2147483647 w 1628"/>
              <a:gd name="T9" fmla="*/ 0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28"/>
              <a:gd name="T16" fmla="*/ 0 h 235"/>
              <a:gd name="T17" fmla="*/ 1628 w 1628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28" h="235">
                <a:moveTo>
                  <a:pt x="131" y="0"/>
                </a:moveTo>
                <a:lnTo>
                  <a:pt x="0" y="234"/>
                </a:lnTo>
                <a:lnTo>
                  <a:pt x="1627" y="234"/>
                </a:lnTo>
                <a:lnTo>
                  <a:pt x="1497" y="0"/>
                </a:lnTo>
                <a:lnTo>
                  <a:pt x="131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6" name="Freeform 7"/>
          <p:cNvSpPr>
            <a:spLocks/>
          </p:cNvSpPr>
          <p:nvPr/>
        </p:nvSpPr>
        <p:spPr bwMode="blackWhite">
          <a:xfrm>
            <a:off x="1868488" y="3089275"/>
            <a:ext cx="1736725" cy="447675"/>
          </a:xfrm>
          <a:custGeom>
            <a:avLst/>
            <a:gdLst>
              <a:gd name="T0" fmla="*/ 2147483647 w 1367"/>
              <a:gd name="T1" fmla="*/ 0 h 235"/>
              <a:gd name="T2" fmla="*/ 0 w 1367"/>
              <a:gd name="T3" fmla="*/ 2147483647 h 235"/>
              <a:gd name="T4" fmla="*/ 2147483647 w 1367"/>
              <a:gd name="T5" fmla="*/ 2147483647 h 235"/>
              <a:gd name="T6" fmla="*/ 2147483647 w 1367"/>
              <a:gd name="T7" fmla="*/ 0 h 235"/>
              <a:gd name="T8" fmla="*/ 2147483647 w 1367"/>
              <a:gd name="T9" fmla="*/ 0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7"/>
              <a:gd name="T16" fmla="*/ 0 h 235"/>
              <a:gd name="T17" fmla="*/ 1367 w 1367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7" h="235">
                <a:moveTo>
                  <a:pt x="130" y="0"/>
                </a:moveTo>
                <a:lnTo>
                  <a:pt x="0" y="234"/>
                </a:lnTo>
                <a:lnTo>
                  <a:pt x="1366" y="234"/>
                </a:lnTo>
                <a:lnTo>
                  <a:pt x="1235" y="0"/>
                </a:lnTo>
                <a:lnTo>
                  <a:pt x="130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7" name="Freeform 8"/>
          <p:cNvSpPr>
            <a:spLocks/>
          </p:cNvSpPr>
          <p:nvPr/>
        </p:nvSpPr>
        <p:spPr bwMode="blackWhite">
          <a:xfrm>
            <a:off x="2366963" y="1209675"/>
            <a:ext cx="738187" cy="992188"/>
          </a:xfrm>
          <a:custGeom>
            <a:avLst/>
            <a:gdLst>
              <a:gd name="T0" fmla="*/ 0 w 582"/>
              <a:gd name="T1" fmla="*/ 2147483647 h 520"/>
              <a:gd name="T2" fmla="*/ 2147483647 w 582"/>
              <a:gd name="T3" fmla="*/ 2147483647 h 520"/>
              <a:gd name="T4" fmla="*/ 2147483647 w 582"/>
              <a:gd name="T5" fmla="*/ 0 h 520"/>
              <a:gd name="T6" fmla="*/ 0 w 582"/>
              <a:gd name="T7" fmla="*/ 2147483647 h 520"/>
              <a:gd name="T8" fmla="*/ 0 60000 65536"/>
              <a:gd name="T9" fmla="*/ 0 60000 65536"/>
              <a:gd name="T10" fmla="*/ 0 60000 65536"/>
              <a:gd name="T11" fmla="*/ 0 60000 65536"/>
              <a:gd name="T12" fmla="*/ 0 w 582"/>
              <a:gd name="T13" fmla="*/ 0 h 520"/>
              <a:gd name="T14" fmla="*/ 582 w 582"/>
              <a:gd name="T15" fmla="*/ 520 h 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2" h="520">
                <a:moveTo>
                  <a:pt x="0" y="519"/>
                </a:moveTo>
                <a:lnTo>
                  <a:pt x="581" y="519"/>
                </a:lnTo>
                <a:lnTo>
                  <a:pt x="291" y="0"/>
                </a:lnTo>
                <a:lnTo>
                  <a:pt x="0" y="519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8" name="Freeform 9"/>
          <p:cNvSpPr>
            <a:spLocks/>
          </p:cNvSpPr>
          <p:nvPr/>
        </p:nvSpPr>
        <p:spPr bwMode="blackWhite">
          <a:xfrm>
            <a:off x="2201863" y="2200275"/>
            <a:ext cx="1068387" cy="447675"/>
          </a:xfrm>
          <a:custGeom>
            <a:avLst/>
            <a:gdLst>
              <a:gd name="T0" fmla="*/ 0 w 843"/>
              <a:gd name="T1" fmla="*/ 2147483647 h 235"/>
              <a:gd name="T2" fmla="*/ 2147483647 w 843"/>
              <a:gd name="T3" fmla="*/ 2147483647 h 235"/>
              <a:gd name="T4" fmla="*/ 2147483647 w 843"/>
              <a:gd name="T5" fmla="*/ 0 h 235"/>
              <a:gd name="T6" fmla="*/ 2147483647 w 843"/>
              <a:gd name="T7" fmla="*/ 0 h 235"/>
              <a:gd name="T8" fmla="*/ 0 w 843"/>
              <a:gd name="T9" fmla="*/ 2147483647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3"/>
              <a:gd name="T16" fmla="*/ 0 h 235"/>
              <a:gd name="T17" fmla="*/ 843 w 843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3" h="235">
                <a:moveTo>
                  <a:pt x="0" y="234"/>
                </a:moveTo>
                <a:lnTo>
                  <a:pt x="842" y="234"/>
                </a:lnTo>
                <a:lnTo>
                  <a:pt x="711" y="0"/>
                </a:lnTo>
                <a:lnTo>
                  <a:pt x="130" y="0"/>
                </a:lnTo>
                <a:lnTo>
                  <a:pt x="0" y="234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79" name="Freeform 10"/>
          <p:cNvSpPr>
            <a:spLocks/>
          </p:cNvSpPr>
          <p:nvPr/>
        </p:nvSpPr>
        <p:spPr bwMode="blackWhite">
          <a:xfrm>
            <a:off x="2033588" y="2646363"/>
            <a:ext cx="1403350" cy="444500"/>
          </a:xfrm>
          <a:custGeom>
            <a:avLst/>
            <a:gdLst>
              <a:gd name="T0" fmla="*/ 2147483647 w 1106"/>
              <a:gd name="T1" fmla="*/ 0 h 233"/>
              <a:gd name="T2" fmla="*/ 0 w 1106"/>
              <a:gd name="T3" fmla="*/ 2147483647 h 233"/>
              <a:gd name="T4" fmla="*/ 2147483647 w 1106"/>
              <a:gd name="T5" fmla="*/ 2147483647 h 233"/>
              <a:gd name="T6" fmla="*/ 2147483647 w 1106"/>
              <a:gd name="T7" fmla="*/ 0 h 233"/>
              <a:gd name="T8" fmla="*/ 2147483647 w 1106"/>
              <a:gd name="T9" fmla="*/ 0 h 2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6"/>
              <a:gd name="T16" fmla="*/ 0 h 233"/>
              <a:gd name="T17" fmla="*/ 1106 w 1106"/>
              <a:gd name="T18" fmla="*/ 233 h 2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6" h="233">
                <a:moveTo>
                  <a:pt x="132" y="0"/>
                </a:moveTo>
                <a:lnTo>
                  <a:pt x="0" y="232"/>
                </a:lnTo>
                <a:lnTo>
                  <a:pt x="1105" y="232"/>
                </a:lnTo>
                <a:lnTo>
                  <a:pt x="974" y="0"/>
                </a:lnTo>
                <a:lnTo>
                  <a:pt x="132" y="0"/>
                </a:lnTo>
              </a:path>
            </a:pathLst>
          </a:custGeom>
          <a:solidFill>
            <a:schemeClr val="accent1"/>
          </a:solidFill>
          <a:ln w="9525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237580" name="Rectangle 11"/>
          <p:cNvSpPr>
            <a:spLocks noChangeArrowheads="1"/>
          </p:cNvSpPr>
          <p:nvPr/>
        </p:nvSpPr>
        <p:spPr bwMode="auto">
          <a:xfrm>
            <a:off x="2449513" y="1895475"/>
            <a:ext cx="590550" cy="21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1" name="Rectangle 12"/>
          <p:cNvSpPr>
            <a:spLocks noChangeArrowheads="1"/>
          </p:cNvSpPr>
          <p:nvPr/>
        </p:nvSpPr>
        <p:spPr bwMode="auto">
          <a:xfrm>
            <a:off x="2311400" y="2333625"/>
            <a:ext cx="863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2" name="Rectangle 13"/>
          <p:cNvSpPr>
            <a:spLocks noChangeArrowheads="1"/>
          </p:cNvSpPr>
          <p:nvPr/>
        </p:nvSpPr>
        <p:spPr bwMode="auto">
          <a:xfrm>
            <a:off x="2151063" y="2768600"/>
            <a:ext cx="1187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3" name="Rectangle 14"/>
          <p:cNvSpPr>
            <a:spLocks noChangeArrowheads="1"/>
          </p:cNvSpPr>
          <p:nvPr/>
        </p:nvSpPr>
        <p:spPr bwMode="auto">
          <a:xfrm>
            <a:off x="2027238" y="3190875"/>
            <a:ext cx="14319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4" name="Rectangle 15"/>
          <p:cNvSpPr>
            <a:spLocks noChangeArrowheads="1"/>
          </p:cNvSpPr>
          <p:nvPr/>
        </p:nvSpPr>
        <p:spPr bwMode="auto">
          <a:xfrm>
            <a:off x="1828800" y="3671888"/>
            <a:ext cx="1828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5" name="Rectangle 16"/>
          <p:cNvSpPr>
            <a:spLocks noChangeArrowheads="1"/>
          </p:cNvSpPr>
          <p:nvPr/>
        </p:nvSpPr>
        <p:spPr bwMode="auto">
          <a:xfrm>
            <a:off x="1682750" y="4064000"/>
            <a:ext cx="2120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6" name="Rectangle 17"/>
          <p:cNvSpPr>
            <a:spLocks noChangeArrowheads="1"/>
          </p:cNvSpPr>
          <p:nvPr/>
        </p:nvSpPr>
        <p:spPr bwMode="auto">
          <a:xfrm>
            <a:off x="1519238" y="4557713"/>
            <a:ext cx="24479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7" name="Rectangle 18"/>
          <p:cNvSpPr>
            <a:spLocks noChangeArrowheads="1"/>
          </p:cNvSpPr>
          <p:nvPr/>
        </p:nvSpPr>
        <p:spPr bwMode="auto">
          <a:xfrm>
            <a:off x="1347788" y="4978400"/>
            <a:ext cx="27924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8" name="Rectangle 19"/>
          <p:cNvSpPr>
            <a:spLocks noChangeArrowheads="1"/>
          </p:cNvSpPr>
          <p:nvPr/>
        </p:nvSpPr>
        <p:spPr bwMode="auto">
          <a:xfrm>
            <a:off x="1219200" y="5451475"/>
            <a:ext cx="3048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787400">
              <a:buSzPct val="120000"/>
            </a:pPr>
            <a:r>
              <a:rPr lang="en-US" altLang="zh-CN" sz="1400" b="1"/>
              <a:t>Text</a:t>
            </a:r>
          </a:p>
        </p:txBody>
      </p:sp>
      <p:sp>
        <p:nvSpPr>
          <p:cNvPr id="237589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LEVEL 09</a:t>
            </a:r>
          </a:p>
        </p:txBody>
      </p:sp>
      <p:sp>
        <p:nvSpPr>
          <p:cNvPr id="23759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759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7592" name="Rectangle 23"/>
          <p:cNvSpPr>
            <a:spLocks noChangeArrowheads="1"/>
          </p:cNvSpPr>
          <p:nvPr/>
        </p:nvSpPr>
        <p:spPr bwMode="auto">
          <a:xfrm>
            <a:off x="3281363" y="1701800"/>
            <a:ext cx="3743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3" name="Rectangle 24"/>
          <p:cNvSpPr>
            <a:spLocks noChangeArrowheads="1"/>
          </p:cNvSpPr>
          <p:nvPr/>
        </p:nvSpPr>
        <p:spPr bwMode="auto">
          <a:xfrm>
            <a:off x="3440113" y="2200275"/>
            <a:ext cx="37449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4" name="Rectangle 25"/>
          <p:cNvSpPr>
            <a:spLocks noChangeArrowheads="1"/>
          </p:cNvSpPr>
          <p:nvPr/>
        </p:nvSpPr>
        <p:spPr bwMode="auto">
          <a:xfrm>
            <a:off x="3598863" y="2646363"/>
            <a:ext cx="37449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5" name="Rectangle 26"/>
          <p:cNvSpPr>
            <a:spLocks noChangeArrowheads="1"/>
          </p:cNvSpPr>
          <p:nvPr/>
        </p:nvSpPr>
        <p:spPr bwMode="auto">
          <a:xfrm>
            <a:off x="3757613" y="3089275"/>
            <a:ext cx="37449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6" name="Rectangle 27"/>
          <p:cNvSpPr>
            <a:spLocks noChangeArrowheads="1"/>
          </p:cNvSpPr>
          <p:nvPr/>
        </p:nvSpPr>
        <p:spPr bwMode="auto">
          <a:xfrm>
            <a:off x="3916363" y="3535363"/>
            <a:ext cx="37449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7" name="Rectangle 28"/>
          <p:cNvSpPr>
            <a:spLocks noChangeArrowheads="1"/>
          </p:cNvSpPr>
          <p:nvPr/>
        </p:nvSpPr>
        <p:spPr bwMode="auto">
          <a:xfrm>
            <a:off x="4076700" y="3981450"/>
            <a:ext cx="3743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8" name="Rectangle 29"/>
          <p:cNvSpPr>
            <a:spLocks noChangeArrowheads="1"/>
          </p:cNvSpPr>
          <p:nvPr/>
        </p:nvSpPr>
        <p:spPr bwMode="auto">
          <a:xfrm>
            <a:off x="4235450" y="4425950"/>
            <a:ext cx="3743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599" name="Rectangle 30"/>
          <p:cNvSpPr>
            <a:spLocks noChangeArrowheads="1"/>
          </p:cNvSpPr>
          <p:nvPr/>
        </p:nvSpPr>
        <p:spPr bwMode="auto">
          <a:xfrm>
            <a:off x="4394200" y="4870450"/>
            <a:ext cx="3743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37600" name="Rectangle 31"/>
          <p:cNvSpPr>
            <a:spLocks noChangeArrowheads="1"/>
          </p:cNvSpPr>
          <p:nvPr/>
        </p:nvSpPr>
        <p:spPr bwMode="auto">
          <a:xfrm>
            <a:off x="4552950" y="5318125"/>
            <a:ext cx="3743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  <p:transition/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AF7FABA-7819-43CC-AC93-5506224BB2A3}" type="slidenum">
              <a:rPr lang="zh-CN" altLang="en-US" smtClean="0"/>
              <a:pPr defTabSz="895350"/>
              <a:t>230</a:t>
            </a:fld>
            <a:endParaRPr lang="en-US" altLang="zh-CN"/>
          </a:p>
        </p:txBody>
      </p:sp>
      <p:sp>
        <p:nvSpPr>
          <p:cNvPr id="238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GANTT – 4 WEEK </a:t>
            </a:r>
          </a:p>
        </p:txBody>
      </p:sp>
      <p:sp>
        <p:nvSpPr>
          <p:cNvPr id="23859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859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8598" name="Rectangle 5"/>
          <p:cNvSpPr>
            <a:spLocks noChangeArrowheads="1"/>
          </p:cNvSpPr>
          <p:nvPr/>
        </p:nvSpPr>
        <p:spPr bwMode="auto">
          <a:xfrm>
            <a:off x="868363" y="1544638"/>
            <a:ext cx="2782887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8599" name="Rectangle 6"/>
          <p:cNvSpPr>
            <a:spLocks noChangeArrowheads="1"/>
          </p:cNvSpPr>
          <p:nvPr/>
        </p:nvSpPr>
        <p:spPr bwMode="auto">
          <a:xfrm>
            <a:off x="868363" y="2035175"/>
            <a:ext cx="2782887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8600" name="Rectangle 7"/>
          <p:cNvSpPr>
            <a:spLocks noChangeArrowheads="1"/>
          </p:cNvSpPr>
          <p:nvPr/>
        </p:nvSpPr>
        <p:spPr bwMode="auto">
          <a:xfrm>
            <a:off x="3913188" y="1544638"/>
            <a:ext cx="958850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8601" name="Rectangle 8"/>
          <p:cNvSpPr>
            <a:spLocks noChangeArrowheads="1"/>
          </p:cNvSpPr>
          <p:nvPr/>
        </p:nvSpPr>
        <p:spPr bwMode="auto">
          <a:xfrm>
            <a:off x="5016500" y="1544638"/>
            <a:ext cx="9604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8602" name="Rectangle 9"/>
          <p:cNvSpPr>
            <a:spLocks noChangeArrowheads="1"/>
          </p:cNvSpPr>
          <p:nvPr/>
        </p:nvSpPr>
        <p:spPr bwMode="auto">
          <a:xfrm>
            <a:off x="6121400" y="1544638"/>
            <a:ext cx="958850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8603" name="Rectangle 10"/>
          <p:cNvSpPr>
            <a:spLocks noChangeArrowheads="1"/>
          </p:cNvSpPr>
          <p:nvPr/>
        </p:nvSpPr>
        <p:spPr bwMode="auto">
          <a:xfrm>
            <a:off x="7223125" y="1544638"/>
            <a:ext cx="9604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8604" name="Line 11"/>
          <p:cNvSpPr>
            <a:spLocks noChangeShapeType="1"/>
          </p:cNvSpPr>
          <p:nvPr/>
        </p:nvSpPr>
        <p:spPr bwMode="auto">
          <a:xfrm>
            <a:off x="3841750" y="1879600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8605" name="Line 12"/>
          <p:cNvSpPr>
            <a:spLocks noChangeShapeType="1"/>
          </p:cNvSpPr>
          <p:nvPr/>
        </p:nvSpPr>
        <p:spPr bwMode="auto">
          <a:xfrm>
            <a:off x="3841750" y="1296988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38606" name="Line 13"/>
          <p:cNvSpPr>
            <a:spLocks noChangeShapeType="1"/>
          </p:cNvSpPr>
          <p:nvPr/>
        </p:nvSpPr>
        <p:spPr bwMode="auto">
          <a:xfrm>
            <a:off x="4945063" y="129698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8607" name="Line 14"/>
          <p:cNvSpPr>
            <a:spLocks noChangeShapeType="1"/>
          </p:cNvSpPr>
          <p:nvPr/>
        </p:nvSpPr>
        <p:spPr bwMode="auto">
          <a:xfrm>
            <a:off x="6049963" y="129698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8608" name="Line 15"/>
          <p:cNvSpPr>
            <a:spLocks noChangeShapeType="1"/>
          </p:cNvSpPr>
          <p:nvPr/>
        </p:nvSpPr>
        <p:spPr bwMode="auto">
          <a:xfrm>
            <a:off x="7151688" y="129698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8609" name="Line 16"/>
          <p:cNvSpPr>
            <a:spLocks noChangeShapeType="1"/>
          </p:cNvSpPr>
          <p:nvPr/>
        </p:nvSpPr>
        <p:spPr bwMode="auto">
          <a:xfrm>
            <a:off x="741363" y="1879600"/>
            <a:ext cx="7508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38610" name="Rectangle 17"/>
          <p:cNvSpPr>
            <a:spLocks noChangeArrowheads="1"/>
          </p:cNvSpPr>
          <p:nvPr/>
        </p:nvSpPr>
        <p:spPr bwMode="auto">
          <a:xfrm>
            <a:off x="746125" y="1300163"/>
            <a:ext cx="7504113" cy="43735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38611" name="Rectangle 18"/>
          <p:cNvSpPr>
            <a:spLocks noChangeArrowheads="1"/>
          </p:cNvSpPr>
          <p:nvPr/>
        </p:nvSpPr>
        <p:spPr bwMode="auto">
          <a:xfrm>
            <a:off x="868363" y="3152775"/>
            <a:ext cx="2782887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8612" name="Rectangle 19"/>
          <p:cNvSpPr>
            <a:spLocks noChangeArrowheads="1"/>
          </p:cNvSpPr>
          <p:nvPr/>
        </p:nvSpPr>
        <p:spPr bwMode="auto">
          <a:xfrm>
            <a:off x="868363" y="4270375"/>
            <a:ext cx="2782887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8613" name="Line 20"/>
          <p:cNvSpPr>
            <a:spLocks noChangeShapeType="1"/>
          </p:cNvSpPr>
          <p:nvPr/>
        </p:nvSpPr>
        <p:spPr bwMode="auto">
          <a:xfrm>
            <a:off x="3840163" y="2152650"/>
            <a:ext cx="221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38614" name="AutoShape 21"/>
          <p:cNvSpPr>
            <a:spLocks noChangeArrowheads="1"/>
          </p:cNvSpPr>
          <p:nvPr/>
        </p:nvSpPr>
        <p:spPr bwMode="auto">
          <a:xfrm>
            <a:off x="6191250" y="2085975"/>
            <a:ext cx="158750" cy="142875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476CB7E-CAB6-4A25-89E2-1A958B86A5E0}" type="slidenum">
              <a:rPr lang="zh-CN" altLang="en-US" smtClean="0"/>
              <a:pPr defTabSz="895350"/>
              <a:t>231</a:t>
            </a:fld>
            <a:endParaRPr lang="en-US" altLang="zh-CN"/>
          </a:p>
        </p:txBody>
      </p:sp>
      <p:sp>
        <p:nvSpPr>
          <p:cNvPr id="239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3962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39621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39622" name="Rectangle 5"/>
          <p:cNvSpPr>
            <a:spLocks noChangeArrowheads="1"/>
          </p:cNvSpPr>
          <p:nvPr/>
        </p:nvSpPr>
        <p:spPr bwMode="auto">
          <a:xfrm>
            <a:off x="395288" y="1512888"/>
            <a:ext cx="268922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9623" name="Line 6"/>
          <p:cNvSpPr>
            <a:spLocks noChangeShapeType="1"/>
          </p:cNvSpPr>
          <p:nvPr/>
        </p:nvSpPr>
        <p:spPr bwMode="auto">
          <a:xfrm>
            <a:off x="273050" y="1847850"/>
            <a:ext cx="8324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39624" name="Rectangle 7"/>
          <p:cNvSpPr>
            <a:spLocks noChangeArrowheads="1"/>
          </p:cNvSpPr>
          <p:nvPr/>
        </p:nvSpPr>
        <p:spPr bwMode="auto">
          <a:xfrm>
            <a:off x="395288" y="2003425"/>
            <a:ext cx="2689225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9625" name="Rectangle 8"/>
          <p:cNvSpPr>
            <a:spLocks noChangeArrowheads="1"/>
          </p:cNvSpPr>
          <p:nvPr/>
        </p:nvSpPr>
        <p:spPr bwMode="auto">
          <a:xfrm>
            <a:off x="3336925" y="1512888"/>
            <a:ext cx="7445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9626" name="Rectangle 9"/>
          <p:cNvSpPr>
            <a:spLocks noChangeArrowheads="1"/>
          </p:cNvSpPr>
          <p:nvPr/>
        </p:nvSpPr>
        <p:spPr bwMode="auto">
          <a:xfrm>
            <a:off x="4224338" y="1512888"/>
            <a:ext cx="744537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9627" name="Rectangle 10"/>
          <p:cNvSpPr>
            <a:spLocks noChangeArrowheads="1"/>
          </p:cNvSpPr>
          <p:nvPr/>
        </p:nvSpPr>
        <p:spPr bwMode="auto">
          <a:xfrm>
            <a:off x="5113338" y="1512888"/>
            <a:ext cx="744537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9628" name="Rectangle 11"/>
          <p:cNvSpPr>
            <a:spLocks noChangeArrowheads="1"/>
          </p:cNvSpPr>
          <p:nvPr/>
        </p:nvSpPr>
        <p:spPr bwMode="auto">
          <a:xfrm>
            <a:off x="6000750" y="1512888"/>
            <a:ext cx="7445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9629" name="Rectangle 12"/>
          <p:cNvSpPr>
            <a:spLocks noChangeArrowheads="1"/>
          </p:cNvSpPr>
          <p:nvPr/>
        </p:nvSpPr>
        <p:spPr bwMode="auto">
          <a:xfrm>
            <a:off x="6889750" y="1512888"/>
            <a:ext cx="7445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39630" name="Line 13"/>
          <p:cNvSpPr>
            <a:spLocks noChangeShapeType="1"/>
          </p:cNvSpPr>
          <p:nvPr/>
        </p:nvSpPr>
        <p:spPr bwMode="auto">
          <a:xfrm>
            <a:off x="3268663" y="1265238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39631" name="Line 14"/>
          <p:cNvSpPr>
            <a:spLocks noChangeShapeType="1"/>
          </p:cNvSpPr>
          <p:nvPr/>
        </p:nvSpPr>
        <p:spPr bwMode="auto">
          <a:xfrm>
            <a:off x="4156075" y="126523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9632" name="Line 15"/>
          <p:cNvSpPr>
            <a:spLocks noChangeShapeType="1"/>
          </p:cNvSpPr>
          <p:nvPr/>
        </p:nvSpPr>
        <p:spPr bwMode="auto">
          <a:xfrm>
            <a:off x="5045075" y="126523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9633" name="Line 16"/>
          <p:cNvSpPr>
            <a:spLocks noChangeShapeType="1"/>
          </p:cNvSpPr>
          <p:nvPr/>
        </p:nvSpPr>
        <p:spPr bwMode="auto">
          <a:xfrm>
            <a:off x="5932488" y="126523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9634" name="Line 17"/>
          <p:cNvSpPr>
            <a:spLocks noChangeShapeType="1"/>
          </p:cNvSpPr>
          <p:nvPr/>
        </p:nvSpPr>
        <p:spPr bwMode="auto">
          <a:xfrm>
            <a:off x="6821488" y="126523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9635" name="Rectangle 18"/>
          <p:cNvSpPr>
            <a:spLocks noChangeArrowheads="1"/>
          </p:cNvSpPr>
          <p:nvPr/>
        </p:nvSpPr>
        <p:spPr bwMode="auto">
          <a:xfrm>
            <a:off x="279400" y="1268413"/>
            <a:ext cx="8318500" cy="43735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39636" name="Rectangle 19"/>
          <p:cNvSpPr>
            <a:spLocks noChangeArrowheads="1"/>
          </p:cNvSpPr>
          <p:nvPr/>
        </p:nvSpPr>
        <p:spPr bwMode="auto">
          <a:xfrm>
            <a:off x="395288" y="3121025"/>
            <a:ext cx="2689225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9637" name="Rectangle 20"/>
          <p:cNvSpPr>
            <a:spLocks noChangeArrowheads="1"/>
          </p:cNvSpPr>
          <p:nvPr/>
        </p:nvSpPr>
        <p:spPr bwMode="auto">
          <a:xfrm>
            <a:off x="395288" y="4238625"/>
            <a:ext cx="2689225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39638" name="Line 21"/>
          <p:cNvSpPr>
            <a:spLocks noChangeShapeType="1"/>
          </p:cNvSpPr>
          <p:nvPr/>
        </p:nvSpPr>
        <p:spPr bwMode="auto">
          <a:xfrm>
            <a:off x="7708900" y="126523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9639" name="Line 22"/>
          <p:cNvSpPr>
            <a:spLocks noChangeShapeType="1"/>
          </p:cNvSpPr>
          <p:nvPr/>
        </p:nvSpPr>
        <p:spPr bwMode="auto">
          <a:xfrm>
            <a:off x="8597900" y="1265238"/>
            <a:ext cx="0" cy="43592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39640" name="Rectangle 23"/>
          <p:cNvSpPr>
            <a:spLocks noChangeArrowheads="1"/>
          </p:cNvSpPr>
          <p:nvPr/>
        </p:nvSpPr>
        <p:spPr bwMode="auto">
          <a:xfrm>
            <a:off x="7778750" y="1512888"/>
            <a:ext cx="74453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3BE81BA-20F4-40FD-8CAC-6FB46092E4B0}" type="slidenum">
              <a:rPr lang="zh-CN" altLang="en-US" smtClean="0"/>
              <a:pPr defTabSz="895350"/>
              <a:t>232</a:t>
            </a:fld>
            <a:endParaRPr lang="en-US" altLang="zh-CN"/>
          </a:p>
        </p:txBody>
      </p:sp>
      <p:sp>
        <p:nvSpPr>
          <p:cNvPr id="240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064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064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40646" name="Rectangle 5"/>
          <p:cNvSpPr>
            <a:spLocks noChangeArrowheads="1"/>
          </p:cNvSpPr>
          <p:nvPr/>
        </p:nvSpPr>
        <p:spPr bwMode="auto">
          <a:xfrm>
            <a:off x="309563" y="1470025"/>
            <a:ext cx="2720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40647" name="Line 6"/>
          <p:cNvSpPr>
            <a:spLocks noChangeShapeType="1"/>
          </p:cNvSpPr>
          <p:nvPr/>
        </p:nvSpPr>
        <p:spPr bwMode="auto">
          <a:xfrm>
            <a:off x="185738" y="1814513"/>
            <a:ext cx="8424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0648" name="Rectangle 7"/>
          <p:cNvSpPr>
            <a:spLocks noChangeArrowheads="1"/>
          </p:cNvSpPr>
          <p:nvPr/>
        </p:nvSpPr>
        <p:spPr bwMode="auto">
          <a:xfrm>
            <a:off x="309563" y="1960563"/>
            <a:ext cx="2720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40649" name="Line 8"/>
          <p:cNvSpPr>
            <a:spLocks noChangeShapeType="1"/>
          </p:cNvSpPr>
          <p:nvPr/>
        </p:nvSpPr>
        <p:spPr bwMode="auto">
          <a:xfrm>
            <a:off x="320992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0650" name="Line 9"/>
          <p:cNvSpPr>
            <a:spLocks noChangeShapeType="1"/>
          </p:cNvSpPr>
          <p:nvPr/>
        </p:nvSpPr>
        <p:spPr bwMode="auto">
          <a:xfrm>
            <a:off x="5913438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0651" name="Rectangle 10"/>
          <p:cNvSpPr>
            <a:spLocks noChangeArrowheads="1"/>
          </p:cNvSpPr>
          <p:nvPr/>
        </p:nvSpPr>
        <p:spPr bwMode="auto">
          <a:xfrm>
            <a:off x="192088" y="1157288"/>
            <a:ext cx="8418512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0652" name="Rectangle 11"/>
          <p:cNvSpPr>
            <a:spLocks noChangeArrowheads="1"/>
          </p:cNvSpPr>
          <p:nvPr/>
        </p:nvSpPr>
        <p:spPr bwMode="auto">
          <a:xfrm>
            <a:off x="309563" y="3182938"/>
            <a:ext cx="2720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40653" name="Rectangle 12"/>
          <p:cNvSpPr>
            <a:spLocks noChangeArrowheads="1"/>
          </p:cNvSpPr>
          <p:nvPr/>
        </p:nvSpPr>
        <p:spPr bwMode="auto">
          <a:xfrm>
            <a:off x="309563" y="4405313"/>
            <a:ext cx="27209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grpSp>
        <p:nvGrpSpPr>
          <p:cNvPr id="240654" name="Group 13"/>
          <p:cNvGrpSpPr>
            <a:grpSpLocks/>
          </p:cNvGrpSpPr>
          <p:nvPr/>
        </p:nvGrpSpPr>
        <p:grpSpPr bwMode="auto">
          <a:xfrm>
            <a:off x="3890963" y="1487488"/>
            <a:ext cx="4044950" cy="4432300"/>
            <a:chOff x="2451" y="727"/>
            <a:chExt cx="2548" cy="3002"/>
          </a:xfrm>
        </p:grpSpPr>
        <p:sp>
          <p:nvSpPr>
            <p:cNvPr id="240669" name="Line 14"/>
            <p:cNvSpPr>
              <a:spLocks noChangeShapeType="1"/>
            </p:cNvSpPr>
            <p:nvPr/>
          </p:nvSpPr>
          <p:spPr bwMode="auto">
            <a:xfrm>
              <a:off x="2451" y="727"/>
              <a:ext cx="0" cy="3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40670" name="Line 15"/>
            <p:cNvSpPr>
              <a:spLocks noChangeShapeType="1"/>
            </p:cNvSpPr>
            <p:nvPr/>
          </p:nvSpPr>
          <p:spPr bwMode="auto">
            <a:xfrm>
              <a:off x="2876" y="727"/>
              <a:ext cx="0" cy="3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40671" name="Line 16"/>
            <p:cNvSpPr>
              <a:spLocks noChangeShapeType="1"/>
            </p:cNvSpPr>
            <p:nvPr/>
          </p:nvSpPr>
          <p:spPr bwMode="auto">
            <a:xfrm>
              <a:off x="3300" y="727"/>
              <a:ext cx="0" cy="3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40672" name="Line 17"/>
            <p:cNvSpPr>
              <a:spLocks noChangeShapeType="1"/>
            </p:cNvSpPr>
            <p:nvPr/>
          </p:nvSpPr>
          <p:spPr bwMode="auto">
            <a:xfrm>
              <a:off x="4150" y="727"/>
              <a:ext cx="0" cy="3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40673" name="Line 18"/>
            <p:cNvSpPr>
              <a:spLocks noChangeShapeType="1"/>
            </p:cNvSpPr>
            <p:nvPr/>
          </p:nvSpPr>
          <p:spPr bwMode="auto">
            <a:xfrm>
              <a:off x="4574" y="727"/>
              <a:ext cx="0" cy="3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40674" name="Line 19"/>
            <p:cNvSpPr>
              <a:spLocks noChangeShapeType="1"/>
            </p:cNvSpPr>
            <p:nvPr/>
          </p:nvSpPr>
          <p:spPr bwMode="auto">
            <a:xfrm>
              <a:off x="4999" y="727"/>
              <a:ext cx="0" cy="3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240655" name="Line 20"/>
          <p:cNvSpPr>
            <a:spLocks noChangeShapeType="1"/>
          </p:cNvSpPr>
          <p:nvPr/>
        </p:nvSpPr>
        <p:spPr bwMode="auto">
          <a:xfrm>
            <a:off x="86106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0656" name="Line 21"/>
          <p:cNvSpPr>
            <a:spLocks noChangeShapeType="1"/>
          </p:cNvSpPr>
          <p:nvPr/>
        </p:nvSpPr>
        <p:spPr bwMode="auto">
          <a:xfrm>
            <a:off x="3216275" y="1484313"/>
            <a:ext cx="538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40657" name="Group 22"/>
          <p:cNvGrpSpPr>
            <a:grpSpLocks/>
          </p:cNvGrpSpPr>
          <p:nvPr/>
        </p:nvGrpSpPr>
        <p:grpSpPr bwMode="auto">
          <a:xfrm>
            <a:off x="3286125" y="1212850"/>
            <a:ext cx="2560638" cy="557213"/>
            <a:chOff x="2070" y="759"/>
            <a:chExt cx="1613" cy="351"/>
          </a:xfrm>
        </p:grpSpPr>
        <p:sp>
          <p:nvSpPr>
            <p:cNvPr id="240664" name="Rectangle 23"/>
            <p:cNvSpPr>
              <a:spLocks noChangeArrowheads="1"/>
            </p:cNvSpPr>
            <p:nvPr/>
          </p:nvSpPr>
          <p:spPr bwMode="auto">
            <a:xfrm>
              <a:off x="2070" y="95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5" name="Rectangle 24"/>
            <p:cNvSpPr>
              <a:spLocks noChangeArrowheads="1"/>
            </p:cNvSpPr>
            <p:nvPr/>
          </p:nvSpPr>
          <p:spPr bwMode="auto">
            <a:xfrm>
              <a:off x="2496" y="95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6" name="Rectangle 25"/>
            <p:cNvSpPr>
              <a:spLocks noChangeArrowheads="1"/>
            </p:cNvSpPr>
            <p:nvPr/>
          </p:nvSpPr>
          <p:spPr bwMode="auto">
            <a:xfrm>
              <a:off x="2923" y="956"/>
              <a:ext cx="33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7" name="Rectangle 26"/>
            <p:cNvSpPr>
              <a:spLocks noChangeArrowheads="1"/>
            </p:cNvSpPr>
            <p:nvPr/>
          </p:nvSpPr>
          <p:spPr bwMode="auto">
            <a:xfrm>
              <a:off x="3349" y="95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8" name="Rectangle 27"/>
            <p:cNvSpPr>
              <a:spLocks noChangeArrowheads="1"/>
            </p:cNvSpPr>
            <p:nvPr/>
          </p:nvSpPr>
          <p:spPr bwMode="auto">
            <a:xfrm>
              <a:off x="2103" y="759"/>
              <a:ext cx="153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40658" name="Group 28"/>
          <p:cNvGrpSpPr>
            <a:grpSpLocks/>
          </p:cNvGrpSpPr>
          <p:nvPr/>
        </p:nvGrpSpPr>
        <p:grpSpPr bwMode="auto">
          <a:xfrm>
            <a:off x="5973763" y="1212850"/>
            <a:ext cx="2560637" cy="557213"/>
            <a:chOff x="2070" y="759"/>
            <a:chExt cx="1613" cy="351"/>
          </a:xfrm>
        </p:grpSpPr>
        <p:sp>
          <p:nvSpPr>
            <p:cNvPr id="240659" name="Rectangle 29"/>
            <p:cNvSpPr>
              <a:spLocks noChangeArrowheads="1"/>
            </p:cNvSpPr>
            <p:nvPr/>
          </p:nvSpPr>
          <p:spPr bwMode="auto">
            <a:xfrm>
              <a:off x="2070" y="95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0" name="Rectangle 30"/>
            <p:cNvSpPr>
              <a:spLocks noChangeArrowheads="1"/>
            </p:cNvSpPr>
            <p:nvPr/>
          </p:nvSpPr>
          <p:spPr bwMode="auto">
            <a:xfrm>
              <a:off x="2496" y="95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1" name="Rectangle 31"/>
            <p:cNvSpPr>
              <a:spLocks noChangeArrowheads="1"/>
            </p:cNvSpPr>
            <p:nvPr/>
          </p:nvSpPr>
          <p:spPr bwMode="auto">
            <a:xfrm>
              <a:off x="2923" y="956"/>
              <a:ext cx="33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2" name="Rectangle 32"/>
            <p:cNvSpPr>
              <a:spLocks noChangeArrowheads="1"/>
            </p:cNvSpPr>
            <p:nvPr/>
          </p:nvSpPr>
          <p:spPr bwMode="auto">
            <a:xfrm>
              <a:off x="3349" y="956"/>
              <a:ext cx="33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>
                  <a:ea typeface="Gulim" pitchFamily="34" charset="-127"/>
                </a:rPr>
                <a:t>Text</a:t>
              </a:r>
            </a:p>
          </p:txBody>
        </p:sp>
        <p:sp>
          <p:nvSpPr>
            <p:cNvPr id="240663" name="Rectangle 33"/>
            <p:cNvSpPr>
              <a:spLocks noChangeArrowheads="1"/>
            </p:cNvSpPr>
            <p:nvPr/>
          </p:nvSpPr>
          <p:spPr bwMode="auto">
            <a:xfrm>
              <a:off x="2103" y="759"/>
              <a:ext cx="153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B91AEF0-8E8F-41C5-8A2C-DB19ECE65CF4}" type="slidenum">
              <a:rPr lang="zh-CN" altLang="en-US" smtClean="0"/>
              <a:pPr defTabSz="895350"/>
              <a:t>233</a:t>
            </a:fld>
            <a:endParaRPr lang="en-US" altLang="zh-CN"/>
          </a:p>
        </p:txBody>
      </p:sp>
      <p:sp>
        <p:nvSpPr>
          <p:cNvPr id="241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166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166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41670" name="Rectangle 5"/>
          <p:cNvSpPr>
            <a:spLocks noChangeArrowheads="1"/>
          </p:cNvSpPr>
          <p:nvPr/>
        </p:nvSpPr>
        <p:spPr bwMode="auto">
          <a:xfrm>
            <a:off x="255588" y="1501775"/>
            <a:ext cx="24622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41671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1672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73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1674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75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76" name="Line 11"/>
          <p:cNvSpPr>
            <a:spLocks noChangeShapeType="1"/>
          </p:cNvSpPr>
          <p:nvPr/>
        </p:nvSpPr>
        <p:spPr bwMode="auto">
          <a:xfrm>
            <a:off x="2835275" y="1484313"/>
            <a:ext cx="5897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1677" name="Line 12"/>
          <p:cNvSpPr>
            <a:spLocks noChangeShapeType="1"/>
          </p:cNvSpPr>
          <p:nvPr/>
        </p:nvSpPr>
        <p:spPr bwMode="auto">
          <a:xfrm>
            <a:off x="28305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1678" name="Line 13"/>
          <p:cNvSpPr>
            <a:spLocks noChangeShapeType="1"/>
          </p:cNvSpPr>
          <p:nvPr/>
        </p:nvSpPr>
        <p:spPr bwMode="auto">
          <a:xfrm>
            <a:off x="48006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79" name="Line 14"/>
          <p:cNvSpPr>
            <a:spLocks noChangeShapeType="1"/>
          </p:cNvSpPr>
          <p:nvPr/>
        </p:nvSpPr>
        <p:spPr bwMode="auto">
          <a:xfrm>
            <a:off x="33258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80" name="Line 15"/>
          <p:cNvSpPr>
            <a:spLocks noChangeShapeType="1"/>
          </p:cNvSpPr>
          <p:nvPr/>
        </p:nvSpPr>
        <p:spPr bwMode="auto">
          <a:xfrm>
            <a:off x="38179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81" name="Line 16"/>
          <p:cNvSpPr>
            <a:spLocks noChangeShapeType="1"/>
          </p:cNvSpPr>
          <p:nvPr/>
        </p:nvSpPr>
        <p:spPr bwMode="auto">
          <a:xfrm>
            <a:off x="43084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82" name="Rectangle 17"/>
          <p:cNvSpPr>
            <a:spLocks noChangeArrowheads="1"/>
          </p:cNvSpPr>
          <p:nvPr/>
        </p:nvSpPr>
        <p:spPr bwMode="auto">
          <a:xfrm>
            <a:off x="2886075" y="1557338"/>
            <a:ext cx="385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83" name="Rectangle 18"/>
          <p:cNvSpPr>
            <a:spLocks noChangeArrowheads="1"/>
          </p:cNvSpPr>
          <p:nvPr/>
        </p:nvSpPr>
        <p:spPr bwMode="auto">
          <a:xfrm>
            <a:off x="3379788" y="1557338"/>
            <a:ext cx="384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84" name="Rectangle 19"/>
          <p:cNvSpPr>
            <a:spLocks noChangeArrowheads="1"/>
          </p:cNvSpPr>
          <p:nvPr/>
        </p:nvSpPr>
        <p:spPr bwMode="auto">
          <a:xfrm>
            <a:off x="3871913" y="1557338"/>
            <a:ext cx="3857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85" name="Rectangle 20"/>
          <p:cNvSpPr>
            <a:spLocks noChangeArrowheads="1"/>
          </p:cNvSpPr>
          <p:nvPr/>
        </p:nvSpPr>
        <p:spPr bwMode="auto">
          <a:xfrm>
            <a:off x="4365625" y="1557338"/>
            <a:ext cx="385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86" name="Rectangle 21"/>
          <p:cNvSpPr>
            <a:spLocks noChangeArrowheads="1"/>
          </p:cNvSpPr>
          <p:nvPr/>
        </p:nvSpPr>
        <p:spPr bwMode="auto">
          <a:xfrm>
            <a:off x="2924175" y="1244600"/>
            <a:ext cx="17795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41687" name="Line 22"/>
          <p:cNvSpPr>
            <a:spLocks noChangeShapeType="1"/>
          </p:cNvSpPr>
          <p:nvPr/>
        </p:nvSpPr>
        <p:spPr bwMode="auto">
          <a:xfrm>
            <a:off x="67691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88" name="Line 23"/>
          <p:cNvSpPr>
            <a:spLocks noChangeShapeType="1"/>
          </p:cNvSpPr>
          <p:nvPr/>
        </p:nvSpPr>
        <p:spPr bwMode="auto">
          <a:xfrm>
            <a:off x="52959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89" name="Line 24"/>
          <p:cNvSpPr>
            <a:spLocks noChangeShapeType="1"/>
          </p:cNvSpPr>
          <p:nvPr/>
        </p:nvSpPr>
        <p:spPr bwMode="auto">
          <a:xfrm>
            <a:off x="57880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90" name="Line 25"/>
          <p:cNvSpPr>
            <a:spLocks noChangeShapeType="1"/>
          </p:cNvSpPr>
          <p:nvPr/>
        </p:nvSpPr>
        <p:spPr bwMode="auto">
          <a:xfrm>
            <a:off x="62769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91" name="Rectangle 26"/>
          <p:cNvSpPr>
            <a:spLocks noChangeArrowheads="1"/>
          </p:cNvSpPr>
          <p:nvPr/>
        </p:nvSpPr>
        <p:spPr bwMode="auto">
          <a:xfrm>
            <a:off x="4856163" y="1557338"/>
            <a:ext cx="3857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92" name="Rectangle 27"/>
          <p:cNvSpPr>
            <a:spLocks noChangeArrowheads="1"/>
          </p:cNvSpPr>
          <p:nvPr/>
        </p:nvSpPr>
        <p:spPr bwMode="auto">
          <a:xfrm>
            <a:off x="5348288" y="1557338"/>
            <a:ext cx="3857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93" name="Rectangle 28"/>
          <p:cNvSpPr>
            <a:spLocks noChangeArrowheads="1"/>
          </p:cNvSpPr>
          <p:nvPr/>
        </p:nvSpPr>
        <p:spPr bwMode="auto">
          <a:xfrm>
            <a:off x="5842000" y="1557338"/>
            <a:ext cx="384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94" name="Rectangle 29"/>
          <p:cNvSpPr>
            <a:spLocks noChangeArrowheads="1"/>
          </p:cNvSpPr>
          <p:nvPr/>
        </p:nvSpPr>
        <p:spPr bwMode="auto">
          <a:xfrm>
            <a:off x="6334125" y="1557338"/>
            <a:ext cx="385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695" name="Rectangle 30"/>
          <p:cNvSpPr>
            <a:spLocks noChangeArrowheads="1"/>
          </p:cNvSpPr>
          <p:nvPr/>
        </p:nvSpPr>
        <p:spPr bwMode="auto">
          <a:xfrm>
            <a:off x="4894263" y="1244600"/>
            <a:ext cx="1778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41696" name="Line 31"/>
          <p:cNvSpPr>
            <a:spLocks noChangeShapeType="1"/>
          </p:cNvSpPr>
          <p:nvPr/>
        </p:nvSpPr>
        <p:spPr bwMode="auto">
          <a:xfrm>
            <a:off x="72644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97" name="Line 32"/>
          <p:cNvSpPr>
            <a:spLocks noChangeShapeType="1"/>
          </p:cNvSpPr>
          <p:nvPr/>
        </p:nvSpPr>
        <p:spPr bwMode="auto">
          <a:xfrm>
            <a:off x="77565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98" name="Line 33"/>
          <p:cNvSpPr>
            <a:spLocks noChangeShapeType="1"/>
          </p:cNvSpPr>
          <p:nvPr/>
        </p:nvSpPr>
        <p:spPr bwMode="auto">
          <a:xfrm>
            <a:off x="82470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1699" name="Rectangle 34"/>
          <p:cNvSpPr>
            <a:spLocks noChangeArrowheads="1"/>
          </p:cNvSpPr>
          <p:nvPr/>
        </p:nvSpPr>
        <p:spPr bwMode="auto">
          <a:xfrm>
            <a:off x="6824663" y="1557338"/>
            <a:ext cx="3857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700" name="Rectangle 35"/>
          <p:cNvSpPr>
            <a:spLocks noChangeArrowheads="1"/>
          </p:cNvSpPr>
          <p:nvPr/>
        </p:nvSpPr>
        <p:spPr bwMode="auto">
          <a:xfrm>
            <a:off x="7318375" y="1557338"/>
            <a:ext cx="384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701" name="Rectangle 36"/>
          <p:cNvSpPr>
            <a:spLocks noChangeArrowheads="1"/>
          </p:cNvSpPr>
          <p:nvPr/>
        </p:nvSpPr>
        <p:spPr bwMode="auto">
          <a:xfrm>
            <a:off x="7810500" y="1557338"/>
            <a:ext cx="385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702" name="Rectangle 37"/>
          <p:cNvSpPr>
            <a:spLocks noChangeArrowheads="1"/>
          </p:cNvSpPr>
          <p:nvPr/>
        </p:nvSpPr>
        <p:spPr bwMode="auto">
          <a:xfrm>
            <a:off x="8304213" y="1557338"/>
            <a:ext cx="3857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41703" name="Rectangle 38"/>
          <p:cNvSpPr>
            <a:spLocks noChangeArrowheads="1"/>
          </p:cNvSpPr>
          <p:nvPr/>
        </p:nvSpPr>
        <p:spPr bwMode="auto">
          <a:xfrm>
            <a:off x="6862763" y="1244600"/>
            <a:ext cx="17795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9E0202C-29B3-4F6D-AA6A-963794DD8A24}" type="slidenum">
              <a:rPr lang="zh-CN" altLang="en-US" smtClean="0"/>
              <a:pPr defTabSz="895350"/>
              <a:t>234</a:t>
            </a:fld>
            <a:endParaRPr lang="en-US" altLang="zh-CN"/>
          </a:p>
        </p:txBody>
      </p:sp>
      <p:sp>
        <p:nvSpPr>
          <p:cNvPr id="2426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269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2693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2694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2695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2696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2697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2698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2699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2700" name="Line 11"/>
          <p:cNvSpPr>
            <a:spLocks noChangeShapeType="1"/>
          </p:cNvSpPr>
          <p:nvPr/>
        </p:nvSpPr>
        <p:spPr bwMode="auto">
          <a:xfrm>
            <a:off x="2770188" y="1484313"/>
            <a:ext cx="596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2701" name="Line 12"/>
          <p:cNvSpPr>
            <a:spLocks noChangeShapeType="1"/>
          </p:cNvSpPr>
          <p:nvPr/>
        </p:nvSpPr>
        <p:spPr bwMode="auto">
          <a:xfrm>
            <a:off x="27670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2702" name="Line 13"/>
          <p:cNvSpPr>
            <a:spLocks noChangeShapeType="1"/>
          </p:cNvSpPr>
          <p:nvPr/>
        </p:nvSpPr>
        <p:spPr bwMode="auto">
          <a:xfrm>
            <a:off x="4257675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03" name="Line 14"/>
          <p:cNvSpPr>
            <a:spLocks noChangeShapeType="1"/>
          </p:cNvSpPr>
          <p:nvPr/>
        </p:nvSpPr>
        <p:spPr bwMode="auto">
          <a:xfrm>
            <a:off x="31432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04" name="Line 15"/>
          <p:cNvSpPr>
            <a:spLocks noChangeShapeType="1"/>
          </p:cNvSpPr>
          <p:nvPr/>
        </p:nvSpPr>
        <p:spPr bwMode="auto">
          <a:xfrm>
            <a:off x="35147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05" name="Line 16"/>
          <p:cNvSpPr>
            <a:spLocks noChangeShapeType="1"/>
          </p:cNvSpPr>
          <p:nvPr/>
        </p:nvSpPr>
        <p:spPr bwMode="auto">
          <a:xfrm>
            <a:off x="38862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06" name="Rectangle 17"/>
          <p:cNvSpPr>
            <a:spLocks noChangeArrowheads="1"/>
          </p:cNvSpPr>
          <p:nvPr/>
        </p:nvSpPr>
        <p:spPr bwMode="auto">
          <a:xfrm>
            <a:off x="2809875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2707" name="Rectangle 18"/>
          <p:cNvSpPr>
            <a:spLocks noChangeArrowheads="1"/>
          </p:cNvSpPr>
          <p:nvPr/>
        </p:nvSpPr>
        <p:spPr bwMode="auto">
          <a:xfrm>
            <a:off x="3182938" y="1555750"/>
            <a:ext cx="2905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2708" name="Rectangle 19"/>
          <p:cNvSpPr>
            <a:spLocks noChangeArrowheads="1"/>
          </p:cNvSpPr>
          <p:nvPr/>
        </p:nvSpPr>
        <p:spPr bwMode="auto">
          <a:xfrm>
            <a:off x="3556000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2709" name="Rectangle 20"/>
          <p:cNvSpPr>
            <a:spLocks noChangeArrowheads="1"/>
          </p:cNvSpPr>
          <p:nvPr/>
        </p:nvSpPr>
        <p:spPr bwMode="auto">
          <a:xfrm>
            <a:off x="3929063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2710" name="Rectangle 21"/>
          <p:cNvSpPr>
            <a:spLocks noChangeArrowheads="1"/>
          </p:cNvSpPr>
          <p:nvPr/>
        </p:nvSpPr>
        <p:spPr bwMode="auto">
          <a:xfrm>
            <a:off x="2836863" y="1235075"/>
            <a:ext cx="13477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2711" name="Line 22"/>
          <p:cNvSpPr>
            <a:spLocks noChangeShapeType="1"/>
          </p:cNvSpPr>
          <p:nvPr/>
        </p:nvSpPr>
        <p:spPr bwMode="auto">
          <a:xfrm>
            <a:off x="5748338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12" name="Line 23"/>
          <p:cNvSpPr>
            <a:spLocks noChangeShapeType="1"/>
          </p:cNvSpPr>
          <p:nvPr/>
        </p:nvSpPr>
        <p:spPr bwMode="auto">
          <a:xfrm>
            <a:off x="46339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13" name="Line 24"/>
          <p:cNvSpPr>
            <a:spLocks noChangeShapeType="1"/>
          </p:cNvSpPr>
          <p:nvPr/>
        </p:nvSpPr>
        <p:spPr bwMode="auto">
          <a:xfrm>
            <a:off x="50053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14" name="Line 25"/>
          <p:cNvSpPr>
            <a:spLocks noChangeShapeType="1"/>
          </p:cNvSpPr>
          <p:nvPr/>
        </p:nvSpPr>
        <p:spPr bwMode="auto">
          <a:xfrm>
            <a:off x="53768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15" name="Rectangle 26"/>
          <p:cNvSpPr>
            <a:spLocks noChangeArrowheads="1"/>
          </p:cNvSpPr>
          <p:nvPr/>
        </p:nvSpPr>
        <p:spPr bwMode="auto">
          <a:xfrm>
            <a:off x="4300538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2716" name="Rectangle 27"/>
          <p:cNvSpPr>
            <a:spLocks noChangeArrowheads="1"/>
          </p:cNvSpPr>
          <p:nvPr/>
        </p:nvSpPr>
        <p:spPr bwMode="auto">
          <a:xfrm>
            <a:off x="4673600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2717" name="Rectangle 28"/>
          <p:cNvSpPr>
            <a:spLocks noChangeArrowheads="1"/>
          </p:cNvSpPr>
          <p:nvPr/>
        </p:nvSpPr>
        <p:spPr bwMode="auto">
          <a:xfrm>
            <a:off x="5046663" y="1555750"/>
            <a:ext cx="2905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2718" name="Rectangle 29"/>
          <p:cNvSpPr>
            <a:spLocks noChangeArrowheads="1"/>
          </p:cNvSpPr>
          <p:nvPr/>
        </p:nvSpPr>
        <p:spPr bwMode="auto">
          <a:xfrm>
            <a:off x="5419725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2719" name="Rectangle 30"/>
          <p:cNvSpPr>
            <a:spLocks noChangeArrowheads="1"/>
          </p:cNvSpPr>
          <p:nvPr/>
        </p:nvSpPr>
        <p:spPr bwMode="auto">
          <a:xfrm>
            <a:off x="4329113" y="1235075"/>
            <a:ext cx="13462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2720" name="Line 31"/>
          <p:cNvSpPr>
            <a:spLocks noChangeShapeType="1"/>
          </p:cNvSpPr>
          <p:nvPr/>
        </p:nvSpPr>
        <p:spPr bwMode="auto">
          <a:xfrm>
            <a:off x="61229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21" name="Line 32"/>
          <p:cNvSpPr>
            <a:spLocks noChangeShapeType="1"/>
          </p:cNvSpPr>
          <p:nvPr/>
        </p:nvSpPr>
        <p:spPr bwMode="auto">
          <a:xfrm>
            <a:off x="64960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22" name="Line 33"/>
          <p:cNvSpPr>
            <a:spLocks noChangeShapeType="1"/>
          </p:cNvSpPr>
          <p:nvPr/>
        </p:nvSpPr>
        <p:spPr bwMode="auto">
          <a:xfrm>
            <a:off x="68675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23" name="Rectangle 34"/>
          <p:cNvSpPr>
            <a:spLocks noChangeArrowheads="1"/>
          </p:cNvSpPr>
          <p:nvPr/>
        </p:nvSpPr>
        <p:spPr bwMode="auto">
          <a:xfrm>
            <a:off x="5789613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2724" name="Rectangle 35"/>
          <p:cNvSpPr>
            <a:spLocks noChangeArrowheads="1"/>
          </p:cNvSpPr>
          <p:nvPr/>
        </p:nvSpPr>
        <p:spPr bwMode="auto">
          <a:xfrm>
            <a:off x="6164263" y="1555750"/>
            <a:ext cx="2905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2725" name="Rectangle 36"/>
          <p:cNvSpPr>
            <a:spLocks noChangeArrowheads="1"/>
          </p:cNvSpPr>
          <p:nvPr/>
        </p:nvSpPr>
        <p:spPr bwMode="auto">
          <a:xfrm>
            <a:off x="6535738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2726" name="Rectangle 37"/>
          <p:cNvSpPr>
            <a:spLocks noChangeArrowheads="1"/>
          </p:cNvSpPr>
          <p:nvPr/>
        </p:nvSpPr>
        <p:spPr bwMode="auto">
          <a:xfrm>
            <a:off x="6910388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2727" name="Rectangle 38"/>
          <p:cNvSpPr>
            <a:spLocks noChangeArrowheads="1"/>
          </p:cNvSpPr>
          <p:nvPr/>
        </p:nvSpPr>
        <p:spPr bwMode="auto">
          <a:xfrm>
            <a:off x="5819775" y="1235075"/>
            <a:ext cx="13462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2728" name="Line 39"/>
          <p:cNvSpPr>
            <a:spLocks noChangeShapeType="1"/>
          </p:cNvSpPr>
          <p:nvPr/>
        </p:nvSpPr>
        <p:spPr bwMode="auto">
          <a:xfrm>
            <a:off x="724693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2729" name="Line 40"/>
          <p:cNvSpPr>
            <a:spLocks noChangeShapeType="1"/>
          </p:cNvSpPr>
          <p:nvPr/>
        </p:nvSpPr>
        <p:spPr bwMode="auto">
          <a:xfrm>
            <a:off x="87376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30" name="Line 41"/>
          <p:cNvSpPr>
            <a:spLocks noChangeShapeType="1"/>
          </p:cNvSpPr>
          <p:nvPr/>
        </p:nvSpPr>
        <p:spPr bwMode="auto">
          <a:xfrm>
            <a:off x="76231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31" name="Line 42"/>
          <p:cNvSpPr>
            <a:spLocks noChangeShapeType="1"/>
          </p:cNvSpPr>
          <p:nvPr/>
        </p:nvSpPr>
        <p:spPr bwMode="auto">
          <a:xfrm>
            <a:off x="79946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32" name="Line 43"/>
          <p:cNvSpPr>
            <a:spLocks noChangeShapeType="1"/>
          </p:cNvSpPr>
          <p:nvPr/>
        </p:nvSpPr>
        <p:spPr bwMode="auto">
          <a:xfrm>
            <a:off x="83661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2733" name="Rectangle 44"/>
          <p:cNvSpPr>
            <a:spLocks noChangeArrowheads="1"/>
          </p:cNvSpPr>
          <p:nvPr/>
        </p:nvSpPr>
        <p:spPr bwMode="auto">
          <a:xfrm>
            <a:off x="7289800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2734" name="Rectangle 45"/>
          <p:cNvSpPr>
            <a:spLocks noChangeArrowheads="1"/>
          </p:cNvSpPr>
          <p:nvPr/>
        </p:nvSpPr>
        <p:spPr bwMode="auto">
          <a:xfrm>
            <a:off x="7662863" y="1555750"/>
            <a:ext cx="2905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2735" name="Rectangle 46"/>
          <p:cNvSpPr>
            <a:spLocks noChangeArrowheads="1"/>
          </p:cNvSpPr>
          <p:nvPr/>
        </p:nvSpPr>
        <p:spPr bwMode="auto">
          <a:xfrm>
            <a:off x="8035925" y="1555750"/>
            <a:ext cx="2921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2736" name="Rectangle 47"/>
          <p:cNvSpPr>
            <a:spLocks noChangeArrowheads="1"/>
          </p:cNvSpPr>
          <p:nvPr/>
        </p:nvSpPr>
        <p:spPr bwMode="auto">
          <a:xfrm>
            <a:off x="8408988" y="1555750"/>
            <a:ext cx="2905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2737" name="Rectangle 48"/>
          <p:cNvSpPr>
            <a:spLocks noChangeArrowheads="1"/>
          </p:cNvSpPr>
          <p:nvPr/>
        </p:nvSpPr>
        <p:spPr bwMode="auto">
          <a:xfrm>
            <a:off x="7316788" y="1235075"/>
            <a:ext cx="13477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74EA4664-23DE-4F74-80BF-5F2B149E7602}" type="slidenum">
              <a:rPr lang="zh-CN" altLang="en-US" smtClean="0"/>
              <a:pPr defTabSz="895350"/>
              <a:t>235</a:t>
            </a:fld>
            <a:endParaRPr lang="en-US" altLang="zh-CN"/>
          </a:p>
        </p:txBody>
      </p:sp>
      <p:sp>
        <p:nvSpPr>
          <p:cNvPr id="243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371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3717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3718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3719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3720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3721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3722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3723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3724" name="Line 11"/>
          <p:cNvSpPr>
            <a:spLocks noChangeShapeType="1"/>
          </p:cNvSpPr>
          <p:nvPr/>
        </p:nvSpPr>
        <p:spPr bwMode="auto">
          <a:xfrm>
            <a:off x="2968625" y="1484313"/>
            <a:ext cx="5770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3725" name="Line 12"/>
          <p:cNvSpPr>
            <a:spLocks noChangeShapeType="1"/>
          </p:cNvSpPr>
          <p:nvPr/>
        </p:nvSpPr>
        <p:spPr bwMode="auto">
          <a:xfrm>
            <a:off x="296545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3726" name="Line 13"/>
          <p:cNvSpPr>
            <a:spLocks noChangeShapeType="1"/>
          </p:cNvSpPr>
          <p:nvPr/>
        </p:nvSpPr>
        <p:spPr bwMode="auto">
          <a:xfrm>
            <a:off x="4117975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27" name="Line 14"/>
          <p:cNvSpPr>
            <a:spLocks noChangeShapeType="1"/>
          </p:cNvSpPr>
          <p:nvPr/>
        </p:nvSpPr>
        <p:spPr bwMode="auto">
          <a:xfrm>
            <a:off x="32559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28" name="Line 15"/>
          <p:cNvSpPr>
            <a:spLocks noChangeShapeType="1"/>
          </p:cNvSpPr>
          <p:nvPr/>
        </p:nvSpPr>
        <p:spPr bwMode="auto">
          <a:xfrm>
            <a:off x="35433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29" name="Line 16"/>
          <p:cNvSpPr>
            <a:spLocks noChangeShapeType="1"/>
          </p:cNvSpPr>
          <p:nvPr/>
        </p:nvSpPr>
        <p:spPr bwMode="auto">
          <a:xfrm>
            <a:off x="38306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30" name="Rectangle 17"/>
          <p:cNvSpPr>
            <a:spLocks noChangeArrowheads="1"/>
          </p:cNvSpPr>
          <p:nvPr/>
        </p:nvSpPr>
        <p:spPr bwMode="auto">
          <a:xfrm>
            <a:off x="2998788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3731" name="Rectangle 18"/>
          <p:cNvSpPr>
            <a:spLocks noChangeArrowheads="1"/>
          </p:cNvSpPr>
          <p:nvPr/>
        </p:nvSpPr>
        <p:spPr bwMode="auto">
          <a:xfrm>
            <a:off x="3287713" y="1555750"/>
            <a:ext cx="2238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3732" name="Rectangle 19"/>
          <p:cNvSpPr>
            <a:spLocks noChangeArrowheads="1"/>
          </p:cNvSpPr>
          <p:nvPr/>
        </p:nvSpPr>
        <p:spPr bwMode="auto">
          <a:xfrm>
            <a:off x="3575050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3733" name="Rectangle 20"/>
          <p:cNvSpPr>
            <a:spLocks noChangeArrowheads="1"/>
          </p:cNvSpPr>
          <p:nvPr/>
        </p:nvSpPr>
        <p:spPr bwMode="auto">
          <a:xfrm>
            <a:off x="3863975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3734" name="Rectangle 21"/>
          <p:cNvSpPr>
            <a:spLocks noChangeArrowheads="1"/>
          </p:cNvSpPr>
          <p:nvPr/>
        </p:nvSpPr>
        <p:spPr bwMode="auto">
          <a:xfrm>
            <a:off x="3019425" y="1235075"/>
            <a:ext cx="10414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3735" name="Line 22"/>
          <p:cNvSpPr>
            <a:spLocks noChangeShapeType="1"/>
          </p:cNvSpPr>
          <p:nvPr/>
        </p:nvSpPr>
        <p:spPr bwMode="auto">
          <a:xfrm>
            <a:off x="52705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36" name="Line 23"/>
          <p:cNvSpPr>
            <a:spLocks noChangeShapeType="1"/>
          </p:cNvSpPr>
          <p:nvPr/>
        </p:nvSpPr>
        <p:spPr bwMode="auto">
          <a:xfrm>
            <a:off x="44084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37" name="Line 24"/>
          <p:cNvSpPr>
            <a:spLocks noChangeShapeType="1"/>
          </p:cNvSpPr>
          <p:nvPr/>
        </p:nvSpPr>
        <p:spPr bwMode="auto">
          <a:xfrm>
            <a:off x="46958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38" name="Line 25"/>
          <p:cNvSpPr>
            <a:spLocks noChangeShapeType="1"/>
          </p:cNvSpPr>
          <p:nvPr/>
        </p:nvSpPr>
        <p:spPr bwMode="auto">
          <a:xfrm>
            <a:off x="49831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39" name="Rectangle 26"/>
          <p:cNvSpPr>
            <a:spLocks noChangeArrowheads="1"/>
          </p:cNvSpPr>
          <p:nvPr/>
        </p:nvSpPr>
        <p:spPr bwMode="auto">
          <a:xfrm>
            <a:off x="4151313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3740" name="Rectangle 27"/>
          <p:cNvSpPr>
            <a:spLocks noChangeArrowheads="1"/>
          </p:cNvSpPr>
          <p:nvPr/>
        </p:nvSpPr>
        <p:spPr bwMode="auto">
          <a:xfrm>
            <a:off x="4438650" y="1555750"/>
            <a:ext cx="2270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3741" name="Rectangle 28"/>
          <p:cNvSpPr>
            <a:spLocks noChangeArrowheads="1"/>
          </p:cNvSpPr>
          <p:nvPr/>
        </p:nvSpPr>
        <p:spPr bwMode="auto">
          <a:xfrm>
            <a:off x="4727575" y="1555750"/>
            <a:ext cx="2238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3742" name="Rectangle 29"/>
          <p:cNvSpPr>
            <a:spLocks noChangeArrowheads="1"/>
          </p:cNvSpPr>
          <p:nvPr/>
        </p:nvSpPr>
        <p:spPr bwMode="auto">
          <a:xfrm>
            <a:off x="5016500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3743" name="Rectangle 30"/>
          <p:cNvSpPr>
            <a:spLocks noChangeArrowheads="1"/>
          </p:cNvSpPr>
          <p:nvPr/>
        </p:nvSpPr>
        <p:spPr bwMode="auto">
          <a:xfrm>
            <a:off x="4173538" y="1235075"/>
            <a:ext cx="10398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3744" name="Line 31"/>
          <p:cNvSpPr>
            <a:spLocks noChangeShapeType="1"/>
          </p:cNvSpPr>
          <p:nvPr/>
        </p:nvSpPr>
        <p:spPr bwMode="auto">
          <a:xfrm>
            <a:off x="55594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45" name="Line 32"/>
          <p:cNvSpPr>
            <a:spLocks noChangeShapeType="1"/>
          </p:cNvSpPr>
          <p:nvPr/>
        </p:nvSpPr>
        <p:spPr bwMode="auto">
          <a:xfrm>
            <a:off x="58483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46" name="Line 33"/>
          <p:cNvSpPr>
            <a:spLocks noChangeShapeType="1"/>
          </p:cNvSpPr>
          <p:nvPr/>
        </p:nvSpPr>
        <p:spPr bwMode="auto">
          <a:xfrm>
            <a:off x="61356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47" name="Rectangle 34"/>
          <p:cNvSpPr>
            <a:spLocks noChangeArrowheads="1"/>
          </p:cNvSpPr>
          <p:nvPr/>
        </p:nvSpPr>
        <p:spPr bwMode="auto">
          <a:xfrm>
            <a:off x="5302250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3748" name="Rectangle 35"/>
          <p:cNvSpPr>
            <a:spLocks noChangeArrowheads="1"/>
          </p:cNvSpPr>
          <p:nvPr/>
        </p:nvSpPr>
        <p:spPr bwMode="auto">
          <a:xfrm>
            <a:off x="5591175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3749" name="Rectangle 36"/>
          <p:cNvSpPr>
            <a:spLocks noChangeArrowheads="1"/>
          </p:cNvSpPr>
          <p:nvPr/>
        </p:nvSpPr>
        <p:spPr bwMode="auto">
          <a:xfrm>
            <a:off x="5878513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3750" name="Rectangle 37"/>
          <p:cNvSpPr>
            <a:spLocks noChangeArrowheads="1"/>
          </p:cNvSpPr>
          <p:nvPr/>
        </p:nvSpPr>
        <p:spPr bwMode="auto">
          <a:xfrm>
            <a:off x="6169025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3751" name="Rectangle 38"/>
          <p:cNvSpPr>
            <a:spLocks noChangeArrowheads="1"/>
          </p:cNvSpPr>
          <p:nvPr/>
        </p:nvSpPr>
        <p:spPr bwMode="auto">
          <a:xfrm>
            <a:off x="5324475" y="1235075"/>
            <a:ext cx="10414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3752" name="Line 39"/>
          <p:cNvSpPr>
            <a:spLocks noChangeShapeType="1"/>
          </p:cNvSpPr>
          <p:nvPr/>
        </p:nvSpPr>
        <p:spPr bwMode="auto">
          <a:xfrm>
            <a:off x="642778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3753" name="Line 40"/>
          <p:cNvSpPr>
            <a:spLocks noChangeShapeType="1"/>
          </p:cNvSpPr>
          <p:nvPr/>
        </p:nvSpPr>
        <p:spPr bwMode="auto">
          <a:xfrm>
            <a:off x="758031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54" name="Line 41"/>
          <p:cNvSpPr>
            <a:spLocks noChangeShapeType="1"/>
          </p:cNvSpPr>
          <p:nvPr/>
        </p:nvSpPr>
        <p:spPr bwMode="auto">
          <a:xfrm>
            <a:off x="67198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55" name="Line 42"/>
          <p:cNvSpPr>
            <a:spLocks noChangeShapeType="1"/>
          </p:cNvSpPr>
          <p:nvPr/>
        </p:nvSpPr>
        <p:spPr bwMode="auto">
          <a:xfrm>
            <a:off x="70056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56" name="Line 43"/>
          <p:cNvSpPr>
            <a:spLocks noChangeShapeType="1"/>
          </p:cNvSpPr>
          <p:nvPr/>
        </p:nvSpPr>
        <p:spPr bwMode="auto">
          <a:xfrm>
            <a:off x="72929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57" name="Rectangle 44"/>
          <p:cNvSpPr>
            <a:spLocks noChangeArrowheads="1"/>
          </p:cNvSpPr>
          <p:nvPr/>
        </p:nvSpPr>
        <p:spPr bwMode="auto">
          <a:xfrm>
            <a:off x="6461125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3758" name="Rectangle 45"/>
          <p:cNvSpPr>
            <a:spLocks noChangeArrowheads="1"/>
          </p:cNvSpPr>
          <p:nvPr/>
        </p:nvSpPr>
        <p:spPr bwMode="auto">
          <a:xfrm>
            <a:off x="6750050" y="1555750"/>
            <a:ext cx="2238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3759" name="Rectangle 46"/>
          <p:cNvSpPr>
            <a:spLocks noChangeArrowheads="1"/>
          </p:cNvSpPr>
          <p:nvPr/>
        </p:nvSpPr>
        <p:spPr bwMode="auto">
          <a:xfrm>
            <a:off x="7038975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3760" name="Rectangle 47"/>
          <p:cNvSpPr>
            <a:spLocks noChangeArrowheads="1"/>
          </p:cNvSpPr>
          <p:nvPr/>
        </p:nvSpPr>
        <p:spPr bwMode="auto">
          <a:xfrm>
            <a:off x="7326313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3761" name="Rectangle 48"/>
          <p:cNvSpPr>
            <a:spLocks noChangeArrowheads="1"/>
          </p:cNvSpPr>
          <p:nvPr/>
        </p:nvSpPr>
        <p:spPr bwMode="auto">
          <a:xfrm>
            <a:off x="6481763" y="1235075"/>
            <a:ext cx="10429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3762" name="Line 49"/>
          <p:cNvSpPr>
            <a:spLocks noChangeShapeType="1"/>
          </p:cNvSpPr>
          <p:nvPr/>
        </p:nvSpPr>
        <p:spPr bwMode="auto">
          <a:xfrm>
            <a:off x="75803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3763" name="Line 50"/>
          <p:cNvSpPr>
            <a:spLocks noChangeShapeType="1"/>
          </p:cNvSpPr>
          <p:nvPr/>
        </p:nvSpPr>
        <p:spPr bwMode="auto">
          <a:xfrm>
            <a:off x="78724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64" name="Line 51"/>
          <p:cNvSpPr>
            <a:spLocks noChangeShapeType="1"/>
          </p:cNvSpPr>
          <p:nvPr/>
        </p:nvSpPr>
        <p:spPr bwMode="auto">
          <a:xfrm>
            <a:off x="81581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65" name="Line 52"/>
          <p:cNvSpPr>
            <a:spLocks noChangeShapeType="1"/>
          </p:cNvSpPr>
          <p:nvPr/>
        </p:nvSpPr>
        <p:spPr bwMode="auto">
          <a:xfrm>
            <a:off x="84455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3766" name="Rectangle 53"/>
          <p:cNvSpPr>
            <a:spLocks noChangeArrowheads="1"/>
          </p:cNvSpPr>
          <p:nvPr/>
        </p:nvSpPr>
        <p:spPr bwMode="auto">
          <a:xfrm>
            <a:off x="7613650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3767" name="Rectangle 54"/>
          <p:cNvSpPr>
            <a:spLocks noChangeArrowheads="1"/>
          </p:cNvSpPr>
          <p:nvPr/>
        </p:nvSpPr>
        <p:spPr bwMode="auto">
          <a:xfrm>
            <a:off x="7902575" y="1555750"/>
            <a:ext cx="2238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3768" name="Rectangle 55"/>
          <p:cNvSpPr>
            <a:spLocks noChangeArrowheads="1"/>
          </p:cNvSpPr>
          <p:nvPr/>
        </p:nvSpPr>
        <p:spPr bwMode="auto">
          <a:xfrm>
            <a:off x="8191500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3769" name="Rectangle 56"/>
          <p:cNvSpPr>
            <a:spLocks noChangeArrowheads="1"/>
          </p:cNvSpPr>
          <p:nvPr/>
        </p:nvSpPr>
        <p:spPr bwMode="auto">
          <a:xfrm>
            <a:off x="8478838" y="1555750"/>
            <a:ext cx="225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3770" name="Rectangle 57"/>
          <p:cNvSpPr>
            <a:spLocks noChangeArrowheads="1"/>
          </p:cNvSpPr>
          <p:nvPr/>
        </p:nvSpPr>
        <p:spPr bwMode="auto">
          <a:xfrm>
            <a:off x="7634288" y="1235075"/>
            <a:ext cx="10429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1AF3E15-FDC7-4C1D-A8FE-E2A0778086F4}" type="slidenum">
              <a:rPr lang="zh-CN" altLang="en-US" smtClean="0"/>
              <a:pPr defTabSz="895350"/>
              <a:t>236</a:t>
            </a:fld>
            <a:endParaRPr lang="en-US" altLang="zh-CN"/>
          </a:p>
        </p:txBody>
      </p:sp>
      <p:sp>
        <p:nvSpPr>
          <p:cNvPr id="244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474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4741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4742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4743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4744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4745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4746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4747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4748" name="Line 11"/>
          <p:cNvSpPr>
            <a:spLocks noChangeShapeType="1"/>
          </p:cNvSpPr>
          <p:nvPr/>
        </p:nvSpPr>
        <p:spPr bwMode="auto">
          <a:xfrm>
            <a:off x="3197225" y="1484313"/>
            <a:ext cx="5541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4749" name="Line 12"/>
          <p:cNvSpPr>
            <a:spLocks noChangeShapeType="1"/>
          </p:cNvSpPr>
          <p:nvPr/>
        </p:nvSpPr>
        <p:spPr bwMode="auto">
          <a:xfrm>
            <a:off x="319563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4750" name="Line 13"/>
          <p:cNvSpPr>
            <a:spLocks noChangeShapeType="1"/>
          </p:cNvSpPr>
          <p:nvPr/>
        </p:nvSpPr>
        <p:spPr bwMode="auto">
          <a:xfrm>
            <a:off x="4116388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51" name="Line 14"/>
          <p:cNvSpPr>
            <a:spLocks noChangeShapeType="1"/>
          </p:cNvSpPr>
          <p:nvPr/>
        </p:nvSpPr>
        <p:spPr bwMode="auto">
          <a:xfrm>
            <a:off x="34274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52" name="Line 15"/>
          <p:cNvSpPr>
            <a:spLocks noChangeShapeType="1"/>
          </p:cNvSpPr>
          <p:nvPr/>
        </p:nvSpPr>
        <p:spPr bwMode="auto">
          <a:xfrm>
            <a:off x="36576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53" name="Line 16"/>
          <p:cNvSpPr>
            <a:spLocks noChangeShapeType="1"/>
          </p:cNvSpPr>
          <p:nvPr/>
        </p:nvSpPr>
        <p:spPr bwMode="auto">
          <a:xfrm>
            <a:off x="38877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54" name="Rectangle 17"/>
          <p:cNvSpPr>
            <a:spLocks noChangeArrowheads="1"/>
          </p:cNvSpPr>
          <p:nvPr/>
        </p:nvSpPr>
        <p:spPr bwMode="auto">
          <a:xfrm>
            <a:off x="3222625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4755" name="Rectangle 18"/>
          <p:cNvSpPr>
            <a:spLocks noChangeArrowheads="1"/>
          </p:cNvSpPr>
          <p:nvPr/>
        </p:nvSpPr>
        <p:spPr bwMode="auto">
          <a:xfrm>
            <a:off x="3452813" y="1555750"/>
            <a:ext cx="1793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4756" name="Rectangle 19"/>
          <p:cNvSpPr>
            <a:spLocks noChangeArrowheads="1"/>
          </p:cNvSpPr>
          <p:nvPr/>
        </p:nvSpPr>
        <p:spPr bwMode="auto">
          <a:xfrm>
            <a:off x="3683000" y="1555750"/>
            <a:ext cx="1793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4757" name="Rectangle 20"/>
          <p:cNvSpPr>
            <a:spLocks noChangeArrowheads="1"/>
          </p:cNvSpPr>
          <p:nvPr/>
        </p:nvSpPr>
        <p:spPr bwMode="auto">
          <a:xfrm>
            <a:off x="3914775" y="1555750"/>
            <a:ext cx="1778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4758" name="Rectangle 21"/>
          <p:cNvSpPr>
            <a:spLocks noChangeArrowheads="1"/>
          </p:cNvSpPr>
          <p:nvPr/>
        </p:nvSpPr>
        <p:spPr bwMode="auto">
          <a:xfrm>
            <a:off x="3238500" y="1235075"/>
            <a:ext cx="8334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4759" name="Line 22"/>
          <p:cNvSpPr>
            <a:spLocks noChangeShapeType="1"/>
          </p:cNvSpPr>
          <p:nvPr/>
        </p:nvSpPr>
        <p:spPr bwMode="auto">
          <a:xfrm>
            <a:off x="5037138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60" name="Line 23"/>
          <p:cNvSpPr>
            <a:spLocks noChangeShapeType="1"/>
          </p:cNvSpPr>
          <p:nvPr/>
        </p:nvSpPr>
        <p:spPr bwMode="auto">
          <a:xfrm>
            <a:off x="43481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61" name="Line 24"/>
          <p:cNvSpPr>
            <a:spLocks noChangeShapeType="1"/>
          </p:cNvSpPr>
          <p:nvPr/>
        </p:nvSpPr>
        <p:spPr bwMode="auto">
          <a:xfrm>
            <a:off x="45799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62" name="Line 25"/>
          <p:cNvSpPr>
            <a:spLocks noChangeShapeType="1"/>
          </p:cNvSpPr>
          <p:nvPr/>
        </p:nvSpPr>
        <p:spPr bwMode="auto">
          <a:xfrm>
            <a:off x="48085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63" name="Rectangle 26"/>
          <p:cNvSpPr>
            <a:spLocks noChangeArrowheads="1"/>
          </p:cNvSpPr>
          <p:nvPr/>
        </p:nvSpPr>
        <p:spPr bwMode="auto">
          <a:xfrm>
            <a:off x="4143375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4764" name="Rectangle 27"/>
          <p:cNvSpPr>
            <a:spLocks noChangeArrowheads="1"/>
          </p:cNvSpPr>
          <p:nvPr/>
        </p:nvSpPr>
        <p:spPr bwMode="auto">
          <a:xfrm>
            <a:off x="4373563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4765" name="Rectangle 28"/>
          <p:cNvSpPr>
            <a:spLocks noChangeArrowheads="1"/>
          </p:cNvSpPr>
          <p:nvPr/>
        </p:nvSpPr>
        <p:spPr bwMode="auto">
          <a:xfrm>
            <a:off x="4603750" y="1555750"/>
            <a:ext cx="1793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4766" name="Rectangle 29"/>
          <p:cNvSpPr>
            <a:spLocks noChangeArrowheads="1"/>
          </p:cNvSpPr>
          <p:nvPr/>
        </p:nvSpPr>
        <p:spPr bwMode="auto">
          <a:xfrm>
            <a:off x="4835525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4767" name="Rectangle 30"/>
          <p:cNvSpPr>
            <a:spLocks noChangeArrowheads="1"/>
          </p:cNvSpPr>
          <p:nvPr/>
        </p:nvSpPr>
        <p:spPr bwMode="auto">
          <a:xfrm>
            <a:off x="4160838" y="1235075"/>
            <a:ext cx="8318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4768" name="Line 31"/>
          <p:cNvSpPr>
            <a:spLocks noChangeShapeType="1"/>
          </p:cNvSpPr>
          <p:nvPr/>
        </p:nvSpPr>
        <p:spPr bwMode="auto">
          <a:xfrm>
            <a:off x="52689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69" name="Line 32"/>
          <p:cNvSpPr>
            <a:spLocks noChangeShapeType="1"/>
          </p:cNvSpPr>
          <p:nvPr/>
        </p:nvSpPr>
        <p:spPr bwMode="auto">
          <a:xfrm>
            <a:off x="55006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70" name="Line 33"/>
          <p:cNvSpPr>
            <a:spLocks noChangeShapeType="1"/>
          </p:cNvSpPr>
          <p:nvPr/>
        </p:nvSpPr>
        <p:spPr bwMode="auto">
          <a:xfrm>
            <a:off x="57292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71" name="Rectangle 34"/>
          <p:cNvSpPr>
            <a:spLocks noChangeArrowheads="1"/>
          </p:cNvSpPr>
          <p:nvPr/>
        </p:nvSpPr>
        <p:spPr bwMode="auto">
          <a:xfrm>
            <a:off x="5064125" y="1555750"/>
            <a:ext cx="1793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4772" name="Rectangle 35"/>
          <p:cNvSpPr>
            <a:spLocks noChangeArrowheads="1"/>
          </p:cNvSpPr>
          <p:nvPr/>
        </p:nvSpPr>
        <p:spPr bwMode="auto">
          <a:xfrm>
            <a:off x="5294313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4773" name="Rectangle 36"/>
          <p:cNvSpPr>
            <a:spLocks noChangeArrowheads="1"/>
          </p:cNvSpPr>
          <p:nvPr/>
        </p:nvSpPr>
        <p:spPr bwMode="auto">
          <a:xfrm>
            <a:off x="5522913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4774" name="Rectangle 37"/>
          <p:cNvSpPr>
            <a:spLocks noChangeArrowheads="1"/>
          </p:cNvSpPr>
          <p:nvPr/>
        </p:nvSpPr>
        <p:spPr bwMode="auto">
          <a:xfrm>
            <a:off x="5756275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4775" name="Rectangle 38"/>
          <p:cNvSpPr>
            <a:spLocks noChangeArrowheads="1"/>
          </p:cNvSpPr>
          <p:nvPr/>
        </p:nvSpPr>
        <p:spPr bwMode="auto">
          <a:xfrm>
            <a:off x="5081588" y="1235075"/>
            <a:ext cx="8318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4776" name="Line 39"/>
          <p:cNvSpPr>
            <a:spLocks noChangeShapeType="1"/>
          </p:cNvSpPr>
          <p:nvPr/>
        </p:nvSpPr>
        <p:spPr bwMode="auto">
          <a:xfrm>
            <a:off x="596265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4777" name="Line 40"/>
          <p:cNvSpPr>
            <a:spLocks noChangeShapeType="1"/>
          </p:cNvSpPr>
          <p:nvPr/>
        </p:nvSpPr>
        <p:spPr bwMode="auto">
          <a:xfrm>
            <a:off x="68834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78" name="Line 41"/>
          <p:cNvSpPr>
            <a:spLocks noChangeShapeType="1"/>
          </p:cNvSpPr>
          <p:nvPr/>
        </p:nvSpPr>
        <p:spPr bwMode="auto">
          <a:xfrm>
            <a:off x="61960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79" name="Line 42"/>
          <p:cNvSpPr>
            <a:spLocks noChangeShapeType="1"/>
          </p:cNvSpPr>
          <p:nvPr/>
        </p:nvSpPr>
        <p:spPr bwMode="auto">
          <a:xfrm>
            <a:off x="64246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80" name="Line 43"/>
          <p:cNvSpPr>
            <a:spLocks noChangeShapeType="1"/>
          </p:cNvSpPr>
          <p:nvPr/>
        </p:nvSpPr>
        <p:spPr bwMode="auto">
          <a:xfrm>
            <a:off x="66548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81" name="Rectangle 44"/>
          <p:cNvSpPr>
            <a:spLocks noChangeArrowheads="1"/>
          </p:cNvSpPr>
          <p:nvPr/>
        </p:nvSpPr>
        <p:spPr bwMode="auto">
          <a:xfrm>
            <a:off x="5989638" y="1555750"/>
            <a:ext cx="1793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4782" name="Rectangle 45"/>
          <p:cNvSpPr>
            <a:spLocks noChangeArrowheads="1"/>
          </p:cNvSpPr>
          <p:nvPr/>
        </p:nvSpPr>
        <p:spPr bwMode="auto">
          <a:xfrm>
            <a:off x="6221413" y="1555750"/>
            <a:ext cx="1778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4783" name="Rectangle 46"/>
          <p:cNvSpPr>
            <a:spLocks noChangeArrowheads="1"/>
          </p:cNvSpPr>
          <p:nvPr/>
        </p:nvSpPr>
        <p:spPr bwMode="auto">
          <a:xfrm>
            <a:off x="6451600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4784" name="Rectangle 47"/>
          <p:cNvSpPr>
            <a:spLocks noChangeArrowheads="1"/>
          </p:cNvSpPr>
          <p:nvPr/>
        </p:nvSpPr>
        <p:spPr bwMode="auto">
          <a:xfrm>
            <a:off x="6680200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4785" name="Rectangle 48"/>
          <p:cNvSpPr>
            <a:spLocks noChangeArrowheads="1"/>
          </p:cNvSpPr>
          <p:nvPr/>
        </p:nvSpPr>
        <p:spPr bwMode="auto">
          <a:xfrm>
            <a:off x="6005513" y="1235075"/>
            <a:ext cx="8334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4786" name="Line 49"/>
          <p:cNvSpPr>
            <a:spLocks noChangeShapeType="1"/>
          </p:cNvSpPr>
          <p:nvPr/>
        </p:nvSpPr>
        <p:spPr bwMode="auto">
          <a:xfrm>
            <a:off x="688340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4787" name="Line 50"/>
          <p:cNvSpPr>
            <a:spLocks noChangeShapeType="1"/>
          </p:cNvSpPr>
          <p:nvPr/>
        </p:nvSpPr>
        <p:spPr bwMode="auto">
          <a:xfrm>
            <a:off x="71183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88" name="Line 51"/>
          <p:cNvSpPr>
            <a:spLocks noChangeShapeType="1"/>
          </p:cNvSpPr>
          <p:nvPr/>
        </p:nvSpPr>
        <p:spPr bwMode="auto">
          <a:xfrm>
            <a:off x="73453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89" name="Line 52"/>
          <p:cNvSpPr>
            <a:spLocks noChangeShapeType="1"/>
          </p:cNvSpPr>
          <p:nvPr/>
        </p:nvSpPr>
        <p:spPr bwMode="auto">
          <a:xfrm>
            <a:off x="75755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90" name="Rectangle 53"/>
          <p:cNvSpPr>
            <a:spLocks noChangeArrowheads="1"/>
          </p:cNvSpPr>
          <p:nvPr/>
        </p:nvSpPr>
        <p:spPr bwMode="auto">
          <a:xfrm>
            <a:off x="6910388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4791" name="Rectangle 54"/>
          <p:cNvSpPr>
            <a:spLocks noChangeArrowheads="1"/>
          </p:cNvSpPr>
          <p:nvPr/>
        </p:nvSpPr>
        <p:spPr bwMode="auto">
          <a:xfrm>
            <a:off x="7142163" y="1555750"/>
            <a:ext cx="1778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4792" name="Rectangle 55"/>
          <p:cNvSpPr>
            <a:spLocks noChangeArrowheads="1"/>
          </p:cNvSpPr>
          <p:nvPr/>
        </p:nvSpPr>
        <p:spPr bwMode="auto">
          <a:xfrm>
            <a:off x="7372350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4793" name="Rectangle 56"/>
          <p:cNvSpPr>
            <a:spLocks noChangeArrowheads="1"/>
          </p:cNvSpPr>
          <p:nvPr/>
        </p:nvSpPr>
        <p:spPr bwMode="auto">
          <a:xfrm>
            <a:off x="7602538" y="1555750"/>
            <a:ext cx="1793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4794" name="Rectangle 57"/>
          <p:cNvSpPr>
            <a:spLocks noChangeArrowheads="1"/>
          </p:cNvSpPr>
          <p:nvPr/>
        </p:nvSpPr>
        <p:spPr bwMode="auto">
          <a:xfrm>
            <a:off x="6926263" y="1235075"/>
            <a:ext cx="8334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4795" name="Line 58"/>
          <p:cNvSpPr>
            <a:spLocks noChangeShapeType="1"/>
          </p:cNvSpPr>
          <p:nvPr/>
        </p:nvSpPr>
        <p:spPr bwMode="auto">
          <a:xfrm>
            <a:off x="782161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96" name="Line 59"/>
          <p:cNvSpPr>
            <a:spLocks noChangeShapeType="1"/>
          </p:cNvSpPr>
          <p:nvPr/>
        </p:nvSpPr>
        <p:spPr bwMode="auto">
          <a:xfrm>
            <a:off x="78216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4797" name="Line 60"/>
          <p:cNvSpPr>
            <a:spLocks noChangeShapeType="1"/>
          </p:cNvSpPr>
          <p:nvPr/>
        </p:nvSpPr>
        <p:spPr bwMode="auto">
          <a:xfrm>
            <a:off x="80549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98" name="Line 61"/>
          <p:cNvSpPr>
            <a:spLocks noChangeShapeType="1"/>
          </p:cNvSpPr>
          <p:nvPr/>
        </p:nvSpPr>
        <p:spPr bwMode="auto">
          <a:xfrm>
            <a:off x="82819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799" name="Line 62"/>
          <p:cNvSpPr>
            <a:spLocks noChangeShapeType="1"/>
          </p:cNvSpPr>
          <p:nvPr/>
        </p:nvSpPr>
        <p:spPr bwMode="auto">
          <a:xfrm>
            <a:off x="85137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4800" name="Rectangle 63"/>
          <p:cNvSpPr>
            <a:spLocks noChangeArrowheads="1"/>
          </p:cNvSpPr>
          <p:nvPr/>
        </p:nvSpPr>
        <p:spPr bwMode="auto">
          <a:xfrm>
            <a:off x="7848600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4801" name="Rectangle 64"/>
          <p:cNvSpPr>
            <a:spLocks noChangeArrowheads="1"/>
          </p:cNvSpPr>
          <p:nvPr/>
        </p:nvSpPr>
        <p:spPr bwMode="auto">
          <a:xfrm>
            <a:off x="8078788" y="1555750"/>
            <a:ext cx="1793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4802" name="Rectangle 65"/>
          <p:cNvSpPr>
            <a:spLocks noChangeArrowheads="1"/>
          </p:cNvSpPr>
          <p:nvPr/>
        </p:nvSpPr>
        <p:spPr bwMode="auto">
          <a:xfrm>
            <a:off x="8308975" y="1555750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4803" name="Rectangle 66"/>
          <p:cNvSpPr>
            <a:spLocks noChangeArrowheads="1"/>
          </p:cNvSpPr>
          <p:nvPr/>
        </p:nvSpPr>
        <p:spPr bwMode="auto">
          <a:xfrm>
            <a:off x="8539163" y="1555750"/>
            <a:ext cx="1793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4804" name="Rectangle 67"/>
          <p:cNvSpPr>
            <a:spLocks noChangeArrowheads="1"/>
          </p:cNvSpPr>
          <p:nvPr/>
        </p:nvSpPr>
        <p:spPr bwMode="auto">
          <a:xfrm>
            <a:off x="7864475" y="1235075"/>
            <a:ext cx="8318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09E5AF1-1AA3-4B62-A1A1-834FE460CE49}" type="slidenum">
              <a:rPr lang="zh-CN" altLang="en-US" smtClean="0"/>
              <a:pPr defTabSz="895350"/>
              <a:t>237</a:t>
            </a:fld>
            <a:endParaRPr lang="en-US" altLang="zh-CN"/>
          </a:p>
        </p:txBody>
      </p:sp>
      <p:sp>
        <p:nvSpPr>
          <p:cNvPr id="245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576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5765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5766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767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5768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5769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5770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5771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5772" name="Line 11"/>
          <p:cNvSpPr>
            <a:spLocks noChangeShapeType="1"/>
          </p:cNvSpPr>
          <p:nvPr/>
        </p:nvSpPr>
        <p:spPr bwMode="auto">
          <a:xfrm>
            <a:off x="3030538" y="1484313"/>
            <a:ext cx="570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5773" name="Line 12"/>
          <p:cNvSpPr>
            <a:spLocks noChangeShapeType="1"/>
          </p:cNvSpPr>
          <p:nvPr/>
        </p:nvSpPr>
        <p:spPr bwMode="auto">
          <a:xfrm>
            <a:off x="302895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5774" name="Line 13"/>
          <p:cNvSpPr>
            <a:spLocks noChangeShapeType="1"/>
          </p:cNvSpPr>
          <p:nvPr/>
        </p:nvSpPr>
        <p:spPr bwMode="auto">
          <a:xfrm>
            <a:off x="384175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75" name="Line 14"/>
          <p:cNvSpPr>
            <a:spLocks noChangeShapeType="1"/>
          </p:cNvSpPr>
          <p:nvPr/>
        </p:nvSpPr>
        <p:spPr bwMode="auto">
          <a:xfrm>
            <a:off x="32337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76" name="Line 15"/>
          <p:cNvSpPr>
            <a:spLocks noChangeShapeType="1"/>
          </p:cNvSpPr>
          <p:nvPr/>
        </p:nvSpPr>
        <p:spPr bwMode="auto">
          <a:xfrm>
            <a:off x="34369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77" name="Line 16"/>
          <p:cNvSpPr>
            <a:spLocks noChangeShapeType="1"/>
          </p:cNvSpPr>
          <p:nvPr/>
        </p:nvSpPr>
        <p:spPr bwMode="auto">
          <a:xfrm>
            <a:off x="36385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78" name="Rectangle 17"/>
          <p:cNvSpPr>
            <a:spLocks noChangeArrowheads="1"/>
          </p:cNvSpPr>
          <p:nvPr/>
        </p:nvSpPr>
        <p:spPr bwMode="auto">
          <a:xfrm>
            <a:off x="3052763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779" name="Rectangle 18"/>
          <p:cNvSpPr>
            <a:spLocks noChangeArrowheads="1"/>
          </p:cNvSpPr>
          <p:nvPr/>
        </p:nvSpPr>
        <p:spPr bwMode="auto">
          <a:xfrm>
            <a:off x="3255963" y="1555750"/>
            <a:ext cx="1571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780" name="Rectangle 19"/>
          <p:cNvSpPr>
            <a:spLocks noChangeArrowheads="1"/>
          </p:cNvSpPr>
          <p:nvPr/>
        </p:nvSpPr>
        <p:spPr bwMode="auto">
          <a:xfrm>
            <a:off x="3459163" y="1555750"/>
            <a:ext cx="1571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781" name="Rectangle 20"/>
          <p:cNvSpPr>
            <a:spLocks noChangeArrowheads="1"/>
          </p:cNvSpPr>
          <p:nvPr/>
        </p:nvSpPr>
        <p:spPr bwMode="auto">
          <a:xfrm>
            <a:off x="3662363" y="1555750"/>
            <a:ext cx="1571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782" name="Rectangle 21"/>
          <p:cNvSpPr>
            <a:spLocks noChangeArrowheads="1"/>
          </p:cNvSpPr>
          <p:nvPr/>
        </p:nvSpPr>
        <p:spPr bwMode="auto">
          <a:xfrm>
            <a:off x="3067050" y="1235075"/>
            <a:ext cx="7350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783" name="Line 22"/>
          <p:cNvSpPr>
            <a:spLocks noChangeShapeType="1"/>
          </p:cNvSpPr>
          <p:nvPr/>
        </p:nvSpPr>
        <p:spPr bwMode="auto">
          <a:xfrm>
            <a:off x="465296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84" name="Line 23"/>
          <p:cNvSpPr>
            <a:spLocks noChangeShapeType="1"/>
          </p:cNvSpPr>
          <p:nvPr/>
        </p:nvSpPr>
        <p:spPr bwMode="auto">
          <a:xfrm>
            <a:off x="40449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85" name="Line 24"/>
          <p:cNvSpPr>
            <a:spLocks noChangeShapeType="1"/>
          </p:cNvSpPr>
          <p:nvPr/>
        </p:nvSpPr>
        <p:spPr bwMode="auto">
          <a:xfrm>
            <a:off x="42497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86" name="Line 25"/>
          <p:cNvSpPr>
            <a:spLocks noChangeShapeType="1"/>
          </p:cNvSpPr>
          <p:nvPr/>
        </p:nvSpPr>
        <p:spPr bwMode="auto">
          <a:xfrm>
            <a:off x="44513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87" name="Rectangle 26"/>
          <p:cNvSpPr>
            <a:spLocks noChangeArrowheads="1"/>
          </p:cNvSpPr>
          <p:nvPr/>
        </p:nvSpPr>
        <p:spPr bwMode="auto">
          <a:xfrm>
            <a:off x="3863975" y="1555750"/>
            <a:ext cx="1603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788" name="Rectangle 27"/>
          <p:cNvSpPr>
            <a:spLocks noChangeArrowheads="1"/>
          </p:cNvSpPr>
          <p:nvPr/>
        </p:nvSpPr>
        <p:spPr bwMode="auto">
          <a:xfrm>
            <a:off x="4067175" y="1555750"/>
            <a:ext cx="1603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789" name="Rectangle 28"/>
          <p:cNvSpPr>
            <a:spLocks noChangeArrowheads="1"/>
          </p:cNvSpPr>
          <p:nvPr/>
        </p:nvSpPr>
        <p:spPr bwMode="auto">
          <a:xfrm>
            <a:off x="4270375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790" name="Rectangle 29"/>
          <p:cNvSpPr>
            <a:spLocks noChangeArrowheads="1"/>
          </p:cNvSpPr>
          <p:nvPr/>
        </p:nvSpPr>
        <p:spPr bwMode="auto">
          <a:xfrm>
            <a:off x="4475163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791" name="Rectangle 30"/>
          <p:cNvSpPr>
            <a:spLocks noChangeArrowheads="1"/>
          </p:cNvSpPr>
          <p:nvPr/>
        </p:nvSpPr>
        <p:spPr bwMode="auto">
          <a:xfrm>
            <a:off x="3879850" y="1235075"/>
            <a:ext cx="733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792" name="Line 31"/>
          <p:cNvSpPr>
            <a:spLocks noChangeShapeType="1"/>
          </p:cNvSpPr>
          <p:nvPr/>
        </p:nvSpPr>
        <p:spPr bwMode="auto">
          <a:xfrm>
            <a:off x="48577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93" name="Line 32"/>
          <p:cNvSpPr>
            <a:spLocks noChangeShapeType="1"/>
          </p:cNvSpPr>
          <p:nvPr/>
        </p:nvSpPr>
        <p:spPr bwMode="auto">
          <a:xfrm>
            <a:off x="50609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94" name="Line 33"/>
          <p:cNvSpPr>
            <a:spLocks noChangeShapeType="1"/>
          </p:cNvSpPr>
          <p:nvPr/>
        </p:nvSpPr>
        <p:spPr bwMode="auto">
          <a:xfrm>
            <a:off x="52641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795" name="Rectangle 34"/>
          <p:cNvSpPr>
            <a:spLocks noChangeArrowheads="1"/>
          </p:cNvSpPr>
          <p:nvPr/>
        </p:nvSpPr>
        <p:spPr bwMode="auto">
          <a:xfrm>
            <a:off x="4676775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796" name="Rectangle 35"/>
          <p:cNvSpPr>
            <a:spLocks noChangeArrowheads="1"/>
          </p:cNvSpPr>
          <p:nvPr/>
        </p:nvSpPr>
        <p:spPr bwMode="auto">
          <a:xfrm>
            <a:off x="4879975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797" name="Rectangle 36"/>
          <p:cNvSpPr>
            <a:spLocks noChangeArrowheads="1"/>
          </p:cNvSpPr>
          <p:nvPr/>
        </p:nvSpPr>
        <p:spPr bwMode="auto">
          <a:xfrm>
            <a:off x="5081588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798" name="Rectangle 37"/>
          <p:cNvSpPr>
            <a:spLocks noChangeArrowheads="1"/>
          </p:cNvSpPr>
          <p:nvPr/>
        </p:nvSpPr>
        <p:spPr bwMode="auto">
          <a:xfrm>
            <a:off x="5286375" y="1555750"/>
            <a:ext cx="1603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799" name="Rectangle 38"/>
          <p:cNvSpPr>
            <a:spLocks noChangeArrowheads="1"/>
          </p:cNvSpPr>
          <p:nvPr/>
        </p:nvSpPr>
        <p:spPr bwMode="auto">
          <a:xfrm>
            <a:off x="4692650" y="1235075"/>
            <a:ext cx="733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800" name="Line 39"/>
          <p:cNvSpPr>
            <a:spLocks noChangeShapeType="1"/>
          </p:cNvSpPr>
          <p:nvPr/>
        </p:nvSpPr>
        <p:spPr bwMode="auto">
          <a:xfrm>
            <a:off x="546893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5801" name="Line 40"/>
          <p:cNvSpPr>
            <a:spLocks noChangeShapeType="1"/>
          </p:cNvSpPr>
          <p:nvPr/>
        </p:nvSpPr>
        <p:spPr bwMode="auto">
          <a:xfrm>
            <a:off x="6281738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02" name="Line 41"/>
          <p:cNvSpPr>
            <a:spLocks noChangeShapeType="1"/>
          </p:cNvSpPr>
          <p:nvPr/>
        </p:nvSpPr>
        <p:spPr bwMode="auto">
          <a:xfrm>
            <a:off x="56753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03" name="Line 42"/>
          <p:cNvSpPr>
            <a:spLocks noChangeShapeType="1"/>
          </p:cNvSpPr>
          <p:nvPr/>
        </p:nvSpPr>
        <p:spPr bwMode="auto">
          <a:xfrm>
            <a:off x="58769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04" name="Line 43"/>
          <p:cNvSpPr>
            <a:spLocks noChangeShapeType="1"/>
          </p:cNvSpPr>
          <p:nvPr/>
        </p:nvSpPr>
        <p:spPr bwMode="auto">
          <a:xfrm>
            <a:off x="60801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05" name="Rectangle 44"/>
          <p:cNvSpPr>
            <a:spLocks noChangeArrowheads="1"/>
          </p:cNvSpPr>
          <p:nvPr/>
        </p:nvSpPr>
        <p:spPr bwMode="auto">
          <a:xfrm>
            <a:off x="5492750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806" name="Rectangle 45"/>
          <p:cNvSpPr>
            <a:spLocks noChangeArrowheads="1"/>
          </p:cNvSpPr>
          <p:nvPr/>
        </p:nvSpPr>
        <p:spPr bwMode="auto">
          <a:xfrm>
            <a:off x="5697538" y="1555750"/>
            <a:ext cx="1571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807" name="Rectangle 46"/>
          <p:cNvSpPr>
            <a:spLocks noChangeArrowheads="1"/>
          </p:cNvSpPr>
          <p:nvPr/>
        </p:nvSpPr>
        <p:spPr bwMode="auto">
          <a:xfrm>
            <a:off x="5900738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808" name="Rectangle 47"/>
          <p:cNvSpPr>
            <a:spLocks noChangeArrowheads="1"/>
          </p:cNvSpPr>
          <p:nvPr/>
        </p:nvSpPr>
        <p:spPr bwMode="auto">
          <a:xfrm>
            <a:off x="6102350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809" name="Rectangle 48"/>
          <p:cNvSpPr>
            <a:spLocks noChangeArrowheads="1"/>
          </p:cNvSpPr>
          <p:nvPr/>
        </p:nvSpPr>
        <p:spPr bwMode="auto">
          <a:xfrm>
            <a:off x="5507038" y="1235075"/>
            <a:ext cx="7350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810" name="Line 49"/>
          <p:cNvSpPr>
            <a:spLocks noChangeShapeType="1"/>
          </p:cNvSpPr>
          <p:nvPr/>
        </p:nvSpPr>
        <p:spPr bwMode="auto">
          <a:xfrm>
            <a:off x="628173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5811" name="Line 50"/>
          <p:cNvSpPr>
            <a:spLocks noChangeShapeType="1"/>
          </p:cNvSpPr>
          <p:nvPr/>
        </p:nvSpPr>
        <p:spPr bwMode="auto">
          <a:xfrm>
            <a:off x="64881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12" name="Line 51"/>
          <p:cNvSpPr>
            <a:spLocks noChangeShapeType="1"/>
          </p:cNvSpPr>
          <p:nvPr/>
        </p:nvSpPr>
        <p:spPr bwMode="auto">
          <a:xfrm>
            <a:off x="66881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13" name="Line 52"/>
          <p:cNvSpPr>
            <a:spLocks noChangeShapeType="1"/>
          </p:cNvSpPr>
          <p:nvPr/>
        </p:nvSpPr>
        <p:spPr bwMode="auto">
          <a:xfrm>
            <a:off x="68913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14" name="Rectangle 53"/>
          <p:cNvSpPr>
            <a:spLocks noChangeArrowheads="1"/>
          </p:cNvSpPr>
          <p:nvPr/>
        </p:nvSpPr>
        <p:spPr bwMode="auto">
          <a:xfrm>
            <a:off x="6305550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815" name="Rectangle 54"/>
          <p:cNvSpPr>
            <a:spLocks noChangeArrowheads="1"/>
          </p:cNvSpPr>
          <p:nvPr/>
        </p:nvSpPr>
        <p:spPr bwMode="auto">
          <a:xfrm>
            <a:off x="6508750" y="1555750"/>
            <a:ext cx="1571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816" name="Rectangle 55"/>
          <p:cNvSpPr>
            <a:spLocks noChangeArrowheads="1"/>
          </p:cNvSpPr>
          <p:nvPr/>
        </p:nvSpPr>
        <p:spPr bwMode="auto">
          <a:xfrm>
            <a:off x="6711950" y="1555750"/>
            <a:ext cx="1603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817" name="Rectangle 56"/>
          <p:cNvSpPr>
            <a:spLocks noChangeArrowheads="1"/>
          </p:cNvSpPr>
          <p:nvPr/>
        </p:nvSpPr>
        <p:spPr bwMode="auto">
          <a:xfrm>
            <a:off x="6915150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818" name="Rectangle 57"/>
          <p:cNvSpPr>
            <a:spLocks noChangeArrowheads="1"/>
          </p:cNvSpPr>
          <p:nvPr/>
        </p:nvSpPr>
        <p:spPr bwMode="auto">
          <a:xfrm>
            <a:off x="6319838" y="1235075"/>
            <a:ext cx="7334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819" name="Line 58"/>
          <p:cNvSpPr>
            <a:spLocks noChangeShapeType="1"/>
          </p:cNvSpPr>
          <p:nvPr/>
        </p:nvSpPr>
        <p:spPr bwMode="auto">
          <a:xfrm>
            <a:off x="7108825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20" name="Line 59"/>
          <p:cNvSpPr>
            <a:spLocks noChangeShapeType="1"/>
          </p:cNvSpPr>
          <p:nvPr/>
        </p:nvSpPr>
        <p:spPr bwMode="auto">
          <a:xfrm>
            <a:off x="710882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5821" name="Line 60"/>
          <p:cNvSpPr>
            <a:spLocks noChangeShapeType="1"/>
          </p:cNvSpPr>
          <p:nvPr/>
        </p:nvSpPr>
        <p:spPr bwMode="auto">
          <a:xfrm>
            <a:off x="73152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22" name="Line 61"/>
          <p:cNvSpPr>
            <a:spLocks noChangeShapeType="1"/>
          </p:cNvSpPr>
          <p:nvPr/>
        </p:nvSpPr>
        <p:spPr bwMode="auto">
          <a:xfrm>
            <a:off x="75152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23" name="Line 62"/>
          <p:cNvSpPr>
            <a:spLocks noChangeShapeType="1"/>
          </p:cNvSpPr>
          <p:nvPr/>
        </p:nvSpPr>
        <p:spPr bwMode="auto">
          <a:xfrm>
            <a:off x="77200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24" name="Rectangle 63"/>
          <p:cNvSpPr>
            <a:spLocks noChangeArrowheads="1"/>
          </p:cNvSpPr>
          <p:nvPr/>
        </p:nvSpPr>
        <p:spPr bwMode="auto">
          <a:xfrm>
            <a:off x="7132638" y="1555750"/>
            <a:ext cx="1603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825" name="Rectangle 64"/>
          <p:cNvSpPr>
            <a:spLocks noChangeArrowheads="1"/>
          </p:cNvSpPr>
          <p:nvPr/>
        </p:nvSpPr>
        <p:spPr bwMode="auto">
          <a:xfrm>
            <a:off x="7335838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826" name="Rectangle 65"/>
          <p:cNvSpPr>
            <a:spLocks noChangeArrowheads="1"/>
          </p:cNvSpPr>
          <p:nvPr/>
        </p:nvSpPr>
        <p:spPr bwMode="auto">
          <a:xfrm>
            <a:off x="7539038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827" name="Rectangle 66"/>
          <p:cNvSpPr>
            <a:spLocks noChangeArrowheads="1"/>
          </p:cNvSpPr>
          <p:nvPr/>
        </p:nvSpPr>
        <p:spPr bwMode="auto">
          <a:xfrm>
            <a:off x="7742238" y="1555750"/>
            <a:ext cx="1571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828" name="Rectangle 67"/>
          <p:cNvSpPr>
            <a:spLocks noChangeArrowheads="1"/>
          </p:cNvSpPr>
          <p:nvPr/>
        </p:nvSpPr>
        <p:spPr bwMode="auto">
          <a:xfrm>
            <a:off x="7145338" y="1235075"/>
            <a:ext cx="7350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5829" name="Line 68"/>
          <p:cNvSpPr>
            <a:spLocks noChangeShapeType="1"/>
          </p:cNvSpPr>
          <p:nvPr/>
        </p:nvSpPr>
        <p:spPr bwMode="auto">
          <a:xfrm>
            <a:off x="79232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5830" name="Line 69"/>
          <p:cNvSpPr>
            <a:spLocks noChangeShapeType="1"/>
          </p:cNvSpPr>
          <p:nvPr/>
        </p:nvSpPr>
        <p:spPr bwMode="auto">
          <a:xfrm>
            <a:off x="81280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31" name="Line 70"/>
          <p:cNvSpPr>
            <a:spLocks noChangeShapeType="1"/>
          </p:cNvSpPr>
          <p:nvPr/>
        </p:nvSpPr>
        <p:spPr bwMode="auto">
          <a:xfrm>
            <a:off x="83312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32" name="Line 71"/>
          <p:cNvSpPr>
            <a:spLocks noChangeShapeType="1"/>
          </p:cNvSpPr>
          <p:nvPr/>
        </p:nvSpPr>
        <p:spPr bwMode="auto">
          <a:xfrm>
            <a:off x="85328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5833" name="Rectangle 72"/>
          <p:cNvSpPr>
            <a:spLocks noChangeArrowheads="1"/>
          </p:cNvSpPr>
          <p:nvPr/>
        </p:nvSpPr>
        <p:spPr bwMode="auto">
          <a:xfrm>
            <a:off x="7947025" y="1555750"/>
            <a:ext cx="1587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5834" name="Rectangle 73"/>
          <p:cNvSpPr>
            <a:spLocks noChangeArrowheads="1"/>
          </p:cNvSpPr>
          <p:nvPr/>
        </p:nvSpPr>
        <p:spPr bwMode="auto">
          <a:xfrm>
            <a:off x="8150225" y="1555750"/>
            <a:ext cx="1571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5835" name="Rectangle 74"/>
          <p:cNvSpPr>
            <a:spLocks noChangeArrowheads="1"/>
          </p:cNvSpPr>
          <p:nvPr/>
        </p:nvSpPr>
        <p:spPr bwMode="auto">
          <a:xfrm>
            <a:off x="8353425" y="1555750"/>
            <a:ext cx="1571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5836" name="Rectangle 75"/>
          <p:cNvSpPr>
            <a:spLocks noChangeArrowheads="1"/>
          </p:cNvSpPr>
          <p:nvPr/>
        </p:nvSpPr>
        <p:spPr bwMode="auto">
          <a:xfrm>
            <a:off x="8556625" y="1555750"/>
            <a:ext cx="1571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5837" name="Rectangle 76"/>
          <p:cNvSpPr>
            <a:spLocks noChangeArrowheads="1"/>
          </p:cNvSpPr>
          <p:nvPr/>
        </p:nvSpPr>
        <p:spPr bwMode="auto">
          <a:xfrm>
            <a:off x="7961313" y="1235075"/>
            <a:ext cx="7350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A4AFE72-12B1-4ABF-A6FF-F5B75F2B160C}" type="slidenum">
              <a:rPr lang="zh-CN" altLang="en-US" smtClean="0"/>
              <a:pPr defTabSz="895350"/>
              <a:t>238</a:t>
            </a:fld>
            <a:endParaRPr lang="en-US" altLang="zh-CN"/>
          </a:p>
        </p:txBody>
      </p:sp>
      <p:sp>
        <p:nvSpPr>
          <p:cNvPr id="246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678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6789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6790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791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792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6793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6794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6795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6796" name="Line 11"/>
          <p:cNvSpPr>
            <a:spLocks noChangeShapeType="1"/>
          </p:cNvSpPr>
          <p:nvPr/>
        </p:nvSpPr>
        <p:spPr bwMode="auto">
          <a:xfrm>
            <a:off x="3032125" y="1484313"/>
            <a:ext cx="5707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6797" name="Line 12"/>
          <p:cNvSpPr>
            <a:spLocks noChangeShapeType="1"/>
          </p:cNvSpPr>
          <p:nvPr/>
        </p:nvSpPr>
        <p:spPr bwMode="auto">
          <a:xfrm>
            <a:off x="303053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798" name="Line 13"/>
          <p:cNvSpPr>
            <a:spLocks noChangeShapeType="1"/>
          </p:cNvSpPr>
          <p:nvPr/>
        </p:nvSpPr>
        <p:spPr bwMode="auto">
          <a:xfrm>
            <a:off x="374015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799" name="Line 14"/>
          <p:cNvSpPr>
            <a:spLocks noChangeShapeType="1"/>
          </p:cNvSpPr>
          <p:nvPr/>
        </p:nvSpPr>
        <p:spPr bwMode="auto">
          <a:xfrm>
            <a:off x="32083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00" name="Line 15"/>
          <p:cNvSpPr>
            <a:spLocks noChangeShapeType="1"/>
          </p:cNvSpPr>
          <p:nvPr/>
        </p:nvSpPr>
        <p:spPr bwMode="auto">
          <a:xfrm>
            <a:off x="33861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01" name="Line 16"/>
          <p:cNvSpPr>
            <a:spLocks noChangeShapeType="1"/>
          </p:cNvSpPr>
          <p:nvPr/>
        </p:nvSpPr>
        <p:spPr bwMode="auto">
          <a:xfrm>
            <a:off x="35623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02" name="Rectangle 17"/>
          <p:cNvSpPr>
            <a:spLocks noChangeArrowheads="1"/>
          </p:cNvSpPr>
          <p:nvPr/>
        </p:nvSpPr>
        <p:spPr bwMode="auto">
          <a:xfrm>
            <a:off x="3051175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03" name="Rectangle 18"/>
          <p:cNvSpPr>
            <a:spLocks noChangeArrowheads="1"/>
          </p:cNvSpPr>
          <p:nvPr/>
        </p:nvSpPr>
        <p:spPr bwMode="auto">
          <a:xfrm>
            <a:off x="3228975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04" name="Rectangle 19"/>
          <p:cNvSpPr>
            <a:spLocks noChangeArrowheads="1"/>
          </p:cNvSpPr>
          <p:nvPr/>
        </p:nvSpPr>
        <p:spPr bwMode="auto">
          <a:xfrm>
            <a:off x="3405188" y="1555750"/>
            <a:ext cx="1381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05" name="Rectangle 20"/>
          <p:cNvSpPr>
            <a:spLocks noChangeArrowheads="1"/>
          </p:cNvSpPr>
          <p:nvPr/>
        </p:nvSpPr>
        <p:spPr bwMode="auto">
          <a:xfrm>
            <a:off x="3584575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06" name="Rectangle 21"/>
          <p:cNvSpPr>
            <a:spLocks noChangeArrowheads="1"/>
          </p:cNvSpPr>
          <p:nvPr/>
        </p:nvSpPr>
        <p:spPr bwMode="auto">
          <a:xfrm>
            <a:off x="3062288" y="1235075"/>
            <a:ext cx="6429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07" name="Line 22"/>
          <p:cNvSpPr>
            <a:spLocks noChangeShapeType="1"/>
          </p:cNvSpPr>
          <p:nvPr/>
        </p:nvSpPr>
        <p:spPr bwMode="auto">
          <a:xfrm>
            <a:off x="4448175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08" name="Line 23"/>
          <p:cNvSpPr>
            <a:spLocks noChangeShapeType="1"/>
          </p:cNvSpPr>
          <p:nvPr/>
        </p:nvSpPr>
        <p:spPr bwMode="auto">
          <a:xfrm>
            <a:off x="39163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09" name="Line 24"/>
          <p:cNvSpPr>
            <a:spLocks noChangeShapeType="1"/>
          </p:cNvSpPr>
          <p:nvPr/>
        </p:nvSpPr>
        <p:spPr bwMode="auto">
          <a:xfrm>
            <a:off x="40957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10" name="Line 25"/>
          <p:cNvSpPr>
            <a:spLocks noChangeShapeType="1"/>
          </p:cNvSpPr>
          <p:nvPr/>
        </p:nvSpPr>
        <p:spPr bwMode="auto">
          <a:xfrm>
            <a:off x="42719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11" name="Rectangle 26"/>
          <p:cNvSpPr>
            <a:spLocks noChangeArrowheads="1"/>
          </p:cNvSpPr>
          <p:nvPr/>
        </p:nvSpPr>
        <p:spPr bwMode="auto">
          <a:xfrm>
            <a:off x="3759200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12" name="Rectangle 27"/>
          <p:cNvSpPr>
            <a:spLocks noChangeArrowheads="1"/>
          </p:cNvSpPr>
          <p:nvPr/>
        </p:nvSpPr>
        <p:spPr bwMode="auto">
          <a:xfrm>
            <a:off x="393700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13" name="Rectangle 28"/>
          <p:cNvSpPr>
            <a:spLocks noChangeArrowheads="1"/>
          </p:cNvSpPr>
          <p:nvPr/>
        </p:nvSpPr>
        <p:spPr bwMode="auto">
          <a:xfrm>
            <a:off x="4113213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14" name="Rectangle 29"/>
          <p:cNvSpPr>
            <a:spLocks noChangeArrowheads="1"/>
          </p:cNvSpPr>
          <p:nvPr/>
        </p:nvSpPr>
        <p:spPr bwMode="auto">
          <a:xfrm>
            <a:off x="429260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15" name="Rectangle 30"/>
          <p:cNvSpPr>
            <a:spLocks noChangeArrowheads="1"/>
          </p:cNvSpPr>
          <p:nvPr/>
        </p:nvSpPr>
        <p:spPr bwMode="auto">
          <a:xfrm>
            <a:off x="3771900" y="1235075"/>
            <a:ext cx="6413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16" name="Line 31"/>
          <p:cNvSpPr>
            <a:spLocks noChangeShapeType="1"/>
          </p:cNvSpPr>
          <p:nvPr/>
        </p:nvSpPr>
        <p:spPr bwMode="auto">
          <a:xfrm>
            <a:off x="46259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17" name="Line 32"/>
          <p:cNvSpPr>
            <a:spLocks noChangeShapeType="1"/>
          </p:cNvSpPr>
          <p:nvPr/>
        </p:nvSpPr>
        <p:spPr bwMode="auto">
          <a:xfrm>
            <a:off x="48037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18" name="Line 33"/>
          <p:cNvSpPr>
            <a:spLocks noChangeShapeType="1"/>
          </p:cNvSpPr>
          <p:nvPr/>
        </p:nvSpPr>
        <p:spPr bwMode="auto">
          <a:xfrm>
            <a:off x="49815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19" name="Rectangle 34"/>
          <p:cNvSpPr>
            <a:spLocks noChangeArrowheads="1"/>
          </p:cNvSpPr>
          <p:nvPr/>
        </p:nvSpPr>
        <p:spPr bwMode="auto">
          <a:xfrm>
            <a:off x="4468813" y="1555750"/>
            <a:ext cx="1381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20" name="Rectangle 35"/>
          <p:cNvSpPr>
            <a:spLocks noChangeArrowheads="1"/>
          </p:cNvSpPr>
          <p:nvPr/>
        </p:nvSpPr>
        <p:spPr bwMode="auto">
          <a:xfrm>
            <a:off x="4645025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21" name="Rectangle 36"/>
          <p:cNvSpPr>
            <a:spLocks noChangeArrowheads="1"/>
          </p:cNvSpPr>
          <p:nvPr/>
        </p:nvSpPr>
        <p:spPr bwMode="auto">
          <a:xfrm>
            <a:off x="4822825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22" name="Rectangle 37"/>
          <p:cNvSpPr>
            <a:spLocks noChangeArrowheads="1"/>
          </p:cNvSpPr>
          <p:nvPr/>
        </p:nvSpPr>
        <p:spPr bwMode="auto">
          <a:xfrm>
            <a:off x="5000625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23" name="Rectangle 38"/>
          <p:cNvSpPr>
            <a:spLocks noChangeArrowheads="1"/>
          </p:cNvSpPr>
          <p:nvPr/>
        </p:nvSpPr>
        <p:spPr bwMode="auto">
          <a:xfrm>
            <a:off x="4481513" y="1235075"/>
            <a:ext cx="6413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24" name="Line 39"/>
          <p:cNvSpPr>
            <a:spLocks noChangeShapeType="1"/>
          </p:cNvSpPr>
          <p:nvPr/>
        </p:nvSpPr>
        <p:spPr bwMode="auto">
          <a:xfrm>
            <a:off x="516096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825" name="Line 40"/>
          <p:cNvSpPr>
            <a:spLocks noChangeShapeType="1"/>
          </p:cNvSpPr>
          <p:nvPr/>
        </p:nvSpPr>
        <p:spPr bwMode="auto">
          <a:xfrm>
            <a:off x="5868988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26" name="Line 41"/>
          <p:cNvSpPr>
            <a:spLocks noChangeShapeType="1"/>
          </p:cNvSpPr>
          <p:nvPr/>
        </p:nvSpPr>
        <p:spPr bwMode="auto">
          <a:xfrm>
            <a:off x="53403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27" name="Line 42"/>
          <p:cNvSpPr>
            <a:spLocks noChangeShapeType="1"/>
          </p:cNvSpPr>
          <p:nvPr/>
        </p:nvSpPr>
        <p:spPr bwMode="auto">
          <a:xfrm>
            <a:off x="55149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28" name="Line 43"/>
          <p:cNvSpPr>
            <a:spLocks noChangeShapeType="1"/>
          </p:cNvSpPr>
          <p:nvPr/>
        </p:nvSpPr>
        <p:spPr bwMode="auto">
          <a:xfrm>
            <a:off x="56927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29" name="Rectangle 44"/>
          <p:cNvSpPr>
            <a:spLocks noChangeArrowheads="1"/>
          </p:cNvSpPr>
          <p:nvPr/>
        </p:nvSpPr>
        <p:spPr bwMode="auto">
          <a:xfrm>
            <a:off x="518160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30" name="Rectangle 45"/>
          <p:cNvSpPr>
            <a:spLocks noChangeArrowheads="1"/>
          </p:cNvSpPr>
          <p:nvPr/>
        </p:nvSpPr>
        <p:spPr bwMode="auto">
          <a:xfrm>
            <a:off x="5359400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31" name="Rectangle 46"/>
          <p:cNvSpPr>
            <a:spLocks noChangeArrowheads="1"/>
          </p:cNvSpPr>
          <p:nvPr/>
        </p:nvSpPr>
        <p:spPr bwMode="auto">
          <a:xfrm>
            <a:off x="553720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32" name="Rectangle 47"/>
          <p:cNvSpPr>
            <a:spLocks noChangeArrowheads="1"/>
          </p:cNvSpPr>
          <p:nvPr/>
        </p:nvSpPr>
        <p:spPr bwMode="auto">
          <a:xfrm>
            <a:off x="5711825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33" name="Rectangle 48"/>
          <p:cNvSpPr>
            <a:spLocks noChangeArrowheads="1"/>
          </p:cNvSpPr>
          <p:nvPr/>
        </p:nvSpPr>
        <p:spPr bwMode="auto">
          <a:xfrm>
            <a:off x="5192713" y="1235075"/>
            <a:ext cx="6413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34" name="Line 49"/>
          <p:cNvSpPr>
            <a:spLocks noChangeShapeType="1"/>
          </p:cNvSpPr>
          <p:nvPr/>
        </p:nvSpPr>
        <p:spPr bwMode="auto">
          <a:xfrm>
            <a:off x="586898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835" name="Line 50"/>
          <p:cNvSpPr>
            <a:spLocks noChangeShapeType="1"/>
          </p:cNvSpPr>
          <p:nvPr/>
        </p:nvSpPr>
        <p:spPr bwMode="auto">
          <a:xfrm>
            <a:off x="60499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36" name="Line 51"/>
          <p:cNvSpPr>
            <a:spLocks noChangeShapeType="1"/>
          </p:cNvSpPr>
          <p:nvPr/>
        </p:nvSpPr>
        <p:spPr bwMode="auto">
          <a:xfrm>
            <a:off x="62230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37" name="Line 52"/>
          <p:cNvSpPr>
            <a:spLocks noChangeShapeType="1"/>
          </p:cNvSpPr>
          <p:nvPr/>
        </p:nvSpPr>
        <p:spPr bwMode="auto">
          <a:xfrm>
            <a:off x="64023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38" name="Rectangle 53"/>
          <p:cNvSpPr>
            <a:spLocks noChangeArrowheads="1"/>
          </p:cNvSpPr>
          <p:nvPr/>
        </p:nvSpPr>
        <p:spPr bwMode="auto">
          <a:xfrm>
            <a:off x="5891213" y="1555750"/>
            <a:ext cx="1381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39" name="Rectangle 54"/>
          <p:cNvSpPr>
            <a:spLocks noChangeArrowheads="1"/>
          </p:cNvSpPr>
          <p:nvPr/>
        </p:nvSpPr>
        <p:spPr bwMode="auto">
          <a:xfrm>
            <a:off x="6067425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40" name="Rectangle 55"/>
          <p:cNvSpPr>
            <a:spLocks noChangeArrowheads="1"/>
          </p:cNvSpPr>
          <p:nvPr/>
        </p:nvSpPr>
        <p:spPr bwMode="auto">
          <a:xfrm>
            <a:off x="6245225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41" name="Rectangle 56"/>
          <p:cNvSpPr>
            <a:spLocks noChangeArrowheads="1"/>
          </p:cNvSpPr>
          <p:nvPr/>
        </p:nvSpPr>
        <p:spPr bwMode="auto">
          <a:xfrm>
            <a:off x="6421438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42" name="Rectangle 57"/>
          <p:cNvSpPr>
            <a:spLocks noChangeArrowheads="1"/>
          </p:cNvSpPr>
          <p:nvPr/>
        </p:nvSpPr>
        <p:spPr bwMode="auto">
          <a:xfrm>
            <a:off x="5902325" y="1235075"/>
            <a:ext cx="6413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43" name="Line 58"/>
          <p:cNvSpPr>
            <a:spLocks noChangeShapeType="1"/>
          </p:cNvSpPr>
          <p:nvPr/>
        </p:nvSpPr>
        <p:spPr bwMode="auto">
          <a:xfrm>
            <a:off x="658971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44" name="Line 59"/>
          <p:cNvSpPr>
            <a:spLocks noChangeShapeType="1"/>
          </p:cNvSpPr>
          <p:nvPr/>
        </p:nvSpPr>
        <p:spPr bwMode="auto">
          <a:xfrm>
            <a:off x="65897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845" name="Line 60"/>
          <p:cNvSpPr>
            <a:spLocks noChangeShapeType="1"/>
          </p:cNvSpPr>
          <p:nvPr/>
        </p:nvSpPr>
        <p:spPr bwMode="auto">
          <a:xfrm>
            <a:off x="67706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46" name="Line 61"/>
          <p:cNvSpPr>
            <a:spLocks noChangeShapeType="1"/>
          </p:cNvSpPr>
          <p:nvPr/>
        </p:nvSpPr>
        <p:spPr bwMode="auto">
          <a:xfrm>
            <a:off x="69453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47" name="Line 62"/>
          <p:cNvSpPr>
            <a:spLocks noChangeShapeType="1"/>
          </p:cNvSpPr>
          <p:nvPr/>
        </p:nvSpPr>
        <p:spPr bwMode="auto">
          <a:xfrm>
            <a:off x="71247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48" name="Rectangle 63"/>
          <p:cNvSpPr>
            <a:spLocks noChangeArrowheads="1"/>
          </p:cNvSpPr>
          <p:nvPr/>
        </p:nvSpPr>
        <p:spPr bwMode="auto">
          <a:xfrm>
            <a:off x="6611938" y="1555750"/>
            <a:ext cx="1397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49" name="Rectangle 64"/>
          <p:cNvSpPr>
            <a:spLocks noChangeArrowheads="1"/>
          </p:cNvSpPr>
          <p:nvPr/>
        </p:nvSpPr>
        <p:spPr bwMode="auto">
          <a:xfrm>
            <a:off x="6789738" y="1555750"/>
            <a:ext cx="1381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50" name="Rectangle 65"/>
          <p:cNvSpPr>
            <a:spLocks noChangeArrowheads="1"/>
          </p:cNvSpPr>
          <p:nvPr/>
        </p:nvSpPr>
        <p:spPr bwMode="auto">
          <a:xfrm>
            <a:off x="6967538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51" name="Rectangle 66"/>
          <p:cNvSpPr>
            <a:spLocks noChangeArrowheads="1"/>
          </p:cNvSpPr>
          <p:nvPr/>
        </p:nvSpPr>
        <p:spPr bwMode="auto">
          <a:xfrm>
            <a:off x="714375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52" name="Rectangle 67"/>
          <p:cNvSpPr>
            <a:spLocks noChangeArrowheads="1"/>
          </p:cNvSpPr>
          <p:nvPr/>
        </p:nvSpPr>
        <p:spPr bwMode="auto">
          <a:xfrm>
            <a:off x="6623050" y="1235075"/>
            <a:ext cx="6413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53" name="Line 68"/>
          <p:cNvSpPr>
            <a:spLocks noChangeShapeType="1"/>
          </p:cNvSpPr>
          <p:nvPr/>
        </p:nvSpPr>
        <p:spPr bwMode="auto">
          <a:xfrm>
            <a:off x="73009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854" name="Line 69"/>
          <p:cNvSpPr>
            <a:spLocks noChangeShapeType="1"/>
          </p:cNvSpPr>
          <p:nvPr/>
        </p:nvSpPr>
        <p:spPr bwMode="auto">
          <a:xfrm>
            <a:off x="74803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55" name="Line 70"/>
          <p:cNvSpPr>
            <a:spLocks noChangeShapeType="1"/>
          </p:cNvSpPr>
          <p:nvPr/>
        </p:nvSpPr>
        <p:spPr bwMode="auto">
          <a:xfrm>
            <a:off x="76581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56" name="Line 71"/>
          <p:cNvSpPr>
            <a:spLocks noChangeShapeType="1"/>
          </p:cNvSpPr>
          <p:nvPr/>
        </p:nvSpPr>
        <p:spPr bwMode="auto">
          <a:xfrm>
            <a:off x="78343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57" name="Rectangle 72"/>
          <p:cNvSpPr>
            <a:spLocks noChangeArrowheads="1"/>
          </p:cNvSpPr>
          <p:nvPr/>
        </p:nvSpPr>
        <p:spPr bwMode="auto">
          <a:xfrm>
            <a:off x="732155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58" name="Rectangle 73"/>
          <p:cNvSpPr>
            <a:spLocks noChangeArrowheads="1"/>
          </p:cNvSpPr>
          <p:nvPr/>
        </p:nvSpPr>
        <p:spPr bwMode="auto">
          <a:xfrm>
            <a:off x="7499350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59" name="Rectangle 74"/>
          <p:cNvSpPr>
            <a:spLocks noChangeArrowheads="1"/>
          </p:cNvSpPr>
          <p:nvPr/>
        </p:nvSpPr>
        <p:spPr bwMode="auto">
          <a:xfrm>
            <a:off x="7677150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60" name="Rectangle 75"/>
          <p:cNvSpPr>
            <a:spLocks noChangeArrowheads="1"/>
          </p:cNvSpPr>
          <p:nvPr/>
        </p:nvSpPr>
        <p:spPr bwMode="auto">
          <a:xfrm>
            <a:off x="7854950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61" name="Rectangle 76"/>
          <p:cNvSpPr>
            <a:spLocks noChangeArrowheads="1"/>
          </p:cNvSpPr>
          <p:nvPr/>
        </p:nvSpPr>
        <p:spPr bwMode="auto">
          <a:xfrm>
            <a:off x="7335838" y="1235075"/>
            <a:ext cx="6413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6862" name="Line 77"/>
          <p:cNvSpPr>
            <a:spLocks noChangeShapeType="1"/>
          </p:cNvSpPr>
          <p:nvPr/>
        </p:nvSpPr>
        <p:spPr bwMode="auto">
          <a:xfrm>
            <a:off x="802322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6863" name="Line 78"/>
          <p:cNvSpPr>
            <a:spLocks noChangeShapeType="1"/>
          </p:cNvSpPr>
          <p:nvPr/>
        </p:nvSpPr>
        <p:spPr bwMode="auto">
          <a:xfrm>
            <a:off x="82026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64" name="Line 79"/>
          <p:cNvSpPr>
            <a:spLocks noChangeShapeType="1"/>
          </p:cNvSpPr>
          <p:nvPr/>
        </p:nvSpPr>
        <p:spPr bwMode="auto">
          <a:xfrm>
            <a:off x="83788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65" name="Line 80"/>
          <p:cNvSpPr>
            <a:spLocks noChangeShapeType="1"/>
          </p:cNvSpPr>
          <p:nvPr/>
        </p:nvSpPr>
        <p:spPr bwMode="auto">
          <a:xfrm>
            <a:off x="85566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6866" name="Rectangle 81"/>
          <p:cNvSpPr>
            <a:spLocks noChangeArrowheads="1"/>
          </p:cNvSpPr>
          <p:nvPr/>
        </p:nvSpPr>
        <p:spPr bwMode="auto">
          <a:xfrm>
            <a:off x="8043863" y="1555750"/>
            <a:ext cx="1381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6867" name="Rectangle 82"/>
          <p:cNvSpPr>
            <a:spLocks noChangeArrowheads="1"/>
          </p:cNvSpPr>
          <p:nvPr/>
        </p:nvSpPr>
        <p:spPr bwMode="auto">
          <a:xfrm>
            <a:off x="8221663" y="1555750"/>
            <a:ext cx="1381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6868" name="Rectangle 83"/>
          <p:cNvSpPr>
            <a:spLocks noChangeArrowheads="1"/>
          </p:cNvSpPr>
          <p:nvPr/>
        </p:nvSpPr>
        <p:spPr bwMode="auto">
          <a:xfrm>
            <a:off x="8397875" y="1555750"/>
            <a:ext cx="1381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6869" name="Rectangle 84"/>
          <p:cNvSpPr>
            <a:spLocks noChangeArrowheads="1"/>
          </p:cNvSpPr>
          <p:nvPr/>
        </p:nvSpPr>
        <p:spPr bwMode="auto">
          <a:xfrm>
            <a:off x="8577263" y="1555750"/>
            <a:ext cx="136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6870" name="Rectangle 85"/>
          <p:cNvSpPr>
            <a:spLocks noChangeArrowheads="1"/>
          </p:cNvSpPr>
          <p:nvPr/>
        </p:nvSpPr>
        <p:spPr bwMode="auto">
          <a:xfrm>
            <a:off x="8054975" y="1235075"/>
            <a:ext cx="6445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2E2E8DD-3139-4DE1-AAA2-2AC638F5D201}" type="slidenum">
              <a:rPr lang="zh-CN" altLang="en-US" smtClean="0"/>
              <a:pPr defTabSz="895350"/>
              <a:t>239</a:t>
            </a:fld>
            <a:endParaRPr lang="en-US" altLang="zh-CN"/>
          </a:p>
        </p:txBody>
      </p:sp>
      <p:sp>
        <p:nvSpPr>
          <p:cNvPr id="247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781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7813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7814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15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16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7817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7818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7819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7820" name="Line 11"/>
          <p:cNvSpPr>
            <a:spLocks noChangeShapeType="1"/>
          </p:cNvSpPr>
          <p:nvPr/>
        </p:nvSpPr>
        <p:spPr bwMode="auto">
          <a:xfrm>
            <a:off x="2982913" y="1484313"/>
            <a:ext cx="5756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7821" name="Line 12"/>
          <p:cNvSpPr>
            <a:spLocks noChangeShapeType="1"/>
          </p:cNvSpPr>
          <p:nvPr/>
        </p:nvSpPr>
        <p:spPr bwMode="auto">
          <a:xfrm>
            <a:off x="361791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22" name="Line 13"/>
          <p:cNvSpPr>
            <a:spLocks noChangeShapeType="1"/>
          </p:cNvSpPr>
          <p:nvPr/>
        </p:nvSpPr>
        <p:spPr bwMode="auto">
          <a:xfrm>
            <a:off x="42545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23" name="Line 14"/>
          <p:cNvSpPr>
            <a:spLocks noChangeShapeType="1"/>
          </p:cNvSpPr>
          <p:nvPr/>
        </p:nvSpPr>
        <p:spPr bwMode="auto">
          <a:xfrm>
            <a:off x="37766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24" name="Line 15"/>
          <p:cNvSpPr>
            <a:spLocks noChangeShapeType="1"/>
          </p:cNvSpPr>
          <p:nvPr/>
        </p:nvSpPr>
        <p:spPr bwMode="auto">
          <a:xfrm>
            <a:off x="39370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25" name="Line 16"/>
          <p:cNvSpPr>
            <a:spLocks noChangeShapeType="1"/>
          </p:cNvSpPr>
          <p:nvPr/>
        </p:nvSpPr>
        <p:spPr bwMode="auto">
          <a:xfrm>
            <a:off x="40957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26" name="Rectangle 17"/>
          <p:cNvSpPr>
            <a:spLocks noChangeArrowheads="1"/>
          </p:cNvSpPr>
          <p:nvPr/>
        </p:nvSpPr>
        <p:spPr bwMode="auto">
          <a:xfrm>
            <a:off x="363696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27" name="Rectangle 18"/>
          <p:cNvSpPr>
            <a:spLocks noChangeArrowheads="1"/>
          </p:cNvSpPr>
          <p:nvPr/>
        </p:nvSpPr>
        <p:spPr bwMode="auto">
          <a:xfrm>
            <a:off x="379571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28" name="Rectangle 19"/>
          <p:cNvSpPr>
            <a:spLocks noChangeArrowheads="1"/>
          </p:cNvSpPr>
          <p:nvPr/>
        </p:nvSpPr>
        <p:spPr bwMode="auto">
          <a:xfrm>
            <a:off x="395446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29" name="Rectangle 20"/>
          <p:cNvSpPr>
            <a:spLocks noChangeArrowheads="1"/>
          </p:cNvSpPr>
          <p:nvPr/>
        </p:nvSpPr>
        <p:spPr bwMode="auto">
          <a:xfrm>
            <a:off x="4114800" y="1555750"/>
            <a:ext cx="1222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30" name="Rectangle 21"/>
          <p:cNvSpPr>
            <a:spLocks noChangeArrowheads="1"/>
          </p:cNvSpPr>
          <p:nvPr/>
        </p:nvSpPr>
        <p:spPr bwMode="auto">
          <a:xfrm>
            <a:off x="3646488" y="1235075"/>
            <a:ext cx="5762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31" name="Line 22"/>
          <p:cNvSpPr>
            <a:spLocks noChangeShapeType="1"/>
          </p:cNvSpPr>
          <p:nvPr/>
        </p:nvSpPr>
        <p:spPr bwMode="auto">
          <a:xfrm>
            <a:off x="48895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32" name="Line 23"/>
          <p:cNvSpPr>
            <a:spLocks noChangeShapeType="1"/>
          </p:cNvSpPr>
          <p:nvPr/>
        </p:nvSpPr>
        <p:spPr bwMode="auto">
          <a:xfrm>
            <a:off x="44132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33" name="Line 24"/>
          <p:cNvSpPr>
            <a:spLocks noChangeShapeType="1"/>
          </p:cNvSpPr>
          <p:nvPr/>
        </p:nvSpPr>
        <p:spPr bwMode="auto">
          <a:xfrm>
            <a:off x="45735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34" name="Line 25"/>
          <p:cNvSpPr>
            <a:spLocks noChangeShapeType="1"/>
          </p:cNvSpPr>
          <p:nvPr/>
        </p:nvSpPr>
        <p:spPr bwMode="auto">
          <a:xfrm>
            <a:off x="47323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35" name="Rectangle 26"/>
          <p:cNvSpPr>
            <a:spLocks noChangeArrowheads="1"/>
          </p:cNvSpPr>
          <p:nvPr/>
        </p:nvSpPr>
        <p:spPr bwMode="auto">
          <a:xfrm>
            <a:off x="4271963" y="1555750"/>
            <a:ext cx="1254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36" name="Rectangle 27"/>
          <p:cNvSpPr>
            <a:spLocks noChangeArrowheads="1"/>
          </p:cNvSpPr>
          <p:nvPr/>
        </p:nvSpPr>
        <p:spPr bwMode="auto">
          <a:xfrm>
            <a:off x="443071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37" name="Rectangle 28"/>
          <p:cNvSpPr>
            <a:spLocks noChangeArrowheads="1"/>
          </p:cNvSpPr>
          <p:nvPr/>
        </p:nvSpPr>
        <p:spPr bwMode="auto">
          <a:xfrm>
            <a:off x="4589463" y="1555750"/>
            <a:ext cx="1254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38" name="Rectangle 29"/>
          <p:cNvSpPr>
            <a:spLocks noChangeArrowheads="1"/>
          </p:cNvSpPr>
          <p:nvPr/>
        </p:nvSpPr>
        <p:spPr bwMode="auto">
          <a:xfrm>
            <a:off x="47498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39" name="Rectangle 30"/>
          <p:cNvSpPr>
            <a:spLocks noChangeArrowheads="1"/>
          </p:cNvSpPr>
          <p:nvPr/>
        </p:nvSpPr>
        <p:spPr bwMode="auto">
          <a:xfrm>
            <a:off x="4283075" y="1235075"/>
            <a:ext cx="5746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40" name="Line 31"/>
          <p:cNvSpPr>
            <a:spLocks noChangeShapeType="1"/>
          </p:cNvSpPr>
          <p:nvPr/>
        </p:nvSpPr>
        <p:spPr bwMode="auto">
          <a:xfrm>
            <a:off x="50498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41" name="Line 32"/>
          <p:cNvSpPr>
            <a:spLocks noChangeShapeType="1"/>
          </p:cNvSpPr>
          <p:nvPr/>
        </p:nvSpPr>
        <p:spPr bwMode="auto">
          <a:xfrm>
            <a:off x="52085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42" name="Line 33"/>
          <p:cNvSpPr>
            <a:spLocks noChangeShapeType="1"/>
          </p:cNvSpPr>
          <p:nvPr/>
        </p:nvSpPr>
        <p:spPr bwMode="auto">
          <a:xfrm>
            <a:off x="53689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43" name="Rectangle 34"/>
          <p:cNvSpPr>
            <a:spLocks noChangeArrowheads="1"/>
          </p:cNvSpPr>
          <p:nvPr/>
        </p:nvSpPr>
        <p:spPr bwMode="auto">
          <a:xfrm>
            <a:off x="490855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44" name="Rectangle 35"/>
          <p:cNvSpPr>
            <a:spLocks noChangeArrowheads="1"/>
          </p:cNvSpPr>
          <p:nvPr/>
        </p:nvSpPr>
        <p:spPr bwMode="auto">
          <a:xfrm>
            <a:off x="5065713" y="1555750"/>
            <a:ext cx="1254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45" name="Rectangle 36"/>
          <p:cNvSpPr>
            <a:spLocks noChangeArrowheads="1"/>
          </p:cNvSpPr>
          <p:nvPr/>
        </p:nvSpPr>
        <p:spPr bwMode="auto">
          <a:xfrm>
            <a:off x="522605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46" name="Rectangle 37"/>
          <p:cNvSpPr>
            <a:spLocks noChangeArrowheads="1"/>
          </p:cNvSpPr>
          <p:nvPr/>
        </p:nvSpPr>
        <p:spPr bwMode="auto">
          <a:xfrm>
            <a:off x="5384800" y="1555750"/>
            <a:ext cx="1254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47" name="Rectangle 38"/>
          <p:cNvSpPr>
            <a:spLocks noChangeArrowheads="1"/>
          </p:cNvSpPr>
          <p:nvPr/>
        </p:nvSpPr>
        <p:spPr bwMode="auto">
          <a:xfrm>
            <a:off x="4919663" y="1235075"/>
            <a:ext cx="5746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48" name="Line 39"/>
          <p:cNvSpPr>
            <a:spLocks noChangeShapeType="1"/>
          </p:cNvSpPr>
          <p:nvPr/>
        </p:nvSpPr>
        <p:spPr bwMode="auto">
          <a:xfrm>
            <a:off x="552926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49" name="Line 40"/>
          <p:cNvSpPr>
            <a:spLocks noChangeShapeType="1"/>
          </p:cNvSpPr>
          <p:nvPr/>
        </p:nvSpPr>
        <p:spPr bwMode="auto">
          <a:xfrm>
            <a:off x="616426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50" name="Line 41"/>
          <p:cNvSpPr>
            <a:spLocks noChangeShapeType="1"/>
          </p:cNvSpPr>
          <p:nvPr/>
        </p:nvSpPr>
        <p:spPr bwMode="auto">
          <a:xfrm>
            <a:off x="56896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51" name="Line 42"/>
          <p:cNvSpPr>
            <a:spLocks noChangeShapeType="1"/>
          </p:cNvSpPr>
          <p:nvPr/>
        </p:nvSpPr>
        <p:spPr bwMode="auto">
          <a:xfrm>
            <a:off x="58467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52" name="Line 43"/>
          <p:cNvSpPr>
            <a:spLocks noChangeShapeType="1"/>
          </p:cNvSpPr>
          <p:nvPr/>
        </p:nvSpPr>
        <p:spPr bwMode="auto">
          <a:xfrm>
            <a:off x="60055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53" name="Rectangle 44"/>
          <p:cNvSpPr>
            <a:spLocks noChangeArrowheads="1"/>
          </p:cNvSpPr>
          <p:nvPr/>
        </p:nvSpPr>
        <p:spPr bwMode="auto">
          <a:xfrm>
            <a:off x="554831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54" name="Rectangle 45"/>
          <p:cNvSpPr>
            <a:spLocks noChangeArrowheads="1"/>
          </p:cNvSpPr>
          <p:nvPr/>
        </p:nvSpPr>
        <p:spPr bwMode="auto">
          <a:xfrm>
            <a:off x="5707063" y="1555750"/>
            <a:ext cx="1222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55" name="Rectangle 46"/>
          <p:cNvSpPr>
            <a:spLocks noChangeArrowheads="1"/>
          </p:cNvSpPr>
          <p:nvPr/>
        </p:nvSpPr>
        <p:spPr bwMode="auto">
          <a:xfrm>
            <a:off x="58674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56" name="Rectangle 47"/>
          <p:cNvSpPr>
            <a:spLocks noChangeArrowheads="1"/>
          </p:cNvSpPr>
          <p:nvPr/>
        </p:nvSpPr>
        <p:spPr bwMode="auto">
          <a:xfrm>
            <a:off x="6022975" y="1555750"/>
            <a:ext cx="1254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57" name="Rectangle 48"/>
          <p:cNvSpPr>
            <a:spLocks noChangeArrowheads="1"/>
          </p:cNvSpPr>
          <p:nvPr/>
        </p:nvSpPr>
        <p:spPr bwMode="auto">
          <a:xfrm>
            <a:off x="5557838" y="1235075"/>
            <a:ext cx="5746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58" name="Line 49"/>
          <p:cNvSpPr>
            <a:spLocks noChangeShapeType="1"/>
          </p:cNvSpPr>
          <p:nvPr/>
        </p:nvSpPr>
        <p:spPr bwMode="auto">
          <a:xfrm>
            <a:off x="616426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59" name="Line 50"/>
          <p:cNvSpPr>
            <a:spLocks noChangeShapeType="1"/>
          </p:cNvSpPr>
          <p:nvPr/>
        </p:nvSpPr>
        <p:spPr bwMode="auto">
          <a:xfrm>
            <a:off x="63261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60" name="Line 51"/>
          <p:cNvSpPr>
            <a:spLocks noChangeShapeType="1"/>
          </p:cNvSpPr>
          <p:nvPr/>
        </p:nvSpPr>
        <p:spPr bwMode="auto">
          <a:xfrm>
            <a:off x="64817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61" name="Line 52"/>
          <p:cNvSpPr>
            <a:spLocks noChangeShapeType="1"/>
          </p:cNvSpPr>
          <p:nvPr/>
        </p:nvSpPr>
        <p:spPr bwMode="auto">
          <a:xfrm>
            <a:off x="66421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62" name="Rectangle 53"/>
          <p:cNvSpPr>
            <a:spLocks noChangeArrowheads="1"/>
          </p:cNvSpPr>
          <p:nvPr/>
        </p:nvSpPr>
        <p:spPr bwMode="auto">
          <a:xfrm>
            <a:off x="61849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63" name="Rectangle 54"/>
          <p:cNvSpPr>
            <a:spLocks noChangeArrowheads="1"/>
          </p:cNvSpPr>
          <p:nvPr/>
        </p:nvSpPr>
        <p:spPr bwMode="auto">
          <a:xfrm>
            <a:off x="6342063" y="1555750"/>
            <a:ext cx="1222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64" name="Rectangle 55"/>
          <p:cNvSpPr>
            <a:spLocks noChangeArrowheads="1"/>
          </p:cNvSpPr>
          <p:nvPr/>
        </p:nvSpPr>
        <p:spPr bwMode="auto">
          <a:xfrm>
            <a:off x="65024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65" name="Rectangle 56"/>
          <p:cNvSpPr>
            <a:spLocks noChangeArrowheads="1"/>
          </p:cNvSpPr>
          <p:nvPr/>
        </p:nvSpPr>
        <p:spPr bwMode="auto">
          <a:xfrm>
            <a:off x="6659563" y="1555750"/>
            <a:ext cx="1254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66" name="Rectangle 57"/>
          <p:cNvSpPr>
            <a:spLocks noChangeArrowheads="1"/>
          </p:cNvSpPr>
          <p:nvPr/>
        </p:nvSpPr>
        <p:spPr bwMode="auto">
          <a:xfrm>
            <a:off x="6194425" y="1235075"/>
            <a:ext cx="5746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67" name="Line 58"/>
          <p:cNvSpPr>
            <a:spLocks noChangeShapeType="1"/>
          </p:cNvSpPr>
          <p:nvPr/>
        </p:nvSpPr>
        <p:spPr bwMode="auto">
          <a:xfrm>
            <a:off x="6810375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68" name="Line 59"/>
          <p:cNvSpPr>
            <a:spLocks noChangeShapeType="1"/>
          </p:cNvSpPr>
          <p:nvPr/>
        </p:nvSpPr>
        <p:spPr bwMode="auto">
          <a:xfrm>
            <a:off x="681037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69" name="Line 60"/>
          <p:cNvSpPr>
            <a:spLocks noChangeShapeType="1"/>
          </p:cNvSpPr>
          <p:nvPr/>
        </p:nvSpPr>
        <p:spPr bwMode="auto">
          <a:xfrm>
            <a:off x="69738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70" name="Line 61"/>
          <p:cNvSpPr>
            <a:spLocks noChangeShapeType="1"/>
          </p:cNvSpPr>
          <p:nvPr/>
        </p:nvSpPr>
        <p:spPr bwMode="auto">
          <a:xfrm>
            <a:off x="71294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71" name="Line 62"/>
          <p:cNvSpPr>
            <a:spLocks noChangeShapeType="1"/>
          </p:cNvSpPr>
          <p:nvPr/>
        </p:nvSpPr>
        <p:spPr bwMode="auto">
          <a:xfrm>
            <a:off x="72913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72" name="Rectangle 63"/>
          <p:cNvSpPr>
            <a:spLocks noChangeArrowheads="1"/>
          </p:cNvSpPr>
          <p:nvPr/>
        </p:nvSpPr>
        <p:spPr bwMode="auto">
          <a:xfrm>
            <a:off x="6831013" y="1555750"/>
            <a:ext cx="1254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73" name="Rectangle 64"/>
          <p:cNvSpPr>
            <a:spLocks noChangeArrowheads="1"/>
          </p:cNvSpPr>
          <p:nvPr/>
        </p:nvSpPr>
        <p:spPr bwMode="auto">
          <a:xfrm>
            <a:off x="698976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74" name="Rectangle 65"/>
          <p:cNvSpPr>
            <a:spLocks noChangeArrowheads="1"/>
          </p:cNvSpPr>
          <p:nvPr/>
        </p:nvSpPr>
        <p:spPr bwMode="auto">
          <a:xfrm>
            <a:off x="7150100" y="1555750"/>
            <a:ext cx="1222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75" name="Rectangle 66"/>
          <p:cNvSpPr>
            <a:spLocks noChangeArrowheads="1"/>
          </p:cNvSpPr>
          <p:nvPr/>
        </p:nvSpPr>
        <p:spPr bwMode="auto">
          <a:xfrm>
            <a:off x="730726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76" name="Rectangle 67"/>
          <p:cNvSpPr>
            <a:spLocks noChangeArrowheads="1"/>
          </p:cNvSpPr>
          <p:nvPr/>
        </p:nvSpPr>
        <p:spPr bwMode="auto">
          <a:xfrm>
            <a:off x="6840538" y="1235075"/>
            <a:ext cx="5762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77" name="Line 68"/>
          <p:cNvSpPr>
            <a:spLocks noChangeShapeType="1"/>
          </p:cNvSpPr>
          <p:nvPr/>
        </p:nvSpPr>
        <p:spPr bwMode="auto">
          <a:xfrm>
            <a:off x="744855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78" name="Line 69"/>
          <p:cNvSpPr>
            <a:spLocks noChangeShapeType="1"/>
          </p:cNvSpPr>
          <p:nvPr/>
        </p:nvSpPr>
        <p:spPr bwMode="auto">
          <a:xfrm>
            <a:off x="76104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79" name="Line 70"/>
          <p:cNvSpPr>
            <a:spLocks noChangeShapeType="1"/>
          </p:cNvSpPr>
          <p:nvPr/>
        </p:nvSpPr>
        <p:spPr bwMode="auto">
          <a:xfrm>
            <a:off x="77692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80" name="Line 71"/>
          <p:cNvSpPr>
            <a:spLocks noChangeShapeType="1"/>
          </p:cNvSpPr>
          <p:nvPr/>
        </p:nvSpPr>
        <p:spPr bwMode="auto">
          <a:xfrm>
            <a:off x="79279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81" name="Rectangle 72"/>
          <p:cNvSpPr>
            <a:spLocks noChangeArrowheads="1"/>
          </p:cNvSpPr>
          <p:nvPr/>
        </p:nvSpPr>
        <p:spPr bwMode="auto">
          <a:xfrm>
            <a:off x="74676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82" name="Rectangle 73"/>
          <p:cNvSpPr>
            <a:spLocks noChangeArrowheads="1"/>
          </p:cNvSpPr>
          <p:nvPr/>
        </p:nvSpPr>
        <p:spPr bwMode="auto">
          <a:xfrm>
            <a:off x="762635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83" name="Rectangle 74"/>
          <p:cNvSpPr>
            <a:spLocks noChangeArrowheads="1"/>
          </p:cNvSpPr>
          <p:nvPr/>
        </p:nvSpPr>
        <p:spPr bwMode="auto">
          <a:xfrm>
            <a:off x="7786688" y="1555750"/>
            <a:ext cx="1222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84" name="Rectangle 75"/>
          <p:cNvSpPr>
            <a:spLocks noChangeArrowheads="1"/>
          </p:cNvSpPr>
          <p:nvPr/>
        </p:nvSpPr>
        <p:spPr bwMode="auto">
          <a:xfrm>
            <a:off x="7945438" y="1555750"/>
            <a:ext cx="1222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85" name="Rectangle 76"/>
          <p:cNvSpPr>
            <a:spLocks noChangeArrowheads="1"/>
          </p:cNvSpPr>
          <p:nvPr/>
        </p:nvSpPr>
        <p:spPr bwMode="auto">
          <a:xfrm>
            <a:off x="7480300" y="1235075"/>
            <a:ext cx="5746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86" name="Line 77"/>
          <p:cNvSpPr>
            <a:spLocks noChangeShapeType="1"/>
          </p:cNvSpPr>
          <p:nvPr/>
        </p:nvSpPr>
        <p:spPr bwMode="auto">
          <a:xfrm>
            <a:off x="809625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87" name="Line 78"/>
          <p:cNvSpPr>
            <a:spLocks noChangeShapeType="1"/>
          </p:cNvSpPr>
          <p:nvPr/>
        </p:nvSpPr>
        <p:spPr bwMode="auto">
          <a:xfrm>
            <a:off x="82581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88" name="Line 79"/>
          <p:cNvSpPr>
            <a:spLocks noChangeShapeType="1"/>
          </p:cNvSpPr>
          <p:nvPr/>
        </p:nvSpPr>
        <p:spPr bwMode="auto">
          <a:xfrm>
            <a:off x="84153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89" name="Line 80"/>
          <p:cNvSpPr>
            <a:spLocks noChangeShapeType="1"/>
          </p:cNvSpPr>
          <p:nvPr/>
        </p:nvSpPr>
        <p:spPr bwMode="auto">
          <a:xfrm>
            <a:off x="85756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90" name="Rectangle 81"/>
          <p:cNvSpPr>
            <a:spLocks noChangeArrowheads="1"/>
          </p:cNvSpPr>
          <p:nvPr/>
        </p:nvSpPr>
        <p:spPr bwMode="auto">
          <a:xfrm>
            <a:off x="81153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891" name="Rectangle 82"/>
          <p:cNvSpPr>
            <a:spLocks noChangeArrowheads="1"/>
          </p:cNvSpPr>
          <p:nvPr/>
        </p:nvSpPr>
        <p:spPr bwMode="auto">
          <a:xfrm>
            <a:off x="8275638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892" name="Rectangle 83"/>
          <p:cNvSpPr>
            <a:spLocks noChangeArrowheads="1"/>
          </p:cNvSpPr>
          <p:nvPr/>
        </p:nvSpPr>
        <p:spPr bwMode="auto">
          <a:xfrm>
            <a:off x="8432800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893" name="Rectangle 84"/>
          <p:cNvSpPr>
            <a:spLocks noChangeArrowheads="1"/>
          </p:cNvSpPr>
          <p:nvPr/>
        </p:nvSpPr>
        <p:spPr bwMode="auto">
          <a:xfrm>
            <a:off x="8593138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894" name="Rectangle 85"/>
          <p:cNvSpPr>
            <a:spLocks noChangeArrowheads="1"/>
          </p:cNvSpPr>
          <p:nvPr/>
        </p:nvSpPr>
        <p:spPr bwMode="auto">
          <a:xfrm>
            <a:off x="8124825" y="1235075"/>
            <a:ext cx="5794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7895" name="Line 86"/>
          <p:cNvSpPr>
            <a:spLocks noChangeShapeType="1"/>
          </p:cNvSpPr>
          <p:nvPr/>
        </p:nvSpPr>
        <p:spPr bwMode="auto">
          <a:xfrm>
            <a:off x="297656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7896" name="Line 87"/>
          <p:cNvSpPr>
            <a:spLocks noChangeShapeType="1"/>
          </p:cNvSpPr>
          <p:nvPr/>
        </p:nvSpPr>
        <p:spPr bwMode="auto">
          <a:xfrm>
            <a:off x="31353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97" name="Line 88"/>
          <p:cNvSpPr>
            <a:spLocks noChangeShapeType="1"/>
          </p:cNvSpPr>
          <p:nvPr/>
        </p:nvSpPr>
        <p:spPr bwMode="auto">
          <a:xfrm>
            <a:off x="32956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98" name="Line 89"/>
          <p:cNvSpPr>
            <a:spLocks noChangeShapeType="1"/>
          </p:cNvSpPr>
          <p:nvPr/>
        </p:nvSpPr>
        <p:spPr bwMode="auto">
          <a:xfrm>
            <a:off x="34544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7899" name="Rectangle 90"/>
          <p:cNvSpPr>
            <a:spLocks noChangeArrowheads="1"/>
          </p:cNvSpPr>
          <p:nvPr/>
        </p:nvSpPr>
        <p:spPr bwMode="auto">
          <a:xfrm>
            <a:off x="299561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7900" name="Rectangle 91"/>
          <p:cNvSpPr>
            <a:spLocks noChangeArrowheads="1"/>
          </p:cNvSpPr>
          <p:nvPr/>
        </p:nvSpPr>
        <p:spPr bwMode="auto">
          <a:xfrm>
            <a:off x="315436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7901" name="Rectangle 92"/>
          <p:cNvSpPr>
            <a:spLocks noChangeArrowheads="1"/>
          </p:cNvSpPr>
          <p:nvPr/>
        </p:nvSpPr>
        <p:spPr bwMode="auto">
          <a:xfrm>
            <a:off x="3313113" y="1555750"/>
            <a:ext cx="123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7902" name="Rectangle 93"/>
          <p:cNvSpPr>
            <a:spLocks noChangeArrowheads="1"/>
          </p:cNvSpPr>
          <p:nvPr/>
        </p:nvSpPr>
        <p:spPr bwMode="auto">
          <a:xfrm>
            <a:off x="3473450" y="1555750"/>
            <a:ext cx="1222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7903" name="Rectangle 94"/>
          <p:cNvSpPr>
            <a:spLocks noChangeArrowheads="1"/>
          </p:cNvSpPr>
          <p:nvPr/>
        </p:nvSpPr>
        <p:spPr bwMode="auto">
          <a:xfrm>
            <a:off x="3005138" y="1235075"/>
            <a:ext cx="5762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163E4AC-9EAD-4828-9F3D-A685D591107C}" type="slidenum">
              <a:rPr lang="zh-CN" altLang="en-US" smtClean="0"/>
              <a:pPr defTabSz="895350"/>
              <a:t>240</a:t>
            </a:fld>
            <a:endParaRPr lang="en-US" altLang="zh-CN"/>
          </a:p>
        </p:txBody>
      </p:sp>
      <p:sp>
        <p:nvSpPr>
          <p:cNvPr id="2488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883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8837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8838" name="Rectangle 5"/>
          <p:cNvSpPr>
            <a:spLocks noChangeArrowheads="1"/>
          </p:cNvSpPr>
          <p:nvPr/>
        </p:nvSpPr>
        <p:spPr bwMode="auto">
          <a:xfrm>
            <a:off x="255588" y="1531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839" name="Line 6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840" name="Rectangle 7"/>
          <p:cNvSpPr>
            <a:spLocks noChangeArrowheads="1"/>
          </p:cNvSpPr>
          <p:nvPr/>
        </p:nvSpPr>
        <p:spPr bwMode="auto">
          <a:xfrm>
            <a:off x="255588" y="196056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8841" name="Rectangle 8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8842" name="Rectangle 9"/>
          <p:cNvSpPr>
            <a:spLocks noChangeArrowheads="1"/>
          </p:cNvSpPr>
          <p:nvPr/>
        </p:nvSpPr>
        <p:spPr bwMode="auto">
          <a:xfrm>
            <a:off x="255588" y="3182938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8843" name="Rectangle 10"/>
          <p:cNvSpPr>
            <a:spLocks noChangeArrowheads="1"/>
          </p:cNvSpPr>
          <p:nvPr/>
        </p:nvSpPr>
        <p:spPr bwMode="auto">
          <a:xfrm>
            <a:off x="255588" y="4405313"/>
            <a:ext cx="246221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48844" name="Line 11"/>
          <p:cNvSpPr>
            <a:spLocks noChangeShapeType="1"/>
          </p:cNvSpPr>
          <p:nvPr/>
        </p:nvSpPr>
        <p:spPr bwMode="auto">
          <a:xfrm>
            <a:off x="3300413" y="1484313"/>
            <a:ext cx="543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48845" name="Line 12"/>
          <p:cNvSpPr>
            <a:spLocks noChangeShapeType="1"/>
          </p:cNvSpPr>
          <p:nvPr/>
        </p:nvSpPr>
        <p:spPr bwMode="auto">
          <a:xfrm>
            <a:off x="438467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846" name="Line 13"/>
          <p:cNvSpPr>
            <a:spLocks noChangeShapeType="1"/>
          </p:cNvSpPr>
          <p:nvPr/>
        </p:nvSpPr>
        <p:spPr bwMode="auto">
          <a:xfrm>
            <a:off x="492601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47" name="Line 14"/>
          <p:cNvSpPr>
            <a:spLocks noChangeShapeType="1"/>
          </p:cNvSpPr>
          <p:nvPr/>
        </p:nvSpPr>
        <p:spPr bwMode="auto">
          <a:xfrm>
            <a:off x="45196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48" name="Line 15"/>
          <p:cNvSpPr>
            <a:spLocks noChangeShapeType="1"/>
          </p:cNvSpPr>
          <p:nvPr/>
        </p:nvSpPr>
        <p:spPr bwMode="auto">
          <a:xfrm>
            <a:off x="46561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49" name="Line 16"/>
          <p:cNvSpPr>
            <a:spLocks noChangeShapeType="1"/>
          </p:cNvSpPr>
          <p:nvPr/>
        </p:nvSpPr>
        <p:spPr bwMode="auto">
          <a:xfrm>
            <a:off x="47910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50" name="Rectangle 17"/>
          <p:cNvSpPr>
            <a:spLocks noChangeArrowheads="1"/>
          </p:cNvSpPr>
          <p:nvPr/>
        </p:nvSpPr>
        <p:spPr bwMode="auto">
          <a:xfrm>
            <a:off x="440213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851" name="Rectangle 18"/>
          <p:cNvSpPr>
            <a:spLocks noChangeArrowheads="1"/>
          </p:cNvSpPr>
          <p:nvPr/>
        </p:nvSpPr>
        <p:spPr bwMode="auto">
          <a:xfrm>
            <a:off x="4537075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852" name="Rectangle 19"/>
          <p:cNvSpPr>
            <a:spLocks noChangeArrowheads="1"/>
          </p:cNvSpPr>
          <p:nvPr/>
        </p:nvSpPr>
        <p:spPr bwMode="auto">
          <a:xfrm>
            <a:off x="4672013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853" name="Rectangle 20"/>
          <p:cNvSpPr>
            <a:spLocks noChangeArrowheads="1"/>
          </p:cNvSpPr>
          <p:nvPr/>
        </p:nvSpPr>
        <p:spPr bwMode="auto">
          <a:xfrm>
            <a:off x="4808538" y="1555750"/>
            <a:ext cx="1031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854" name="Rectangle 21"/>
          <p:cNvSpPr>
            <a:spLocks noChangeArrowheads="1"/>
          </p:cNvSpPr>
          <p:nvPr/>
        </p:nvSpPr>
        <p:spPr bwMode="auto">
          <a:xfrm>
            <a:off x="4410075" y="1235075"/>
            <a:ext cx="488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855" name="Line 22"/>
          <p:cNvSpPr>
            <a:spLocks noChangeShapeType="1"/>
          </p:cNvSpPr>
          <p:nvPr/>
        </p:nvSpPr>
        <p:spPr bwMode="auto">
          <a:xfrm>
            <a:off x="5465763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56" name="Line 23"/>
          <p:cNvSpPr>
            <a:spLocks noChangeShapeType="1"/>
          </p:cNvSpPr>
          <p:nvPr/>
        </p:nvSpPr>
        <p:spPr bwMode="auto">
          <a:xfrm>
            <a:off x="50609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57" name="Line 24"/>
          <p:cNvSpPr>
            <a:spLocks noChangeShapeType="1"/>
          </p:cNvSpPr>
          <p:nvPr/>
        </p:nvSpPr>
        <p:spPr bwMode="auto">
          <a:xfrm>
            <a:off x="51974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58" name="Line 25"/>
          <p:cNvSpPr>
            <a:spLocks noChangeShapeType="1"/>
          </p:cNvSpPr>
          <p:nvPr/>
        </p:nvSpPr>
        <p:spPr bwMode="auto">
          <a:xfrm>
            <a:off x="53324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59" name="Rectangle 26"/>
          <p:cNvSpPr>
            <a:spLocks noChangeArrowheads="1"/>
          </p:cNvSpPr>
          <p:nvPr/>
        </p:nvSpPr>
        <p:spPr bwMode="auto">
          <a:xfrm>
            <a:off x="4941888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860" name="Rectangle 27"/>
          <p:cNvSpPr>
            <a:spLocks noChangeArrowheads="1"/>
          </p:cNvSpPr>
          <p:nvPr/>
        </p:nvSpPr>
        <p:spPr bwMode="auto">
          <a:xfrm>
            <a:off x="5076825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861" name="Rectangle 28"/>
          <p:cNvSpPr>
            <a:spLocks noChangeArrowheads="1"/>
          </p:cNvSpPr>
          <p:nvPr/>
        </p:nvSpPr>
        <p:spPr bwMode="auto">
          <a:xfrm>
            <a:off x="5211763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862" name="Rectangle 29"/>
          <p:cNvSpPr>
            <a:spLocks noChangeArrowheads="1"/>
          </p:cNvSpPr>
          <p:nvPr/>
        </p:nvSpPr>
        <p:spPr bwMode="auto">
          <a:xfrm>
            <a:off x="534828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863" name="Rectangle 30"/>
          <p:cNvSpPr>
            <a:spLocks noChangeArrowheads="1"/>
          </p:cNvSpPr>
          <p:nvPr/>
        </p:nvSpPr>
        <p:spPr bwMode="auto">
          <a:xfrm>
            <a:off x="4951413" y="1235075"/>
            <a:ext cx="487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864" name="Line 31"/>
          <p:cNvSpPr>
            <a:spLocks noChangeShapeType="1"/>
          </p:cNvSpPr>
          <p:nvPr/>
        </p:nvSpPr>
        <p:spPr bwMode="auto">
          <a:xfrm>
            <a:off x="56022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65" name="Line 32"/>
          <p:cNvSpPr>
            <a:spLocks noChangeShapeType="1"/>
          </p:cNvSpPr>
          <p:nvPr/>
        </p:nvSpPr>
        <p:spPr bwMode="auto">
          <a:xfrm>
            <a:off x="57372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66" name="Line 33"/>
          <p:cNvSpPr>
            <a:spLocks noChangeShapeType="1"/>
          </p:cNvSpPr>
          <p:nvPr/>
        </p:nvSpPr>
        <p:spPr bwMode="auto">
          <a:xfrm>
            <a:off x="58737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67" name="Rectangle 34"/>
          <p:cNvSpPr>
            <a:spLocks noChangeArrowheads="1"/>
          </p:cNvSpPr>
          <p:nvPr/>
        </p:nvSpPr>
        <p:spPr bwMode="auto">
          <a:xfrm>
            <a:off x="5483225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868" name="Rectangle 35"/>
          <p:cNvSpPr>
            <a:spLocks noChangeArrowheads="1"/>
          </p:cNvSpPr>
          <p:nvPr/>
        </p:nvSpPr>
        <p:spPr bwMode="auto">
          <a:xfrm>
            <a:off x="5616575" y="1555750"/>
            <a:ext cx="1063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869" name="Rectangle 36"/>
          <p:cNvSpPr>
            <a:spLocks noChangeArrowheads="1"/>
          </p:cNvSpPr>
          <p:nvPr/>
        </p:nvSpPr>
        <p:spPr bwMode="auto">
          <a:xfrm>
            <a:off x="5753100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870" name="Rectangle 37"/>
          <p:cNvSpPr>
            <a:spLocks noChangeArrowheads="1"/>
          </p:cNvSpPr>
          <p:nvPr/>
        </p:nvSpPr>
        <p:spPr bwMode="auto">
          <a:xfrm>
            <a:off x="5888038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871" name="Rectangle 38"/>
          <p:cNvSpPr>
            <a:spLocks noChangeArrowheads="1"/>
          </p:cNvSpPr>
          <p:nvPr/>
        </p:nvSpPr>
        <p:spPr bwMode="auto">
          <a:xfrm>
            <a:off x="5492750" y="1235075"/>
            <a:ext cx="4873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872" name="Line 39"/>
          <p:cNvSpPr>
            <a:spLocks noChangeShapeType="1"/>
          </p:cNvSpPr>
          <p:nvPr/>
        </p:nvSpPr>
        <p:spPr bwMode="auto">
          <a:xfrm>
            <a:off x="601027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873" name="Line 40"/>
          <p:cNvSpPr>
            <a:spLocks noChangeShapeType="1"/>
          </p:cNvSpPr>
          <p:nvPr/>
        </p:nvSpPr>
        <p:spPr bwMode="auto">
          <a:xfrm>
            <a:off x="6550025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74" name="Line 41"/>
          <p:cNvSpPr>
            <a:spLocks noChangeShapeType="1"/>
          </p:cNvSpPr>
          <p:nvPr/>
        </p:nvSpPr>
        <p:spPr bwMode="auto">
          <a:xfrm>
            <a:off x="61468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75" name="Line 42"/>
          <p:cNvSpPr>
            <a:spLocks noChangeShapeType="1"/>
          </p:cNvSpPr>
          <p:nvPr/>
        </p:nvSpPr>
        <p:spPr bwMode="auto">
          <a:xfrm>
            <a:off x="62801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76" name="Line 43"/>
          <p:cNvSpPr>
            <a:spLocks noChangeShapeType="1"/>
          </p:cNvSpPr>
          <p:nvPr/>
        </p:nvSpPr>
        <p:spPr bwMode="auto">
          <a:xfrm>
            <a:off x="64150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77" name="Rectangle 44"/>
          <p:cNvSpPr>
            <a:spLocks noChangeArrowheads="1"/>
          </p:cNvSpPr>
          <p:nvPr/>
        </p:nvSpPr>
        <p:spPr bwMode="auto">
          <a:xfrm>
            <a:off x="6026150" y="1555750"/>
            <a:ext cx="1063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878" name="Rectangle 45"/>
          <p:cNvSpPr>
            <a:spLocks noChangeArrowheads="1"/>
          </p:cNvSpPr>
          <p:nvPr/>
        </p:nvSpPr>
        <p:spPr bwMode="auto">
          <a:xfrm>
            <a:off x="616108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879" name="Rectangle 46"/>
          <p:cNvSpPr>
            <a:spLocks noChangeArrowheads="1"/>
          </p:cNvSpPr>
          <p:nvPr/>
        </p:nvSpPr>
        <p:spPr bwMode="auto">
          <a:xfrm>
            <a:off x="6297613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880" name="Rectangle 47"/>
          <p:cNvSpPr>
            <a:spLocks noChangeArrowheads="1"/>
          </p:cNvSpPr>
          <p:nvPr/>
        </p:nvSpPr>
        <p:spPr bwMode="auto">
          <a:xfrm>
            <a:off x="6429375" y="1555750"/>
            <a:ext cx="107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881" name="Rectangle 48"/>
          <p:cNvSpPr>
            <a:spLocks noChangeArrowheads="1"/>
          </p:cNvSpPr>
          <p:nvPr/>
        </p:nvSpPr>
        <p:spPr bwMode="auto">
          <a:xfrm>
            <a:off x="6034088" y="1235075"/>
            <a:ext cx="488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882" name="Line 49"/>
          <p:cNvSpPr>
            <a:spLocks noChangeShapeType="1"/>
          </p:cNvSpPr>
          <p:nvPr/>
        </p:nvSpPr>
        <p:spPr bwMode="auto">
          <a:xfrm>
            <a:off x="655002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883" name="Line 50"/>
          <p:cNvSpPr>
            <a:spLocks noChangeShapeType="1"/>
          </p:cNvSpPr>
          <p:nvPr/>
        </p:nvSpPr>
        <p:spPr bwMode="auto">
          <a:xfrm>
            <a:off x="66881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84" name="Line 51"/>
          <p:cNvSpPr>
            <a:spLocks noChangeShapeType="1"/>
          </p:cNvSpPr>
          <p:nvPr/>
        </p:nvSpPr>
        <p:spPr bwMode="auto">
          <a:xfrm>
            <a:off x="68199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85" name="Line 52"/>
          <p:cNvSpPr>
            <a:spLocks noChangeShapeType="1"/>
          </p:cNvSpPr>
          <p:nvPr/>
        </p:nvSpPr>
        <p:spPr bwMode="auto">
          <a:xfrm>
            <a:off x="69564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86" name="Rectangle 53"/>
          <p:cNvSpPr>
            <a:spLocks noChangeArrowheads="1"/>
          </p:cNvSpPr>
          <p:nvPr/>
        </p:nvSpPr>
        <p:spPr bwMode="auto">
          <a:xfrm>
            <a:off x="656748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887" name="Rectangle 54"/>
          <p:cNvSpPr>
            <a:spLocks noChangeArrowheads="1"/>
          </p:cNvSpPr>
          <p:nvPr/>
        </p:nvSpPr>
        <p:spPr bwMode="auto">
          <a:xfrm>
            <a:off x="670083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888" name="Rectangle 55"/>
          <p:cNvSpPr>
            <a:spLocks noChangeArrowheads="1"/>
          </p:cNvSpPr>
          <p:nvPr/>
        </p:nvSpPr>
        <p:spPr bwMode="auto">
          <a:xfrm>
            <a:off x="6837363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889" name="Rectangle 56"/>
          <p:cNvSpPr>
            <a:spLocks noChangeArrowheads="1"/>
          </p:cNvSpPr>
          <p:nvPr/>
        </p:nvSpPr>
        <p:spPr bwMode="auto">
          <a:xfrm>
            <a:off x="6970713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890" name="Rectangle 57"/>
          <p:cNvSpPr>
            <a:spLocks noChangeArrowheads="1"/>
          </p:cNvSpPr>
          <p:nvPr/>
        </p:nvSpPr>
        <p:spPr bwMode="auto">
          <a:xfrm>
            <a:off x="6575425" y="1235075"/>
            <a:ext cx="488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891" name="Line 58"/>
          <p:cNvSpPr>
            <a:spLocks noChangeShapeType="1"/>
          </p:cNvSpPr>
          <p:nvPr/>
        </p:nvSpPr>
        <p:spPr bwMode="auto">
          <a:xfrm>
            <a:off x="7099300" y="1154113"/>
            <a:ext cx="0" cy="476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92" name="Line 59"/>
          <p:cNvSpPr>
            <a:spLocks noChangeShapeType="1"/>
          </p:cNvSpPr>
          <p:nvPr/>
        </p:nvSpPr>
        <p:spPr bwMode="auto">
          <a:xfrm>
            <a:off x="709930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893" name="Line 60"/>
          <p:cNvSpPr>
            <a:spLocks noChangeShapeType="1"/>
          </p:cNvSpPr>
          <p:nvPr/>
        </p:nvSpPr>
        <p:spPr bwMode="auto">
          <a:xfrm>
            <a:off x="72390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94" name="Line 61"/>
          <p:cNvSpPr>
            <a:spLocks noChangeShapeType="1"/>
          </p:cNvSpPr>
          <p:nvPr/>
        </p:nvSpPr>
        <p:spPr bwMode="auto">
          <a:xfrm>
            <a:off x="73707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95" name="Line 62"/>
          <p:cNvSpPr>
            <a:spLocks noChangeShapeType="1"/>
          </p:cNvSpPr>
          <p:nvPr/>
        </p:nvSpPr>
        <p:spPr bwMode="auto">
          <a:xfrm>
            <a:off x="75088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896" name="Rectangle 63"/>
          <p:cNvSpPr>
            <a:spLocks noChangeArrowheads="1"/>
          </p:cNvSpPr>
          <p:nvPr/>
        </p:nvSpPr>
        <p:spPr bwMode="auto">
          <a:xfrm>
            <a:off x="7116763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897" name="Rectangle 64"/>
          <p:cNvSpPr>
            <a:spLocks noChangeArrowheads="1"/>
          </p:cNvSpPr>
          <p:nvPr/>
        </p:nvSpPr>
        <p:spPr bwMode="auto">
          <a:xfrm>
            <a:off x="7251700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898" name="Rectangle 65"/>
          <p:cNvSpPr>
            <a:spLocks noChangeArrowheads="1"/>
          </p:cNvSpPr>
          <p:nvPr/>
        </p:nvSpPr>
        <p:spPr bwMode="auto">
          <a:xfrm>
            <a:off x="7388225" y="1555750"/>
            <a:ext cx="1031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899" name="Rectangle 66"/>
          <p:cNvSpPr>
            <a:spLocks noChangeArrowheads="1"/>
          </p:cNvSpPr>
          <p:nvPr/>
        </p:nvSpPr>
        <p:spPr bwMode="auto">
          <a:xfrm>
            <a:off x="7521575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900" name="Rectangle 67"/>
          <p:cNvSpPr>
            <a:spLocks noChangeArrowheads="1"/>
          </p:cNvSpPr>
          <p:nvPr/>
        </p:nvSpPr>
        <p:spPr bwMode="auto">
          <a:xfrm>
            <a:off x="7124700" y="1235075"/>
            <a:ext cx="4905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901" name="Line 68"/>
          <p:cNvSpPr>
            <a:spLocks noChangeShapeType="1"/>
          </p:cNvSpPr>
          <p:nvPr/>
        </p:nvSpPr>
        <p:spPr bwMode="auto">
          <a:xfrm>
            <a:off x="7642225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902" name="Line 69"/>
          <p:cNvSpPr>
            <a:spLocks noChangeShapeType="1"/>
          </p:cNvSpPr>
          <p:nvPr/>
        </p:nvSpPr>
        <p:spPr bwMode="auto">
          <a:xfrm>
            <a:off x="778033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03" name="Line 70"/>
          <p:cNvSpPr>
            <a:spLocks noChangeShapeType="1"/>
          </p:cNvSpPr>
          <p:nvPr/>
        </p:nvSpPr>
        <p:spPr bwMode="auto">
          <a:xfrm>
            <a:off x="791527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04" name="Line 71"/>
          <p:cNvSpPr>
            <a:spLocks noChangeShapeType="1"/>
          </p:cNvSpPr>
          <p:nvPr/>
        </p:nvSpPr>
        <p:spPr bwMode="auto">
          <a:xfrm>
            <a:off x="80502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05" name="Rectangle 72"/>
          <p:cNvSpPr>
            <a:spLocks noChangeArrowheads="1"/>
          </p:cNvSpPr>
          <p:nvPr/>
        </p:nvSpPr>
        <p:spPr bwMode="auto">
          <a:xfrm>
            <a:off x="7658100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906" name="Rectangle 73"/>
          <p:cNvSpPr>
            <a:spLocks noChangeArrowheads="1"/>
          </p:cNvSpPr>
          <p:nvPr/>
        </p:nvSpPr>
        <p:spPr bwMode="auto">
          <a:xfrm>
            <a:off x="779303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907" name="Rectangle 74"/>
          <p:cNvSpPr>
            <a:spLocks noChangeArrowheads="1"/>
          </p:cNvSpPr>
          <p:nvPr/>
        </p:nvSpPr>
        <p:spPr bwMode="auto">
          <a:xfrm>
            <a:off x="7929563" y="1555750"/>
            <a:ext cx="10318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908" name="Rectangle 75"/>
          <p:cNvSpPr>
            <a:spLocks noChangeArrowheads="1"/>
          </p:cNvSpPr>
          <p:nvPr/>
        </p:nvSpPr>
        <p:spPr bwMode="auto">
          <a:xfrm>
            <a:off x="8064500" y="1555750"/>
            <a:ext cx="1031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909" name="Rectangle 76"/>
          <p:cNvSpPr>
            <a:spLocks noChangeArrowheads="1"/>
          </p:cNvSpPr>
          <p:nvPr/>
        </p:nvSpPr>
        <p:spPr bwMode="auto">
          <a:xfrm>
            <a:off x="7669213" y="1235075"/>
            <a:ext cx="488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910" name="Line 77"/>
          <p:cNvSpPr>
            <a:spLocks noChangeShapeType="1"/>
          </p:cNvSpPr>
          <p:nvPr/>
        </p:nvSpPr>
        <p:spPr bwMode="auto">
          <a:xfrm>
            <a:off x="8193088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911" name="Line 78"/>
          <p:cNvSpPr>
            <a:spLocks noChangeShapeType="1"/>
          </p:cNvSpPr>
          <p:nvPr/>
        </p:nvSpPr>
        <p:spPr bwMode="auto">
          <a:xfrm>
            <a:off x="83296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12" name="Line 79"/>
          <p:cNvSpPr>
            <a:spLocks noChangeShapeType="1"/>
          </p:cNvSpPr>
          <p:nvPr/>
        </p:nvSpPr>
        <p:spPr bwMode="auto">
          <a:xfrm>
            <a:off x="84645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13" name="Line 80"/>
          <p:cNvSpPr>
            <a:spLocks noChangeShapeType="1"/>
          </p:cNvSpPr>
          <p:nvPr/>
        </p:nvSpPr>
        <p:spPr bwMode="auto">
          <a:xfrm>
            <a:off x="85994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14" name="Rectangle 81"/>
          <p:cNvSpPr>
            <a:spLocks noChangeArrowheads="1"/>
          </p:cNvSpPr>
          <p:nvPr/>
        </p:nvSpPr>
        <p:spPr bwMode="auto">
          <a:xfrm>
            <a:off x="8208963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915" name="Rectangle 82"/>
          <p:cNvSpPr>
            <a:spLocks noChangeArrowheads="1"/>
          </p:cNvSpPr>
          <p:nvPr/>
        </p:nvSpPr>
        <p:spPr bwMode="auto">
          <a:xfrm>
            <a:off x="834548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916" name="Rectangle 83"/>
          <p:cNvSpPr>
            <a:spLocks noChangeArrowheads="1"/>
          </p:cNvSpPr>
          <p:nvPr/>
        </p:nvSpPr>
        <p:spPr bwMode="auto">
          <a:xfrm>
            <a:off x="847883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917" name="Rectangle 84"/>
          <p:cNvSpPr>
            <a:spLocks noChangeArrowheads="1"/>
          </p:cNvSpPr>
          <p:nvPr/>
        </p:nvSpPr>
        <p:spPr bwMode="auto">
          <a:xfrm>
            <a:off x="8615363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918" name="Rectangle 85"/>
          <p:cNvSpPr>
            <a:spLocks noChangeArrowheads="1"/>
          </p:cNvSpPr>
          <p:nvPr/>
        </p:nvSpPr>
        <p:spPr bwMode="auto">
          <a:xfrm>
            <a:off x="8216900" y="1235075"/>
            <a:ext cx="4921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919" name="Line 86"/>
          <p:cNvSpPr>
            <a:spLocks noChangeShapeType="1"/>
          </p:cNvSpPr>
          <p:nvPr/>
        </p:nvSpPr>
        <p:spPr bwMode="auto">
          <a:xfrm>
            <a:off x="3840163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920" name="Line 87"/>
          <p:cNvSpPr>
            <a:spLocks noChangeShapeType="1"/>
          </p:cNvSpPr>
          <p:nvPr/>
        </p:nvSpPr>
        <p:spPr bwMode="auto">
          <a:xfrm>
            <a:off x="397510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21" name="Line 88"/>
          <p:cNvSpPr>
            <a:spLocks noChangeShapeType="1"/>
          </p:cNvSpPr>
          <p:nvPr/>
        </p:nvSpPr>
        <p:spPr bwMode="auto">
          <a:xfrm>
            <a:off x="4111625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22" name="Line 89"/>
          <p:cNvSpPr>
            <a:spLocks noChangeShapeType="1"/>
          </p:cNvSpPr>
          <p:nvPr/>
        </p:nvSpPr>
        <p:spPr bwMode="auto">
          <a:xfrm>
            <a:off x="424656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23" name="Rectangle 90"/>
          <p:cNvSpPr>
            <a:spLocks noChangeArrowheads="1"/>
          </p:cNvSpPr>
          <p:nvPr/>
        </p:nvSpPr>
        <p:spPr bwMode="auto">
          <a:xfrm>
            <a:off x="3856038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924" name="Rectangle 91"/>
          <p:cNvSpPr>
            <a:spLocks noChangeArrowheads="1"/>
          </p:cNvSpPr>
          <p:nvPr/>
        </p:nvSpPr>
        <p:spPr bwMode="auto">
          <a:xfrm>
            <a:off x="3990975" y="1555750"/>
            <a:ext cx="1063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925" name="Rectangle 92"/>
          <p:cNvSpPr>
            <a:spLocks noChangeArrowheads="1"/>
          </p:cNvSpPr>
          <p:nvPr/>
        </p:nvSpPr>
        <p:spPr bwMode="auto">
          <a:xfrm>
            <a:off x="4125913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926" name="Rectangle 93"/>
          <p:cNvSpPr>
            <a:spLocks noChangeArrowheads="1"/>
          </p:cNvSpPr>
          <p:nvPr/>
        </p:nvSpPr>
        <p:spPr bwMode="auto">
          <a:xfrm>
            <a:off x="4262438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927" name="Rectangle 94"/>
          <p:cNvSpPr>
            <a:spLocks noChangeArrowheads="1"/>
          </p:cNvSpPr>
          <p:nvPr/>
        </p:nvSpPr>
        <p:spPr bwMode="auto">
          <a:xfrm>
            <a:off x="3863975" y="1235075"/>
            <a:ext cx="49053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48928" name="Line 95"/>
          <p:cNvSpPr>
            <a:spLocks noChangeShapeType="1"/>
          </p:cNvSpPr>
          <p:nvPr/>
        </p:nvSpPr>
        <p:spPr bwMode="auto">
          <a:xfrm>
            <a:off x="3295650" y="1154113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48929" name="Line 96"/>
          <p:cNvSpPr>
            <a:spLocks noChangeShapeType="1"/>
          </p:cNvSpPr>
          <p:nvPr/>
        </p:nvSpPr>
        <p:spPr bwMode="auto">
          <a:xfrm>
            <a:off x="3430588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30" name="Line 97"/>
          <p:cNvSpPr>
            <a:spLocks noChangeShapeType="1"/>
          </p:cNvSpPr>
          <p:nvPr/>
        </p:nvSpPr>
        <p:spPr bwMode="auto">
          <a:xfrm>
            <a:off x="3567113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31" name="Line 98"/>
          <p:cNvSpPr>
            <a:spLocks noChangeShapeType="1"/>
          </p:cNvSpPr>
          <p:nvPr/>
        </p:nvSpPr>
        <p:spPr bwMode="auto">
          <a:xfrm>
            <a:off x="3702050" y="1487488"/>
            <a:ext cx="0" cy="4432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48932" name="Rectangle 99"/>
          <p:cNvSpPr>
            <a:spLocks noChangeArrowheads="1"/>
          </p:cNvSpPr>
          <p:nvPr/>
        </p:nvSpPr>
        <p:spPr bwMode="auto">
          <a:xfrm>
            <a:off x="3311525" y="1555750"/>
            <a:ext cx="1063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48933" name="Rectangle 100"/>
          <p:cNvSpPr>
            <a:spLocks noChangeArrowheads="1"/>
          </p:cNvSpPr>
          <p:nvPr/>
        </p:nvSpPr>
        <p:spPr bwMode="auto">
          <a:xfrm>
            <a:off x="3446463" y="1555750"/>
            <a:ext cx="1063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48934" name="Rectangle 101"/>
          <p:cNvSpPr>
            <a:spLocks noChangeArrowheads="1"/>
          </p:cNvSpPr>
          <p:nvPr/>
        </p:nvSpPr>
        <p:spPr bwMode="auto">
          <a:xfrm>
            <a:off x="3581400" y="1555750"/>
            <a:ext cx="1063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48935" name="Rectangle 102"/>
          <p:cNvSpPr>
            <a:spLocks noChangeArrowheads="1"/>
          </p:cNvSpPr>
          <p:nvPr/>
        </p:nvSpPr>
        <p:spPr bwMode="auto">
          <a:xfrm>
            <a:off x="3717925" y="1555750"/>
            <a:ext cx="1047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48936" name="Rectangle 103"/>
          <p:cNvSpPr>
            <a:spLocks noChangeArrowheads="1"/>
          </p:cNvSpPr>
          <p:nvPr/>
        </p:nvSpPr>
        <p:spPr bwMode="auto">
          <a:xfrm>
            <a:off x="3319463" y="1235075"/>
            <a:ext cx="4905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4F4A1EB-8F46-4F25-915D-5D65D8AA1C54}" type="slidenum">
              <a:rPr lang="zh-CN" altLang="en-US" smtClean="0"/>
              <a:pPr defTabSz="895350"/>
              <a:t>241</a:t>
            </a:fld>
            <a:endParaRPr lang="en-US" altLang="zh-CN"/>
          </a:p>
        </p:txBody>
      </p:sp>
      <p:sp>
        <p:nvSpPr>
          <p:cNvPr id="249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498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49861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49862" name="Rectangle 5"/>
          <p:cNvSpPr>
            <a:spLocks noChangeArrowheads="1"/>
          </p:cNvSpPr>
          <p:nvPr/>
        </p:nvSpPr>
        <p:spPr bwMode="auto">
          <a:xfrm>
            <a:off x="255588" y="1960563"/>
            <a:ext cx="246221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000">
                <a:ea typeface="Gulim" pitchFamily="34" charset="-127"/>
              </a:rPr>
              <a:t>Text</a:t>
            </a:r>
          </a:p>
        </p:txBody>
      </p:sp>
      <p:sp>
        <p:nvSpPr>
          <p:cNvPr id="249863" name="Rectangle 6"/>
          <p:cNvSpPr>
            <a:spLocks noChangeArrowheads="1"/>
          </p:cNvSpPr>
          <p:nvPr/>
        </p:nvSpPr>
        <p:spPr bwMode="auto">
          <a:xfrm>
            <a:off x="134938" y="1157288"/>
            <a:ext cx="8604250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49864" name="Rectangle 7"/>
          <p:cNvSpPr>
            <a:spLocks noChangeArrowheads="1"/>
          </p:cNvSpPr>
          <p:nvPr/>
        </p:nvSpPr>
        <p:spPr bwMode="auto">
          <a:xfrm>
            <a:off x="255588" y="3182938"/>
            <a:ext cx="246221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000">
                <a:ea typeface="Gulim" pitchFamily="34" charset="-127"/>
              </a:rPr>
              <a:t>Text</a:t>
            </a:r>
          </a:p>
        </p:txBody>
      </p:sp>
      <p:sp>
        <p:nvSpPr>
          <p:cNvPr id="249865" name="Rectangle 8"/>
          <p:cNvSpPr>
            <a:spLocks noChangeArrowheads="1"/>
          </p:cNvSpPr>
          <p:nvPr/>
        </p:nvSpPr>
        <p:spPr bwMode="auto">
          <a:xfrm>
            <a:off x="255588" y="4405313"/>
            <a:ext cx="246221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000">
                <a:ea typeface="Gulim" pitchFamily="34" charset="-127"/>
              </a:rPr>
              <a:t>Text</a:t>
            </a:r>
          </a:p>
        </p:txBody>
      </p:sp>
      <p:sp>
        <p:nvSpPr>
          <p:cNvPr id="249866" name="Rectangle 9"/>
          <p:cNvSpPr>
            <a:spLocks noChangeArrowheads="1"/>
          </p:cNvSpPr>
          <p:nvPr/>
        </p:nvSpPr>
        <p:spPr bwMode="auto">
          <a:xfrm>
            <a:off x="255588" y="1562100"/>
            <a:ext cx="246221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Text</a:t>
            </a:r>
          </a:p>
        </p:txBody>
      </p:sp>
      <p:sp>
        <p:nvSpPr>
          <p:cNvPr id="249867" name="Line 10"/>
          <p:cNvSpPr>
            <a:spLocks noChangeShapeType="1"/>
          </p:cNvSpPr>
          <p:nvPr/>
        </p:nvSpPr>
        <p:spPr bwMode="auto">
          <a:xfrm>
            <a:off x="128588" y="1814513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grpSp>
        <p:nvGrpSpPr>
          <p:cNvPr id="249868" name="Group 11"/>
          <p:cNvGrpSpPr>
            <a:grpSpLocks/>
          </p:cNvGrpSpPr>
          <p:nvPr/>
        </p:nvGrpSpPr>
        <p:grpSpPr bwMode="auto">
          <a:xfrm>
            <a:off x="2814638" y="1154113"/>
            <a:ext cx="5924550" cy="4781550"/>
            <a:chOff x="1968" y="727"/>
            <a:chExt cx="3537" cy="3012"/>
          </a:xfrm>
        </p:grpSpPr>
        <p:grpSp>
          <p:nvGrpSpPr>
            <p:cNvPr id="249869" name="Group 12"/>
            <p:cNvGrpSpPr>
              <a:grpSpLocks/>
            </p:cNvGrpSpPr>
            <p:nvPr/>
          </p:nvGrpSpPr>
          <p:grpSpPr bwMode="auto">
            <a:xfrm>
              <a:off x="1968" y="727"/>
              <a:ext cx="3461" cy="3012"/>
              <a:chOff x="1968" y="727"/>
              <a:chExt cx="3461" cy="3012"/>
            </a:xfrm>
          </p:grpSpPr>
          <p:sp>
            <p:nvSpPr>
              <p:cNvPr id="249931" name="Line 13"/>
              <p:cNvSpPr>
                <a:spLocks noChangeShapeType="1"/>
              </p:cNvSpPr>
              <p:nvPr/>
            </p:nvSpPr>
            <p:spPr bwMode="auto">
              <a:xfrm>
                <a:off x="3147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2" name="Line 14"/>
              <p:cNvSpPr>
                <a:spLocks noChangeShapeType="1"/>
              </p:cNvSpPr>
              <p:nvPr/>
            </p:nvSpPr>
            <p:spPr bwMode="auto">
              <a:xfrm>
                <a:off x="3440" y="727"/>
                <a:ext cx="0" cy="30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3" name="Line 15"/>
              <p:cNvSpPr>
                <a:spLocks noChangeShapeType="1"/>
              </p:cNvSpPr>
              <p:nvPr/>
            </p:nvSpPr>
            <p:spPr bwMode="auto">
              <a:xfrm>
                <a:off x="3220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4" name="Line 16"/>
              <p:cNvSpPr>
                <a:spLocks noChangeShapeType="1"/>
              </p:cNvSpPr>
              <p:nvPr/>
            </p:nvSpPr>
            <p:spPr bwMode="auto">
              <a:xfrm>
                <a:off x="3294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5" name="Line 17"/>
              <p:cNvSpPr>
                <a:spLocks noChangeShapeType="1"/>
              </p:cNvSpPr>
              <p:nvPr/>
            </p:nvSpPr>
            <p:spPr bwMode="auto">
              <a:xfrm>
                <a:off x="3367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6" name="Line 18"/>
              <p:cNvSpPr>
                <a:spLocks noChangeShapeType="1"/>
              </p:cNvSpPr>
              <p:nvPr/>
            </p:nvSpPr>
            <p:spPr bwMode="auto">
              <a:xfrm>
                <a:off x="3732" y="727"/>
                <a:ext cx="0" cy="30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7" name="Line 19"/>
              <p:cNvSpPr>
                <a:spLocks noChangeShapeType="1"/>
              </p:cNvSpPr>
              <p:nvPr/>
            </p:nvSpPr>
            <p:spPr bwMode="auto">
              <a:xfrm>
                <a:off x="3513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8" name="Line 20"/>
              <p:cNvSpPr>
                <a:spLocks noChangeShapeType="1"/>
              </p:cNvSpPr>
              <p:nvPr/>
            </p:nvSpPr>
            <p:spPr bwMode="auto">
              <a:xfrm>
                <a:off x="3587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39" name="Line 21"/>
              <p:cNvSpPr>
                <a:spLocks noChangeShapeType="1"/>
              </p:cNvSpPr>
              <p:nvPr/>
            </p:nvSpPr>
            <p:spPr bwMode="auto">
              <a:xfrm>
                <a:off x="3660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0" name="Line 22"/>
              <p:cNvSpPr>
                <a:spLocks noChangeShapeType="1"/>
              </p:cNvSpPr>
              <p:nvPr/>
            </p:nvSpPr>
            <p:spPr bwMode="auto">
              <a:xfrm>
                <a:off x="3806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1" name="Line 23"/>
              <p:cNvSpPr>
                <a:spLocks noChangeShapeType="1"/>
              </p:cNvSpPr>
              <p:nvPr/>
            </p:nvSpPr>
            <p:spPr bwMode="auto">
              <a:xfrm>
                <a:off x="3879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2" name="Line 24"/>
              <p:cNvSpPr>
                <a:spLocks noChangeShapeType="1"/>
              </p:cNvSpPr>
              <p:nvPr/>
            </p:nvSpPr>
            <p:spPr bwMode="auto">
              <a:xfrm>
                <a:off x="3953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3" name="Line 25"/>
              <p:cNvSpPr>
                <a:spLocks noChangeShapeType="1"/>
              </p:cNvSpPr>
              <p:nvPr/>
            </p:nvSpPr>
            <p:spPr bwMode="auto">
              <a:xfrm>
                <a:off x="4027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4" name="Line 26"/>
              <p:cNvSpPr>
                <a:spLocks noChangeShapeType="1"/>
              </p:cNvSpPr>
              <p:nvPr/>
            </p:nvSpPr>
            <p:spPr bwMode="auto">
              <a:xfrm>
                <a:off x="4319" y="727"/>
                <a:ext cx="0" cy="30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5" name="Line 27"/>
              <p:cNvSpPr>
                <a:spLocks noChangeShapeType="1"/>
              </p:cNvSpPr>
              <p:nvPr/>
            </p:nvSpPr>
            <p:spPr bwMode="auto">
              <a:xfrm>
                <a:off x="4101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6" name="Line 28"/>
              <p:cNvSpPr>
                <a:spLocks noChangeShapeType="1"/>
              </p:cNvSpPr>
              <p:nvPr/>
            </p:nvSpPr>
            <p:spPr bwMode="auto">
              <a:xfrm>
                <a:off x="4173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7" name="Line 29"/>
              <p:cNvSpPr>
                <a:spLocks noChangeShapeType="1"/>
              </p:cNvSpPr>
              <p:nvPr/>
            </p:nvSpPr>
            <p:spPr bwMode="auto">
              <a:xfrm>
                <a:off x="4246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8" name="Line 30"/>
              <p:cNvSpPr>
                <a:spLocks noChangeShapeType="1"/>
              </p:cNvSpPr>
              <p:nvPr/>
            </p:nvSpPr>
            <p:spPr bwMode="auto">
              <a:xfrm>
                <a:off x="4319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49" name="Line 31"/>
              <p:cNvSpPr>
                <a:spLocks noChangeShapeType="1"/>
              </p:cNvSpPr>
              <p:nvPr/>
            </p:nvSpPr>
            <p:spPr bwMode="auto">
              <a:xfrm>
                <a:off x="4394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0" name="Line 32"/>
              <p:cNvSpPr>
                <a:spLocks noChangeShapeType="1"/>
              </p:cNvSpPr>
              <p:nvPr/>
            </p:nvSpPr>
            <p:spPr bwMode="auto">
              <a:xfrm>
                <a:off x="4466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1" name="Line 33"/>
              <p:cNvSpPr>
                <a:spLocks noChangeShapeType="1"/>
              </p:cNvSpPr>
              <p:nvPr/>
            </p:nvSpPr>
            <p:spPr bwMode="auto">
              <a:xfrm>
                <a:off x="4540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2" name="Line 34"/>
              <p:cNvSpPr>
                <a:spLocks noChangeShapeType="1"/>
              </p:cNvSpPr>
              <p:nvPr/>
            </p:nvSpPr>
            <p:spPr bwMode="auto">
              <a:xfrm>
                <a:off x="4617" y="727"/>
                <a:ext cx="0" cy="30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3" name="Line 35"/>
              <p:cNvSpPr>
                <a:spLocks noChangeShapeType="1"/>
              </p:cNvSpPr>
              <p:nvPr/>
            </p:nvSpPr>
            <p:spPr bwMode="auto">
              <a:xfrm>
                <a:off x="4617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4" name="Line 36"/>
              <p:cNvSpPr>
                <a:spLocks noChangeShapeType="1"/>
              </p:cNvSpPr>
              <p:nvPr/>
            </p:nvSpPr>
            <p:spPr bwMode="auto">
              <a:xfrm>
                <a:off x="4693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5" name="Line 37"/>
              <p:cNvSpPr>
                <a:spLocks noChangeShapeType="1"/>
              </p:cNvSpPr>
              <p:nvPr/>
            </p:nvSpPr>
            <p:spPr bwMode="auto">
              <a:xfrm>
                <a:off x="4764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6" name="Line 38"/>
              <p:cNvSpPr>
                <a:spLocks noChangeShapeType="1"/>
              </p:cNvSpPr>
              <p:nvPr/>
            </p:nvSpPr>
            <p:spPr bwMode="auto">
              <a:xfrm>
                <a:off x="4839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7" name="Line 39"/>
              <p:cNvSpPr>
                <a:spLocks noChangeShapeType="1"/>
              </p:cNvSpPr>
              <p:nvPr/>
            </p:nvSpPr>
            <p:spPr bwMode="auto">
              <a:xfrm>
                <a:off x="4911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8" name="Line 40"/>
              <p:cNvSpPr>
                <a:spLocks noChangeShapeType="1"/>
              </p:cNvSpPr>
              <p:nvPr/>
            </p:nvSpPr>
            <p:spPr bwMode="auto">
              <a:xfrm>
                <a:off x="4986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59" name="Line 41"/>
              <p:cNvSpPr>
                <a:spLocks noChangeShapeType="1"/>
              </p:cNvSpPr>
              <p:nvPr/>
            </p:nvSpPr>
            <p:spPr bwMode="auto">
              <a:xfrm>
                <a:off x="5059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0" name="Line 42"/>
              <p:cNvSpPr>
                <a:spLocks noChangeShapeType="1"/>
              </p:cNvSpPr>
              <p:nvPr/>
            </p:nvSpPr>
            <p:spPr bwMode="auto">
              <a:xfrm>
                <a:off x="5132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1" name="Line 43"/>
              <p:cNvSpPr>
                <a:spLocks noChangeShapeType="1"/>
              </p:cNvSpPr>
              <p:nvPr/>
            </p:nvSpPr>
            <p:spPr bwMode="auto">
              <a:xfrm>
                <a:off x="5209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2" name="Line 44"/>
              <p:cNvSpPr>
                <a:spLocks noChangeShapeType="1"/>
              </p:cNvSpPr>
              <p:nvPr/>
            </p:nvSpPr>
            <p:spPr bwMode="auto">
              <a:xfrm>
                <a:off x="5283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3" name="Line 45"/>
              <p:cNvSpPr>
                <a:spLocks noChangeShapeType="1"/>
              </p:cNvSpPr>
              <p:nvPr/>
            </p:nvSpPr>
            <p:spPr bwMode="auto">
              <a:xfrm>
                <a:off x="5356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4" name="Line 46"/>
              <p:cNvSpPr>
                <a:spLocks noChangeShapeType="1"/>
              </p:cNvSpPr>
              <p:nvPr/>
            </p:nvSpPr>
            <p:spPr bwMode="auto">
              <a:xfrm>
                <a:off x="5429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5" name="Line 47"/>
              <p:cNvSpPr>
                <a:spLocks noChangeShapeType="1"/>
              </p:cNvSpPr>
              <p:nvPr/>
            </p:nvSpPr>
            <p:spPr bwMode="auto">
              <a:xfrm>
                <a:off x="2852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6" name="Line 48"/>
              <p:cNvSpPr>
                <a:spLocks noChangeShapeType="1"/>
              </p:cNvSpPr>
              <p:nvPr/>
            </p:nvSpPr>
            <p:spPr bwMode="auto">
              <a:xfrm>
                <a:off x="2925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7" name="Line 49"/>
              <p:cNvSpPr>
                <a:spLocks noChangeShapeType="1"/>
              </p:cNvSpPr>
              <p:nvPr/>
            </p:nvSpPr>
            <p:spPr bwMode="auto">
              <a:xfrm>
                <a:off x="2999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8" name="Line 50"/>
              <p:cNvSpPr>
                <a:spLocks noChangeShapeType="1"/>
              </p:cNvSpPr>
              <p:nvPr/>
            </p:nvSpPr>
            <p:spPr bwMode="auto">
              <a:xfrm>
                <a:off x="3072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69" name="Line 51"/>
              <p:cNvSpPr>
                <a:spLocks noChangeShapeType="1"/>
              </p:cNvSpPr>
              <p:nvPr/>
            </p:nvSpPr>
            <p:spPr bwMode="auto">
              <a:xfrm>
                <a:off x="2557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0" name="Line 52"/>
              <p:cNvSpPr>
                <a:spLocks noChangeShapeType="1"/>
              </p:cNvSpPr>
              <p:nvPr/>
            </p:nvSpPr>
            <p:spPr bwMode="auto">
              <a:xfrm>
                <a:off x="2630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1" name="Line 53"/>
              <p:cNvSpPr>
                <a:spLocks noChangeShapeType="1"/>
              </p:cNvSpPr>
              <p:nvPr/>
            </p:nvSpPr>
            <p:spPr bwMode="auto">
              <a:xfrm>
                <a:off x="2704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2" name="Line 54"/>
              <p:cNvSpPr>
                <a:spLocks noChangeShapeType="1"/>
              </p:cNvSpPr>
              <p:nvPr/>
            </p:nvSpPr>
            <p:spPr bwMode="auto">
              <a:xfrm>
                <a:off x="2777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3" name="Line 55"/>
              <p:cNvSpPr>
                <a:spLocks noChangeShapeType="1"/>
              </p:cNvSpPr>
              <p:nvPr/>
            </p:nvSpPr>
            <p:spPr bwMode="auto">
              <a:xfrm>
                <a:off x="2263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4" name="Line 56"/>
              <p:cNvSpPr>
                <a:spLocks noChangeShapeType="1"/>
              </p:cNvSpPr>
              <p:nvPr/>
            </p:nvSpPr>
            <p:spPr bwMode="auto">
              <a:xfrm>
                <a:off x="2336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5" name="Line 57"/>
              <p:cNvSpPr>
                <a:spLocks noChangeShapeType="1"/>
              </p:cNvSpPr>
              <p:nvPr/>
            </p:nvSpPr>
            <p:spPr bwMode="auto">
              <a:xfrm>
                <a:off x="2410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6" name="Line 58"/>
              <p:cNvSpPr>
                <a:spLocks noChangeShapeType="1"/>
              </p:cNvSpPr>
              <p:nvPr/>
            </p:nvSpPr>
            <p:spPr bwMode="auto">
              <a:xfrm>
                <a:off x="2483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7" name="Line 59"/>
              <p:cNvSpPr>
                <a:spLocks noChangeShapeType="1"/>
              </p:cNvSpPr>
              <p:nvPr/>
            </p:nvSpPr>
            <p:spPr bwMode="auto">
              <a:xfrm>
                <a:off x="1968" y="727"/>
                <a:ext cx="0" cy="30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8" name="Line 60"/>
              <p:cNvSpPr>
                <a:spLocks noChangeShapeType="1"/>
              </p:cNvSpPr>
              <p:nvPr/>
            </p:nvSpPr>
            <p:spPr bwMode="auto">
              <a:xfrm>
                <a:off x="2041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79" name="Line 61"/>
              <p:cNvSpPr>
                <a:spLocks noChangeShapeType="1"/>
              </p:cNvSpPr>
              <p:nvPr/>
            </p:nvSpPr>
            <p:spPr bwMode="auto">
              <a:xfrm>
                <a:off x="2115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  <p:sp>
            <p:nvSpPr>
              <p:cNvPr id="249980" name="Line 62"/>
              <p:cNvSpPr>
                <a:spLocks noChangeShapeType="1"/>
              </p:cNvSpPr>
              <p:nvPr/>
            </p:nvSpPr>
            <p:spPr bwMode="auto">
              <a:xfrm>
                <a:off x="2188" y="937"/>
                <a:ext cx="0" cy="27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nl-NL"/>
              </a:p>
            </p:txBody>
          </p:sp>
        </p:grpSp>
        <p:sp>
          <p:nvSpPr>
            <p:cNvPr id="249870" name="Line 63"/>
            <p:cNvSpPr>
              <a:spLocks noChangeShapeType="1"/>
            </p:cNvSpPr>
            <p:nvPr/>
          </p:nvSpPr>
          <p:spPr bwMode="auto">
            <a:xfrm>
              <a:off x="1968" y="935"/>
              <a:ext cx="35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49871" name="Rectangle 64"/>
            <p:cNvSpPr>
              <a:spLocks noChangeArrowheads="1"/>
            </p:cNvSpPr>
            <p:nvPr/>
          </p:nvSpPr>
          <p:spPr bwMode="auto">
            <a:xfrm>
              <a:off x="3156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872" name="Rectangle 65"/>
            <p:cNvSpPr>
              <a:spLocks noChangeArrowheads="1"/>
            </p:cNvSpPr>
            <p:nvPr/>
          </p:nvSpPr>
          <p:spPr bwMode="auto">
            <a:xfrm>
              <a:off x="3229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873" name="Rectangle 66"/>
            <p:cNvSpPr>
              <a:spLocks noChangeArrowheads="1"/>
            </p:cNvSpPr>
            <p:nvPr/>
          </p:nvSpPr>
          <p:spPr bwMode="auto">
            <a:xfrm>
              <a:off x="3302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874" name="Rectangle 67"/>
            <p:cNvSpPr>
              <a:spLocks noChangeArrowheads="1"/>
            </p:cNvSpPr>
            <p:nvPr/>
          </p:nvSpPr>
          <p:spPr bwMode="auto">
            <a:xfrm>
              <a:off x="3376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875" name="Rectangle 68"/>
            <p:cNvSpPr>
              <a:spLocks noChangeArrowheads="1"/>
            </p:cNvSpPr>
            <p:nvPr/>
          </p:nvSpPr>
          <p:spPr bwMode="auto">
            <a:xfrm>
              <a:off x="3161" y="797"/>
              <a:ext cx="26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876" name="Rectangle 69"/>
            <p:cNvSpPr>
              <a:spLocks noChangeArrowheads="1"/>
            </p:cNvSpPr>
            <p:nvPr/>
          </p:nvSpPr>
          <p:spPr bwMode="auto">
            <a:xfrm>
              <a:off x="3449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877" name="Rectangle 70"/>
            <p:cNvSpPr>
              <a:spLocks noChangeArrowheads="1"/>
            </p:cNvSpPr>
            <p:nvPr/>
          </p:nvSpPr>
          <p:spPr bwMode="auto">
            <a:xfrm>
              <a:off x="3522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878" name="Rectangle 71"/>
            <p:cNvSpPr>
              <a:spLocks noChangeArrowheads="1"/>
            </p:cNvSpPr>
            <p:nvPr/>
          </p:nvSpPr>
          <p:spPr bwMode="auto">
            <a:xfrm>
              <a:off x="3595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879" name="Rectangle 72"/>
            <p:cNvSpPr>
              <a:spLocks noChangeArrowheads="1"/>
            </p:cNvSpPr>
            <p:nvPr/>
          </p:nvSpPr>
          <p:spPr bwMode="auto">
            <a:xfrm>
              <a:off x="3669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880" name="Rectangle 73"/>
            <p:cNvSpPr>
              <a:spLocks noChangeArrowheads="1"/>
            </p:cNvSpPr>
            <p:nvPr/>
          </p:nvSpPr>
          <p:spPr bwMode="auto">
            <a:xfrm>
              <a:off x="3454" y="797"/>
              <a:ext cx="26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881" name="Rectangle 74"/>
            <p:cNvSpPr>
              <a:spLocks noChangeArrowheads="1"/>
            </p:cNvSpPr>
            <p:nvPr/>
          </p:nvSpPr>
          <p:spPr bwMode="auto">
            <a:xfrm>
              <a:off x="3742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882" name="Rectangle 75"/>
            <p:cNvSpPr>
              <a:spLocks noChangeArrowheads="1"/>
            </p:cNvSpPr>
            <p:nvPr/>
          </p:nvSpPr>
          <p:spPr bwMode="auto">
            <a:xfrm>
              <a:off x="3814" y="999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883" name="Rectangle 76"/>
            <p:cNvSpPr>
              <a:spLocks noChangeArrowheads="1"/>
            </p:cNvSpPr>
            <p:nvPr/>
          </p:nvSpPr>
          <p:spPr bwMode="auto">
            <a:xfrm>
              <a:off x="3888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884" name="Rectangle 77"/>
            <p:cNvSpPr>
              <a:spLocks noChangeArrowheads="1"/>
            </p:cNvSpPr>
            <p:nvPr/>
          </p:nvSpPr>
          <p:spPr bwMode="auto">
            <a:xfrm>
              <a:off x="3961" y="999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885" name="Rectangle 78"/>
            <p:cNvSpPr>
              <a:spLocks noChangeArrowheads="1"/>
            </p:cNvSpPr>
            <p:nvPr/>
          </p:nvSpPr>
          <p:spPr bwMode="auto">
            <a:xfrm>
              <a:off x="3747" y="797"/>
              <a:ext cx="26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886" name="Rectangle 79"/>
            <p:cNvSpPr>
              <a:spLocks noChangeArrowheads="1"/>
            </p:cNvSpPr>
            <p:nvPr/>
          </p:nvSpPr>
          <p:spPr bwMode="auto">
            <a:xfrm>
              <a:off x="4036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887" name="Rectangle 80"/>
            <p:cNvSpPr>
              <a:spLocks noChangeArrowheads="1"/>
            </p:cNvSpPr>
            <p:nvPr/>
          </p:nvSpPr>
          <p:spPr bwMode="auto">
            <a:xfrm>
              <a:off x="4109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888" name="Rectangle 81"/>
            <p:cNvSpPr>
              <a:spLocks noChangeArrowheads="1"/>
            </p:cNvSpPr>
            <p:nvPr/>
          </p:nvSpPr>
          <p:spPr bwMode="auto">
            <a:xfrm>
              <a:off x="4183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889" name="Rectangle 82"/>
            <p:cNvSpPr>
              <a:spLocks noChangeArrowheads="1"/>
            </p:cNvSpPr>
            <p:nvPr/>
          </p:nvSpPr>
          <p:spPr bwMode="auto">
            <a:xfrm>
              <a:off x="4254" y="999"/>
              <a:ext cx="5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890" name="Rectangle 83"/>
            <p:cNvSpPr>
              <a:spLocks noChangeArrowheads="1"/>
            </p:cNvSpPr>
            <p:nvPr/>
          </p:nvSpPr>
          <p:spPr bwMode="auto">
            <a:xfrm>
              <a:off x="4040" y="797"/>
              <a:ext cx="26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891" name="Rectangle 84"/>
            <p:cNvSpPr>
              <a:spLocks noChangeArrowheads="1"/>
            </p:cNvSpPr>
            <p:nvPr/>
          </p:nvSpPr>
          <p:spPr bwMode="auto">
            <a:xfrm>
              <a:off x="4329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892" name="Rectangle 85"/>
            <p:cNvSpPr>
              <a:spLocks noChangeArrowheads="1"/>
            </p:cNvSpPr>
            <p:nvPr/>
          </p:nvSpPr>
          <p:spPr bwMode="auto">
            <a:xfrm>
              <a:off x="4401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893" name="Rectangle 86"/>
            <p:cNvSpPr>
              <a:spLocks noChangeArrowheads="1"/>
            </p:cNvSpPr>
            <p:nvPr/>
          </p:nvSpPr>
          <p:spPr bwMode="auto">
            <a:xfrm>
              <a:off x="4475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894" name="Rectangle 87"/>
            <p:cNvSpPr>
              <a:spLocks noChangeArrowheads="1"/>
            </p:cNvSpPr>
            <p:nvPr/>
          </p:nvSpPr>
          <p:spPr bwMode="auto">
            <a:xfrm>
              <a:off x="4547" y="999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895" name="Rectangle 88"/>
            <p:cNvSpPr>
              <a:spLocks noChangeArrowheads="1"/>
            </p:cNvSpPr>
            <p:nvPr/>
          </p:nvSpPr>
          <p:spPr bwMode="auto">
            <a:xfrm>
              <a:off x="4333" y="797"/>
              <a:ext cx="26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896" name="Rectangle 89"/>
            <p:cNvSpPr>
              <a:spLocks noChangeArrowheads="1"/>
            </p:cNvSpPr>
            <p:nvPr/>
          </p:nvSpPr>
          <p:spPr bwMode="auto">
            <a:xfrm>
              <a:off x="4626" y="999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897" name="Rectangle 90"/>
            <p:cNvSpPr>
              <a:spLocks noChangeArrowheads="1"/>
            </p:cNvSpPr>
            <p:nvPr/>
          </p:nvSpPr>
          <p:spPr bwMode="auto">
            <a:xfrm>
              <a:off x="4699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898" name="Rectangle 91"/>
            <p:cNvSpPr>
              <a:spLocks noChangeArrowheads="1"/>
            </p:cNvSpPr>
            <p:nvPr/>
          </p:nvSpPr>
          <p:spPr bwMode="auto">
            <a:xfrm>
              <a:off x="4773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899" name="Rectangle 92"/>
            <p:cNvSpPr>
              <a:spLocks noChangeArrowheads="1"/>
            </p:cNvSpPr>
            <p:nvPr/>
          </p:nvSpPr>
          <p:spPr bwMode="auto">
            <a:xfrm>
              <a:off x="4846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00" name="Rectangle 93"/>
            <p:cNvSpPr>
              <a:spLocks noChangeArrowheads="1"/>
            </p:cNvSpPr>
            <p:nvPr/>
          </p:nvSpPr>
          <p:spPr bwMode="auto">
            <a:xfrm>
              <a:off x="4631" y="797"/>
              <a:ext cx="26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901" name="Rectangle 94"/>
            <p:cNvSpPr>
              <a:spLocks noChangeArrowheads="1"/>
            </p:cNvSpPr>
            <p:nvPr/>
          </p:nvSpPr>
          <p:spPr bwMode="auto">
            <a:xfrm>
              <a:off x="4920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902" name="Rectangle 95"/>
            <p:cNvSpPr>
              <a:spLocks noChangeArrowheads="1"/>
            </p:cNvSpPr>
            <p:nvPr/>
          </p:nvSpPr>
          <p:spPr bwMode="auto">
            <a:xfrm>
              <a:off x="4993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903" name="Rectangle 96"/>
            <p:cNvSpPr>
              <a:spLocks noChangeArrowheads="1"/>
            </p:cNvSpPr>
            <p:nvPr/>
          </p:nvSpPr>
          <p:spPr bwMode="auto">
            <a:xfrm>
              <a:off x="5067" y="999"/>
              <a:ext cx="5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904" name="Rectangle 97"/>
            <p:cNvSpPr>
              <a:spLocks noChangeArrowheads="1"/>
            </p:cNvSpPr>
            <p:nvPr/>
          </p:nvSpPr>
          <p:spPr bwMode="auto">
            <a:xfrm>
              <a:off x="5140" y="999"/>
              <a:ext cx="5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05" name="Rectangle 98"/>
            <p:cNvSpPr>
              <a:spLocks noChangeArrowheads="1"/>
            </p:cNvSpPr>
            <p:nvPr/>
          </p:nvSpPr>
          <p:spPr bwMode="auto">
            <a:xfrm>
              <a:off x="4926" y="797"/>
              <a:ext cx="264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906" name="Rectangle 99"/>
            <p:cNvSpPr>
              <a:spLocks noChangeArrowheads="1"/>
            </p:cNvSpPr>
            <p:nvPr/>
          </p:nvSpPr>
          <p:spPr bwMode="auto">
            <a:xfrm>
              <a:off x="5218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907" name="Rectangle 100"/>
            <p:cNvSpPr>
              <a:spLocks noChangeArrowheads="1"/>
            </p:cNvSpPr>
            <p:nvPr/>
          </p:nvSpPr>
          <p:spPr bwMode="auto">
            <a:xfrm>
              <a:off x="5292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908" name="Rectangle 101"/>
            <p:cNvSpPr>
              <a:spLocks noChangeArrowheads="1"/>
            </p:cNvSpPr>
            <p:nvPr/>
          </p:nvSpPr>
          <p:spPr bwMode="auto">
            <a:xfrm>
              <a:off x="5364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909" name="Rectangle 102"/>
            <p:cNvSpPr>
              <a:spLocks noChangeArrowheads="1"/>
            </p:cNvSpPr>
            <p:nvPr/>
          </p:nvSpPr>
          <p:spPr bwMode="auto">
            <a:xfrm>
              <a:off x="5438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10" name="Rectangle 103"/>
            <p:cNvSpPr>
              <a:spLocks noChangeArrowheads="1"/>
            </p:cNvSpPr>
            <p:nvPr/>
          </p:nvSpPr>
          <p:spPr bwMode="auto">
            <a:xfrm>
              <a:off x="5222" y="797"/>
              <a:ext cx="26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911" name="Rectangle 104"/>
            <p:cNvSpPr>
              <a:spLocks noChangeArrowheads="1"/>
            </p:cNvSpPr>
            <p:nvPr/>
          </p:nvSpPr>
          <p:spPr bwMode="auto">
            <a:xfrm>
              <a:off x="2860" y="999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912" name="Rectangle 105"/>
            <p:cNvSpPr>
              <a:spLocks noChangeArrowheads="1"/>
            </p:cNvSpPr>
            <p:nvPr/>
          </p:nvSpPr>
          <p:spPr bwMode="auto">
            <a:xfrm>
              <a:off x="2934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913" name="Rectangle 106"/>
            <p:cNvSpPr>
              <a:spLocks noChangeArrowheads="1"/>
            </p:cNvSpPr>
            <p:nvPr/>
          </p:nvSpPr>
          <p:spPr bwMode="auto">
            <a:xfrm>
              <a:off x="3007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914" name="Rectangle 107"/>
            <p:cNvSpPr>
              <a:spLocks noChangeArrowheads="1"/>
            </p:cNvSpPr>
            <p:nvPr/>
          </p:nvSpPr>
          <p:spPr bwMode="auto">
            <a:xfrm>
              <a:off x="3081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15" name="Rectangle 108"/>
            <p:cNvSpPr>
              <a:spLocks noChangeArrowheads="1"/>
            </p:cNvSpPr>
            <p:nvPr/>
          </p:nvSpPr>
          <p:spPr bwMode="auto">
            <a:xfrm>
              <a:off x="2865" y="797"/>
              <a:ext cx="26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916" name="Rectangle 109"/>
            <p:cNvSpPr>
              <a:spLocks noChangeArrowheads="1"/>
            </p:cNvSpPr>
            <p:nvPr/>
          </p:nvSpPr>
          <p:spPr bwMode="auto">
            <a:xfrm>
              <a:off x="2566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917" name="Rectangle 110"/>
            <p:cNvSpPr>
              <a:spLocks noChangeArrowheads="1"/>
            </p:cNvSpPr>
            <p:nvPr/>
          </p:nvSpPr>
          <p:spPr bwMode="auto">
            <a:xfrm>
              <a:off x="2639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918" name="Rectangle 111"/>
            <p:cNvSpPr>
              <a:spLocks noChangeArrowheads="1"/>
            </p:cNvSpPr>
            <p:nvPr/>
          </p:nvSpPr>
          <p:spPr bwMode="auto">
            <a:xfrm>
              <a:off x="2712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919" name="Rectangle 112"/>
            <p:cNvSpPr>
              <a:spLocks noChangeArrowheads="1"/>
            </p:cNvSpPr>
            <p:nvPr/>
          </p:nvSpPr>
          <p:spPr bwMode="auto">
            <a:xfrm>
              <a:off x="2786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20" name="Rectangle 113"/>
            <p:cNvSpPr>
              <a:spLocks noChangeArrowheads="1"/>
            </p:cNvSpPr>
            <p:nvPr/>
          </p:nvSpPr>
          <p:spPr bwMode="auto">
            <a:xfrm>
              <a:off x="2570" y="797"/>
              <a:ext cx="26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921" name="Rectangle 114"/>
            <p:cNvSpPr>
              <a:spLocks noChangeArrowheads="1"/>
            </p:cNvSpPr>
            <p:nvPr/>
          </p:nvSpPr>
          <p:spPr bwMode="auto">
            <a:xfrm>
              <a:off x="2271" y="999"/>
              <a:ext cx="5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922" name="Rectangle 115"/>
            <p:cNvSpPr>
              <a:spLocks noChangeArrowheads="1"/>
            </p:cNvSpPr>
            <p:nvPr/>
          </p:nvSpPr>
          <p:spPr bwMode="auto">
            <a:xfrm>
              <a:off x="2345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923" name="Rectangle 116"/>
            <p:cNvSpPr>
              <a:spLocks noChangeArrowheads="1"/>
            </p:cNvSpPr>
            <p:nvPr/>
          </p:nvSpPr>
          <p:spPr bwMode="auto">
            <a:xfrm>
              <a:off x="2418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924" name="Rectangle 117"/>
            <p:cNvSpPr>
              <a:spLocks noChangeArrowheads="1"/>
            </p:cNvSpPr>
            <p:nvPr/>
          </p:nvSpPr>
          <p:spPr bwMode="auto">
            <a:xfrm>
              <a:off x="2492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25" name="Rectangle 118"/>
            <p:cNvSpPr>
              <a:spLocks noChangeArrowheads="1"/>
            </p:cNvSpPr>
            <p:nvPr/>
          </p:nvSpPr>
          <p:spPr bwMode="auto">
            <a:xfrm>
              <a:off x="2276" y="797"/>
              <a:ext cx="26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49926" name="Rectangle 119"/>
            <p:cNvSpPr>
              <a:spLocks noChangeArrowheads="1"/>
            </p:cNvSpPr>
            <p:nvPr/>
          </p:nvSpPr>
          <p:spPr bwMode="auto">
            <a:xfrm>
              <a:off x="1977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1</a:t>
              </a:r>
            </a:p>
          </p:txBody>
        </p:sp>
        <p:sp>
          <p:nvSpPr>
            <p:cNvPr id="249927" name="Rectangle 120"/>
            <p:cNvSpPr>
              <a:spLocks noChangeArrowheads="1"/>
            </p:cNvSpPr>
            <p:nvPr/>
          </p:nvSpPr>
          <p:spPr bwMode="auto">
            <a:xfrm>
              <a:off x="2050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2</a:t>
              </a:r>
            </a:p>
          </p:txBody>
        </p:sp>
        <p:sp>
          <p:nvSpPr>
            <p:cNvPr id="249928" name="Rectangle 121"/>
            <p:cNvSpPr>
              <a:spLocks noChangeArrowheads="1"/>
            </p:cNvSpPr>
            <p:nvPr/>
          </p:nvSpPr>
          <p:spPr bwMode="auto">
            <a:xfrm>
              <a:off x="2123" y="999"/>
              <a:ext cx="57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3</a:t>
              </a:r>
            </a:p>
          </p:txBody>
        </p:sp>
        <p:sp>
          <p:nvSpPr>
            <p:cNvPr id="249929" name="Rectangle 122"/>
            <p:cNvSpPr>
              <a:spLocks noChangeArrowheads="1"/>
            </p:cNvSpPr>
            <p:nvPr/>
          </p:nvSpPr>
          <p:spPr bwMode="auto">
            <a:xfrm>
              <a:off x="2197" y="999"/>
              <a:ext cx="5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4</a:t>
              </a:r>
            </a:p>
          </p:txBody>
        </p:sp>
        <p:sp>
          <p:nvSpPr>
            <p:cNvPr id="249930" name="Rectangle 123"/>
            <p:cNvSpPr>
              <a:spLocks noChangeArrowheads="1"/>
            </p:cNvSpPr>
            <p:nvPr/>
          </p:nvSpPr>
          <p:spPr bwMode="auto">
            <a:xfrm>
              <a:off x="1981" y="797"/>
              <a:ext cx="26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algn="ctr"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Text</a:t>
              </a:r>
            </a:p>
          </p:txBody>
        </p:sp>
      </p:grp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AB027984-712D-4C8D-AFFB-D7FB531401A2}" type="slidenum">
              <a:rPr lang="zh-CN" altLang="en-US" smtClean="0"/>
              <a:pPr defTabSz="895350"/>
              <a:t>242</a:t>
            </a:fld>
            <a:endParaRPr lang="en-US" altLang="zh-CN"/>
          </a:p>
        </p:txBody>
      </p:sp>
      <p:sp>
        <p:nvSpPr>
          <p:cNvPr id="250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088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0885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50886" name="Rectangle 5"/>
          <p:cNvSpPr>
            <a:spLocks noChangeArrowheads="1"/>
          </p:cNvSpPr>
          <p:nvPr/>
        </p:nvSpPr>
        <p:spPr bwMode="auto">
          <a:xfrm>
            <a:off x="565150" y="1541463"/>
            <a:ext cx="2462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0887" name="Rectangle 6"/>
          <p:cNvSpPr>
            <a:spLocks noChangeArrowheads="1"/>
          </p:cNvSpPr>
          <p:nvPr/>
        </p:nvSpPr>
        <p:spPr bwMode="auto">
          <a:xfrm>
            <a:off x="565150" y="2000250"/>
            <a:ext cx="2462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50888" name="Rectangle 7"/>
          <p:cNvSpPr>
            <a:spLocks noChangeArrowheads="1"/>
          </p:cNvSpPr>
          <p:nvPr/>
        </p:nvSpPr>
        <p:spPr bwMode="auto">
          <a:xfrm>
            <a:off x="565150" y="3222625"/>
            <a:ext cx="2462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50889" name="Rectangle 8"/>
          <p:cNvSpPr>
            <a:spLocks noChangeArrowheads="1"/>
          </p:cNvSpPr>
          <p:nvPr/>
        </p:nvSpPr>
        <p:spPr bwMode="auto">
          <a:xfrm>
            <a:off x="565150" y="4445000"/>
            <a:ext cx="24622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50890" name="Line 9"/>
          <p:cNvSpPr>
            <a:spLocks noChangeShapeType="1"/>
          </p:cNvSpPr>
          <p:nvPr/>
        </p:nvSpPr>
        <p:spPr bwMode="auto">
          <a:xfrm>
            <a:off x="438150" y="1885950"/>
            <a:ext cx="8050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0891" name="Rectangle 10"/>
          <p:cNvSpPr>
            <a:spLocks noChangeArrowheads="1"/>
          </p:cNvSpPr>
          <p:nvPr/>
        </p:nvSpPr>
        <p:spPr bwMode="auto">
          <a:xfrm>
            <a:off x="444500" y="1196975"/>
            <a:ext cx="8043863" cy="4781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50892" name="Line 11"/>
          <p:cNvSpPr>
            <a:spLocks noChangeShapeType="1"/>
          </p:cNvSpPr>
          <p:nvPr/>
        </p:nvSpPr>
        <p:spPr bwMode="auto">
          <a:xfrm>
            <a:off x="3563938" y="1555750"/>
            <a:ext cx="4924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50893" name="Line 12"/>
          <p:cNvSpPr>
            <a:spLocks noChangeShapeType="1"/>
          </p:cNvSpPr>
          <p:nvPr/>
        </p:nvSpPr>
        <p:spPr bwMode="auto">
          <a:xfrm>
            <a:off x="3568700" y="1193800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0894" name="Rectangle 13"/>
          <p:cNvSpPr>
            <a:spLocks noChangeArrowheads="1"/>
          </p:cNvSpPr>
          <p:nvPr/>
        </p:nvSpPr>
        <p:spPr bwMode="auto">
          <a:xfrm>
            <a:off x="3616325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1</a:t>
            </a:r>
          </a:p>
        </p:txBody>
      </p:sp>
      <p:sp>
        <p:nvSpPr>
          <p:cNvPr id="250895" name="Rectangle 14"/>
          <p:cNvSpPr>
            <a:spLocks noChangeArrowheads="1"/>
          </p:cNvSpPr>
          <p:nvPr/>
        </p:nvSpPr>
        <p:spPr bwMode="auto">
          <a:xfrm>
            <a:off x="4027488" y="1597025"/>
            <a:ext cx="317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2</a:t>
            </a:r>
          </a:p>
        </p:txBody>
      </p:sp>
      <p:sp>
        <p:nvSpPr>
          <p:cNvPr id="250896" name="Rectangle 15"/>
          <p:cNvSpPr>
            <a:spLocks noChangeArrowheads="1"/>
          </p:cNvSpPr>
          <p:nvPr/>
        </p:nvSpPr>
        <p:spPr bwMode="auto">
          <a:xfrm>
            <a:off x="4435475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3</a:t>
            </a:r>
          </a:p>
        </p:txBody>
      </p:sp>
      <p:sp>
        <p:nvSpPr>
          <p:cNvPr id="250897" name="Rectangle 16"/>
          <p:cNvSpPr>
            <a:spLocks noChangeArrowheads="1"/>
          </p:cNvSpPr>
          <p:nvPr/>
        </p:nvSpPr>
        <p:spPr bwMode="auto">
          <a:xfrm>
            <a:off x="4845050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4</a:t>
            </a:r>
          </a:p>
        </p:txBody>
      </p:sp>
      <p:sp>
        <p:nvSpPr>
          <p:cNvPr id="250898" name="Rectangle 17"/>
          <p:cNvSpPr>
            <a:spLocks noChangeArrowheads="1"/>
          </p:cNvSpPr>
          <p:nvPr/>
        </p:nvSpPr>
        <p:spPr bwMode="auto">
          <a:xfrm>
            <a:off x="5254625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5</a:t>
            </a:r>
          </a:p>
        </p:txBody>
      </p:sp>
      <p:sp>
        <p:nvSpPr>
          <p:cNvPr id="250899" name="Rectangle 18"/>
          <p:cNvSpPr>
            <a:spLocks noChangeArrowheads="1"/>
          </p:cNvSpPr>
          <p:nvPr/>
        </p:nvSpPr>
        <p:spPr bwMode="auto">
          <a:xfrm>
            <a:off x="5662613" y="1597025"/>
            <a:ext cx="3222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6</a:t>
            </a:r>
          </a:p>
        </p:txBody>
      </p:sp>
      <p:sp>
        <p:nvSpPr>
          <p:cNvPr id="250900" name="Rectangle 19"/>
          <p:cNvSpPr>
            <a:spLocks noChangeArrowheads="1"/>
          </p:cNvSpPr>
          <p:nvPr/>
        </p:nvSpPr>
        <p:spPr bwMode="auto">
          <a:xfrm>
            <a:off x="6073775" y="1597025"/>
            <a:ext cx="317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7</a:t>
            </a:r>
          </a:p>
        </p:txBody>
      </p:sp>
      <p:sp>
        <p:nvSpPr>
          <p:cNvPr id="250901" name="Rectangle 20"/>
          <p:cNvSpPr>
            <a:spLocks noChangeArrowheads="1"/>
          </p:cNvSpPr>
          <p:nvPr/>
        </p:nvSpPr>
        <p:spPr bwMode="auto">
          <a:xfrm>
            <a:off x="6483350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8</a:t>
            </a:r>
          </a:p>
        </p:txBody>
      </p:sp>
      <p:sp>
        <p:nvSpPr>
          <p:cNvPr id="250902" name="Rectangle 21"/>
          <p:cNvSpPr>
            <a:spLocks noChangeArrowheads="1"/>
          </p:cNvSpPr>
          <p:nvPr/>
        </p:nvSpPr>
        <p:spPr bwMode="auto">
          <a:xfrm>
            <a:off x="3744913" y="1252538"/>
            <a:ext cx="45577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grpSp>
        <p:nvGrpSpPr>
          <p:cNvPr id="250903" name="Group 22"/>
          <p:cNvGrpSpPr>
            <a:grpSpLocks/>
          </p:cNvGrpSpPr>
          <p:nvPr/>
        </p:nvGrpSpPr>
        <p:grpSpPr bwMode="auto">
          <a:xfrm>
            <a:off x="3981450" y="1562100"/>
            <a:ext cx="4092575" cy="4422775"/>
            <a:chOff x="2508" y="962"/>
            <a:chExt cx="2578" cy="2792"/>
          </a:xfrm>
        </p:grpSpPr>
        <p:sp>
          <p:nvSpPr>
            <p:cNvPr id="250908" name="Line 23"/>
            <p:cNvSpPr>
              <a:spLocks noChangeShapeType="1"/>
            </p:cNvSpPr>
            <p:nvPr/>
          </p:nvSpPr>
          <p:spPr bwMode="auto">
            <a:xfrm>
              <a:off x="3280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09" name="Line 24"/>
            <p:cNvSpPr>
              <a:spLocks noChangeShapeType="1"/>
            </p:cNvSpPr>
            <p:nvPr/>
          </p:nvSpPr>
          <p:spPr bwMode="auto">
            <a:xfrm>
              <a:off x="2508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0" name="Line 25"/>
            <p:cNvSpPr>
              <a:spLocks noChangeShapeType="1"/>
            </p:cNvSpPr>
            <p:nvPr/>
          </p:nvSpPr>
          <p:spPr bwMode="auto">
            <a:xfrm>
              <a:off x="2765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1" name="Line 26"/>
            <p:cNvSpPr>
              <a:spLocks noChangeShapeType="1"/>
            </p:cNvSpPr>
            <p:nvPr/>
          </p:nvSpPr>
          <p:spPr bwMode="auto">
            <a:xfrm>
              <a:off x="3023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2" name="Line 27"/>
            <p:cNvSpPr>
              <a:spLocks noChangeShapeType="1"/>
            </p:cNvSpPr>
            <p:nvPr/>
          </p:nvSpPr>
          <p:spPr bwMode="auto">
            <a:xfrm>
              <a:off x="4312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3" name="Line 28"/>
            <p:cNvSpPr>
              <a:spLocks noChangeShapeType="1"/>
            </p:cNvSpPr>
            <p:nvPr/>
          </p:nvSpPr>
          <p:spPr bwMode="auto">
            <a:xfrm>
              <a:off x="3540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4" name="Line 29"/>
            <p:cNvSpPr>
              <a:spLocks noChangeShapeType="1"/>
            </p:cNvSpPr>
            <p:nvPr/>
          </p:nvSpPr>
          <p:spPr bwMode="auto">
            <a:xfrm>
              <a:off x="3797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5" name="Line 30"/>
            <p:cNvSpPr>
              <a:spLocks noChangeShapeType="1"/>
            </p:cNvSpPr>
            <p:nvPr/>
          </p:nvSpPr>
          <p:spPr bwMode="auto">
            <a:xfrm>
              <a:off x="4055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6" name="Line 31"/>
            <p:cNvSpPr>
              <a:spLocks noChangeShapeType="1"/>
            </p:cNvSpPr>
            <p:nvPr/>
          </p:nvSpPr>
          <p:spPr bwMode="auto">
            <a:xfrm>
              <a:off x="4571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7" name="Line 32"/>
            <p:cNvSpPr>
              <a:spLocks noChangeShapeType="1"/>
            </p:cNvSpPr>
            <p:nvPr/>
          </p:nvSpPr>
          <p:spPr bwMode="auto">
            <a:xfrm>
              <a:off x="4829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0918" name="Line 33"/>
            <p:cNvSpPr>
              <a:spLocks noChangeShapeType="1"/>
            </p:cNvSpPr>
            <p:nvPr/>
          </p:nvSpPr>
          <p:spPr bwMode="auto">
            <a:xfrm>
              <a:off x="5086" y="962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250904" name="Rectangle 34"/>
          <p:cNvSpPr>
            <a:spLocks noChangeArrowheads="1"/>
          </p:cNvSpPr>
          <p:nvPr/>
        </p:nvSpPr>
        <p:spPr bwMode="auto">
          <a:xfrm>
            <a:off x="6889750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9</a:t>
            </a:r>
          </a:p>
        </p:txBody>
      </p:sp>
      <p:sp>
        <p:nvSpPr>
          <p:cNvPr id="250905" name="Rectangle 35"/>
          <p:cNvSpPr>
            <a:spLocks noChangeArrowheads="1"/>
          </p:cNvSpPr>
          <p:nvPr/>
        </p:nvSpPr>
        <p:spPr bwMode="auto">
          <a:xfrm>
            <a:off x="7300913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10</a:t>
            </a:r>
          </a:p>
        </p:txBody>
      </p:sp>
      <p:sp>
        <p:nvSpPr>
          <p:cNvPr id="250906" name="Rectangle 36"/>
          <p:cNvSpPr>
            <a:spLocks noChangeArrowheads="1"/>
          </p:cNvSpPr>
          <p:nvPr/>
        </p:nvSpPr>
        <p:spPr bwMode="auto">
          <a:xfrm>
            <a:off x="7708900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11</a:t>
            </a:r>
          </a:p>
        </p:txBody>
      </p:sp>
      <p:sp>
        <p:nvSpPr>
          <p:cNvPr id="250907" name="Rectangle 37"/>
          <p:cNvSpPr>
            <a:spLocks noChangeArrowheads="1"/>
          </p:cNvSpPr>
          <p:nvPr/>
        </p:nvSpPr>
        <p:spPr bwMode="auto">
          <a:xfrm>
            <a:off x="8121650" y="1597025"/>
            <a:ext cx="320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>
                <a:ea typeface="Gulim" pitchFamily="34" charset="-127"/>
              </a:rPr>
              <a:t>12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B460F41-4328-4C2D-85FD-0FEF775F5839}" type="slidenum">
              <a:rPr lang="zh-CN" altLang="en-US" smtClean="0"/>
              <a:pPr defTabSz="895350"/>
              <a:t>243</a:t>
            </a:fld>
            <a:endParaRPr lang="en-US" altLang="zh-CN"/>
          </a:p>
        </p:txBody>
      </p:sp>
      <p:sp>
        <p:nvSpPr>
          <p:cNvPr id="251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190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1909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51910" name="Rectangle 5"/>
          <p:cNvSpPr>
            <a:spLocks noChangeArrowheads="1"/>
          </p:cNvSpPr>
          <p:nvPr/>
        </p:nvSpPr>
        <p:spPr bwMode="auto">
          <a:xfrm>
            <a:off x="257175" y="1636713"/>
            <a:ext cx="246221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51911" name="Rectangle 6"/>
          <p:cNvSpPr>
            <a:spLocks noChangeArrowheads="1"/>
          </p:cNvSpPr>
          <p:nvPr/>
        </p:nvSpPr>
        <p:spPr bwMode="auto">
          <a:xfrm>
            <a:off x="257175" y="2033588"/>
            <a:ext cx="246221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51912" name="Rectangle 7"/>
          <p:cNvSpPr>
            <a:spLocks noChangeArrowheads="1"/>
          </p:cNvSpPr>
          <p:nvPr/>
        </p:nvSpPr>
        <p:spPr bwMode="auto">
          <a:xfrm>
            <a:off x="257175" y="3255963"/>
            <a:ext cx="246221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sp>
        <p:nvSpPr>
          <p:cNvPr id="251913" name="Rectangle 8"/>
          <p:cNvSpPr>
            <a:spLocks noChangeArrowheads="1"/>
          </p:cNvSpPr>
          <p:nvPr/>
        </p:nvSpPr>
        <p:spPr bwMode="auto">
          <a:xfrm>
            <a:off x="257175" y="4478338"/>
            <a:ext cx="246221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200">
                <a:ea typeface="Gulim" pitchFamily="34" charset="-127"/>
              </a:rPr>
              <a:t>Text</a:t>
            </a:r>
          </a:p>
        </p:txBody>
      </p:sp>
      <p:grpSp>
        <p:nvGrpSpPr>
          <p:cNvPr id="251914" name="Group 9"/>
          <p:cNvGrpSpPr>
            <a:grpSpLocks/>
          </p:cNvGrpSpPr>
          <p:nvPr/>
        </p:nvGrpSpPr>
        <p:grpSpPr bwMode="auto">
          <a:xfrm>
            <a:off x="130175" y="1230313"/>
            <a:ext cx="8609013" cy="4781550"/>
            <a:chOff x="82" y="775"/>
            <a:chExt cx="5071" cy="3012"/>
          </a:xfrm>
        </p:grpSpPr>
        <p:sp>
          <p:nvSpPr>
            <p:cNvPr id="251967" name="Line 10"/>
            <p:cNvSpPr>
              <a:spLocks noChangeShapeType="1"/>
            </p:cNvSpPr>
            <p:nvPr/>
          </p:nvSpPr>
          <p:spPr bwMode="auto">
            <a:xfrm>
              <a:off x="82" y="1209"/>
              <a:ext cx="5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251968" name="Rectangle 11"/>
            <p:cNvSpPr>
              <a:spLocks noChangeArrowheads="1"/>
            </p:cNvSpPr>
            <p:nvPr/>
          </p:nvSpPr>
          <p:spPr bwMode="auto">
            <a:xfrm>
              <a:off x="86" y="775"/>
              <a:ext cx="5067" cy="30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</p:grpSp>
      <p:sp>
        <p:nvSpPr>
          <p:cNvPr id="251915" name="Line 12"/>
          <p:cNvSpPr>
            <a:spLocks noChangeShapeType="1"/>
          </p:cNvSpPr>
          <p:nvPr/>
        </p:nvSpPr>
        <p:spPr bwMode="auto">
          <a:xfrm>
            <a:off x="3117850" y="1589088"/>
            <a:ext cx="2808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51916" name="Line 13"/>
          <p:cNvSpPr>
            <a:spLocks noChangeShapeType="1"/>
          </p:cNvSpPr>
          <p:nvPr/>
        </p:nvSpPr>
        <p:spPr bwMode="auto">
          <a:xfrm>
            <a:off x="3121025" y="1227138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1917" name="Rectangle 14"/>
          <p:cNvSpPr>
            <a:spLocks noChangeArrowheads="1"/>
          </p:cNvSpPr>
          <p:nvPr/>
        </p:nvSpPr>
        <p:spPr bwMode="auto">
          <a:xfrm>
            <a:off x="3146425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51918" name="Rectangle 15"/>
          <p:cNvSpPr>
            <a:spLocks noChangeArrowheads="1"/>
          </p:cNvSpPr>
          <p:nvPr/>
        </p:nvSpPr>
        <p:spPr bwMode="auto">
          <a:xfrm>
            <a:off x="3382963" y="1660525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51919" name="Rectangle 16"/>
          <p:cNvSpPr>
            <a:spLocks noChangeArrowheads="1"/>
          </p:cNvSpPr>
          <p:nvPr/>
        </p:nvSpPr>
        <p:spPr bwMode="auto">
          <a:xfrm>
            <a:off x="3614738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51920" name="Rectangle 17"/>
          <p:cNvSpPr>
            <a:spLocks noChangeArrowheads="1"/>
          </p:cNvSpPr>
          <p:nvPr/>
        </p:nvSpPr>
        <p:spPr bwMode="auto">
          <a:xfrm>
            <a:off x="3848100" y="1660525"/>
            <a:ext cx="1825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51921" name="Rectangle 18"/>
          <p:cNvSpPr>
            <a:spLocks noChangeArrowheads="1"/>
          </p:cNvSpPr>
          <p:nvPr/>
        </p:nvSpPr>
        <p:spPr bwMode="auto">
          <a:xfrm>
            <a:off x="4081463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5</a:t>
            </a:r>
          </a:p>
        </p:txBody>
      </p:sp>
      <p:sp>
        <p:nvSpPr>
          <p:cNvPr id="251922" name="Rectangle 19"/>
          <p:cNvSpPr>
            <a:spLocks noChangeArrowheads="1"/>
          </p:cNvSpPr>
          <p:nvPr/>
        </p:nvSpPr>
        <p:spPr bwMode="auto">
          <a:xfrm>
            <a:off x="4314825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6</a:t>
            </a:r>
          </a:p>
        </p:txBody>
      </p:sp>
      <p:sp>
        <p:nvSpPr>
          <p:cNvPr id="251923" name="Rectangle 20"/>
          <p:cNvSpPr>
            <a:spLocks noChangeArrowheads="1"/>
          </p:cNvSpPr>
          <p:nvPr/>
        </p:nvSpPr>
        <p:spPr bwMode="auto">
          <a:xfrm>
            <a:off x="4549775" y="1660525"/>
            <a:ext cx="1793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7</a:t>
            </a:r>
          </a:p>
        </p:txBody>
      </p:sp>
      <p:sp>
        <p:nvSpPr>
          <p:cNvPr id="251924" name="Rectangle 21"/>
          <p:cNvSpPr>
            <a:spLocks noChangeArrowheads="1"/>
          </p:cNvSpPr>
          <p:nvPr/>
        </p:nvSpPr>
        <p:spPr bwMode="auto">
          <a:xfrm>
            <a:off x="4783138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8</a:t>
            </a:r>
          </a:p>
        </p:txBody>
      </p:sp>
      <p:sp>
        <p:nvSpPr>
          <p:cNvPr id="251925" name="Rectangle 22"/>
          <p:cNvSpPr>
            <a:spLocks noChangeArrowheads="1"/>
          </p:cNvSpPr>
          <p:nvPr/>
        </p:nvSpPr>
        <p:spPr bwMode="auto">
          <a:xfrm>
            <a:off x="3221038" y="1316038"/>
            <a:ext cx="259873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51926" name="Line 23"/>
          <p:cNvSpPr>
            <a:spLocks noChangeShapeType="1"/>
          </p:cNvSpPr>
          <p:nvPr/>
        </p:nvSpPr>
        <p:spPr bwMode="auto">
          <a:xfrm>
            <a:off x="405447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27" name="Line 24"/>
          <p:cNvSpPr>
            <a:spLocks noChangeShapeType="1"/>
          </p:cNvSpPr>
          <p:nvPr/>
        </p:nvSpPr>
        <p:spPr bwMode="auto">
          <a:xfrm>
            <a:off x="335597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28" name="Line 25"/>
          <p:cNvSpPr>
            <a:spLocks noChangeShapeType="1"/>
          </p:cNvSpPr>
          <p:nvPr/>
        </p:nvSpPr>
        <p:spPr bwMode="auto">
          <a:xfrm>
            <a:off x="3589338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29" name="Line 26"/>
          <p:cNvSpPr>
            <a:spLocks noChangeShapeType="1"/>
          </p:cNvSpPr>
          <p:nvPr/>
        </p:nvSpPr>
        <p:spPr bwMode="auto">
          <a:xfrm>
            <a:off x="3822700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0" name="Line 27"/>
          <p:cNvSpPr>
            <a:spLocks noChangeShapeType="1"/>
          </p:cNvSpPr>
          <p:nvPr/>
        </p:nvSpPr>
        <p:spPr bwMode="auto">
          <a:xfrm>
            <a:off x="4989513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1" name="Line 28"/>
          <p:cNvSpPr>
            <a:spLocks noChangeShapeType="1"/>
          </p:cNvSpPr>
          <p:nvPr/>
        </p:nvSpPr>
        <p:spPr bwMode="auto">
          <a:xfrm>
            <a:off x="428942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2" name="Line 29"/>
          <p:cNvSpPr>
            <a:spLocks noChangeShapeType="1"/>
          </p:cNvSpPr>
          <p:nvPr/>
        </p:nvSpPr>
        <p:spPr bwMode="auto">
          <a:xfrm>
            <a:off x="4522788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3" name="Line 30"/>
          <p:cNvSpPr>
            <a:spLocks noChangeShapeType="1"/>
          </p:cNvSpPr>
          <p:nvPr/>
        </p:nvSpPr>
        <p:spPr bwMode="auto">
          <a:xfrm>
            <a:off x="4756150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4" name="Line 31"/>
          <p:cNvSpPr>
            <a:spLocks noChangeShapeType="1"/>
          </p:cNvSpPr>
          <p:nvPr/>
        </p:nvSpPr>
        <p:spPr bwMode="auto">
          <a:xfrm>
            <a:off x="522287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5" name="Line 32"/>
          <p:cNvSpPr>
            <a:spLocks noChangeShapeType="1"/>
          </p:cNvSpPr>
          <p:nvPr/>
        </p:nvSpPr>
        <p:spPr bwMode="auto">
          <a:xfrm>
            <a:off x="5456238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6" name="Line 33"/>
          <p:cNvSpPr>
            <a:spLocks noChangeShapeType="1"/>
          </p:cNvSpPr>
          <p:nvPr/>
        </p:nvSpPr>
        <p:spPr bwMode="auto">
          <a:xfrm>
            <a:off x="5689600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37" name="Rectangle 34"/>
          <p:cNvSpPr>
            <a:spLocks noChangeArrowheads="1"/>
          </p:cNvSpPr>
          <p:nvPr/>
        </p:nvSpPr>
        <p:spPr bwMode="auto">
          <a:xfrm>
            <a:off x="5014913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9</a:t>
            </a:r>
          </a:p>
        </p:txBody>
      </p:sp>
      <p:sp>
        <p:nvSpPr>
          <p:cNvPr id="251938" name="Rectangle 35"/>
          <p:cNvSpPr>
            <a:spLocks noChangeArrowheads="1"/>
          </p:cNvSpPr>
          <p:nvPr/>
        </p:nvSpPr>
        <p:spPr bwMode="auto">
          <a:xfrm>
            <a:off x="5248275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10</a:t>
            </a:r>
          </a:p>
        </p:txBody>
      </p:sp>
      <p:sp>
        <p:nvSpPr>
          <p:cNvPr id="251939" name="Rectangle 36"/>
          <p:cNvSpPr>
            <a:spLocks noChangeArrowheads="1"/>
          </p:cNvSpPr>
          <p:nvPr/>
        </p:nvSpPr>
        <p:spPr bwMode="auto">
          <a:xfrm>
            <a:off x="5478463" y="1660525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11</a:t>
            </a:r>
          </a:p>
        </p:txBody>
      </p:sp>
      <p:sp>
        <p:nvSpPr>
          <p:cNvPr id="251940" name="Rectangle 37"/>
          <p:cNvSpPr>
            <a:spLocks noChangeArrowheads="1"/>
          </p:cNvSpPr>
          <p:nvPr/>
        </p:nvSpPr>
        <p:spPr bwMode="auto">
          <a:xfrm>
            <a:off x="5716588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12</a:t>
            </a:r>
          </a:p>
        </p:txBody>
      </p:sp>
      <p:sp>
        <p:nvSpPr>
          <p:cNvPr id="251941" name="Line 38"/>
          <p:cNvSpPr>
            <a:spLocks noChangeShapeType="1"/>
          </p:cNvSpPr>
          <p:nvPr/>
        </p:nvSpPr>
        <p:spPr bwMode="auto">
          <a:xfrm>
            <a:off x="5930900" y="1589088"/>
            <a:ext cx="2808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51942" name="Line 39"/>
          <p:cNvSpPr>
            <a:spLocks noChangeShapeType="1"/>
          </p:cNvSpPr>
          <p:nvPr/>
        </p:nvSpPr>
        <p:spPr bwMode="auto">
          <a:xfrm>
            <a:off x="5934075" y="1227138"/>
            <a:ext cx="0" cy="478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1943" name="Rectangle 40"/>
          <p:cNvSpPr>
            <a:spLocks noChangeArrowheads="1"/>
          </p:cNvSpPr>
          <p:nvPr/>
        </p:nvSpPr>
        <p:spPr bwMode="auto">
          <a:xfrm>
            <a:off x="5959475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</a:t>
            </a:r>
          </a:p>
        </p:txBody>
      </p:sp>
      <p:sp>
        <p:nvSpPr>
          <p:cNvPr id="251944" name="Rectangle 41"/>
          <p:cNvSpPr>
            <a:spLocks noChangeArrowheads="1"/>
          </p:cNvSpPr>
          <p:nvPr/>
        </p:nvSpPr>
        <p:spPr bwMode="auto">
          <a:xfrm>
            <a:off x="6196013" y="1660525"/>
            <a:ext cx="180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2</a:t>
            </a:r>
          </a:p>
        </p:txBody>
      </p:sp>
      <p:sp>
        <p:nvSpPr>
          <p:cNvPr id="251945" name="Rectangle 42"/>
          <p:cNvSpPr>
            <a:spLocks noChangeArrowheads="1"/>
          </p:cNvSpPr>
          <p:nvPr/>
        </p:nvSpPr>
        <p:spPr bwMode="auto">
          <a:xfrm>
            <a:off x="6427788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3</a:t>
            </a:r>
          </a:p>
        </p:txBody>
      </p:sp>
      <p:sp>
        <p:nvSpPr>
          <p:cNvPr id="251946" name="Rectangle 43"/>
          <p:cNvSpPr>
            <a:spLocks noChangeArrowheads="1"/>
          </p:cNvSpPr>
          <p:nvPr/>
        </p:nvSpPr>
        <p:spPr bwMode="auto">
          <a:xfrm>
            <a:off x="6661150" y="1660525"/>
            <a:ext cx="1825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4</a:t>
            </a:r>
          </a:p>
        </p:txBody>
      </p:sp>
      <p:sp>
        <p:nvSpPr>
          <p:cNvPr id="251947" name="Rectangle 44"/>
          <p:cNvSpPr>
            <a:spLocks noChangeArrowheads="1"/>
          </p:cNvSpPr>
          <p:nvPr/>
        </p:nvSpPr>
        <p:spPr bwMode="auto">
          <a:xfrm>
            <a:off x="6894513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5</a:t>
            </a:r>
          </a:p>
        </p:txBody>
      </p:sp>
      <p:sp>
        <p:nvSpPr>
          <p:cNvPr id="251948" name="Rectangle 45"/>
          <p:cNvSpPr>
            <a:spLocks noChangeArrowheads="1"/>
          </p:cNvSpPr>
          <p:nvPr/>
        </p:nvSpPr>
        <p:spPr bwMode="auto">
          <a:xfrm>
            <a:off x="7127875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6</a:t>
            </a:r>
          </a:p>
        </p:txBody>
      </p:sp>
      <p:sp>
        <p:nvSpPr>
          <p:cNvPr id="251949" name="Rectangle 46"/>
          <p:cNvSpPr>
            <a:spLocks noChangeArrowheads="1"/>
          </p:cNvSpPr>
          <p:nvPr/>
        </p:nvSpPr>
        <p:spPr bwMode="auto">
          <a:xfrm>
            <a:off x="7362825" y="1660525"/>
            <a:ext cx="1793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7</a:t>
            </a:r>
          </a:p>
        </p:txBody>
      </p:sp>
      <p:sp>
        <p:nvSpPr>
          <p:cNvPr id="251950" name="Rectangle 47"/>
          <p:cNvSpPr>
            <a:spLocks noChangeArrowheads="1"/>
          </p:cNvSpPr>
          <p:nvPr/>
        </p:nvSpPr>
        <p:spPr bwMode="auto">
          <a:xfrm>
            <a:off x="7596188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8</a:t>
            </a:r>
          </a:p>
        </p:txBody>
      </p:sp>
      <p:sp>
        <p:nvSpPr>
          <p:cNvPr id="251951" name="Rectangle 48"/>
          <p:cNvSpPr>
            <a:spLocks noChangeArrowheads="1"/>
          </p:cNvSpPr>
          <p:nvPr/>
        </p:nvSpPr>
        <p:spPr bwMode="auto">
          <a:xfrm>
            <a:off x="6034088" y="1316038"/>
            <a:ext cx="259873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51952" name="Line 49"/>
          <p:cNvSpPr>
            <a:spLocks noChangeShapeType="1"/>
          </p:cNvSpPr>
          <p:nvPr/>
        </p:nvSpPr>
        <p:spPr bwMode="auto">
          <a:xfrm>
            <a:off x="686752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3" name="Line 50"/>
          <p:cNvSpPr>
            <a:spLocks noChangeShapeType="1"/>
          </p:cNvSpPr>
          <p:nvPr/>
        </p:nvSpPr>
        <p:spPr bwMode="auto">
          <a:xfrm>
            <a:off x="616902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4" name="Line 51"/>
          <p:cNvSpPr>
            <a:spLocks noChangeShapeType="1"/>
          </p:cNvSpPr>
          <p:nvPr/>
        </p:nvSpPr>
        <p:spPr bwMode="auto">
          <a:xfrm>
            <a:off x="6402388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5" name="Line 52"/>
          <p:cNvSpPr>
            <a:spLocks noChangeShapeType="1"/>
          </p:cNvSpPr>
          <p:nvPr/>
        </p:nvSpPr>
        <p:spPr bwMode="auto">
          <a:xfrm>
            <a:off x="6635750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6" name="Line 53"/>
          <p:cNvSpPr>
            <a:spLocks noChangeShapeType="1"/>
          </p:cNvSpPr>
          <p:nvPr/>
        </p:nvSpPr>
        <p:spPr bwMode="auto">
          <a:xfrm>
            <a:off x="7802563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7" name="Line 54"/>
          <p:cNvSpPr>
            <a:spLocks noChangeShapeType="1"/>
          </p:cNvSpPr>
          <p:nvPr/>
        </p:nvSpPr>
        <p:spPr bwMode="auto">
          <a:xfrm>
            <a:off x="710247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8" name="Line 55"/>
          <p:cNvSpPr>
            <a:spLocks noChangeShapeType="1"/>
          </p:cNvSpPr>
          <p:nvPr/>
        </p:nvSpPr>
        <p:spPr bwMode="auto">
          <a:xfrm>
            <a:off x="7335838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59" name="Line 56"/>
          <p:cNvSpPr>
            <a:spLocks noChangeShapeType="1"/>
          </p:cNvSpPr>
          <p:nvPr/>
        </p:nvSpPr>
        <p:spPr bwMode="auto">
          <a:xfrm>
            <a:off x="7569200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60" name="Line 57"/>
          <p:cNvSpPr>
            <a:spLocks noChangeShapeType="1"/>
          </p:cNvSpPr>
          <p:nvPr/>
        </p:nvSpPr>
        <p:spPr bwMode="auto">
          <a:xfrm>
            <a:off x="8035925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61" name="Line 58"/>
          <p:cNvSpPr>
            <a:spLocks noChangeShapeType="1"/>
          </p:cNvSpPr>
          <p:nvPr/>
        </p:nvSpPr>
        <p:spPr bwMode="auto">
          <a:xfrm>
            <a:off x="8269288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62" name="Line 59"/>
          <p:cNvSpPr>
            <a:spLocks noChangeShapeType="1"/>
          </p:cNvSpPr>
          <p:nvPr/>
        </p:nvSpPr>
        <p:spPr bwMode="auto">
          <a:xfrm>
            <a:off x="8502650" y="1595438"/>
            <a:ext cx="0" cy="4422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251963" name="Rectangle 60"/>
          <p:cNvSpPr>
            <a:spLocks noChangeArrowheads="1"/>
          </p:cNvSpPr>
          <p:nvPr/>
        </p:nvSpPr>
        <p:spPr bwMode="auto">
          <a:xfrm>
            <a:off x="7827963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9</a:t>
            </a:r>
          </a:p>
        </p:txBody>
      </p:sp>
      <p:sp>
        <p:nvSpPr>
          <p:cNvPr id="251964" name="Rectangle 61"/>
          <p:cNvSpPr>
            <a:spLocks noChangeArrowheads="1"/>
          </p:cNvSpPr>
          <p:nvPr/>
        </p:nvSpPr>
        <p:spPr bwMode="auto">
          <a:xfrm>
            <a:off x="8061325" y="1660525"/>
            <a:ext cx="1841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10</a:t>
            </a:r>
          </a:p>
        </p:txBody>
      </p:sp>
      <p:sp>
        <p:nvSpPr>
          <p:cNvPr id="251965" name="Rectangle 62"/>
          <p:cNvSpPr>
            <a:spLocks noChangeArrowheads="1"/>
          </p:cNvSpPr>
          <p:nvPr/>
        </p:nvSpPr>
        <p:spPr bwMode="auto">
          <a:xfrm>
            <a:off x="8293100" y="1660525"/>
            <a:ext cx="1778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11</a:t>
            </a:r>
          </a:p>
        </p:txBody>
      </p:sp>
      <p:sp>
        <p:nvSpPr>
          <p:cNvPr id="251966" name="Rectangle 63"/>
          <p:cNvSpPr>
            <a:spLocks noChangeArrowheads="1"/>
          </p:cNvSpPr>
          <p:nvPr/>
        </p:nvSpPr>
        <p:spPr bwMode="auto">
          <a:xfrm>
            <a:off x="8529638" y="1660525"/>
            <a:ext cx="1825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200">
                <a:ea typeface="Gulim" pitchFamily="34" charset="-127"/>
              </a:rPr>
              <a:t>12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84E6A02-69DE-49E4-A681-A49D66BFE886}" type="slidenum">
              <a:rPr lang="zh-CN" altLang="en-US" smtClean="0"/>
              <a:pPr defTabSz="895350"/>
              <a:t>244</a:t>
            </a:fld>
            <a:endParaRPr lang="en-US" altLang="zh-CN"/>
          </a:p>
        </p:txBody>
      </p:sp>
      <p:sp>
        <p:nvSpPr>
          <p:cNvPr id="2529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293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2933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52934" name="Rectangle 5"/>
          <p:cNvSpPr>
            <a:spLocks noChangeArrowheads="1"/>
          </p:cNvSpPr>
          <p:nvPr/>
        </p:nvSpPr>
        <p:spPr bwMode="auto">
          <a:xfrm>
            <a:off x="395288" y="1727200"/>
            <a:ext cx="2689225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2935" name="Line 6"/>
          <p:cNvSpPr>
            <a:spLocks noChangeShapeType="1"/>
          </p:cNvSpPr>
          <p:nvPr/>
        </p:nvSpPr>
        <p:spPr bwMode="auto">
          <a:xfrm>
            <a:off x="273050" y="2030413"/>
            <a:ext cx="8324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2936" name="Rectangle 7"/>
          <p:cNvSpPr>
            <a:spLocks noChangeArrowheads="1"/>
          </p:cNvSpPr>
          <p:nvPr/>
        </p:nvSpPr>
        <p:spPr bwMode="auto">
          <a:xfrm>
            <a:off x="395288" y="2185988"/>
            <a:ext cx="268922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52937" name="Rectangle 8"/>
          <p:cNvSpPr>
            <a:spLocks noChangeArrowheads="1"/>
          </p:cNvSpPr>
          <p:nvPr/>
        </p:nvSpPr>
        <p:spPr bwMode="auto">
          <a:xfrm>
            <a:off x="279400" y="1268413"/>
            <a:ext cx="8318500" cy="43735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52938" name="Rectangle 9"/>
          <p:cNvSpPr>
            <a:spLocks noChangeArrowheads="1"/>
          </p:cNvSpPr>
          <p:nvPr/>
        </p:nvSpPr>
        <p:spPr bwMode="auto">
          <a:xfrm>
            <a:off x="395288" y="3303588"/>
            <a:ext cx="268922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52939" name="Rectangle 10"/>
          <p:cNvSpPr>
            <a:spLocks noChangeArrowheads="1"/>
          </p:cNvSpPr>
          <p:nvPr/>
        </p:nvSpPr>
        <p:spPr bwMode="auto">
          <a:xfrm>
            <a:off x="395288" y="4421188"/>
            <a:ext cx="268922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>
                <a:ea typeface="Gulim" pitchFamily="34" charset="-127"/>
              </a:rPr>
              <a:t>Text</a:t>
            </a:r>
          </a:p>
        </p:txBody>
      </p:sp>
      <p:sp>
        <p:nvSpPr>
          <p:cNvPr id="252940" name="Rectangle 11"/>
          <p:cNvSpPr>
            <a:spLocks noChangeArrowheads="1"/>
          </p:cNvSpPr>
          <p:nvPr/>
        </p:nvSpPr>
        <p:spPr bwMode="auto">
          <a:xfrm>
            <a:off x="5546725" y="1727200"/>
            <a:ext cx="519113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Mon</a:t>
            </a:r>
          </a:p>
        </p:txBody>
      </p:sp>
      <p:sp>
        <p:nvSpPr>
          <p:cNvPr id="252941" name="Rectangle 12"/>
          <p:cNvSpPr>
            <a:spLocks noChangeArrowheads="1"/>
          </p:cNvSpPr>
          <p:nvPr/>
        </p:nvSpPr>
        <p:spPr bwMode="auto">
          <a:xfrm>
            <a:off x="6165850" y="1727200"/>
            <a:ext cx="519113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Tue</a:t>
            </a:r>
          </a:p>
        </p:txBody>
      </p:sp>
      <p:sp>
        <p:nvSpPr>
          <p:cNvPr id="252942" name="Rectangle 13"/>
          <p:cNvSpPr>
            <a:spLocks noChangeArrowheads="1"/>
          </p:cNvSpPr>
          <p:nvPr/>
        </p:nvSpPr>
        <p:spPr bwMode="auto">
          <a:xfrm>
            <a:off x="6784975" y="1727200"/>
            <a:ext cx="520700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Wed</a:t>
            </a:r>
          </a:p>
        </p:txBody>
      </p:sp>
      <p:sp>
        <p:nvSpPr>
          <p:cNvPr id="252943" name="Rectangle 14"/>
          <p:cNvSpPr>
            <a:spLocks noChangeArrowheads="1"/>
          </p:cNvSpPr>
          <p:nvPr/>
        </p:nvSpPr>
        <p:spPr bwMode="auto">
          <a:xfrm>
            <a:off x="7404100" y="1727200"/>
            <a:ext cx="519113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Thu</a:t>
            </a:r>
          </a:p>
        </p:txBody>
      </p:sp>
      <p:sp>
        <p:nvSpPr>
          <p:cNvPr id="252944" name="Rectangle 15"/>
          <p:cNvSpPr>
            <a:spLocks noChangeArrowheads="1"/>
          </p:cNvSpPr>
          <p:nvPr/>
        </p:nvSpPr>
        <p:spPr bwMode="auto">
          <a:xfrm>
            <a:off x="8024813" y="1727200"/>
            <a:ext cx="519112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Fri</a:t>
            </a:r>
          </a:p>
        </p:txBody>
      </p:sp>
      <p:sp>
        <p:nvSpPr>
          <p:cNvPr id="252945" name="Line 16"/>
          <p:cNvSpPr>
            <a:spLocks noChangeShapeType="1"/>
          </p:cNvSpPr>
          <p:nvPr/>
        </p:nvSpPr>
        <p:spPr bwMode="auto">
          <a:xfrm>
            <a:off x="5499100" y="1265238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grpSp>
        <p:nvGrpSpPr>
          <p:cNvPr id="252946" name="Group 17"/>
          <p:cNvGrpSpPr>
            <a:grpSpLocks/>
          </p:cNvGrpSpPr>
          <p:nvPr/>
        </p:nvGrpSpPr>
        <p:grpSpPr bwMode="auto">
          <a:xfrm>
            <a:off x="6118225" y="1676400"/>
            <a:ext cx="2478088" cy="3948113"/>
            <a:chOff x="2618" y="797"/>
            <a:chExt cx="2238" cy="2746"/>
          </a:xfrm>
        </p:grpSpPr>
        <p:sp>
          <p:nvSpPr>
            <p:cNvPr id="252951" name="Line 18"/>
            <p:cNvSpPr>
              <a:spLocks noChangeShapeType="1"/>
            </p:cNvSpPr>
            <p:nvPr/>
          </p:nvSpPr>
          <p:spPr bwMode="auto">
            <a:xfrm>
              <a:off x="2618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2952" name="Line 19"/>
            <p:cNvSpPr>
              <a:spLocks noChangeShapeType="1"/>
            </p:cNvSpPr>
            <p:nvPr/>
          </p:nvSpPr>
          <p:spPr bwMode="auto">
            <a:xfrm>
              <a:off x="3178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2953" name="Line 20"/>
            <p:cNvSpPr>
              <a:spLocks noChangeShapeType="1"/>
            </p:cNvSpPr>
            <p:nvPr/>
          </p:nvSpPr>
          <p:spPr bwMode="auto">
            <a:xfrm>
              <a:off x="3737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2954" name="Line 21"/>
            <p:cNvSpPr>
              <a:spLocks noChangeShapeType="1"/>
            </p:cNvSpPr>
            <p:nvPr/>
          </p:nvSpPr>
          <p:spPr bwMode="auto">
            <a:xfrm>
              <a:off x="4297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2955" name="Line 22"/>
            <p:cNvSpPr>
              <a:spLocks noChangeShapeType="1"/>
            </p:cNvSpPr>
            <p:nvPr/>
          </p:nvSpPr>
          <p:spPr bwMode="auto">
            <a:xfrm>
              <a:off x="4856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252947" name="Line 23"/>
          <p:cNvSpPr>
            <a:spLocks noChangeShapeType="1"/>
          </p:cNvSpPr>
          <p:nvPr/>
        </p:nvSpPr>
        <p:spPr bwMode="auto">
          <a:xfrm>
            <a:off x="5502275" y="1671638"/>
            <a:ext cx="3087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52948" name="Rectangle 24"/>
          <p:cNvSpPr>
            <a:spLocks noChangeArrowheads="1"/>
          </p:cNvSpPr>
          <p:nvPr/>
        </p:nvSpPr>
        <p:spPr bwMode="auto">
          <a:xfrm>
            <a:off x="5656263" y="1341438"/>
            <a:ext cx="277177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2949" name="Line 25"/>
          <p:cNvSpPr>
            <a:spLocks noChangeShapeType="1"/>
          </p:cNvSpPr>
          <p:nvPr/>
        </p:nvSpPr>
        <p:spPr bwMode="auto">
          <a:xfrm>
            <a:off x="3702050" y="1268413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2950" name="Rectangle 26"/>
          <p:cNvSpPr>
            <a:spLocks noChangeArrowheads="1"/>
          </p:cNvSpPr>
          <p:nvPr/>
        </p:nvSpPr>
        <p:spPr bwMode="auto">
          <a:xfrm>
            <a:off x="3789363" y="1727200"/>
            <a:ext cx="1558925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Responsibility 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D2EF51F-344F-45EC-8E19-808D16A3D664}" type="slidenum">
              <a:rPr lang="zh-CN" altLang="en-US" smtClean="0"/>
              <a:pPr defTabSz="895350"/>
              <a:t>245</a:t>
            </a:fld>
            <a:endParaRPr lang="en-US" altLang="zh-CN"/>
          </a:p>
        </p:txBody>
      </p:sp>
      <p:sp>
        <p:nvSpPr>
          <p:cNvPr id="253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395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395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53958" name="Rectangle 5"/>
          <p:cNvSpPr>
            <a:spLocks noChangeArrowheads="1"/>
          </p:cNvSpPr>
          <p:nvPr/>
        </p:nvSpPr>
        <p:spPr bwMode="auto">
          <a:xfrm>
            <a:off x="395288" y="1757363"/>
            <a:ext cx="2689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53959" name="Line 6"/>
          <p:cNvSpPr>
            <a:spLocks noChangeShapeType="1"/>
          </p:cNvSpPr>
          <p:nvPr/>
        </p:nvSpPr>
        <p:spPr bwMode="auto">
          <a:xfrm>
            <a:off x="273050" y="2030413"/>
            <a:ext cx="8324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3960" name="Rectangle 7"/>
          <p:cNvSpPr>
            <a:spLocks noChangeArrowheads="1"/>
          </p:cNvSpPr>
          <p:nvPr/>
        </p:nvSpPr>
        <p:spPr bwMode="auto">
          <a:xfrm>
            <a:off x="395288" y="2185988"/>
            <a:ext cx="2689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53961" name="Rectangle 8"/>
          <p:cNvSpPr>
            <a:spLocks noChangeArrowheads="1"/>
          </p:cNvSpPr>
          <p:nvPr/>
        </p:nvSpPr>
        <p:spPr bwMode="auto">
          <a:xfrm>
            <a:off x="279400" y="1268413"/>
            <a:ext cx="8318500" cy="43735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53962" name="Rectangle 9"/>
          <p:cNvSpPr>
            <a:spLocks noChangeArrowheads="1"/>
          </p:cNvSpPr>
          <p:nvPr/>
        </p:nvSpPr>
        <p:spPr bwMode="auto">
          <a:xfrm>
            <a:off x="395288" y="3303588"/>
            <a:ext cx="2689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53963" name="Rectangle 10"/>
          <p:cNvSpPr>
            <a:spLocks noChangeArrowheads="1"/>
          </p:cNvSpPr>
          <p:nvPr/>
        </p:nvSpPr>
        <p:spPr bwMode="auto">
          <a:xfrm>
            <a:off x="395288" y="4421188"/>
            <a:ext cx="2689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>
            <a:spAutoFit/>
          </a:bodyPr>
          <a:lstStyle/>
          <a:p>
            <a:pPr marL="144463" lvl="1" indent="-142875" defTabSz="895350">
              <a:buSzPct val="120000"/>
              <a:buFontTx/>
              <a:buChar char="•"/>
            </a:pPr>
            <a:r>
              <a:rPr lang="en-US" altLang="ko-KR" sz="1400">
                <a:ea typeface="Gulim" pitchFamily="34" charset="-127"/>
              </a:rPr>
              <a:t>Text</a:t>
            </a:r>
          </a:p>
        </p:txBody>
      </p:sp>
      <p:sp>
        <p:nvSpPr>
          <p:cNvPr id="253964" name="Line 11"/>
          <p:cNvSpPr>
            <a:spLocks noChangeShapeType="1"/>
          </p:cNvSpPr>
          <p:nvPr/>
        </p:nvSpPr>
        <p:spPr bwMode="auto">
          <a:xfrm>
            <a:off x="3090863" y="1268413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sp>
        <p:nvSpPr>
          <p:cNvPr id="253965" name="Rectangle 12"/>
          <p:cNvSpPr>
            <a:spLocks noChangeArrowheads="1"/>
          </p:cNvSpPr>
          <p:nvPr/>
        </p:nvSpPr>
        <p:spPr bwMode="auto">
          <a:xfrm>
            <a:off x="3178175" y="1757363"/>
            <a:ext cx="15589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Responsibility </a:t>
            </a:r>
          </a:p>
        </p:txBody>
      </p:sp>
      <p:sp>
        <p:nvSpPr>
          <p:cNvPr id="253966" name="Rectangle 13"/>
          <p:cNvSpPr>
            <a:spLocks noChangeArrowheads="1"/>
          </p:cNvSpPr>
          <p:nvPr/>
        </p:nvSpPr>
        <p:spPr bwMode="auto">
          <a:xfrm>
            <a:off x="4914900" y="1757363"/>
            <a:ext cx="312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M</a:t>
            </a:r>
          </a:p>
        </p:txBody>
      </p:sp>
      <p:sp>
        <p:nvSpPr>
          <p:cNvPr id="253967" name="Rectangle 14"/>
          <p:cNvSpPr>
            <a:spLocks noChangeArrowheads="1"/>
          </p:cNvSpPr>
          <p:nvPr/>
        </p:nvSpPr>
        <p:spPr bwMode="auto">
          <a:xfrm>
            <a:off x="5286375" y="1757363"/>
            <a:ext cx="309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</a:t>
            </a:r>
          </a:p>
        </p:txBody>
      </p:sp>
      <p:sp>
        <p:nvSpPr>
          <p:cNvPr id="253968" name="Rectangle 15"/>
          <p:cNvSpPr>
            <a:spLocks noChangeArrowheads="1"/>
          </p:cNvSpPr>
          <p:nvPr/>
        </p:nvSpPr>
        <p:spPr bwMode="auto">
          <a:xfrm>
            <a:off x="5656263" y="1757363"/>
            <a:ext cx="312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W</a:t>
            </a:r>
          </a:p>
        </p:txBody>
      </p:sp>
      <p:sp>
        <p:nvSpPr>
          <p:cNvPr id="253969" name="Rectangle 16"/>
          <p:cNvSpPr>
            <a:spLocks noChangeArrowheads="1"/>
          </p:cNvSpPr>
          <p:nvPr/>
        </p:nvSpPr>
        <p:spPr bwMode="auto">
          <a:xfrm>
            <a:off x="6027738" y="1757363"/>
            <a:ext cx="3095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</a:t>
            </a:r>
          </a:p>
        </p:txBody>
      </p:sp>
      <p:sp>
        <p:nvSpPr>
          <p:cNvPr id="253970" name="Rectangle 17"/>
          <p:cNvSpPr>
            <a:spLocks noChangeArrowheads="1"/>
          </p:cNvSpPr>
          <p:nvPr/>
        </p:nvSpPr>
        <p:spPr bwMode="auto">
          <a:xfrm>
            <a:off x="6399213" y="1757363"/>
            <a:ext cx="3111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F</a:t>
            </a:r>
          </a:p>
        </p:txBody>
      </p:sp>
      <p:sp>
        <p:nvSpPr>
          <p:cNvPr id="253971" name="Line 18"/>
          <p:cNvSpPr>
            <a:spLocks noChangeShapeType="1"/>
          </p:cNvSpPr>
          <p:nvPr/>
        </p:nvSpPr>
        <p:spPr bwMode="auto">
          <a:xfrm>
            <a:off x="4887913" y="1265238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grpSp>
        <p:nvGrpSpPr>
          <p:cNvPr id="253972" name="Group 19"/>
          <p:cNvGrpSpPr>
            <a:grpSpLocks/>
          </p:cNvGrpSpPr>
          <p:nvPr/>
        </p:nvGrpSpPr>
        <p:grpSpPr bwMode="auto">
          <a:xfrm>
            <a:off x="5257800" y="1676400"/>
            <a:ext cx="1482725" cy="3948113"/>
            <a:chOff x="2618" y="797"/>
            <a:chExt cx="2238" cy="2746"/>
          </a:xfrm>
        </p:grpSpPr>
        <p:sp>
          <p:nvSpPr>
            <p:cNvPr id="253989" name="Line 20"/>
            <p:cNvSpPr>
              <a:spLocks noChangeShapeType="1"/>
            </p:cNvSpPr>
            <p:nvPr/>
          </p:nvSpPr>
          <p:spPr bwMode="auto">
            <a:xfrm>
              <a:off x="2618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90" name="Line 21"/>
            <p:cNvSpPr>
              <a:spLocks noChangeShapeType="1"/>
            </p:cNvSpPr>
            <p:nvPr/>
          </p:nvSpPr>
          <p:spPr bwMode="auto">
            <a:xfrm>
              <a:off x="3178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91" name="Line 22"/>
            <p:cNvSpPr>
              <a:spLocks noChangeShapeType="1"/>
            </p:cNvSpPr>
            <p:nvPr/>
          </p:nvSpPr>
          <p:spPr bwMode="auto">
            <a:xfrm>
              <a:off x="3737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92" name="Line 23"/>
            <p:cNvSpPr>
              <a:spLocks noChangeShapeType="1"/>
            </p:cNvSpPr>
            <p:nvPr/>
          </p:nvSpPr>
          <p:spPr bwMode="auto">
            <a:xfrm>
              <a:off x="4297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93" name="Line 24"/>
            <p:cNvSpPr>
              <a:spLocks noChangeShapeType="1"/>
            </p:cNvSpPr>
            <p:nvPr/>
          </p:nvSpPr>
          <p:spPr bwMode="auto">
            <a:xfrm>
              <a:off x="4856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253973" name="Line 25"/>
          <p:cNvSpPr>
            <a:spLocks noChangeShapeType="1"/>
          </p:cNvSpPr>
          <p:nvPr/>
        </p:nvSpPr>
        <p:spPr bwMode="auto">
          <a:xfrm>
            <a:off x="4889500" y="1671638"/>
            <a:ext cx="184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53974" name="Rectangle 26"/>
          <p:cNvSpPr>
            <a:spLocks noChangeArrowheads="1"/>
          </p:cNvSpPr>
          <p:nvPr/>
        </p:nvSpPr>
        <p:spPr bwMode="auto">
          <a:xfrm>
            <a:off x="4981575" y="1371600"/>
            <a:ext cx="1658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53975" name="Rectangle 27"/>
          <p:cNvSpPr>
            <a:spLocks noChangeArrowheads="1"/>
          </p:cNvSpPr>
          <p:nvPr/>
        </p:nvSpPr>
        <p:spPr bwMode="auto">
          <a:xfrm>
            <a:off x="6765925" y="1757363"/>
            <a:ext cx="312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M</a:t>
            </a:r>
          </a:p>
        </p:txBody>
      </p:sp>
      <p:sp>
        <p:nvSpPr>
          <p:cNvPr id="253976" name="Rectangle 28"/>
          <p:cNvSpPr>
            <a:spLocks noChangeArrowheads="1"/>
          </p:cNvSpPr>
          <p:nvPr/>
        </p:nvSpPr>
        <p:spPr bwMode="auto">
          <a:xfrm>
            <a:off x="7137400" y="1757363"/>
            <a:ext cx="309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</a:t>
            </a:r>
          </a:p>
        </p:txBody>
      </p:sp>
      <p:sp>
        <p:nvSpPr>
          <p:cNvPr id="253977" name="Rectangle 29"/>
          <p:cNvSpPr>
            <a:spLocks noChangeArrowheads="1"/>
          </p:cNvSpPr>
          <p:nvPr/>
        </p:nvSpPr>
        <p:spPr bwMode="auto">
          <a:xfrm>
            <a:off x="7507288" y="1757363"/>
            <a:ext cx="3127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W</a:t>
            </a:r>
          </a:p>
        </p:txBody>
      </p:sp>
      <p:sp>
        <p:nvSpPr>
          <p:cNvPr id="253978" name="Rectangle 30"/>
          <p:cNvSpPr>
            <a:spLocks noChangeArrowheads="1"/>
          </p:cNvSpPr>
          <p:nvPr/>
        </p:nvSpPr>
        <p:spPr bwMode="auto">
          <a:xfrm>
            <a:off x="7878763" y="1757363"/>
            <a:ext cx="3095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</a:t>
            </a:r>
          </a:p>
        </p:txBody>
      </p:sp>
      <p:sp>
        <p:nvSpPr>
          <p:cNvPr id="253979" name="Rectangle 31"/>
          <p:cNvSpPr>
            <a:spLocks noChangeArrowheads="1"/>
          </p:cNvSpPr>
          <p:nvPr/>
        </p:nvSpPr>
        <p:spPr bwMode="auto">
          <a:xfrm>
            <a:off x="8250238" y="1757363"/>
            <a:ext cx="3111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F</a:t>
            </a:r>
          </a:p>
        </p:txBody>
      </p:sp>
      <p:sp>
        <p:nvSpPr>
          <p:cNvPr id="253980" name="Line 32"/>
          <p:cNvSpPr>
            <a:spLocks noChangeShapeType="1"/>
          </p:cNvSpPr>
          <p:nvPr/>
        </p:nvSpPr>
        <p:spPr bwMode="auto">
          <a:xfrm>
            <a:off x="6738938" y="1265238"/>
            <a:ext cx="0" cy="4373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nl-NL"/>
          </a:p>
        </p:txBody>
      </p:sp>
      <p:grpSp>
        <p:nvGrpSpPr>
          <p:cNvPr id="253981" name="Group 33"/>
          <p:cNvGrpSpPr>
            <a:grpSpLocks/>
          </p:cNvGrpSpPr>
          <p:nvPr/>
        </p:nvGrpSpPr>
        <p:grpSpPr bwMode="auto">
          <a:xfrm>
            <a:off x="7108825" y="1676400"/>
            <a:ext cx="1482725" cy="3948113"/>
            <a:chOff x="2618" y="797"/>
            <a:chExt cx="2238" cy="2746"/>
          </a:xfrm>
        </p:grpSpPr>
        <p:sp>
          <p:nvSpPr>
            <p:cNvPr id="253984" name="Line 34"/>
            <p:cNvSpPr>
              <a:spLocks noChangeShapeType="1"/>
            </p:cNvSpPr>
            <p:nvPr/>
          </p:nvSpPr>
          <p:spPr bwMode="auto">
            <a:xfrm>
              <a:off x="2618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85" name="Line 35"/>
            <p:cNvSpPr>
              <a:spLocks noChangeShapeType="1"/>
            </p:cNvSpPr>
            <p:nvPr/>
          </p:nvSpPr>
          <p:spPr bwMode="auto">
            <a:xfrm>
              <a:off x="3178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86" name="Line 36"/>
            <p:cNvSpPr>
              <a:spLocks noChangeShapeType="1"/>
            </p:cNvSpPr>
            <p:nvPr/>
          </p:nvSpPr>
          <p:spPr bwMode="auto">
            <a:xfrm>
              <a:off x="3737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87" name="Line 37"/>
            <p:cNvSpPr>
              <a:spLocks noChangeShapeType="1"/>
            </p:cNvSpPr>
            <p:nvPr/>
          </p:nvSpPr>
          <p:spPr bwMode="auto">
            <a:xfrm>
              <a:off x="4297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  <p:sp>
          <p:nvSpPr>
            <p:cNvPr id="253988" name="Line 38"/>
            <p:cNvSpPr>
              <a:spLocks noChangeShapeType="1"/>
            </p:cNvSpPr>
            <p:nvPr/>
          </p:nvSpPr>
          <p:spPr bwMode="auto">
            <a:xfrm>
              <a:off x="4856" y="797"/>
              <a:ext cx="0" cy="2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253982" name="Line 39"/>
          <p:cNvSpPr>
            <a:spLocks noChangeShapeType="1"/>
          </p:cNvSpPr>
          <p:nvPr/>
        </p:nvSpPr>
        <p:spPr bwMode="auto">
          <a:xfrm>
            <a:off x="6740525" y="1671638"/>
            <a:ext cx="1847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53983" name="Rectangle 40"/>
          <p:cNvSpPr>
            <a:spLocks noChangeArrowheads="1"/>
          </p:cNvSpPr>
          <p:nvPr/>
        </p:nvSpPr>
        <p:spPr bwMode="auto">
          <a:xfrm>
            <a:off x="6832600" y="1371600"/>
            <a:ext cx="1658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algn="ctr"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C913DD0-CB70-4103-97AF-17888D029401}" type="slidenum">
              <a:rPr lang="zh-CN" altLang="en-US" smtClean="0"/>
              <a:pPr defTabSz="895350"/>
              <a:t>246</a:t>
            </a:fld>
            <a:endParaRPr lang="en-US" altLang="zh-CN"/>
          </a:p>
        </p:txBody>
      </p:sp>
      <p:sp>
        <p:nvSpPr>
          <p:cNvPr id="254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4980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54981" name="Rectangle 4"/>
          <p:cNvSpPr>
            <a:spLocks noChangeArrowheads="1"/>
          </p:cNvSpPr>
          <p:nvPr/>
        </p:nvSpPr>
        <p:spPr bwMode="auto">
          <a:xfrm>
            <a:off x="525463" y="1238250"/>
            <a:ext cx="383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4982" name="Line 5"/>
          <p:cNvSpPr>
            <a:spLocks noChangeShapeType="1"/>
          </p:cNvSpPr>
          <p:nvPr/>
        </p:nvSpPr>
        <p:spPr bwMode="auto">
          <a:xfrm>
            <a:off x="525463" y="1544638"/>
            <a:ext cx="383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4983" name="Object 6"/>
          <p:cNvGraphicFramePr>
            <a:graphicFrameLocks/>
          </p:cNvGraphicFramePr>
          <p:nvPr/>
        </p:nvGraphicFramePr>
        <p:xfrm>
          <a:off x="1687513" y="1735138"/>
          <a:ext cx="2640012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2638806" imgH="3696208" progId="MSGraph.Chart.8">
                  <p:embed followColorScheme="full"/>
                </p:oleObj>
              </mc:Choice>
              <mc:Fallback>
                <p:oleObj name="Chart" r:id="rId4" imgW="2638806" imgH="3696208" progId="MSGraph.Chart.8">
                  <p:embed followColorScheme="full"/>
                  <p:pic>
                    <p:nvPicPr>
                      <p:cNvPr id="254983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687513" y="1735138"/>
                        <a:ext cx="2640012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4" name="Rectangle 7"/>
          <p:cNvSpPr>
            <a:spLocks noChangeArrowheads="1"/>
          </p:cNvSpPr>
          <p:nvPr/>
        </p:nvSpPr>
        <p:spPr bwMode="auto">
          <a:xfrm>
            <a:off x="525463" y="1985963"/>
            <a:ext cx="1111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54985" name="Rectangle 8"/>
          <p:cNvSpPr>
            <a:spLocks noChangeArrowheads="1"/>
          </p:cNvSpPr>
          <p:nvPr/>
        </p:nvSpPr>
        <p:spPr bwMode="auto">
          <a:xfrm>
            <a:off x="525463" y="26558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54986" name="Rectangle 9"/>
          <p:cNvSpPr>
            <a:spLocks noChangeArrowheads="1"/>
          </p:cNvSpPr>
          <p:nvPr/>
        </p:nvSpPr>
        <p:spPr bwMode="auto">
          <a:xfrm>
            <a:off x="525463" y="33797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54987" name="Rectangle 10"/>
          <p:cNvSpPr>
            <a:spLocks noChangeArrowheads="1"/>
          </p:cNvSpPr>
          <p:nvPr/>
        </p:nvSpPr>
        <p:spPr bwMode="auto">
          <a:xfrm>
            <a:off x="525463" y="41036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54988" name="Rectangle 11"/>
          <p:cNvSpPr>
            <a:spLocks noChangeArrowheads="1"/>
          </p:cNvSpPr>
          <p:nvPr/>
        </p:nvSpPr>
        <p:spPr bwMode="auto">
          <a:xfrm>
            <a:off x="525463" y="48275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54989" name="Rectangle 12"/>
          <p:cNvSpPr>
            <a:spLocks noChangeArrowheads="1"/>
          </p:cNvSpPr>
          <p:nvPr/>
        </p:nvSpPr>
        <p:spPr bwMode="auto">
          <a:xfrm>
            <a:off x="4600575" y="1238250"/>
            <a:ext cx="383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4990" name="Line 13"/>
          <p:cNvSpPr>
            <a:spLocks noChangeShapeType="1"/>
          </p:cNvSpPr>
          <p:nvPr/>
        </p:nvSpPr>
        <p:spPr bwMode="auto">
          <a:xfrm>
            <a:off x="4600575" y="1544638"/>
            <a:ext cx="3833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4991" name="Object 14"/>
          <p:cNvGraphicFramePr>
            <a:graphicFrameLocks/>
          </p:cNvGraphicFramePr>
          <p:nvPr/>
        </p:nvGraphicFramePr>
        <p:xfrm>
          <a:off x="5762625" y="1735138"/>
          <a:ext cx="2640013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2638806" imgH="3696208" progId="MSGraph.Chart.8">
                  <p:embed followColorScheme="full"/>
                </p:oleObj>
              </mc:Choice>
              <mc:Fallback>
                <p:oleObj name="Chart" r:id="rId6" imgW="2638806" imgH="3696208" progId="MSGraph.Chart.8">
                  <p:embed followColorScheme="full"/>
                  <p:pic>
                    <p:nvPicPr>
                      <p:cNvPr id="254991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762625" y="1735138"/>
                        <a:ext cx="2640013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2" name="Rectangle 15"/>
          <p:cNvSpPr>
            <a:spLocks noChangeArrowheads="1"/>
          </p:cNvSpPr>
          <p:nvPr/>
        </p:nvSpPr>
        <p:spPr bwMode="auto">
          <a:xfrm>
            <a:off x="4600575" y="1985963"/>
            <a:ext cx="1109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54993" name="Rectangle 16"/>
          <p:cNvSpPr>
            <a:spLocks noChangeArrowheads="1"/>
          </p:cNvSpPr>
          <p:nvPr/>
        </p:nvSpPr>
        <p:spPr bwMode="auto">
          <a:xfrm>
            <a:off x="4600575" y="26558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54994" name="Rectangle 17"/>
          <p:cNvSpPr>
            <a:spLocks noChangeArrowheads="1"/>
          </p:cNvSpPr>
          <p:nvPr/>
        </p:nvSpPr>
        <p:spPr bwMode="auto">
          <a:xfrm>
            <a:off x="4600575" y="33797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54995" name="Rectangle 18"/>
          <p:cNvSpPr>
            <a:spLocks noChangeArrowheads="1"/>
          </p:cNvSpPr>
          <p:nvPr/>
        </p:nvSpPr>
        <p:spPr bwMode="auto">
          <a:xfrm>
            <a:off x="4600575" y="41036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54996" name="Rectangle 19"/>
          <p:cNvSpPr>
            <a:spLocks noChangeArrowheads="1"/>
          </p:cNvSpPr>
          <p:nvPr/>
        </p:nvSpPr>
        <p:spPr bwMode="auto">
          <a:xfrm>
            <a:off x="4600575" y="4827588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54997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5A61252-E1B4-4A9B-B4FB-819F2894D87C}" type="slidenum">
              <a:rPr lang="zh-CN" altLang="en-US" smtClean="0"/>
              <a:pPr defTabSz="895350"/>
              <a:t>247</a:t>
            </a:fld>
            <a:endParaRPr lang="en-US" altLang="zh-CN"/>
          </a:p>
        </p:txBody>
      </p:sp>
      <p:sp>
        <p:nvSpPr>
          <p:cNvPr id="256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600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56005" name="Group 4"/>
          <p:cNvGrpSpPr>
            <a:grpSpLocks/>
          </p:cNvGrpSpPr>
          <p:nvPr/>
        </p:nvGrpSpPr>
        <p:grpSpPr bwMode="auto">
          <a:xfrm>
            <a:off x="374650" y="1436688"/>
            <a:ext cx="2770188" cy="4195762"/>
            <a:chOff x="181" y="880"/>
            <a:chExt cx="1745" cy="2643"/>
          </a:xfrm>
        </p:grpSpPr>
        <p:graphicFrame>
          <p:nvGraphicFramePr>
            <p:cNvPr id="256020" name="Object 5"/>
            <p:cNvGraphicFramePr>
              <a:graphicFrameLocks/>
            </p:cNvGraphicFramePr>
            <p:nvPr/>
          </p:nvGraphicFramePr>
          <p:xfrm>
            <a:off x="805" y="1195"/>
            <a:ext cx="1098" cy="2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1743456" imgH="3696208" progId="MSGraph.Chart.8">
                    <p:embed followColorScheme="full"/>
                  </p:oleObj>
                </mc:Choice>
                <mc:Fallback>
                  <p:oleObj name="Chart" r:id="rId6" imgW="1743456" imgH="3696208" progId="MSGraph.Chart.8">
                    <p:embed followColorScheme="full"/>
                    <p:pic>
                      <p:nvPicPr>
                        <p:cNvPr id="25602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805" y="1195"/>
                          <a:ext cx="1098" cy="2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21" name="Rectangle 6"/>
            <p:cNvSpPr>
              <a:spLocks noChangeArrowheads="1"/>
            </p:cNvSpPr>
            <p:nvPr/>
          </p:nvSpPr>
          <p:spPr bwMode="auto">
            <a:xfrm>
              <a:off x="181" y="1351"/>
              <a:ext cx="7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>
                  <a:ea typeface="宋体" pitchFamily="2" charset="-122"/>
                </a:rPr>
                <a:t>Label 1</a:t>
              </a:r>
            </a:p>
          </p:txBody>
        </p:sp>
        <p:sp>
          <p:nvSpPr>
            <p:cNvPr id="256022" name="Rectangle 7"/>
            <p:cNvSpPr>
              <a:spLocks noChangeArrowheads="1"/>
            </p:cNvSpPr>
            <p:nvPr/>
          </p:nvSpPr>
          <p:spPr bwMode="auto">
            <a:xfrm>
              <a:off x="181" y="1773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2</a:t>
              </a:r>
            </a:p>
          </p:txBody>
        </p:sp>
        <p:sp>
          <p:nvSpPr>
            <p:cNvPr id="256023" name="Rectangle 8"/>
            <p:cNvSpPr>
              <a:spLocks noChangeArrowheads="1"/>
            </p:cNvSpPr>
            <p:nvPr/>
          </p:nvSpPr>
          <p:spPr bwMode="auto">
            <a:xfrm>
              <a:off x="181" y="2229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3</a:t>
              </a:r>
            </a:p>
          </p:txBody>
        </p:sp>
        <p:sp>
          <p:nvSpPr>
            <p:cNvPr id="256024" name="Rectangle 9"/>
            <p:cNvSpPr>
              <a:spLocks noChangeArrowheads="1"/>
            </p:cNvSpPr>
            <p:nvPr/>
          </p:nvSpPr>
          <p:spPr bwMode="auto">
            <a:xfrm>
              <a:off x="181" y="2685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4</a:t>
              </a:r>
            </a:p>
          </p:txBody>
        </p:sp>
        <p:sp>
          <p:nvSpPr>
            <p:cNvPr id="256025" name="Rectangle 10"/>
            <p:cNvSpPr>
              <a:spLocks noChangeArrowheads="1"/>
            </p:cNvSpPr>
            <p:nvPr/>
          </p:nvSpPr>
          <p:spPr bwMode="auto">
            <a:xfrm>
              <a:off x="181" y="3141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5</a:t>
              </a:r>
            </a:p>
          </p:txBody>
        </p:sp>
        <p:sp>
          <p:nvSpPr>
            <p:cNvPr id="256026" name="Rectangle 11"/>
            <p:cNvSpPr>
              <a:spLocks noChangeArrowheads="1"/>
            </p:cNvSpPr>
            <p:nvPr/>
          </p:nvSpPr>
          <p:spPr bwMode="auto">
            <a:xfrm>
              <a:off x="181" y="880"/>
              <a:ext cx="17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56027" name="Line 12"/>
            <p:cNvSpPr>
              <a:spLocks noChangeShapeType="1"/>
            </p:cNvSpPr>
            <p:nvPr/>
          </p:nvSpPr>
          <p:spPr bwMode="auto">
            <a:xfrm>
              <a:off x="181" y="1073"/>
              <a:ext cx="174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56006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6007" name="AutoShape 14"/>
          <p:cNvSpPr>
            <a:spLocks noChangeArrowheads="1"/>
          </p:cNvSpPr>
          <p:nvPr/>
        </p:nvSpPr>
        <p:spPr bwMode="auto">
          <a:xfrm rot="5400000">
            <a:off x="5042694" y="3569494"/>
            <a:ext cx="2970212" cy="34925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256008" name="Group 15"/>
          <p:cNvGrpSpPr>
            <a:grpSpLocks/>
          </p:cNvGrpSpPr>
          <p:nvPr/>
        </p:nvGrpSpPr>
        <p:grpSpPr bwMode="auto">
          <a:xfrm>
            <a:off x="6967538" y="2808288"/>
            <a:ext cx="1554162" cy="1870075"/>
            <a:chOff x="631" y="1680"/>
            <a:chExt cx="960" cy="960"/>
          </a:xfrm>
        </p:grpSpPr>
        <p:sp>
          <p:nvSpPr>
            <p:cNvPr id="256018" name="Rectangle 1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6019" name="Rectangle 1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pSp>
        <p:nvGrpSpPr>
          <p:cNvPr id="256009" name="Group 18"/>
          <p:cNvGrpSpPr>
            <a:grpSpLocks/>
          </p:cNvGrpSpPr>
          <p:nvPr/>
        </p:nvGrpSpPr>
        <p:grpSpPr bwMode="auto">
          <a:xfrm>
            <a:off x="3313113" y="1436688"/>
            <a:ext cx="2770187" cy="4195762"/>
            <a:chOff x="181" y="880"/>
            <a:chExt cx="1745" cy="2643"/>
          </a:xfrm>
        </p:grpSpPr>
        <p:graphicFrame>
          <p:nvGraphicFramePr>
            <p:cNvPr id="256010" name="Object 19"/>
            <p:cNvGraphicFramePr>
              <a:graphicFrameLocks/>
            </p:cNvGraphicFramePr>
            <p:nvPr/>
          </p:nvGraphicFramePr>
          <p:xfrm>
            <a:off x="805" y="1195"/>
            <a:ext cx="1098" cy="2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8" imgW="1743456" imgH="3696208" progId="MSGraph.Chart.8">
                    <p:embed followColorScheme="full"/>
                  </p:oleObj>
                </mc:Choice>
                <mc:Fallback>
                  <p:oleObj name="Chart" r:id="rId8" imgW="1743456" imgH="3696208" progId="MSGraph.Chart.8">
                    <p:embed followColorScheme="full"/>
                    <p:pic>
                      <p:nvPicPr>
                        <p:cNvPr id="25601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805" y="1195"/>
                          <a:ext cx="1098" cy="2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11" name="Rectangle 20"/>
            <p:cNvSpPr>
              <a:spLocks noChangeArrowheads="1"/>
            </p:cNvSpPr>
            <p:nvPr/>
          </p:nvSpPr>
          <p:spPr bwMode="auto">
            <a:xfrm>
              <a:off x="181" y="1351"/>
              <a:ext cx="7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>
                  <a:ea typeface="宋体" pitchFamily="2" charset="-122"/>
                </a:rPr>
                <a:t>Label 1</a:t>
              </a:r>
            </a:p>
          </p:txBody>
        </p:sp>
        <p:sp>
          <p:nvSpPr>
            <p:cNvPr id="256012" name="Rectangle 21"/>
            <p:cNvSpPr>
              <a:spLocks noChangeArrowheads="1"/>
            </p:cNvSpPr>
            <p:nvPr/>
          </p:nvSpPr>
          <p:spPr bwMode="auto">
            <a:xfrm>
              <a:off x="181" y="1773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2</a:t>
              </a:r>
            </a:p>
          </p:txBody>
        </p:sp>
        <p:sp>
          <p:nvSpPr>
            <p:cNvPr id="256013" name="Rectangle 22"/>
            <p:cNvSpPr>
              <a:spLocks noChangeArrowheads="1"/>
            </p:cNvSpPr>
            <p:nvPr/>
          </p:nvSpPr>
          <p:spPr bwMode="auto">
            <a:xfrm>
              <a:off x="181" y="2229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3</a:t>
              </a:r>
            </a:p>
          </p:txBody>
        </p:sp>
        <p:sp>
          <p:nvSpPr>
            <p:cNvPr id="256014" name="Rectangle 23"/>
            <p:cNvSpPr>
              <a:spLocks noChangeArrowheads="1"/>
            </p:cNvSpPr>
            <p:nvPr/>
          </p:nvSpPr>
          <p:spPr bwMode="auto">
            <a:xfrm>
              <a:off x="181" y="2685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4</a:t>
              </a:r>
            </a:p>
          </p:txBody>
        </p:sp>
        <p:sp>
          <p:nvSpPr>
            <p:cNvPr id="256015" name="Rectangle 24"/>
            <p:cNvSpPr>
              <a:spLocks noChangeArrowheads="1"/>
            </p:cNvSpPr>
            <p:nvPr/>
          </p:nvSpPr>
          <p:spPr bwMode="auto">
            <a:xfrm>
              <a:off x="181" y="3141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5</a:t>
              </a:r>
            </a:p>
          </p:txBody>
        </p:sp>
        <p:sp>
          <p:nvSpPr>
            <p:cNvPr id="256016" name="Rectangle 25"/>
            <p:cNvSpPr>
              <a:spLocks noChangeArrowheads="1"/>
            </p:cNvSpPr>
            <p:nvPr/>
          </p:nvSpPr>
          <p:spPr bwMode="auto">
            <a:xfrm>
              <a:off x="181" y="880"/>
              <a:ext cx="17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56017" name="Line 26"/>
            <p:cNvSpPr>
              <a:spLocks noChangeShapeType="1"/>
            </p:cNvSpPr>
            <p:nvPr/>
          </p:nvSpPr>
          <p:spPr bwMode="auto">
            <a:xfrm>
              <a:off x="181" y="1073"/>
              <a:ext cx="174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DA2BE5B-1C9D-430A-AFE1-9CA03DF3AD77}" type="slidenum">
              <a:rPr lang="zh-CN" altLang="en-US" smtClean="0"/>
              <a:pPr defTabSz="895350"/>
              <a:t>248</a:t>
            </a:fld>
            <a:endParaRPr lang="en-US" altLang="zh-CN"/>
          </a:p>
        </p:txBody>
      </p:sp>
      <p:sp>
        <p:nvSpPr>
          <p:cNvPr id="257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702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57029" name="Rectangle 4"/>
          <p:cNvSpPr>
            <a:spLocks noChangeArrowheads="1"/>
          </p:cNvSpPr>
          <p:nvPr/>
        </p:nvSpPr>
        <p:spPr bwMode="auto">
          <a:xfrm>
            <a:off x="255588" y="1270000"/>
            <a:ext cx="2659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7030" name="Line 5"/>
          <p:cNvSpPr>
            <a:spLocks noChangeShapeType="1"/>
          </p:cNvSpPr>
          <p:nvPr/>
        </p:nvSpPr>
        <p:spPr bwMode="auto">
          <a:xfrm>
            <a:off x="255588" y="1544638"/>
            <a:ext cx="2657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7031" name="Object 6"/>
          <p:cNvGraphicFramePr>
            <a:graphicFrameLocks/>
          </p:cNvGraphicFramePr>
          <p:nvPr/>
        </p:nvGraphicFramePr>
        <p:xfrm>
          <a:off x="1239838" y="1727200"/>
          <a:ext cx="2182812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2181606" imgH="3696208" progId="MSGraph.Chart.8">
                  <p:embed followColorScheme="full"/>
                </p:oleObj>
              </mc:Choice>
              <mc:Fallback>
                <p:oleObj name="Chart" r:id="rId4" imgW="2181606" imgH="3696208" progId="MSGraph.Chart.8">
                  <p:embed followColorScheme="full"/>
                  <p:pic>
                    <p:nvPicPr>
                      <p:cNvPr id="257031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39838" y="1727200"/>
                        <a:ext cx="2182812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32" name="Rectangle 7"/>
          <p:cNvSpPr>
            <a:spLocks noChangeArrowheads="1"/>
          </p:cNvSpPr>
          <p:nvPr/>
        </p:nvSpPr>
        <p:spPr bwMode="auto">
          <a:xfrm>
            <a:off x="255588" y="1978025"/>
            <a:ext cx="11096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57033" name="Rectangle 8"/>
          <p:cNvSpPr>
            <a:spLocks noChangeArrowheads="1"/>
          </p:cNvSpPr>
          <p:nvPr/>
        </p:nvSpPr>
        <p:spPr bwMode="auto">
          <a:xfrm>
            <a:off x="255588" y="2647950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57034" name="Rectangle 9"/>
          <p:cNvSpPr>
            <a:spLocks noChangeArrowheads="1"/>
          </p:cNvSpPr>
          <p:nvPr/>
        </p:nvSpPr>
        <p:spPr bwMode="auto">
          <a:xfrm>
            <a:off x="255588" y="3371850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57035" name="Rectangle 10"/>
          <p:cNvSpPr>
            <a:spLocks noChangeArrowheads="1"/>
          </p:cNvSpPr>
          <p:nvPr/>
        </p:nvSpPr>
        <p:spPr bwMode="auto">
          <a:xfrm>
            <a:off x="255588" y="4095750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57036" name="Rectangle 11"/>
          <p:cNvSpPr>
            <a:spLocks noChangeArrowheads="1"/>
          </p:cNvSpPr>
          <p:nvPr/>
        </p:nvSpPr>
        <p:spPr bwMode="auto">
          <a:xfrm>
            <a:off x="255588" y="4819650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grpSp>
        <p:nvGrpSpPr>
          <p:cNvPr id="257037" name="Group 12"/>
          <p:cNvGrpSpPr>
            <a:grpSpLocks/>
          </p:cNvGrpSpPr>
          <p:nvPr/>
        </p:nvGrpSpPr>
        <p:grpSpPr bwMode="auto">
          <a:xfrm>
            <a:off x="3084513" y="1270000"/>
            <a:ext cx="3160712" cy="4154488"/>
            <a:chOff x="166" y="800"/>
            <a:chExt cx="1993" cy="2617"/>
          </a:xfrm>
        </p:grpSpPr>
        <p:sp>
          <p:nvSpPr>
            <p:cNvPr id="257048" name="Rectangle 13"/>
            <p:cNvSpPr>
              <a:spLocks noChangeArrowheads="1"/>
            </p:cNvSpPr>
            <p:nvPr/>
          </p:nvSpPr>
          <p:spPr bwMode="auto">
            <a:xfrm>
              <a:off x="166" y="800"/>
              <a:ext cx="16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57049" name="Line 14"/>
            <p:cNvSpPr>
              <a:spLocks noChangeShapeType="1"/>
            </p:cNvSpPr>
            <p:nvPr/>
          </p:nvSpPr>
          <p:spPr bwMode="auto">
            <a:xfrm>
              <a:off x="166" y="973"/>
              <a:ext cx="16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57050" name="Object 15"/>
            <p:cNvGraphicFramePr>
              <a:graphicFrameLocks/>
            </p:cNvGraphicFramePr>
            <p:nvPr/>
          </p:nvGraphicFramePr>
          <p:xfrm>
            <a:off x="786" y="1088"/>
            <a:ext cx="1373" cy="2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2181606" imgH="3696208" progId="MSGraph.Chart.8">
                    <p:embed followColorScheme="full"/>
                  </p:oleObj>
                </mc:Choice>
                <mc:Fallback>
                  <p:oleObj name="Chart" r:id="rId6" imgW="2181606" imgH="3696208" progId="MSGraph.Chart.8">
                    <p:embed followColorScheme="full"/>
                    <p:pic>
                      <p:nvPicPr>
                        <p:cNvPr id="25705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786" y="1088"/>
                          <a:ext cx="1373" cy="2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7051" name="Rectangle 16"/>
            <p:cNvSpPr>
              <a:spLocks noChangeArrowheads="1"/>
            </p:cNvSpPr>
            <p:nvPr/>
          </p:nvSpPr>
          <p:spPr bwMode="auto">
            <a:xfrm>
              <a:off x="166" y="1246"/>
              <a:ext cx="69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>
                  <a:ea typeface="宋体" pitchFamily="2" charset="-122"/>
                </a:rPr>
                <a:t>Label 1</a:t>
              </a:r>
            </a:p>
          </p:txBody>
        </p:sp>
        <p:sp>
          <p:nvSpPr>
            <p:cNvPr id="257052" name="Rectangle 17"/>
            <p:cNvSpPr>
              <a:spLocks noChangeArrowheads="1"/>
            </p:cNvSpPr>
            <p:nvPr/>
          </p:nvSpPr>
          <p:spPr bwMode="auto">
            <a:xfrm>
              <a:off x="166" y="1668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2</a:t>
              </a:r>
            </a:p>
          </p:txBody>
        </p:sp>
        <p:sp>
          <p:nvSpPr>
            <p:cNvPr id="257053" name="Rectangle 18"/>
            <p:cNvSpPr>
              <a:spLocks noChangeArrowheads="1"/>
            </p:cNvSpPr>
            <p:nvPr/>
          </p:nvSpPr>
          <p:spPr bwMode="auto">
            <a:xfrm>
              <a:off x="166" y="2124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3</a:t>
              </a:r>
            </a:p>
          </p:txBody>
        </p:sp>
        <p:sp>
          <p:nvSpPr>
            <p:cNvPr id="257054" name="Rectangle 19"/>
            <p:cNvSpPr>
              <a:spLocks noChangeArrowheads="1"/>
            </p:cNvSpPr>
            <p:nvPr/>
          </p:nvSpPr>
          <p:spPr bwMode="auto">
            <a:xfrm>
              <a:off x="166" y="2580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4</a:t>
              </a:r>
            </a:p>
          </p:txBody>
        </p:sp>
        <p:sp>
          <p:nvSpPr>
            <p:cNvPr id="257055" name="Rectangle 20"/>
            <p:cNvSpPr>
              <a:spLocks noChangeArrowheads="1"/>
            </p:cNvSpPr>
            <p:nvPr/>
          </p:nvSpPr>
          <p:spPr bwMode="auto">
            <a:xfrm>
              <a:off x="166" y="3036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257038" name="Group 21"/>
          <p:cNvGrpSpPr>
            <a:grpSpLocks/>
          </p:cNvGrpSpPr>
          <p:nvPr/>
        </p:nvGrpSpPr>
        <p:grpSpPr bwMode="auto">
          <a:xfrm>
            <a:off x="5908675" y="1270000"/>
            <a:ext cx="3165475" cy="4154488"/>
            <a:chOff x="166" y="800"/>
            <a:chExt cx="1993" cy="2617"/>
          </a:xfrm>
        </p:grpSpPr>
        <p:sp>
          <p:nvSpPr>
            <p:cNvPr id="257040" name="Rectangle 22"/>
            <p:cNvSpPr>
              <a:spLocks noChangeArrowheads="1"/>
            </p:cNvSpPr>
            <p:nvPr/>
          </p:nvSpPr>
          <p:spPr bwMode="auto">
            <a:xfrm>
              <a:off x="166" y="800"/>
              <a:ext cx="16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57041" name="Line 23"/>
            <p:cNvSpPr>
              <a:spLocks noChangeShapeType="1"/>
            </p:cNvSpPr>
            <p:nvPr/>
          </p:nvSpPr>
          <p:spPr bwMode="auto">
            <a:xfrm>
              <a:off x="166" y="973"/>
              <a:ext cx="16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57042" name="Object 24"/>
            <p:cNvGraphicFramePr>
              <a:graphicFrameLocks/>
            </p:cNvGraphicFramePr>
            <p:nvPr/>
          </p:nvGraphicFramePr>
          <p:xfrm>
            <a:off x="786" y="1088"/>
            <a:ext cx="1373" cy="2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8" imgW="2181606" imgH="3696208" progId="MSGraph.Chart.8">
                    <p:embed followColorScheme="full"/>
                  </p:oleObj>
                </mc:Choice>
                <mc:Fallback>
                  <p:oleObj name="Chart" r:id="rId8" imgW="2181606" imgH="3696208" progId="MSGraph.Chart.8">
                    <p:embed followColorScheme="full"/>
                    <p:pic>
                      <p:nvPicPr>
                        <p:cNvPr id="257042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786" y="1088"/>
                          <a:ext cx="1373" cy="2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7043" name="Rectangle 25"/>
            <p:cNvSpPr>
              <a:spLocks noChangeArrowheads="1"/>
            </p:cNvSpPr>
            <p:nvPr/>
          </p:nvSpPr>
          <p:spPr bwMode="auto">
            <a:xfrm>
              <a:off x="166" y="1246"/>
              <a:ext cx="69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>
                  <a:ea typeface="宋体" pitchFamily="2" charset="-122"/>
                </a:rPr>
                <a:t>Label 1</a:t>
              </a:r>
            </a:p>
          </p:txBody>
        </p:sp>
        <p:sp>
          <p:nvSpPr>
            <p:cNvPr id="257044" name="Rectangle 26"/>
            <p:cNvSpPr>
              <a:spLocks noChangeArrowheads="1"/>
            </p:cNvSpPr>
            <p:nvPr/>
          </p:nvSpPr>
          <p:spPr bwMode="auto">
            <a:xfrm>
              <a:off x="166" y="1668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2</a:t>
              </a:r>
            </a:p>
          </p:txBody>
        </p:sp>
        <p:sp>
          <p:nvSpPr>
            <p:cNvPr id="257045" name="Rectangle 27"/>
            <p:cNvSpPr>
              <a:spLocks noChangeArrowheads="1"/>
            </p:cNvSpPr>
            <p:nvPr/>
          </p:nvSpPr>
          <p:spPr bwMode="auto">
            <a:xfrm>
              <a:off x="166" y="2124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3</a:t>
              </a:r>
            </a:p>
          </p:txBody>
        </p:sp>
        <p:sp>
          <p:nvSpPr>
            <p:cNvPr id="257046" name="Rectangle 28"/>
            <p:cNvSpPr>
              <a:spLocks noChangeArrowheads="1"/>
            </p:cNvSpPr>
            <p:nvPr/>
          </p:nvSpPr>
          <p:spPr bwMode="auto">
            <a:xfrm>
              <a:off x="166" y="2580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4</a:t>
              </a:r>
            </a:p>
          </p:txBody>
        </p:sp>
        <p:sp>
          <p:nvSpPr>
            <p:cNvPr id="257047" name="Rectangle 29"/>
            <p:cNvSpPr>
              <a:spLocks noChangeArrowheads="1"/>
            </p:cNvSpPr>
            <p:nvPr/>
          </p:nvSpPr>
          <p:spPr bwMode="auto">
            <a:xfrm>
              <a:off x="166" y="3036"/>
              <a:ext cx="78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>
                  <a:ea typeface="宋体" pitchFamily="2" charset="-122"/>
                </a:rPr>
                <a:t>Label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>
                  <a:ea typeface="宋体" pitchFamily="2" charset="-122"/>
                </a:rPr>
                <a:t>5</a:t>
              </a:r>
            </a:p>
          </p:txBody>
        </p:sp>
      </p:grpSp>
      <p:sp>
        <p:nvSpPr>
          <p:cNvPr id="257039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FD5BB59-F36B-4C27-A5B6-1D3194771C9D}" type="slidenum">
              <a:rPr lang="zh-CN" altLang="en-US" smtClean="0"/>
              <a:pPr defTabSz="895350"/>
              <a:t>249</a:t>
            </a:fld>
            <a:endParaRPr lang="en-US" altLang="zh-CN"/>
          </a:p>
        </p:txBody>
      </p:sp>
      <p:sp>
        <p:nvSpPr>
          <p:cNvPr id="258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805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aphicFrame>
        <p:nvGraphicFramePr>
          <p:cNvPr id="258053" name="Object 4"/>
          <p:cNvGraphicFramePr>
            <a:graphicFrameLocks/>
          </p:cNvGraphicFramePr>
          <p:nvPr/>
        </p:nvGraphicFramePr>
        <p:xfrm>
          <a:off x="1060450" y="1900238"/>
          <a:ext cx="1897063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1895856" imgH="3696208" progId="MSGraph.Chart.8">
                  <p:embed followColorScheme="full"/>
                </p:oleObj>
              </mc:Choice>
              <mc:Fallback>
                <p:oleObj name="Chart" r:id="rId6" imgW="1895856" imgH="3696208" progId="MSGraph.Chart.8">
                  <p:embed followColorScheme="full"/>
                  <p:pic>
                    <p:nvPicPr>
                      <p:cNvPr id="258053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060450" y="1900238"/>
                        <a:ext cx="1897063" cy="369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Rectangle 5"/>
          <p:cNvSpPr>
            <a:spLocks noChangeArrowheads="1"/>
          </p:cNvSpPr>
          <p:nvPr/>
        </p:nvSpPr>
        <p:spPr bwMode="auto">
          <a:xfrm>
            <a:off x="184150" y="2152650"/>
            <a:ext cx="1109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58055" name="Rectangle 6"/>
          <p:cNvSpPr>
            <a:spLocks noChangeArrowheads="1"/>
          </p:cNvSpPr>
          <p:nvPr/>
        </p:nvSpPr>
        <p:spPr bwMode="auto">
          <a:xfrm>
            <a:off x="184150" y="28225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58056" name="Rectangle 7"/>
          <p:cNvSpPr>
            <a:spLocks noChangeArrowheads="1"/>
          </p:cNvSpPr>
          <p:nvPr/>
        </p:nvSpPr>
        <p:spPr bwMode="auto">
          <a:xfrm>
            <a:off x="184150" y="35464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58057" name="Rectangle 8"/>
          <p:cNvSpPr>
            <a:spLocks noChangeArrowheads="1"/>
          </p:cNvSpPr>
          <p:nvPr/>
        </p:nvSpPr>
        <p:spPr bwMode="auto">
          <a:xfrm>
            <a:off x="184150" y="42703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58058" name="Rectangle 9"/>
          <p:cNvSpPr>
            <a:spLocks noChangeArrowheads="1"/>
          </p:cNvSpPr>
          <p:nvPr/>
        </p:nvSpPr>
        <p:spPr bwMode="auto">
          <a:xfrm>
            <a:off x="184150" y="49942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58059" name="Rectangle 10"/>
          <p:cNvSpPr>
            <a:spLocks noChangeArrowheads="1"/>
          </p:cNvSpPr>
          <p:nvPr/>
        </p:nvSpPr>
        <p:spPr bwMode="auto">
          <a:xfrm>
            <a:off x="184150" y="1412875"/>
            <a:ext cx="20653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8060" name="Line 11"/>
          <p:cNvSpPr>
            <a:spLocks noChangeShapeType="1"/>
          </p:cNvSpPr>
          <p:nvPr/>
        </p:nvSpPr>
        <p:spPr bwMode="auto">
          <a:xfrm>
            <a:off x="184150" y="1719263"/>
            <a:ext cx="2065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58061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58062" name="AutoShape 13"/>
          <p:cNvSpPr>
            <a:spLocks noChangeArrowheads="1"/>
          </p:cNvSpPr>
          <p:nvPr/>
        </p:nvSpPr>
        <p:spPr bwMode="auto">
          <a:xfrm rot="5400000">
            <a:off x="5687220" y="3545681"/>
            <a:ext cx="2970212" cy="28257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258063" name="Group 14"/>
          <p:cNvGrpSpPr>
            <a:grpSpLocks/>
          </p:cNvGrpSpPr>
          <p:nvPr/>
        </p:nvGrpSpPr>
        <p:grpSpPr bwMode="auto">
          <a:xfrm>
            <a:off x="7445375" y="2752725"/>
            <a:ext cx="1293813" cy="1870075"/>
            <a:chOff x="631" y="1680"/>
            <a:chExt cx="960" cy="960"/>
          </a:xfrm>
        </p:grpSpPr>
        <p:sp>
          <p:nvSpPr>
            <p:cNvPr id="258080" name="Rectangle 1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8081" name="Rectangle 1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b="1">
                  <a:ea typeface="Gulim" pitchFamily="34" charset="-127"/>
                </a:rPr>
                <a:t>Text</a:t>
              </a:r>
            </a:p>
          </p:txBody>
        </p:sp>
      </p:grpSp>
      <p:graphicFrame>
        <p:nvGraphicFramePr>
          <p:cNvPr id="258064" name="Object 17"/>
          <p:cNvGraphicFramePr>
            <a:graphicFrameLocks/>
          </p:cNvGraphicFramePr>
          <p:nvPr/>
        </p:nvGraphicFramePr>
        <p:xfrm>
          <a:off x="3309938" y="1900238"/>
          <a:ext cx="1897062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1895856" imgH="3696208" progId="MSGraph.Chart.8">
                  <p:embed followColorScheme="full"/>
                </p:oleObj>
              </mc:Choice>
              <mc:Fallback>
                <p:oleObj name="Chart" r:id="rId8" imgW="1895856" imgH="3696208" progId="MSGraph.Chart.8">
                  <p:embed followColorScheme="full"/>
                  <p:pic>
                    <p:nvPicPr>
                      <p:cNvPr id="258064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309938" y="1900238"/>
                        <a:ext cx="1897062" cy="369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65" name="Rectangle 18"/>
          <p:cNvSpPr>
            <a:spLocks noChangeArrowheads="1"/>
          </p:cNvSpPr>
          <p:nvPr/>
        </p:nvSpPr>
        <p:spPr bwMode="auto">
          <a:xfrm>
            <a:off x="2433638" y="2152650"/>
            <a:ext cx="11096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58066" name="Rectangle 19"/>
          <p:cNvSpPr>
            <a:spLocks noChangeArrowheads="1"/>
          </p:cNvSpPr>
          <p:nvPr/>
        </p:nvSpPr>
        <p:spPr bwMode="auto">
          <a:xfrm>
            <a:off x="2433638" y="28225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58067" name="Rectangle 20"/>
          <p:cNvSpPr>
            <a:spLocks noChangeArrowheads="1"/>
          </p:cNvSpPr>
          <p:nvPr/>
        </p:nvSpPr>
        <p:spPr bwMode="auto">
          <a:xfrm>
            <a:off x="2433638" y="35464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58068" name="Rectangle 21"/>
          <p:cNvSpPr>
            <a:spLocks noChangeArrowheads="1"/>
          </p:cNvSpPr>
          <p:nvPr/>
        </p:nvSpPr>
        <p:spPr bwMode="auto">
          <a:xfrm>
            <a:off x="2433638" y="42703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58069" name="Rectangle 22"/>
          <p:cNvSpPr>
            <a:spLocks noChangeArrowheads="1"/>
          </p:cNvSpPr>
          <p:nvPr/>
        </p:nvSpPr>
        <p:spPr bwMode="auto">
          <a:xfrm>
            <a:off x="2433638" y="49942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58070" name="Rectangle 23"/>
          <p:cNvSpPr>
            <a:spLocks noChangeArrowheads="1"/>
          </p:cNvSpPr>
          <p:nvPr/>
        </p:nvSpPr>
        <p:spPr bwMode="auto">
          <a:xfrm>
            <a:off x="2433638" y="1412875"/>
            <a:ext cx="20653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8071" name="Line 24"/>
          <p:cNvSpPr>
            <a:spLocks noChangeShapeType="1"/>
          </p:cNvSpPr>
          <p:nvPr/>
        </p:nvSpPr>
        <p:spPr bwMode="auto">
          <a:xfrm>
            <a:off x="2433638" y="1719263"/>
            <a:ext cx="2065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8072" name="Object 25"/>
          <p:cNvGraphicFramePr>
            <a:graphicFrameLocks/>
          </p:cNvGraphicFramePr>
          <p:nvPr/>
        </p:nvGraphicFramePr>
        <p:xfrm>
          <a:off x="5559425" y="1900238"/>
          <a:ext cx="1897063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1895856" imgH="3696208" progId="MSGraph.Chart.8">
                  <p:embed followColorScheme="full"/>
                </p:oleObj>
              </mc:Choice>
              <mc:Fallback>
                <p:oleObj name="Chart" r:id="rId10" imgW="1895856" imgH="3696208" progId="MSGraph.Chart.8">
                  <p:embed followColorScheme="full"/>
                  <p:pic>
                    <p:nvPicPr>
                      <p:cNvPr id="258072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559425" y="1900238"/>
                        <a:ext cx="1897063" cy="369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73" name="Rectangle 26"/>
          <p:cNvSpPr>
            <a:spLocks noChangeArrowheads="1"/>
          </p:cNvSpPr>
          <p:nvPr/>
        </p:nvSpPr>
        <p:spPr bwMode="auto">
          <a:xfrm>
            <a:off x="4683125" y="2152650"/>
            <a:ext cx="11096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58074" name="Rectangle 27"/>
          <p:cNvSpPr>
            <a:spLocks noChangeArrowheads="1"/>
          </p:cNvSpPr>
          <p:nvPr/>
        </p:nvSpPr>
        <p:spPr bwMode="auto">
          <a:xfrm>
            <a:off x="4683125" y="28225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58075" name="Rectangle 28"/>
          <p:cNvSpPr>
            <a:spLocks noChangeArrowheads="1"/>
          </p:cNvSpPr>
          <p:nvPr/>
        </p:nvSpPr>
        <p:spPr bwMode="auto">
          <a:xfrm>
            <a:off x="4683125" y="35464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58076" name="Rectangle 29"/>
          <p:cNvSpPr>
            <a:spLocks noChangeArrowheads="1"/>
          </p:cNvSpPr>
          <p:nvPr/>
        </p:nvSpPr>
        <p:spPr bwMode="auto">
          <a:xfrm>
            <a:off x="4683125" y="42703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58077" name="Rectangle 30"/>
          <p:cNvSpPr>
            <a:spLocks noChangeArrowheads="1"/>
          </p:cNvSpPr>
          <p:nvPr/>
        </p:nvSpPr>
        <p:spPr bwMode="auto">
          <a:xfrm>
            <a:off x="4683125" y="4994275"/>
            <a:ext cx="12382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58078" name="Rectangle 31"/>
          <p:cNvSpPr>
            <a:spLocks noChangeArrowheads="1"/>
          </p:cNvSpPr>
          <p:nvPr/>
        </p:nvSpPr>
        <p:spPr bwMode="auto">
          <a:xfrm>
            <a:off x="4683125" y="1412875"/>
            <a:ext cx="20653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58079" name="Line 32"/>
          <p:cNvSpPr>
            <a:spLocks noChangeShapeType="1"/>
          </p:cNvSpPr>
          <p:nvPr/>
        </p:nvSpPr>
        <p:spPr bwMode="auto">
          <a:xfrm>
            <a:off x="4683125" y="1719263"/>
            <a:ext cx="2065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AE0300A-4CA7-41B4-96C6-D77C900E1B0D}" type="slidenum">
              <a:rPr lang="zh-CN" altLang="en-US" smtClean="0"/>
              <a:pPr defTabSz="895350"/>
              <a:t>250</a:t>
            </a:fld>
            <a:endParaRPr lang="en-US" altLang="zh-CN"/>
          </a:p>
        </p:txBody>
      </p:sp>
      <p:sp>
        <p:nvSpPr>
          <p:cNvPr id="259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9076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59077" name="Rectangle 4"/>
          <p:cNvSpPr>
            <a:spLocks noChangeArrowheads="1"/>
          </p:cNvSpPr>
          <p:nvPr/>
        </p:nvSpPr>
        <p:spPr bwMode="auto">
          <a:xfrm>
            <a:off x="138113" y="1301750"/>
            <a:ext cx="20193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59078" name="Line 5"/>
          <p:cNvSpPr>
            <a:spLocks noChangeShapeType="1"/>
          </p:cNvSpPr>
          <p:nvPr/>
        </p:nvSpPr>
        <p:spPr bwMode="auto">
          <a:xfrm>
            <a:off x="138113" y="1544638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9079" name="Object 6"/>
          <p:cNvGraphicFramePr>
            <a:graphicFrameLocks/>
          </p:cNvGraphicFramePr>
          <p:nvPr/>
        </p:nvGraphicFramePr>
        <p:xfrm>
          <a:off x="1020763" y="1703388"/>
          <a:ext cx="146685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1467231" imgH="3696208" progId="MSGraph.Chart.8">
                  <p:embed followColorScheme="full"/>
                </p:oleObj>
              </mc:Choice>
              <mc:Fallback>
                <p:oleObj name="Chart" r:id="rId4" imgW="1467231" imgH="3696208" progId="MSGraph.Chart.8">
                  <p:embed followColorScheme="full"/>
                  <p:pic>
                    <p:nvPicPr>
                      <p:cNvPr id="259079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020763" y="1703388"/>
                        <a:ext cx="146685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0" name="Rectangle 7"/>
          <p:cNvSpPr>
            <a:spLocks noChangeArrowheads="1"/>
          </p:cNvSpPr>
          <p:nvPr/>
        </p:nvSpPr>
        <p:spPr bwMode="auto">
          <a:xfrm>
            <a:off x="138113" y="2008188"/>
            <a:ext cx="1108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59081" name="Rectangle 8"/>
          <p:cNvSpPr>
            <a:spLocks noChangeArrowheads="1"/>
          </p:cNvSpPr>
          <p:nvPr/>
        </p:nvSpPr>
        <p:spPr bwMode="auto">
          <a:xfrm>
            <a:off x="138113" y="271462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59082" name="Rectangle 9"/>
          <p:cNvSpPr>
            <a:spLocks noChangeArrowheads="1"/>
          </p:cNvSpPr>
          <p:nvPr/>
        </p:nvSpPr>
        <p:spPr bwMode="auto">
          <a:xfrm>
            <a:off x="138113" y="342265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59083" name="Rectangle 10"/>
          <p:cNvSpPr>
            <a:spLocks noChangeArrowheads="1"/>
          </p:cNvSpPr>
          <p:nvPr/>
        </p:nvSpPr>
        <p:spPr bwMode="auto">
          <a:xfrm>
            <a:off x="138113" y="413067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59084" name="Rectangle 11"/>
          <p:cNvSpPr>
            <a:spLocks noChangeArrowheads="1"/>
          </p:cNvSpPr>
          <p:nvPr/>
        </p:nvSpPr>
        <p:spPr bwMode="auto">
          <a:xfrm>
            <a:off x="138113" y="483870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59085" name="Rectangle 12"/>
          <p:cNvSpPr>
            <a:spLocks noChangeArrowheads="1"/>
          </p:cNvSpPr>
          <p:nvPr/>
        </p:nvSpPr>
        <p:spPr bwMode="auto">
          <a:xfrm>
            <a:off x="2328863" y="1301750"/>
            <a:ext cx="20193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59086" name="Line 13"/>
          <p:cNvSpPr>
            <a:spLocks noChangeShapeType="1"/>
          </p:cNvSpPr>
          <p:nvPr/>
        </p:nvSpPr>
        <p:spPr bwMode="auto">
          <a:xfrm>
            <a:off x="2328863" y="1544638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9087" name="Object 14"/>
          <p:cNvGraphicFramePr>
            <a:graphicFrameLocks/>
          </p:cNvGraphicFramePr>
          <p:nvPr/>
        </p:nvGraphicFramePr>
        <p:xfrm>
          <a:off x="3211513" y="1703388"/>
          <a:ext cx="146685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1467231" imgH="3696208" progId="MSGraph.Chart.8">
                  <p:embed followColorScheme="full"/>
                </p:oleObj>
              </mc:Choice>
              <mc:Fallback>
                <p:oleObj name="Chart" r:id="rId6" imgW="1467231" imgH="3696208" progId="MSGraph.Chart.8">
                  <p:embed followColorScheme="full"/>
                  <p:pic>
                    <p:nvPicPr>
                      <p:cNvPr id="259087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211513" y="1703388"/>
                        <a:ext cx="146685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8" name="Rectangle 15"/>
          <p:cNvSpPr>
            <a:spLocks noChangeArrowheads="1"/>
          </p:cNvSpPr>
          <p:nvPr/>
        </p:nvSpPr>
        <p:spPr bwMode="auto">
          <a:xfrm>
            <a:off x="2328863" y="2008188"/>
            <a:ext cx="1108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59089" name="Rectangle 16"/>
          <p:cNvSpPr>
            <a:spLocks noChangeArrowheads="1"/>
          </p:cNvSpPr>
          <p:nvPr/>
        </p:nvSpPr>
        <p:spPr bwMode="auto">
          <a:xfrm>
            <a:off x="2328863" y="271462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59090" name="Rectangle 17"/>
          <p:cNvSpPr>
            <a:spLocks noChangeArrowheads="1"/>
          </p:cNvSpPr>
          <p:nvPr/>
        </p:nvSpPr>
        <p:spPr bwMode="auto">
          <a:xfrm>
            <a:off x="2328863" y="342265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59091" name="Rectangle 18"/>
          <p:cNvSpPr>
            <a:spLocks noChangeArrowheads="1"/>
          </p:cNvSpPr>
          <p:nvPr/>
        </p:nvSpPr>
        <p:spPr bwMode="auto">
          <a:xfrm>
            <a:off x="2328863" y="413067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59092" name="Rectangle 19"/>
          <p:cNvSpPr>
            <a:spLocks noChangeArrowheads="1"/>
          </p:cNvSpPr>
          <p:nvPr/>
        </p:nvSpPr>
        <p:spPr bwMode="auto">
          <a:xfrm>
            <a:off x="2328863" y="483870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59093" name="Rectangle 20"/>
          <p:cNvSpPr>
            <a:spLocks noChangeArrowheads="1"/>
          </p:cNvSpPr>
          <p:nvPr/>
        </p:nvSpPr>
        <p:spPr bwMode="auto">
          <a:xfrm>
            <a:off x="4518025" y="1301750"/>
            <a:ext cx="20193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59094" name="Line 21"/>
          <p:cNvSpPr>
            <a:spLocks noChangeShapeType="1"/>
          </p:cNvSpPr>
          <p:nvPr/>
        </p:nvSpPr>
        <p:spPr bwMode="auto">
          <a:xfrm>
            <a:off x="4518025" y="1544638"/>
            <a:ext cx="2017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9095" name="Object 22"/>
          <p:cNvGraphicFramePr>
            <a:graphicFrameLocks/>
          </p:cNvGraphicFramePr>
          <p:nvPr/>
        </p:nvGraphicFramePr>
        <p:xfrm>
          <a:off x="5402263" y="1703388"/>
          <a:ext cx="146685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1467231" imgH="3696208" progId="MSGraph.Chart.8">
                  <p:embed followColorScheme="full"/>
                </p:oleObj>
              </mc:Choice>
              <mc:Fallback>
                <p:oleObj name="Chart" r:id="rId8" imgW="1467231" imgH="3696208" progId="MSGraph.Chart.8">
                  <p:embed followColorScheme="full"/>
                  <p:pic>
                    <p:nvPicPr>
                      <p:cNvPr id="259095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402263" y="1703388"/>
                        <a:ext cx="146685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96" name="Rectangle 23"/>
          <p:cNvSpPr>
            <a:spLocks noChangeArrowheads="1"/>
          </p:cNvSpPr>
          <p:nvPr/>
        </p:nvSpPr>
        <p:spPr bwMode="auto">
          <a:xfrm>
            <a:off x="4518025" y="2008188"/>
            <a:ext cx="11096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59097" name="Rectangle 24"/>
          <p:cNvSpPr>
            <a:spLocks noChangeArrowheads="1"/>
          </p:cNvSpPr>
          <p:nvPr/>
        </p:nvSpPr>
        <p:spPr bwMode="auto">
          <a:xfrm>
            <a:off x="4518025" y="271462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59098" name="Rectangle 25"/>
          <p:cNvSpPr>
            <a:spLocks noChangeArrowheads="1"/>
          </p:cNvSpPr>
          <p:nvPr/>
        </p:nvSpPr>
        <p:spPr bwMode="auto">
          <a:xfrm>
            <a:off x="4518025" y="342265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59099" name="Rectangle 26"/>
          <p:cNvSpPr>
            <a:spLocks noChangeArrowheads="1"/>
          </p:cNvSpPr>
          <p:nvPr/>
        </p:nvSpPr>
        <p:spPr bwMode="auto">
          <a:xfrm>
            <a:off x="4518025" y="413067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59100" name="Rectangle 27"/>
          <p:cNvSpPr>
            <a:spLocks noChangeArrowheads="1"/>
          </p:cNvSpPr>
          <p:nvPr/>
        </p:nvSpPr>
        <p:spPr bwMode="auto">
          <a:xfrm>
            <a:off x="4518025" y="483870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59101" name="Rectangle 28"/>
          <p:cNvSpPr>
            <a:spLocks noChangeArrowheads="1"/>
          </p:cNvSpPr>
          <p:nvPr/>
        </p:nvSpPr>
        <p:spPr bwMode="auto">
          <a:xfrm>
            <a:off x="6707188" y="1301750"/>
            <a:ext cx="20193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59102" name="Line 29"/>
          <p:cNvSpPr>
            <a:spLocks noChangeShapeType="1"/>
          </p:cNvSpPr>
          <p:nvPr/>
        </p:nvSpPr>
        <p:spPr bwMode="auto">
          <a:xfrm>
            <a:off x="6707188" y="1544638"/>
            <a:ext cx="2017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59103" name="Object 30"/>
          <p:cNvGraphicFramePr>
            <a:graphicFrameLocks/>
          </p:cNvGraphicFramePr>
          <p:nvPr/>
        </p:nvGraphicFramePr>
        <p:xfrm>
          <a:off x="7593013" y="1703388"/>
          <a:ext cx="146685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1467231" imgH="3696208" progId="MSGraph.Chart.8">
                  <p:embed followColorScheme="full"/>
                </p:oleObj>
              </mc:Choice>
              <mc:Fallback>
                <p:oleObj name="Chart" r:id="rId10" imgW="1467231" imgH="3696208" progId="MSGraph.Chart.8">
                  <p:embed followColorScheme="full"/>
                  <p:pic>
                    <p:nvPicPr>
                      <p:cNvPr id="259103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593013" y="1703388"/>
                        <a:ext cx="146685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04" name="Rectangle 31"/>
          <p:cNvSpPr>
            <a:spLocks noChangeArrowheads="1"/>
          </p:cNvSpPr>
          <p:nvPr/>
        </p:nvSpPr>
        <p:spPr bwMode="auto">
          <a:xfrm>
            <a:off x="6707188" y="2008188"/>
            <a:ext cx="11096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59105" name="Rectangle 32"/>
          <p:cNvSpPr>
            <a:spLocks noChangeArrowheads="1"/>
          </p:cNvSpPr>
          <p:nvPr/>
        </p:nvSpPr>
        <p:spPr bwMode="auto">
          <a:xfrm>
            <a:off x="6707188" y="271462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59106" name="Rectangle 33"/>
          <p:cNvSpPr>
            <a:spLocks noChangeArrowheads="1"/>
          </p:cNvSpPr>
          <p:nvPr/>
        </p:nvSpPr>
        <p:spPr bwMode="auto">
          <a:xfrm>
            <a:off x="6707188" y="342265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59107" name="Rectangle 34"/>
          <p:cNvSpPr>
            <a:spLocks noChangeArrowheads="1"/>
          </p:cNvSpPr>
          <p:nvPr/>
        </p:nvSpPr>
        <p:spPr bwMode="auto">
          <a:xfrm>
            <a:off x="6707188" y="413067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59108" name="Rectangle 35"/>
          <p:cNvSpPr>
            <a:spLocks noChangeArrowheads="1"/>
          </p:cNvSpPr>
          <p:nvPr/>
        </p:nvSpPr>
        <p:spPr bwMode="auto">
          <a:xfrm>
            <a:off x="6707188" y="483870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59109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6CBAC66C-BCAB-4CA4-A375-F69DF6BE7888}" type="slidenum">
              <a:rPr lang="zh-CN" altLang="en-US" smtClean="0"/>
              <a:pPr defTabSz="895350"/>
              <a:t>251</a:t>
            </a:fld>
            <a:endParaRPr lang="en-US" altLang="zh-CN"/>
          </a:p>
        </p:txBody>
      </p:sp>
      <p:sp>
        <p:nvSpPr>
          <p:cNvPr id="260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0100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60101" name="Rectangle 4"/>
          <p:cNvSpPr>
            <a:spLocks noChangeArrowheads="1"/>
          </p:cNvSpPr>
          <p:nvPr/>
        </p:nvSpPr>
        <p:spPr bwMode="auto">
          <a:xfrm>
            <a:off x="138113" y="1331913"/>
            <a:ext cx="163512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Text</a:t>
            </a:r>
          </a:p>
        </p:txBody>
      </p:sp>
      <p:sp>
        <p:nvSpPr>
          <p:cNvPr id="260102" name="Line 5"/>
          <p:cNvSpPr>
            <a:spLocks noChangeShapeType="1"/>
          </p:cNvSpPr>
          <p:nvPr/>
        </p:nvSpPr>
        <p:spPr bwMode="auto">
          <a:xfrm>
            <a:off x="138113" y="1544638"/>
            <a:ext cx="1635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0103" name="Object 6"/>
          <p:cNvGraphicFramePr>
            <a:graphicFrameLocks/>
          </p:cNvGraphicFramePr>
          <p:nvPr/>
        </p:nvGraphicFramePr>
        <p:xfrm>
          <a:off x="744538" y="1695450"/>
          <a:ext cx="14668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1467231" imgH="3696208" progId="MSGraph.Chart.8">
                  <p:embed followColorScheme="full"/>
                </p:oleObj>
              </mc:Choice>
              <mc:Fallback>
                <p:oleObj name="Chart" r:id="rId4" imgW="1467231" imgH="3696208" progId="MSGraph.Chart.8">
                  <p:embed followColorScheme="full"/>
                  <p:pic>
                    <p:nvPicPr>
                      <p:cNvPr id="260103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44538" y="1695450"/>
                        <a:ext cx="14668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4" name="Rectangle 7"/>
          <p:cNvSpPr>
            <a:spLocks noChangeArrowheads="1"/>
          </p:cNvSpPr>
          <p:nvPr/>
        </p:nvSpPr>
        <p:spPr bwMode="auto">
          <a:xfrm>
            <a:off x="138113" y="2014538"/>
            <a:ext cx="63658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60105" name="Rectangle 8"/>
          <p:cNvSpPr>
            <a:spLocks noChangeArrowheads="1"/>
          </p:cNvSpPr>
          <p:nvPr/>
        </p:nvSpPr>
        <p:spPr bwMode="auto">
          <a:xfrm>
            <a:off x="138113" y="2720975"/>
            <a:ext cx="7096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60106" name="Rectangle 9"/>
          <p:cNvSpPr>
            <a:spLocks noChangeArrowheads="1"/>
          </p:cNvSpPr>
          <p:nvPr/>
        </p:nvSpPr>
        <p:spPr bwMode="auto">
          <a:xfrm>
            <a:off x="138113" y="3429000"/>
            <a:ext cx="7096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60107" name="Rectangle 10"/>
          <p:cNvSpPr>
            <a:spLocks noChangeArrowheads="1"/>
          </p:cNvSpPr>
          <p:nvPr/>
        </p:nvSpPr>
        <p:spPr bwMode="auto">
          <a:xfrm>
            <a:off x="138113" y="4137025"/>
            <a:ext cx="7096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60108" name="Rectangle 11"/>
          <p:cNvSpPr>
            <a:spLocks noChangeArrowheads="1"/>
          </p:cNvSpPr>
          <p:nvPr/>
        </p:nvSpPr>
        <p:spPr bwMode="auto">
          <a:xfrm>
            <a:off x="138113" y="4845050"/>
            <a:ext cx="70961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5</a:t>
            </a:r>
          </a:p>
        </p:txBody>
      </p:sp>
      <p:grpSp>
        <p:nvGrpSpPr>
          <p:cNvPr id="260109" name="Group 12"/>
          <p:cNvGrpSpPr>
            <a:grpSpLocks/>
          </p:cNvGrpSpPr>
          <p:nvPr/>
        </p:nvGrpSpPr>
        <p:grpSpPr bwMode="auto">
          <a:xfrm>
            <a:off x="1878013" y="1331913"/>
            <a:ext cx="2076450" cy="4060825"/>
            <a:chOff x="86" y="839"/>
            <a:chExt cx="1307" cy="2558"/>
          </a:xfrm>
        </p:grpSpPr>
        <p:sp>
          <p:nvSpPr>
            <p:cNvPr id="260138" name="Rectangle 13"/>
            <p:cNvSpPr>
              <a:spLocks noChangeArrowheads="1"/>
            </p:cNvSpPr>
            <p:nvPr/>
          </p:nvSpPr>
          <p:spPr bwMode="auto">
            <a:xfrm>
              <a:off x="86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0139" name="Line 14"/>
            <p:cNvSpPr>
              <a:spLocks noChangeShapeType="1"/>
            </p:cNvSpPr>
            <p:nvPr/>
          </p:nvSpPr>
          <p:spPr bwMode="auto">
            <a:xfrm>
              <a:off x="86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60140" name="Object 15"/>
            <p:cNvGraphicFramePr>
              <a:graphicFrameLocks/>
            </p:cNvGraphicFramePr>
            <p:nvPr/>
          </p:nvGraphicFramePr>
          <p:xfrm>
            <a:off x="468" y="1068"/>
            <a:ext cx="925" cy="2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1467231" imgH="3696208" progId="MSGraph.Chart.8">
                    <p:embed followColorScheme="full"/>
                  </p:oleObj>
                </mc:Choice>
                <mc:Fallback>
                  <p:oleObj name="Chart" r:id="rId6" imgW="1467231" imgH="3696208" progId="MSGraph.Chart.8">
                    <p:embed followColorScheme="full"/>
                    <p:pic>
                      <p:nvPicPr>
                        <p:cNvPr id="26014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468" y="1068"/>
                          <a:ext cx="925" cy="2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0141" name="Rectangle 16"/>
            <p:cNvSpPr>
              <a:spLocks noChangeArrowheads="1"/>
            </p:cNvSpPr>
            <p:nvPr/>
          </p:nvSpPr>
          <p:spPr bwMode="auto">
            <a:xfrm>
              <a:off x="86" y="1269"/>
              <a:ext cx="40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 sz="12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60142" name="Rectangle 17"/>
            <p:cNvSpPr>
              <a:spLocks noChangeArrowheads="1"/>
            </p:cNvSpPr>
            <p:nvPr/>
          </p:nvSpPr>
          <p:spPr bwMode="auto">
            <a:xfrm>
              <a:off x="86" y="1714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60143" name="Rectangle 18"/>
            <p:cNvSpPr>
              <a:spLocks noChangeArrowheads="1"/>
            </p:cNvSpPr>
            <p:nvPr/>
          </p:nvSpPr>
          <p:spPr bwMode="auto">
            <a:xfrm>
              <a:off x="86" y="2160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60144" name="Rectangle 19"/>
            <p:cNvSpPr>
              <a:spLocks noChangeArrowheads="1"/>
            </p:cNvSpPr>
            <p:nvPr/>
          </p:nvSpPr>
          <p:spPr bwMode="auto">
            <a:xfrm>
              <a:off x="86" y="2606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60145" name="Rectangle 20"/>
            <p:cNvSpPr>
              <a:spLocks noChangeArrowheads="1"/>
            </p:cNvSpPr>
            <p:nvPr/>
          </p:nvSpPr>
          <p:spPr bwMode="auto">
            <a:xfrm>
              <a:off x="86" y="3052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5</a:t>
              </a:r>
            </a:p>
          </p:txBody>
        </p:sp>
      </p:grpSp>
      <p:grpSp>
        <p:nvGrpSpPr>
          <p:cNvPr id="260110" name="Group 21"/>
          <p:cNvGrpSpPr>
            <a:grpSpLocks/>
          </p:cNvGrpSpPr>
          <p:nvPr/>
        </p:nvGrpSpPr>
        <p:grpSpPr bwMode="auto">
          <a:xfrm>
            <a:off x="3619500" y="1331913"/>
            <a:ext cx="2073275" cy="4060825"/>
            <a:chOff x="86" y="839"/>
            <a:chExt cx="1307" cy="2558"/>
          </a:xfrm>
        </p:grpSpPr>
        <p:sp>
          <p:nvSpPr>
            <p:cNvPr id="260130" name="Rectangle 22"/>
            <p:cNvSpPr>
              <a:spLocks noChangeArrowheads="1"/>
            </p:cNvSpPr>
            <p:nvPr/>
          </p:nvSpPr>
          <p:spPr bwMode="auto">
            <a:xfrm>
              <a:off x="86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0131" name="Line 23"/>
            <p:cNvSpPr>
              <a:spLocks noChangeShapeType="1"/>
            </p:cNvSpPr>
            <p:nvPr/>
          </p:nvSpPr>
          <p:spPr bwMode="auto">
            <a:xfrm>
              <a:off x="86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60132" name="Object 24"/>
            <p:cNvGraphicFramePr>
              <a:graphicFrameLocks/>
            </p:cNvGraphicFramePr>
            <p:nvPr/>
          </p:nvGraphicFramePr>
          <p:xfrm>
            <a:off x="468" y="1068"/>
            <a:ext cx="925" cy="2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8" imgW="1467231" imgH="3696208" progId="MSGraph.Chart.8">
                    <p:embed followColorScheme="full"/>
                  </p:oleObj>
                </mc:Choice>
                <mc:Fallback>
                  <p:oleObj name="Chart" r:id="rId8" imgW="1467231" imgH="3696208" progId="MSGraph.Chart.8">
                    <p:embed followColorScheme="full"/>
                    <p:pic>
                      <p:nvPicPr>
                        <p:cNvPr id="260132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468" y="1068"/>
                          <a:ext cx="925" cy="2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0133" name="Rectangle 25"/>
            <p:cNvSpPr>
              <a:spLocks noChangeArrowheads="1"/>
            </p:cNvSpPr>
            <p:nvPr/>
          </p:nvSpPr>
          <p:spPr bwMode="auto">
            <a:xfrm>
              <a:off x="86" y="1269"/>
              <a:ext cx="40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 sz="12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60134" name="Rectangle 26"/>
            <p:cNvSpPr>
              <a:spLocks noChangeArrowheads="1"/>
            </p:cNvSpPr>
            <p:nvPr/>
          </p:nvSpPr>
          <p:spPr bwMode="auto">
            <a:xfrm>
              <a:off x="86" y="1714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60135" name="Rectangle 27"/>
            <p:cNvSpPr>
              <a:spLocks noChangeArrowheads="1"/>
            </p:cNvSpPr>
            <p:nvPr/>
          </p:nvSpPr>
          <p:spPr bwMode="auto">
            <a:xfrm>
              <a:off x="86" y="2160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60136" name="Rectangle 28"/>
            <p:cNvSpPr>
              <a:spLocks noChangeArrowheads="1"/>
            </p:cNvSpPr>
            <p:nvPr/>
          </p:nvSpPr>
          <p:spPr bwMode="auto">
            <a:xfrm>
              <a:off x="86" y="2606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60137" name="Rectangle 29"/>
            <p:cNvSpPr>
              <a:spLocks noChangeArrowheads="1"/>
            </p:cNvSpPr>
            <p:nvPr/>
          </p:nvSpPr>
          <p:spPr bwMode="auto">
            <a:xfrm>
              <a:off x="86" y="3052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5</a:t>
              </a:r>
            </a:p>
          </p:txBody>
        </p:sp>
      </p:grpSp>
      <p:grpSp>
        <p:nvGrpSpPr>
          <p:cNvPr id="260111" name="Group 30"/>
          <p:cNvGrpSpPr>
            <a:grpSpLocks/>
          </p:cNvGrpSpPr>
          <p:nvPr/>
        </p:nvGrpSpPr>
        <p:grpSpPr bwMode="auto">
          <a:xfrm>
            <a:off x="5360988" y="1331913"/>
            <a:ext cx="2074862" cy="4060825"/>
            <a:chOff x="86" y="839"/>
            <a:chExt cx="1307" cy="2558"/>
          </a:xfrm>
        </p:grpSpPr>
        <p:sp>
          <p:nvSpPr>
            <p:cNvPr id="260122" name="Rectangle 31"/>
            <p:cNvSpPr>
              <a:spLocks noChangeArrowheads="1"/>
            </p:cNvSpPr>
            <p:nvPr/>
          </p:nvSpPr>
          <p:spPr bwMode="auto">
            <a:xfrm>
              <a:off x="86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0123" name="Line 32"/>
            <p:cNvSpPr>
              <a:spLocks noChangeShapeType="1"/>
            </p:cNvSpPr>
            <p:nvPr/>
          </p:nvSpPr>
          <p:spPr bwMode="auto">
            <a:xfrm>
              <a:off x="86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60124" name="Object 33"/>
            <p:cNvGraphicFramePr>
              <a:graphicFrameLocks/>
            </p:cNvGraphicFramePr>
            <p:nvPr/>
          </p:nvGraphicFramePr>
          <p:xfrm>
            <a:off x="468" y="1068"/>
            <a:ext cx="925" cy="2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0" imgW="1467231" imgH="3696208" progId="MSGraph.Chart.8">
                    <p:embed followColorScheme="full"/>
                  </p:oleObj>
                </mc:Choice>
                <mc:Fallback>
                  <p:oleObj name="Chart" r:id="rId10" imgW="1467231" imgH="3696208" progId="MSGraph.Chart.8">
                    <p:embed followColorScheme="full"/>
                    <p:pic>
                      <p:nvPicPr>
                        <p:cNvPr id="260124" name="Object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468" y="1068"/>
                          <a:ext cx="925" cy="2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0125" name="Rectangle 34"/>
            <p:cNvSpPr>
              <a:spLocks noChangeArrowheads="1"/>
            </p:cNvSpPr>
            <p:nvPr/>
          </p:nvSpPr>
          <p:spPr bwMode="auto">
            <a:xfrm>
              <a:off x="86" y="1269"/>
              <a:ext cx="40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 sz="12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60126" name="Rectangle 35"/>
            <p:cNvSpPr>
              <a:spLocks noChangeArrowheads="1"/>
            </p:cNvSpPr>
            <p:nvPr/>
          </p:nvSpPr>
          <p:spPr bwMode="auto">
            <a:xfrm>
              <a:off x="86" y="1714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60127" name="Rectangle 36"/>
            <p:cNvSpPr>
              <a:spLocks noChangeArrowheads="1"/>
            </p:cNvSpPr>
            <p:nvPr/>
          </p:nvSpPr>
          <p:spPr bwMode="auto">
            <a:xfrm>
              <a:off x="86" y="2160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60128" name="Rectangle 37"/>
            <p:cNvSpPr>
              <a:spLocks noChangeArrowheads="1"/>
            </p:cNvSpPr>
            <p:nvPr/>
          </p:nvSpPr>
          <p:spPr bwMode="auto">
            <a:xfrm>
              <a:off x="86" y="2606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60129" name="Rectangle 38"/>
            <p:cNvSpPr>
              <a:spLocks noChangeArrowheads="1"/>
            </p:cNvSpPr>
            <p:nvPr/>
          </p:nvSpPr>
          <p:spPr bwMode="auto">
            <a:xfrm>
              <a:off x="86" y="3052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5</a:t>
              </a:r>
            </a:p>
          </p:txBody>
        </p:sp>
      </p:grpSp>
      <p:grpSp>
        <p:nvGrpSpPr>
          <p:cNvPr id="260112" name="Group 39"/>
          <p:cNvGrpSpPr>
            <a:grpSpLocks/>
          </p:cNvGrpSpPr>
          <p:nvPr/>
        </p:nvGrpSpPr>
        <p:grpSpPr bwMode="auto">
          <a:xfrm>
            <a:off x="7100888" y="1331913"/>
            <a:ext cx="2074862" cy="4060825"/>
            <a:chOff x="86" y="839"/>
            <a:chExt cx="1307" cy="2558"/>
          </a:xfrm>
        </p:grpSpPr>
        <p:sp>
          <p:nvSpPr>
            <p:cNvPr id="260114" name="Rectangle 40"/>
            <p:cNvSpPr>
              <a:spLocks noChangeArrowheads="1"/>
            </p:cNvSpPr>
            <p:nvPr/>
          </p:nvSpPr>
          <p:spPr bwMode="auto">
            <a:xfrm>
              <a:off x="86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0115" name="Line 41"/>
            <p:cNvSpPr>
              <a:spLocks noChangeShapeType="1"/>
            </p:cNvSpPr>
            <p:nvPr/>
          </p:nvSpPr>
          <p:spPr bwMode="auto">
            <a:xfrm>
              <a:off x="86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60116" name="Object 42"/>
            <p:cNvGraphicFramePr>
              <a:graphicFrameLocks/>
            </p:cNvGraphicFramePr>
            <p:nvPr/>
          </p:nvGraphicFramePr>
          <p:xfrm>
            <a:off x="468" y="1068"/>
            <a:ext cx="925" cy="2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2" imgW="1467231" imgH="3696208" progId="MSGraph.Chart.8">
                    <p:embed followColorScheme="full"/>
                  </p:oleObj>
                </mc:Choice>
                <mc:Fallback>
                  <p:oleObj name="Chart" r:id="rId12" imgW="1467231" imgH="3696208" progId="MSGraph.Chart.8">
                    <p:embed followColorScheme="full"/>
                    <p:pic>
                      <p:nvPicPr>
                        <p:cNvPr id="260116" name="Object 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468" y="1068"/>
                          <a:ext cx="925" cy="2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0117" name="Rectangle 43"/>
            <p:cNvSpPr>
              <a:spLocks noChangeArrowheads="1"/>
            </p:cNvSpPr>
            <p:nvPr/>
          </p:nvSpPr>
          <p:spPr bwMode="auto">
            <a:xfrm>
              <a:off x="86" y="1269"/>
              <a:ext cx="40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>
                <a:buSzPct val="120000"/>
              </a:pPr>
              <a:r>
                <a:rPr lang="en-US" altLang="zh-CN" sz="12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60118" name="Rectangle 44"/>
            <p:cNvSpPr>
              <a:spLocks noChangeArrowheads="1"/>
            </p:cNvSpPr>
            <p:nvPr/>
          </p:nvSpPr>
          <p:spPr bwMode="auto">
            <a:xfrm>
              <a:off x="86" y="1714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60119" name="Rectangle 45"/>
            <p:cNvSpPr>
              <a:spLocks noChangeArrowheads="1"/>
            </p:cNvSpPr>
            <p:nvPr/>
          </p:nvSpPr>
          <p:spPr bwMode="auto">
            <a:xfrm>
              <a:off x="86" y="2160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60120" name="Rectangle 46"/>
            <p:cNvSpPr>
              <a:spLocks noChangeArrowheads="1"/>
            </p:cNvSpPr>
            <p:nvPr/>
          </p:nvSpPr>
          <p:spPr bwMode="auto">
            <a:xfrm>
              <a:off x="86" y="2606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60121" name="Rectangle 47"/>
            <p:cNvSpPr>
              <a:spLocks noChangeArrowheads="1"/>
            </p:cNvSpPr>
            <p:nvPr/>
          </p:nvSpPr>
          <p:spPr bwMode="auto">
            <a:xfrm>
              <a:off x="86" y="3052"/>
              <a:ext cx="447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0" hangingPunct="0"/>
              <a:r>
                <a:rPr lang="en-US" altLang="zh-CN" sz="1200">
                  <a:ea typeface="宋体" pitchFamily="2" charset="-122"/>
                </a:rPr>
                <a:t>Label 5</a:t>
              </a:r>
            </a:p>
          </p:txBody>
        </p:sp>
      </p:grpSp>
      <p:sp>
        <p:nvSpPr>
          <p:cNvPr id="260113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93EB7B3-01A4-456E-BD68-6418FC0C3367}" type="slidenum">
              <a:rPr lang="zh-CN" altLang="en-US" smtClean="0"/>
              <a:pPr defTabSz="895350"/>
              <a:t>252</a:t>
            </a:fld>
            <a:endParaRPr lang="en-US" altLang="zh-CN"/>
          </a:p>
        </p:txBody>
      </p:sp>
      <p:sp>
        <p:nvSpPr>
          <p:cNvPr id="261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1124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aphicFrame>
        <p:nvGraphicFramePr>
          <p:cNvPr id="261125" name="Object 4"/>
          <p:cNvGraphicFramePr>
            <a:graphicFrameLocks/>
          </p:cNvGraphicFramePr>
          <p:nvPr/>
        </p:nvGraphicFramePr>
        <p:xfrm>
          <a:off x="1838325" y="1917700"/>
          <a:ext cx="2992438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2991231" imgH="3696208" progId="MSGraph.Chart.8">
                  <p:embed followColorScheme="full"/>
                </p:oleObj>
              </mc:Choice>
              <mc:Fallback>
                <p:oleObj name="Chart" r:id="rId4" imgW="2991231" imgH="3696208" progId="MSGraph.Chart.8">
                  <p:embed followColorScheme="full"/>
                  <p:pic>
                    <p:nvPicPr>
                      <p:cNvPr id="261125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38325" y="1917700"/>
                        <a:ext cx="2992438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6" name="Rectangle 5"/>
          <p:cNvSpPr>
            <a:spLocks noChangeArrowheads="1"/>
          </p:cNvSpPr>
          <p:nvPr/>
        </p:nvSpPr>
        <p:spPr bwMode="auto">
          <a:xfrm>
            <a:off x="525463" y="2168525"/>
            <a:ext cx="1317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61127" name="Rectangle 6"/>
          <p:cNvSpPr>
            <a:spLocks noChangeArrowheads="1"/>
          </p:cNvSpPr>
          <p:nvPr/>
        </p:nvSpPr>
        <p:spPr bwMode="auto">
          <a:xfrm>
            <a:off x="525463" y="2838450"/>
            <a:ext cx="1470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61128" name="Rectangle 7"/>
          <p:cNvSpPr>
            <a:spLocks noChangeArrowheads="1"/>
          </p:cNvSpPr>
          <p:nvPr/>
        </p:nvSpPr>
        <p:spPr bwMode="auto">
          <a:xfrm>
            <a:off x="525463" y="3562350"/>
            <a:ext cx="1470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61129" name="Rectangle 8"/>
          <p:cNvSpPr>
            <a:spLocks noChangeArrowheads="1"/>
          </p:cNvSpPr>
          <p:nvPr/>
        </p:nvSpPr>
        <p:spPr bwMode="auto">
          <a:xfrm>
            <a:off x="525463" y="4286250"/>
            <a:ext cx="1470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61130" name="Rectangle 9"/>
          <p:cNvSpPr>
            <a:spLocks noChangeArrowheads="1"/>
          </p:cNvSpPr>
          <p:nvPr/>
        </p:nvSpPr>
        <p:spPr bwMode="auto">
          <a:xfrm>
            <a:off x="525463" y="5010150"/>
            <a:ext cx="1470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61131" name="Rectangle 10"/>
          <p:cNvSpPr>
            <a:spLocks noChangeArrowheads="1"/>
          </p:cNvSpPr>
          <p:nvPr/>
        </p:nvSpPr>
        <p:spPr bwMode="auto">
          <a:xfrm>
            <a:off x="1855788" y="1420813"/>
            <a:ext cx="29924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61132" name="Line 11"/>
          <p:cNvSpPr>
            <a:spLocks noChangeShapeType="1"/>
          </p:cNvSpPr>
          <p:nvPr/>
        </p:nvSpPr>
        <p:spPr bwMode="auto">
          <a:xfrm>
            <a:off x="1855788" y="1727200"/>
            <a:ext cx="2992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1133" name="Rectangle 12"/>
          <p:cNvSpPr>
            <a:spLocks noChangeArrowheads="1"/>
          </p:cNvSpPr>
          <p:nvPr/>
        </p:nvSpPr>
        <p:spPr bwMode="auto">
          <a:xfrm>
            <a:off x="5035550" y="1420813"/>
            <a:ext cx="2994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61134" name="Line 13"/>
          <p:cNvSpPr>
            <a:spLocks noChangeShapeType="1"/>
          </p:cNvSpPr>
          <p:nvPr/>
        </p:nvSpPr>
        <p:spPr bwMode="auto">
          <a:xfrm>
            <a:off x="5035550" y="1727200"/>
            <a:ext cx="2992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1135" name="Object 14"/>
          <p:cNvGraphicFramePr>
            <a:graphicFrameLocks/>
          </p:cNvGraphicFramePr>
          <p:nvPr/>
        </p:nvGraphicFramePr>
        <p:xfrm>
          <a:off x="5035550" y="1917700"/>
          <a:ext cx="2992438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2991231" imgH="3696208" progId="MSGraph.Chart.8">
                  <p:embed followColorScheme="full"/>
                </p:oleObj>
              </mc:Choice>
              <mc:Fallback>
                <p:oleObj name="Chart" r:id="rId6" imgW="2991231" imgH="3696208" progId="MSGraph.Chart.8">
                  <p:embed followColorScheme="full"/>
                  <p:pic>
                    <p:nvPicPr>
                      <p:cNvPr id="261135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035550" y="1917700"/>
                        <a:ext cx="2992438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36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B689695-B968-45CB-8058-BE74DAA31B05}" type="slidenum">
              <a:rPr lang="zh-CN" altLang="en-US" smtClean="0"/>
              <a:pPr defTabSz="895350"/>
              <a:t>253</a:t>
            </a:fld>
            <a:endParaRPr lang="en-US" altLang="zh-CN"/>
          </a:p>
        </p:txBody>
      </p:sp>
      <p:sp>
        <p:nvSpPr>
          <p:cNvPr id="262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2148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aphicFrame>
        <p:nvGraphicFramePr>
          <p:cNvPr id="262149" name="Object 4"/>
          <p:cNvGraphicFramePr>
            <a:graphicFrameLocks/>
          </p:cNvGraphicFramePr>
          <p:nvPr/>
        </p:nvGraphicFramePr>
        <p:xfrm>
          <a:off x="1668463" y="1727200"/>
          <a:ext cx="2182812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2181606" imgH="3696208" progId="MSGraph.Chart.8">
                  <p:embed followColorScheme="full"/>
                </p:oleObj>
              </mc:Choice>
              <mc:Fallback>
                <p:oleObj name="Chart" r:id="rId4" imgW="2181606" imgH="3696208" progId="MSGraph.Chart.8">
                  <p:embed followColorScheme="full"/>
                  <p:pic>
                    <p:nvPicPr>
                      <p:cNvPr id="262149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668463" y="1727200"/>
                        <a:ext cx="2182812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0" name="Rectangle 5"/>
          <p:cNvSpPr>
            <a:spLocks noChangeArrowheads="1"/>
          </p:cNvSpPr>
          <p:nvPr/>
        </p:nvSpPr>
        <p:spPr bwMode="auto">
          <a:xfrm>
            <a:off x="255588" y="1978025"/>
            <a:ext cx="1304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>
                <a:ea typeface="宋体" pitchFamily="2" charset="-122"/>
              </a:rPr>
              <a:t>Label 1</a:t>
            </a:r>
          </a:p>
        </p:txBody>
      </p:sp>
      <p:sp>
        <p:nvSpPr>
          <p:cNvPr id="262151" name="Rectangle 6"/>
          <p:cNvSpPr>
            <a:spLocks noChangeArrowheads="1"/>
          </p:cNvSpPr>
          <p:nvPr/>
        </p:nvSpPr>
        <p:spPr bwMode="auto">
          <a:xfrm>
            <a:off x="255588" y="2647950"/>
            <a:ext cx="14541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2</a:t>
            </a:r>
          </a:p>
        </p:txBody>
      </p:sp>
      <p:sp>
        <p:nvSpPr>
          <p:cNvPr id="262152" name="Rectangle 7"/>
          <p:cNvSpPr>
            <a:spLocks noChangeArrowheads="1"/>
          </p:cNvSpPr>
          <p:nvPr/>
        </p:nvSpPr>
        <p:spPr bwMode="auto">
          <a:xfrm>
            <a:off x="255588" y="3371850"/>
            <a:ext cx="14541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3</a:t>
            </a:r>
          </a:p>
        </p:txBody>
      </p:sp>
      <p:sp>
        <p:nvSpPr>
          <p:cNvPr id="262153" name="Rectangle 8"/>
          <p:cNvSpPr>
            <a:spLocks noChangeArrowheads="1"/>
          </p:cNvSpPr>
          <p:nvPr/>
        </p:nvSpPr>
        <p:spPr bwMode="auto">
          <a:xfrm>
            <a:off x="255588" y="4095750"/>
            <a:ext cx="14541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4</a:t>
            </a:r>
          </a:p>
        </p:txBody>
      </p:sp>
      <p:sp>
        <p:nvSpPr>
          <p:cNvPr id="262154" name="Rectangle 9"/>
          <p:cNvSpPr>
            <a:spLocks noChangeArrowheads="1"/>
          </p:cNvSpPr>
          <p:nvPr/>
        </p:nvSpPr>
        <p:spPr bwMode="auto">
          <a:xfrm>
            <a:off x="255588" y="4819650"/>
            <a:ext cx="14541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>
                <a:ea typeface="宋体" pitchFamily="2" charset="-122"/>
              </a:rPr>
              <a:t>Label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>
                <a:ea typeface="宋体" pitchFamily="2" charset="-122"/>
              </a:rPr>
              <a:t>5</a:t>
            </a:r>
          </a:p>
        </p:txBody>
      </p:sp>
      <p:sp>
        <p:nvSpPr>
          <p:cNvPr id="262155" name="Rectangle 10"/>
          <p:cNvSpPr>
            <a:spLocks noChangeArrowheads="1"/>
          </p:cNvSpPr>
          <p:nvPr/>
        </p:nvSpPr>
        <p:spPr bwMode="auto">
          <a:xfrm>
            <a:off x="1701800" y="1270000"/>
            <a:ext cx="2197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62156" name="Line 11"/>
          <p:cNvSpPr>
            <a:spLocks noChangeShapeType="1"/>
          </p:cNvSpPr>
          <p:nvPr/>
        </p:nvSpPr>
        <p:spPr bwMode="auto">
          <a:xfrm>
            <a:off x="1701800" y="1544638"/>
            <a:ext cx="219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2157" name="Rectangle 12"/>
          <p:cNvSpPr>
            <a:spLocks noChangeArrowheads="1"/>
          </p:cNvSpPr>
          <p:nvPr/>
        </p:nvSpPr>
        <p:spPr bwMode="auto">
          <a:xfrm>
            <a:off x="4037013" y="1270000"/>
            <a:ext cx="2195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62158" name="Line 13"/>
          <p:cNvSpPr>
            <a:spLocks noChangeShapeType="1"/>
          </p:cNvSpPr>
          <p:nvPr/>
        </p:nvSpPr>
        <p:spPr bwMode="auto">
          <a:xfrm>
            <a:off x="4037013" y="1544638"/>
            <a:ext cx="21955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2159" name="Rectangle 14"/>
          <p:cNvSpPr>
            <a:spLocks noChangeArrowheads="1"/>
          </p:cNvSpPr>
          <p:nvPr/>
        </p:nvSpPr>
        <p:spPr bwMode="auto">
          <a:xfrm>
            <a:off x="6372225" y="1270000"/>
            <a:ext cx="21971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Text</a:t>
            </a:r>
          </a:p>
        </p:txBody>
      </p:sp>
      <p:sp>
        <p:nvSpPr>
          <p:cNvPr id="262160" name="Line 15"/>
          <p:cNvSpPr>
            <a:spLocks noChangeShapeType="1"/>
          </p:cNvSpPr>
          <p:nvPr/>
        </p:nvSpPr>
        <p:spPr bwMode="auto">
          <a:xfrm>
            <a:off x="6372225" y="1544638"/>
            <a:ext cx="219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2161" name="Object 16"/>
          <p:cNvGraphicFramePr>
            <a:graphicFrameLocks/>
          </p:cNvGraphicFramePr>
          <p:nvPr/>
        </p:nvGraphicFramePr>
        <p:xfrm>
          <a:off x="4016375" y="1727200"/>
          <a:ext cx="2182813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2181606" imgH="3696208" progId="MSGraph.Chart.8">
                  <p:embed followColorScheme="full"/>
                </p:oleObj>
              </mc:Choice>
              <mc:Fallback>
                <p:oleObj name="Chart" r:id="rId6" imgW="2181606" imgH="3696208" progId="MSGraph.Chart.8">
                  <p:embed followColorScheme="full"/>
                  <p:pic>
                    <p:nvPicPr>
                      <p:cNvPr id="262161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016375" y="1727200"/>
                        <a:ext cx="2182813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62" name="Object 17"/>
          <p:cNvGraphicFramePr>
            <a:graphicFrameLocks/>
          </p:cNvGraphicFramePr>
          <p:nvPr/>
        </p:nvGraphicFramePr>
        <p:xfrm>
          <a:off x="6365875" y="1727200"/>
          <a:ext cx="2182813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2181606" imgH="3696208" progId="MSGraph.Chart.8">
                  <p:embed followColorScheme="full"/>
                </p:oleObj>
              </mc:Choice>
              <mc:Fallback>
                <p:oleObj name="Chart" r:id="rId8" imgW="2181606" imgH="3696208" progId="MSGraph.Chart.8">
                  <p:embed followColorScheme="full"/>
                  <p:pic>
                    <p:nvPicPr>
                      <p:cNvPr id="262162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365875" y="1727200"/>
                        <a:ext cx="2182813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63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377F047-6D24-4040-A198-E36CE4D561E3}" type="slidenum">
              <a:rPr lang="zh-CN" altLang="en-US" smtClean="0"/>
              <a:pPr defTabSz="895350"/>
              <a:t>254</a:t>
            </a:fld>
            <a:endParaRPr lang="en-US" altLang="zh-CN"/>
          </a:p>
        </p:txBody>
      </p:sp>
      <p:sp>
        <p:nvSpPr>
          <p:cNvPr id="263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3172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aphicFrame>
        <p:nvGraphicFramePr>
          <p:cNvPr id="263173" name="Object 4"/>
          <p:cNvGraphicFramePr>
            <a:graphicFrameLocks/>
          </p:cNvGraphicFramePr>
          <p:nvPr/>
        </p:nvGraphicFramePr>
        <p:xfrm>
          <a:off x="1089025" y="1703388"/>
          <a:ext cx="179070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1791081" imgH="3696208" progId="MSGraph.Chart.8">
                  <p:embed followColorScheme="full"/>
                </p:oleObj>
              </mc:Choice>
              <mc:Fallback>
                <p:oleObj name="Chart" r:id="rId4" imgW="1791081" imgH="3696208" progId="MSGraph.Chart.8">
                  <p:embed followColorScheme="full"/>
                  <p:pic>
                    <p:nvPicPr>
                      <p:cNvPr id="263173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089025" y="1703388"/>
                        <a:ext cx="179070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4" name="Rectangle 5"/>
          <p:cNvSpPr>
            <a:spLocks noChangeArrowheads="1"/>
          </p:cNvSpPr>
          <p:nvPr/>
        </p:nvSpPr>
        <p:spPr bwMode="auto">
          <a:xfrm>
            <a:off x="138113" y="2008188"/>
            <a:ext cx="1108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3175" name="Rectangle 6"/>
          <p:cNvSpPr>
            <a:spLocks noChangeArrowheads="1"/>
          </p:cNvSpPr>
          <p:nvPr/>
        </p:nvSpPr>
        <p:spPr bwMode="auto">
          <a:xfrm>
            <a:off x="138113" y="271462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3176" name="Rectangle 7"/>
          <p:cNvSpPr>
            <a:spLocks noChangeArrowheads="1"/>
          </p:cNvSpPr>
          <p:nvPr/>
        </p:nvSpPr>
        <p:spPr bwMode="auto">
          <a:xfrm>
            <a:off x="138113" y="342265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3177" name="Rectangle 8"/>
          <p:cNvSpPr>
            <a:spLocks noChangeArrowheads="1"/>
          </p:cNvSpPr>
          <p:nvPr/>
        </p:nvSpPr>
        <p:spPr bwMode="auto">
          <a:xfrm>
            <a:off x="138113" y="4130675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3178" name="Rectangle 9"/>
          <p:cNvSpPr>
            <a:spLocks noChangeArrowheads="1"/>
          </p:cNvSpPr>
          <p:nvPr/>
        </p:nvSpPr>
        <p:spPr bwMode="auto">
          <a:xfrm>
            <a:off x="138113" y="4838700"/>
            <a:ext cx="1238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63179" name="Rectangle 10"/>
          <p:cNvSpPr>
            <a:spLocks noChangeArrowheads="1"/>
          </p:cNvSpPr>
          <p:nvPr/>
        </p:nvSpPr>
        <p:spPr bwMode="auto">
          <a:xfrm>
            <a:off x="1122363" y="1301750"/>
            <a:ext cx="17875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3180" name="Line 11"/>
          <p:cNvSpPr>
            <a:spLocks noChangeShapeType="1"/>
          </p:cNvSpPr>
          <p:nvPr/>
        </p:nvSpPr>
        <p:spPr bwMode="auto">
          <a:xfrm>
            <a:off x="1122363" y="1544638"/>
            <a:ext cx="1785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3181" name="Rectangle 12"/>
          <p:cNvSpPr>
            <a:spLocks noChangeArrowheads="1"/>
          </p:cNvSpPr>
          <p:nvPr/>
        </p:nvSpPr>
        <p:spPr bwMode="auto">
          <a:xfrm>
            <a:off x="3062288" y="1301750"/>
            <a:ext cx="17875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3182" name="Line 13"/>
          <p:cNvSpPr>
            <a:spLocks noChangeShapeType="1"/>
          </p:cNvSpPr>
          <p:nvPr/>
        </p:nvSpPr>
        <p:spPr bwMode="auto">
          <a:xfrm>
            <a:off x="3062288" y="1544638"/>
            <a:ext cx="1785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3183" name="Rectangle 14"/>
          <p:cNvSpPr>
            <a:spLocks noChangeArrowheads="1"/>
          </p:cNvSpPr>
          <p:nvPr/>
        </p:nvSpPr>
        <p:spPr bwMode="auto">
          <a:xfrm>
            <a:off x="5000625" y="1301750"/>
            <a:ext cx="17875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3184" name="Line 15"/>
          <p:cNvSpPr>
            <a:spLocks noChangeShapeType="1"/>
          </p:cNvSpPr>
          <p:nvPr/>
        </p:nvSpPr>
        <p:spPr bwMode="auto">
          <a:xfrm>
            <a:off x="5000625" y="1544638"/>
            <a:ext cx="1785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63185" name="Rectangle 16"/>
          <p:cNvSpPr>
            <a:spLocks noChangeArrowheads="1"/>
          </p:cNvSpPr>
          <p:nvPr/>
        </p:nvSpPr>
        <p:spPr bwMode="auto">
          <a:xfrm>
            <a:off x="6938963" y="1301750"/>
            <a:ext cx="17875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3186" name="Line 17"/>
          <p:cNvSpPr>
            <a:spLocks noChangeShapeType="1"/>
          </p:cNvSpPr>
          <p:nvPr/>
        </p:nvSpPr>
        <p:spPr bwMode="auto">
          <a:xfrm>
            <a:off x="6938963" y="1544638"/>
            <a:ext cx="1785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3187" name="Object 18"/>
          <p:cNvGraphicFramePr>
            <a:graphicFrameLocks/>
          </p:cNvGraphicFramePr>
          <p:nvPr/>
        </p:nvGraphicFramePr>
        <p:xfrm>
          <a:off x="3024188" y="1703388"/>
          <a:ext cx="179070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1791081" imgH="3696208" progId="MSGraph.Chart.8">
                  <p:embed followColorScheme="full"/>
                </p:oleObj>
              </mc:Choice>
              <mc:Fallback>
                <p:oleObj name="Chart" r:id="rId6" imgW="1791081" imgH="3696208" progId="MSGraph.Chart.8">
                  <p:embed followColorScheme="full"/>
                  <p:pic>
                    <p:nvPicPr>
                      <p:cNvPr id="263187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024188" y="1703388"/>
                        <a:ext cx="179070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88" name="Object 19"/>
          <p:cNvGraphicFramePr>
            <a:graphicFrameLocks/>
          </p:cNvGraphicFramePr>
          <p:nvPr/>
        </p:nvGraphicFramePr>
        <p:xfrm>
          <a:off x="4957763" y="1703388"/>
          <a:ext cx="179070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1791081" imgH="3696208" progId="MSGraph.Chart.8">
                  <p:embed followColorScheme="full"/>
                </p:oleObj>
              </mc:Choice>
              <mc:Fallback>
                <p:oleObj name="Chart" r:id="rId8" imgW="1791081" imgH="3696208" progId="MSGraph.Chart.8">
                  <p:embed followColorScheme="full"/>
                  <p:pic>
                    <p:nvPicPr>
                      <p:cNvPr id="263188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957763" y="1703388"/>
                        <a:ext cx="179070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89" name="Object 20"/>
          <p:cNvGraphicFramePr>
            <a:graphicFrameLocks/>
          </p:cNvGraphicFramePr>
          <p:nvPr/>
        </p:nvGraphicFramePr>
        <p:xfrm>
          <a:off x="6892925" y="1703388"/>
          <a:ext cx="1790700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1791081" imgH="3696208" progId="MSGraph.Chart.8">
                  <p:embed followColorScheme="full"/>
                </p:oleObj>
              </mc:Choice>
              <mc:Fallback>
                <p:oleObj name="Chart" r:id="rId10" imgW="1791081" imgH="3696208" progId="MSGraph.Chart.8">
                  <p:embed followColorScheme="full"/>
                  <p:pic>
                    <p:nvPicPr>
                      <p:cNvPr id="263189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892925" y="1703388"/>
                        <a:ext cx="1790700" cy="369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90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FBA9CA9-C193-4C70-AEC0-EA5618EF1D0E}" type="slidenum">
              <a:rPr lang="zh-CN" altLang="en-US" smtClean="0"/>
              <a:pPr defTabSz="895350"/>
              <a:t>255</a:t>
            </a:fld>
            <a:endParaRPr lang="en-US" altLang="zh-CN"/>
          </a:p>
        </p:txBody>
      </p:sp>
      <p:sp>
        <p:nvSpPr>
          <p:cNvPr id="264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4196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graphicFrame>
        <p:nvGraphicFramePr>
          <p:cNvPr id="264197" name="Object 4"/>
          <p:cNvGraphicFramePr>
            <a:graphicFrameLocks/>
          </p:cNvGraphicFramePr>
          <p:nvPr/>
        </p:nvGraphicFramePr>
        <p:xfrm>
          <a:off x="982663" y="1695450"/>
          <a:ext cx="14668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1467231" imgH="3696208" progId="MSGraph.Chart.8">
                  <p:embed followColorScheme="full"/>
                </p:oleObj>
              </mc:Choice>
              <mc:Fallback>
                <p:oleObj name="Chart" r:id="rId4" imgW="1467231" imgH="3696208" progId="MSGraph.Chart.8">
                  <p:embed followColorScheme="full"/>
                  <p:pic>
                    <p:nvPicPr>
                      <p:cNvPr id="264197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982663" y="1695450"/>
                        <a:ext cx="14668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8" name="Rectangle 5"/>
          <p:cNvSpPr>
            <a:spLocks noChangeArrowheads="1"/>
          </p:cNvSpPr>
          <p:nvPr/>
        </p:nvSpPr>
        <p:spPr bwMode="auto">
          <a:xfrm>
            <a:off x="138113" y="2014538"/>
            <a:ext cx="6350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64199" name="Rectangle 6"/>
          <p:cNvSpPr>
            <a:spLocks noChangeArrowheads="1"/>
          </p:cNvSpPr>
          <p:nvPr/>
        </p:nvSpPr>
        <p:spPr bwMode="auto">
          <a:xfrm>
            <a:off x="138113" y="2720975"/>
            <a:ext cx="7080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64200" name="Rectangle 7"/>
          <p:cNvSpPr>
            <a:spLocks noChangeArrowheads="1"/>
          </p:cNvSpPr>
          <p:nvPr/>
        </p:nvSpPr>
        <p:spPr bwMode="auto">
          <a:xfrm>
            <a:off x="138113" y="3429000"/>
            <a:ext cx="7080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64201" name="Rectangle 8"/>
          <p:cNvSpPr>
            <a:spLocks noChangeArrowheads="1"/>
          </p:cNvSpPr>
          <p:nvPr/>
        </p:nvSpPr>
        <p:spPr bwMode="auto">
          <a:xfrm>
            <a:off x="138113" y="4137025"/>
            <a:ext cx="7080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64202" name="Rectangle 9"/>
          <p:cNvSpPr>
            <a:spLocks noChangeArrowheads="1"/>
          </p:cNvSpPr>
          <p:nvPr/>
        </p:nvSpPr>
        <p:spPr bwMode="auto">
          <a:xfrm>
            <a:off x="138113" y="4845050"/>
            <a:ext cx="7080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5</a:t>
            </a:r>
          </a:p>
        </p:txBody>
      </p:sp>
      <p:grpSp>
        <p:nvGrpSpPr>
          <p:cNvPr id="264203" name="Group 10"/>
          <p:cNvGrpSpPr>
            <a:grpSpLocks/>
          </p:cNvGrpSpPr>
          <p:nvPr/>
        </p:nvGrpSpPr>
        <p:grpSpPr bwMode="auto">
          <a:xfrm>
            <a:off x="1014413" y="1331913"/>
            <a:ext cx="7723187" cy="212725"/>
            <a:chOff x="86" y="839"/>
            <a:chExt cx="5418" cy="134"/>
          </a:xfrm>
        </p:grpSpPr>
        <p:sp>
          <p:nvSpPr>
            <p:cNvPr id="264209" name="Rectangle 11"/>
            <p:cNvSpPr>
              <a:spLocks noChangeArrowheads="1"/>
            </p:cNvSpPr>
            <p:nvPr/>
          </p:nvSpPr>
          <p:spPr bwMode="auto">
            <a:xfrm>
              <a:off x="86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4210" name="Line 12"/>
            <p:cNvSpPr>
              <a:spLocks noChangeShapeType="1"/>
            </p:cNvSpPr>
            <p:nvPr/>
          </p:nvSpPr>
          <p:spPr bwMode="auto">
            <a:xfrm>
              <a:off x="86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4211" name="Rectangle 13"/>
            <p:cNvSpPr>
              <a:spLocks noChangeArrowheads="1"/>
            </p:cNvSpPr>
            <p:nvPr/>
          </p:nvSpPr>
          <p:spPr bwMode="auto">
            <a:xfrm>
              <a:off x="1183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4212" name="Line 14"/>
            <p:cNvSpPr>
              <a:spLocks noChangeShapeType="1"/>
            </p:cNvSpPr>
            <p:nvPr/>
          </p:nvSpPr>
          <p:spPr bwMode="auto">
            <a:xfrm>
              <a:off x="1183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4213" name="Rectangle 15"/>
            <p:cNvSpPr>
              <a:spLocks noChangeArrowheads="1"/>
            </p:cNvSpPr>
            <p:nvPr/>
          </p:nvSpPr>
          <p:spPr bwMode="auto">
            <a:xfrm>
              <a:off x="2280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4214" name="Line 16"/>
            <p:cNvSpPr>
              <a:spLocks noChangeShapeType="1"/>
            </p:cNvSpPr>
            <p:nvPr/>
          </p:nvSpPr>
          <p:spPr bwMode="auto">
            <a:xfrm>
              <a:off x="2280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4215" name="Rectangle 17"/>
            <p:cNvSpPr>
              <a:spLocks noChangeArrowheads="1"/>
            </p:cNvSpPr>
            <p:nvPr/>
          </p:nvSpPr>
          <p:spPr bwMode="auto">
            <a:xfrm>
              <a:off x="3377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4216" name="Line 18"/>
            <p:cNvSpPr>
              <a:spLocks noChangeShapeType="1"/>
            </p:cNvSpPr>
            <p:nvPr/>
          </p:nvSpPr>
          <p:spPr bwMode="auto">
            <a:xfrm>
              <a:off x="3377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4217" name="Rectangle 19"/>
            <p:cNvSpPr>
              <a:spLocks noChangeArrowheads="1"/>
            </p:cNvSpPr>
            <p:nvPr/>
          </p:nvSpPr>
          <p:spPr bwMode="auto">
            <a:xfrm>
              <a:off x="4473" y="839"/>
              <a:ext cx="1031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64218" name="Line 20"/>
            <p:cNvSpPr>
              <a:spLocks noChangeShapeType="1"/>
            </p:cNvSpPr>
            <p:nvPr/>
          </p:nvSpPr>
          <p:spPr bwMode="auto">
            <a:xfrm>
              <a:off x="4473" y="973"/>
              <a:ext cx="10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aphicFrame>
        <p:nvGraphicFramePr>
          <p:cNvPr id="264204" name="Object 21"/>
          <p:cNvGraphicFramePr>
            <a:graphicFrameLocks/>
          </p:cNvGraphicFramePr>
          <p:nvPr/>
        </p:nvGraphicFramePr>
        <p:xfrm>
          <a:off x="2540000" y="1695450"/>
          <a:ext cx="14668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1467231" imgH="3696208" progId="MSGraph.Chart.8">
                  <p:embed followColorScheme="full"/>
                </p:oleObj>
              </mc:Choice>
              <mc:Fallback>
                <p:oleObj name="Chart" r:id="rId6" imgW="1467231" imgH="3696208" progId="MSGraph.Chart.8">
                  <p:embed followColorScheme="full"/>
                  <p:pic>
                    <p:nvPicPr>
                      <p:cNvPr id="264204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40000" y="1695450"/>
                        <a:ext cx="14668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5" name="Object 22"/>
          <p:cNvGraphicFramePr>
            <a:graphicFrameLocks/>
          </p:cNvGraphicFramePr>
          <p:nvPr/>
        </p:nvGraphicFramePr>
        <p:xfrm>
          <a:off x="4100513" y="1695450"/>
          <a:ext cx="14668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1467231" imgH="3696208" progId="MSGraph.Chart.8">
                  <p:embed followColorScheme="full"/>
                </p:oleObj>
              </mc:Choice>
              <mc:Fallback>
                <p:oleObj name="Chart" r:id="rId8" imgW="1467231" imgH="3696208" progId="MSGraph.Chart.8">
                  <p:embed followColorScheme="full"/>
                  <p:pic>
                    <p:nvPicPr>
                      <p:cNvPr id="264205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100513" y="1695450"/>
                        <a:ext cx="14668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6" name="Object 23"/>
          <p:cNvGraphicFramePr>
            <a:graphicFrameLocks/>
          </p:cNvGraphicFramePr>
          <p:nvPr/>
        </p:nvGraphicFramePr>
        <p:xfrm>
          <a:off x="5657850" y="1695450"/>
          <a:ext cx="14668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1467231" imgH="3696208" progId="MSGraph.Chart.8">
                  <p:embed followColorScheme="full"/>
                </p:oleObj>
              </mc:Choice>
              <mc:Fallback>
                <p:oleObj name="Chart" r:id="rId10" imgW="1467231" imgH="3696208" progId="MSGraph.Chart.8">
                  <p:embed followColorScheme="full"/>
                  <p:pic>
                    <p:nvPicPr>
                      <p:cNvPr id="264206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657850" y="1695450"/>
                        <a:ext cx="14668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7" name="Object 24"/>
          <p:cNvGraphicFramePr>
            <a:graphicFrameLocks/>
          </p:cNvGraphicFramePr>
          <p:nvPr/>
        </p:nvGraphicFramePr>
        <p:xfrm>
          <a:off x="7218363" y="1695450"/>
          <a:ext cx="1466850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2" imgW="1467231" imgH="3696208" progId="MSGraph.Chart.8">
                  <p:embed followColorScheme="full"/>
                </p:oleObj>
              </mc:Choice>
              <mc:Fallback>
                <p:oleObj name="Chart" r:id="rId12" imgW="1467231" imgH="3696208" progId="MSGraph.Chart.8">
                  <p:embed followColorScheme="full"/>
                  <p:pic>
                    <p:nvPicPr>
                      <p:cNvPr id="264207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218363" y="1695450"/>
                        <a:ext cx="1466850" cy="369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8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5A97C321-C05D-4414-81D8-1546BB874D69}" type="slidenum">
              <a:rPr lang="zh-CN" altLang="en-US" smtClean="0"/>
              <a:pPr defTabSz="895350"/>
              <a:t>256</a:t>
            </a:fld>
            <a:endParaRPr lang="en-US" altLang="zh-CN"/>
          </a:p>
        </p:txBody>
      </p:sp>
      <p:sp>
        <p:nvSpPr>
          <p:cNvPr id="265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65220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65221" name="Rectangle 4"/>
          <p:cNvSpPr>
            <a:spLocks noChangeArrowheads="1"/>
          </p:cNvSpPr>
          <p:nvPr/>
        </p:nvSpPr>
        <p:spPr bwMode="auto">
          <a:xfrm>
            <a:off x="179388" y="1243013"/>
            <a:ext cx="2690812" cy="45275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5222" name="Rectangle 5"/>
          <p:cNvSpPr>
            <a:spLocks noChangeArrowheads="1"/>
          </p:cNvSpPr>
          <p:nvPr/>
        </p:nvSpPr>
        <p:spPr bwMode="auto">
          <a:xfrm>
            <a:off x="179388" y="1243013"/>
            <a:ext cx="2690812" cy="579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5223" name="Rectangle 6"/>
          <p:cNvSpPr>
            <a:spLocks noChangeArrowheads="1"/>
          </p:cNvSpPr>
          <p:nvPr/>
        </p:nvSpPr>
        <p:spPr bwMode="auto">
          <a:xfrm>
            <a:off x="287338" y="1320800"/>
            <a:ext cx="250031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5224" name="Object 7"/>
          <p:cNvGraphicFramePr>
            <a:graphicFrameLocks/>
          </p:cNvGraphicFramePr>
          <p:nvPr/>
        </p:nvGraphicFramePr>
        <p:xfrm>
          <a:off x="1131888" y="1919288"/>
          <a:ext cx="1624012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1619631" imgH="3219907" progId="MSGraph.Chart.8">
                  <p:embed followColorScheme="full"/>
                </p:oleObj>
              </mc:Choice>
              <mc:Fallback>
                <p:oleObj name="Chart" r:id="rId11" imgW="1619631" imgH="3219907" progId="MSGraph.Chart.8">
                  <p:embed followColorScheme="full"/>
                  <p:pic>
                    <p:nvPicPr>
                      <p:cNvPr id="265224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131888" y="1919288"/>
                        <a:ext cx="1624012" cy="322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5" name="Rectangle 8"/>
          <p:cNvSpPr>
            <a:spLocks noChangeArrowheads="1"/>
          </p:cNvSpPr>
          <p:nvPr/>
        </p:nvSpPr>
        <p:spPr bwMode="auto">
          <a:xfrm>
            <a:off x="293688" y="20431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26" name="Rectangle 9"/>
          <p:cNvSpPr>
            <a:spLocks noChangeArrowheads="1"/>
          </p:cNvSpPr>
          <p:nvPr/>
        </p:nvSpPr>
        <p:spPr bwMode="auto">
          <a:xfrm>
            <a:off x="293688" y="242728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27" name="Rectangle 10"/>
          <p:cNvSpPr>
            <a:spLocks noChangeArrowheads="1"/>
          </p:cNvSpPr>
          <p:nvPr/>
        </p:nvSpPr>
        <p:spPr bwMode="auto">
          <a:xfrm>
            <a:off x="293688" y="281305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28" name="Rectangle 11"/>
          <p:cNvSpPr>
            <a:spLocks noChangeArrowheads="1"/>
          </p:cNvSpPr>
          <p:nvPr/>
        </p:nvSpPr>
        <p:spPr bwMode="auto">
          <a:xfrm>
            <a:off x="293688" y="319722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29" name="Rectangle 12"/>
          <p:cNvSpPr>
            <a:spLocks noChangeArrowheads="1"/>
          </p:cNvSpPr>
          <p:nvPr/>
        </p:nvSpPr>
        <p:spPr bwMode="auto">
          <a:xfrm>
            <a:off x="293688" y="358298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30" name="Rectangle 13"/>
          <p:cNvSpPr>
            <a:spLocks noChangeArrowheads="1"/>
          </p:cNvSpPr>
          <p:nvPr/>
        </p:nvSpPr>
        <p:spPr bwMode="auto">
          <a:xfrm>
            <a:off x="293688" y="396716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31" name="Rectangle 14"/>
          <p:cNvSpPr>
            <a:spLocks noChangeArrowheads="1"/>
          </p:cNvSpPr>
          <p:nvPr/>
        </p:nvSpPr>
        <p:spPr bwMode="auto">
          <a:xfrm>
            <a:off x="293688" y="435292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32" name="Rectangle 15"/>
          <p:cNvSpPr>
            <a:spLocks noChangeArrowheads="1"/>
          </p:cNvSpPr>
          <p:nvPr/>
        </p:nvSpPr>
        <p:spPr bwMode="auto">
          <a:xfrm>
            <a:off x="293688" y="473868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33" name="Line 16"/>
          <p:cNvSpPr>
            <a:spLocks noChangeShapeType="1"/>
          </p:cNvSpPr>
          <p:nvPr/>
        </p:nvSpPr>
        <p:spPr bwMode="auto">
          <a:xfrm>
            <a:off x="1819275" y="1944688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5234" name="Group 17"/>
          <p:cNvGrpSpPr>
            <a:grpSpLocks/>
          </p:cNvGrpSpPr>
          <p:nvPr/>
        </p:nvGrpSpPr>
        <p:grpSpPr bwMode="auto">
          <a:xfrm>
            <a:off x="1349375" y="5076825"/>
            <a:ext cx="939800" cy="552450"/>
            <a:chOff x="2400" y="1968"/>
            <a:chExt cx="960" cy="960"/>
          </a:xfrm>
        </p:grpSpPr>
        <p:sp>
          <p:nvSpPr>
            <p:cNvPr id="265268" name="Oval 1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5269" name="Rectangle 1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5235" name="Rectangle 20"/>
          <p:cNvSpPr>
            <a:spLocks noChangeArrowheads="1"/>
          </p:cNvSpPr>
          <p:nvPr/>
        </p:nvSpPr>
        <p:spPr bwMode="auto">
          <a:xfrm>
            <a:off x="3059113" y="1243013"/>
            <a:ext cx="2690812" cy="45275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5236" name="Rectangle 21"/>
          <p:cNvSpPr>
            <a:spLocks noChangeArrowheads="1"/>
          </p:cNvSpPr>
          <p:nvPr/>
        </p:nvSpPr>
        <p:spPr bwMode="auto">
          <a:xfrm>
            <a:off x="3059113" y="1243013"/>
            <a:ext cx="2690812" cy="579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5237" name="Rectangle 22"/>
          <p:cNvSpPr>
            <a:spLocks noChangeArrowheads="1"/>
          </p:cNvSpPr>
          <p:nvPr/>
        </p:nvSpPr>
        <p:spPr bwMode="auto">
          <a:xfrm>
            <a:off x="3167063" y="1320800"/>
            <a:ext cx="250031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5238" name="Object 23"/>
          <p:cNvGraphicFramePr>
            <a:graphicFrameLocks/>
          </p:cNvGraphicFramePr>
          <p:nvPr/>
        </p:nvGraphicFramePr>
        <p:xfrm>
          <a:off x="4011613" y="1919288"/>
          <a:ext cx="1624012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3" imgW="1619631" imgH="3219907" progId="MSGraph.Chart.8">
                  <p:embed followColorScheme="full"/>
                </p:oleObj>
              </mc:Choice>
              <mc:Fallback>
                <p:oleObj name="Chart" r:id="rId13" imgW="1619631" imgH="3219907" progId="MSGraph.Chart.8">
                  <p:embed followColorScheme="full"/>
                  <p:pic>
                    <p:nvPicPr>
                      <p:cNvPr id="265238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011613" y="1919288"/>
                        <a:ext cx="1624012" cy="322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39" name="Rectangle 24"/>
          <p:cNvSpPr>
            <a:spLocks noChangeArrowheads="1"/>
          </p:cNvSpPr>
          <p:nvPr/>
        </p:nvSpPr>
        <p:spPr bwMode="auto">
          <a:xfrm>
            <a:off x="3173413" y="20431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0" name="Rectangle 25"/>
          <p:cNvSpPr>
            <a:spLocks noChangeArrowheads="1"/>
          </p:cNvSpPr>
          <p:nvPr/>
        </p:nvSpPr>
        <p:spPr bwMode="auto">
          <a:xfrm>
            <a:off x="3173413" y="242728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1" name="Rectangle 26"/>
          <p:cNvSpPr>
            <a:spLocks noChangeArrowheads="1"/>
          </p:cNvSpPr>
          <p:nvPr/>
        </p:nvSpPr>
        <p:spPr bwMode="auto">
          <a:xfrm>
            <a:off x="3173413" y="281305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2" name="Rectangle 27"/>
          <p:cNvSpPr>
            <a:spLocks noChangeArrowheads="1"/>
          </p:cNvSpPr>
          <p:nvPr/>
        </p:nvSpPr>
        <p:spPr bwMode="auto">
          <a:xfrm>
            <a:off x="3173413" y="319722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3" name="Rectangle 28"/>
          <p:cNvSpPr>
            <a:spLocks noChangeArrowheads="1"/>
          </p:cNvSpPr>
          <p:nvPr/>
        </p:nvSpPr>
        <p:spPr bwMode="auto">
          <a:xfrm>
            <a:off x="3173413" y="358298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4" name="Rectangle 29"/>
          <p:cNvSpPr>
            <a:spLocks noChangeArrowheads="1"/>
          </p:cNvSpPr>
          <p:nvPr/>
        </p:nvSpPr>
        <p:spPr bwMode="auto">
          <a:xfrm>
            <a:off x="3173413" y="396716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5" name="Rectangle 30"/>
          <p:cNvSpPr>
            <a:spLocks noChangeArrowheads="1"/>
          </p:cNvSpPr>
          <p:nvPr/>
        </p:nvSpPr>
        <p:spPr bwMode="auto">
          <a:xfrm>
            <a:off x="3173413" y="435292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6" name="Rectangle 31"/>
          <p:cNvSpPr>
            <a:spLocks noChangeArrowheads="1"/>
          </p:cNvSpPr>
          <p:nvPr/>
        </p:nvSpPr>
        <p:spPr bwMode="auto">
          <a:xfrm>
            <a:off x="3173413" y="473868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47" name="Line 32"/>
          <p:cNvSpPr>
            <a:spLocks noChangeShapeType="1"/>
          </p:cNvSpPr>
          <p:nvPr/>
        </p:nvSpPr>
        <p:spPr bwMode="auto">
          <a:xfrm>
            <a:off x="4699000" y="1944688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5248" name="Group 33"/>
          <p:cNvGrpSpPr>
            <a:grpSpLocks/>
          </p:cNvGrpSpPr>
          <p:nvPr/>
        </p:nvGrpSpPr>
        <p:grpSpPr bwMode="auto">
          <a:xfrm>
            <a:off x="4229100" y="5076825"/>
            <a:ext cx="939800" cy="552450"/>
            <a:chOff x="2400" y="1968"/>
            <a:chExt cx="960" cy="960"/>
          </a:xfrm>
        </p:grpSpPr>
        <p:sp>
          <p:nvSpPr>
            <p:cNvPr id="265266" name="Oval 3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5267" name="Rectangle 3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5249" name="Rectangle 36"/>
          <p:cNvSpPr>
            <a:spLocks noChangeArrowheads="1"/>
          </p:cNvSpPr>
          <p:nvPr/>
        </p:nvSpPr>
        <p:spPr bwMode="auto">
          <a:xfrm>
            <a:off x="5940425" y="1243013"/>
            <a:ext cx="2690813" cy="45275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5250" name="Rectangle 37"/>
          <p:cNvSpPr>
            <a:spLocks noChangeArrowheads="1"/>
          </p:cNvSpPr>
          <p:nvPr/>
        </p:nvSpPr>
        <p:spPr bwMode="auto">
          <a:xfrm>
            <a:off x="5940425" y="1243013"/>
            <a:ext cx="2690813" cy="579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5251" name="Rectangle 38"/>
          <p:cNvSpPr>
            <a:spLocks noChangeArrowheads="1"/>
          </p:cNvSpPr>
          <p:nvPr/>
        </p:nvSpPr>
        <p:spPr bwMode="auto">
          <a:xfrm>
            <a:off x="6048375" y="1320800"/>
            <a:ext cx="25003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5252" name="Object 39"/>
          <p:cNvGraphicFramePr>
            <a:graphicFrameLocks/>
          </p:cNvGraphicFramePr>
          <p:nvPr/>
        </p:nvGraphicFramePr>
        <p:xfrm>
          <a:off x="6892925" y="1919288"/>
          <a:ext cx="1624013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5" imgW="1619631" imgH="3219907" progId="MSGraph.Chart.8">
                  <p:embed followColorScheme="full"/>
                </p:oleObj>
              </mc:Choice>
              <mc:Fallback>
                <p:oleObj name="Chart" r:id="rId15" imgW="1619631" imgH="3219907" progId="MSGraph.Chart.8">
                  <p:embed followColorScheme="full"/>
                  <p:pic>
                    <p:nvPicPr>
                      <p:cNvPr id="265252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892925" y="1919288"/>
                        <a:ext cx="1624013" cy="322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53" name="Rectangle 40"/>
          <p:cNvSpPr>
            <a:spLocks noChangeArrowheads="1"/>
          </p:cNvSpPr>
          <p:nvPr/>
        </p:nvSpPr>
        <p:spPr bwMode="auto">
          <a:xfrm>
            <a:off x="6054725" y="2043113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54" name="Rectangle 41"/>
          <p:cNvSpPr>
            <a:spLocks noChangeArrowheads="1"/>
          </p:cNvSpPr>
          <p:nvPr/>
        </p:nvSpPr>
        <p:spPr bwMode="auto">
          <a:xfrm>
            <a:off x="6054725" y="2427288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55" name="Rectangle 42"/>
          <p:cNvSpPr>
            <a:spLocks noChangeArrowheads="1"/>
          </p:cNvSpPr>
          <p:nvPr/>
        </p:nvSpPr>
        <p:spPr bwMode="auto">
          <a:xfrm>
            <a:off x="6054725" y="2813050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56" name="Rectangle 43"/>
          <p:cNvSpPr>
            <a:spLocks noChangeArrowheads="1"/>
          </p:cNvSpPr>
          <p:nvPr/>
        </p:nvSpPr>
        <p:spPr bwMode="auto">
          <a:xfrm>
            <a:off x="6054725" y="3197225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57" name="Rectangle 44"/>
          <p:cNvSpPr>
            <a:spLocks noChangeArrowheads="1"/>
          </p:cNvSpPr>
          <p:nvPr/>
        </p:nvSpPr>
        <p:spPr bwMode="auto">
          <a:xfrm>
            <a:off x="6054725" y="3582988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58" name="Rectangle 45"/>
          <p:cNvSpPr>
            <a:spLocks noChangeArrowheads="1"/>
          </p:cNvSpPr>
          <p:nvPr/>
        </p:nvSpPr>
        <p:spPr bwMode="auto">
          <a:xfrm>
            <a:off x="6054725" y="3967163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59" name="Rectangle 46"/>
          <p:cNvSpPr>
            <a:spLocks noChangeArrowheads="1"/>
          </p:cNvSpPr>
          <p:nvPr/>
        </p:nvSpPr>
        <p:spPr bwMode="auto">
          <a:xfrm>
            <a:off x="6054725" y="4352925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60" name="Rectangle 47"/>
          <p:cNvSpPr>
            <a:spLocks noChangeArrowheads="1"/>
          </p:cNvSpPr>
          <p:nvPr/>
        </p:nvSpPr>
        <p:spPr bwMode="auto">
          <a:xfrm>
            <a:off x="6054725" y="4738688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5261" name="Line 48"/>
          <p:cNvSpPr>
            <a:spLocks noChangeShapeType="1"/>
          </p:cNvSpPr>
          <p:nvPr/>
        </p:nvSpPr>
        <p:spPr bwMode="auto">
          <a:xfrm>
            <a:off x="7580313" y="1944688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5262" name="Group 49"/>
          <p:cNvGrpSpPr>
            <a:grpSpLocks/>
          </p:cNvGrpSpPr>
          <p:nvPr/>
        </p:nvGrpSpPr>
        <p:grpSpPr bwMode="auto">
          <a:xfrm>
            <a:off x="7110413" y="5076825"/>
            <a:ext cx="939800" cy="552450"/>
            <a:chOff x="2400" y="1968"/>
            <a:chExt cx="960" cy="960"/>
          </a:xfrm>
        </p:grpSpPr>
        <p:sp>
          <p:nvSpPr>
            <p:cNvPr id="265264" name="Oval 5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5265" name="Rectangle 5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5263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A960104-BA18-46E0-B199-B3AE7A83E4F4}" type="slidenum">
              <a:rPr lang="zh-CN" altLang="en-US" smtClean="0"/>
              <a:pPr defTabSz="895350"/>
              <a:t>257</a:t>
            </a:fld>
            <a:endParaRPr lang="en-US" altLang="zh-CN"/>
          </a:p>
        </p:txBody>
      </p:sp>
      <p:sp>
        <p:nvSpPr>
          <p:cNvPr id="266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66244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66245" name="Rectangle 4"/>
          <p:cNvSpPr>
            <a:spLocks noChangeArrowheads="1"/>
          </p:cNvSpPr>
          <p:nvPr/>
        </p:nvSpPr>
        <p:spPr bwMode="auto">
          <a:xfrm>
            <a:off x="676275" y="847725"/>
            <a:ext cx="3613150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6246" name="Rectangle 5"/>
          <p:cNvSpPr>
            <a:spLocks noChangeArrowheads="1"/>
          </p:cNvSpPr>
          <p:nvPr/>
        </p:nvSpPr>
        <p:spPr bwMode="auto">
          <a:xfrm>
            <a:off x="676275" y="847725"/>
            <a:ext cx="3613150" cy="549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6247" name="Rectangle 6"/>
          <p:cNvSpPr>
            <a:spLocks noChangeArrowheads="1"/>
          </p:cNvSpPr>
          <p:nvPr/>
        </p:nvSpPr>
        <p:spPr bwMode="auto">
          <a:xfrm>
            <a:off x="822325" y="911225"/>
            <a:ext cx="33543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6248" name="Object 7"/>
          <p:cNvGraphicFramePr>
            <a:graphicFrameLocks/>
          </p:cNvGraphicFramePr>
          <p:nvPr/>
        </p:nvGraphicFramePr>
        <p:xfrm>
          <a:off x="1822450" y="1455738"/>
          <a:ext cx="2335213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2334006" imgH="1914957" progId="MSGraph.Chart.8">
                  <p:embed followColorScheme="full"/>
                </p:oleObj>
              </mc:Choice>
              <mc:Fallback>
                <p:oleObj name="Chart" r:id="rId5" imgW="2334006" imgH="1914957" progId="MSGraph.Chart.8">
                  <p:embed followColorScheme="full"/>
                  <p:pic>
                    <p:nvPicPr>
                      <p:cNvPr id="266248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22450" y="1455738"/>
                        <a:ext cx="2335213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9" name="Rectangle 8"/>
          <p:cNvSpPr>
            <a:spLocks noChangeArrowheads="1"/>
          </p:cNvSpPr>
          <p:nvPr/>
        </p:nvSpPr>
        <p:spPr bwMode="auto">
          <a:xfrm>
            <a:off x="827088" y="1579563"/>
            <a:ext cx="9413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6250" name="Rectangle 9"/>
          <p:cNvSpPr>
            <a:spLocks noChangeArrowheads="1"/>
          </p:cNvSpPr>
          <p:nvPr/>
        </p:nvSpPr>
        <p:spPr bwMode="auto">
          <a:xfrm>
            <a:off x="827088" y="1866900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6251" name="Rectangle 10"/>
          <p:cNvSpPr>
            <a:spLocks noChangeArrowheads="1"/>
          </p:cNvSpPr>
          <p:nvPr/>
        </p:nvSpPr>
        <p:spPr bwMode="auto">
          <a:xfrm>
            <a:off x="827088" y="2155825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6252" name="Rectangle 11"/>
          <p:cNvSpPr>
            <a:spLocks noChangeArrowheads="1"/>
          </p:cNvSpPr>
          <p:nvPr/>
        </p:nvSpPr>
        <p:spPr bwMode="auto">
          <a:xfrm>
            <a:off x="827088" y="2443163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6253" name="Rectangle 12"/>
          <p:cNvSpPr>
            <a:spLocks noChangeArrowheads="1"/>
          </p:cNvSpPr>
          <p:nvPr/>
        </p:nvSpPr>
        <p:spPr bwMode="auto">
          <a:xfrm>
            <a:off x="827088" y="2732088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66254" name="Rectangle 13"/>
          <p:cNvSpPr>
            <a:spLocks noChangeArrowheads="1"/>
          </p:cNvSpPr>
          <p:nvPr/>
        </p:nvSpPr>
        <p:spPr bwMode="auto">
          <a:xfrm>
            <a:off x="827088" y="3021013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6</a:t>
            </a:r>
          </a:p>
        </p:txBody>
      </p:sp>
      <p:sp>
        <p:nvSpPr>
          <p:cNvPr id="266255" name="Rectangle 14"/>
          <p:cNvSpPr>
            <a:spLocks noChangeArrowheads="1"/>
          </p:cNvSpPr>
          <p:nvPr/>
        </p:nvSpPr>
        <p:spPr bwMode="auto">
          <a:xfrm>
            <a:off x="4529138" y="847725"/>
            <a:ext cx="3613150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6256" name="Rectangle 15"/>
          <p:cNvSpPr>
            <a:spLocks noChangeArrowheads="1"/>
          </p:cNvSpPr>
          <p:nvPr/>
        </p:nvSpPr>
        <p:spPr bwMode="auto">
          <a:xfrm>
            <a:off x="4529138" y="847725"/>
            <a:ext cx="3613150" cy="549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6257" name="Rectangle 16"/>
          <p:cNvSpPr>
            <a:spLocks noChangeArrowheads="1"/>
          </p:cNvSpPr>
          <p:nvPr/>
        </p:nvSpPr>
        <p:spPr bwMode="auto">
          <a:xfrm>
            <a:off x="4675188" y="911225"/>
            <a:ext cx="335438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6258" name="Object 17"/>
          <p:cNvGraphicFramePr>
            <a:graphicFrameLocks/>
          </p:cNvGraphicFramePr>
          <p:nvPr/>
        </p:nvGraphicFramePr>
        <p:xfrm>
          <a:off x="5675313" y="1455738"/>
          <a:ext cx="2335212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2334006" imgH="1914957" progId="MSGraph.Chart.8">
                  <p:embed followColorScheme="full"/>
                </p:oleObj>
              </mc:Choice>
              <mc:Fallback>
                <p:oleObj name="Chart" r:id="rId7" imgW="2334006" imgH="1914957" progId="MSGraph.Chart.8">
                  <p:embed followColorScheme="full"/>
                  <p:pic>
                    <p:nvPicPr>
                      <p:cNvPr id="266258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675313" y="1455738"/>
                        <a:ext cx="2335212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59" name="Rectangle 18"/>
          <p:cNvSpPr>
            <a:spLocks noChangeArrowheads="1"/>
          </p:cNvSpPr>
          <p:nvPr/>
        </p:nvSpPr>
        <p:spPr bwMode="auto">
          <a:xfrm>
            <a:off x="4679950" y="1579563"/>
            <a:ext cx="9413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6260" name="Rectangle 19"/>
          <p:cNvSpPr>
            <a:spLocks noChangeArrowheads="1"/>
          </p:cNvSpPr>
          <p:nvPr/>
        </p:nvSpPr>
        <p:spPr bwMode="auto">
          <a:xfrm>
            <a:off x="4679950" y="1866900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6261" name="Rectangle 20"/>
          <p:cNvSpPr>
            <a:spLocks noChangeArrowheads="1"/>
          </p:cNvSpPr>
          <p:nvPr/>
        </p:nvSpPr>
        <p:spPr bwMode="auto">
          <a:xfrm>
            <a:off x="4679950" y="2155825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6262" name="Rectangle 21"/>
          <p:cNvSpPr>
            <a:spLocks noChangeArrowheads="1"/>
          </p:cNvSpPr>
          <p:nvPr/>
        </p:nvSpPr>
        <p:spPr bwMode="auto">
          <a:xfrm>
            <a:off x="4679950" y="2443163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6263" name="Rectangle 22"/>
          <p:cNvSpPr>
            <a:spLocks noChangeArrowheads="1"/>
          </p:cNvSpPr>
          <p:nvPr/>
        </p:nvSpPr>
        <p:spPr bwMode="auto">
          <a:xfrm>
            <a:off x="4679950" y="2732088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66264" name="Rectangle 23"/>
          <p:cNvSpPr>
            <a:spLocks noChangeArrowheads="1"/>
          </p:cNvSpPr>
          <p:nvPr/>
        </p:nvSpPr>
        <p:spPr bwMode="auto">
          <a:xfrm>
            <a:off x="4679950" y="3021013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6</a:t>
            </a:r>
          </a:p>
        </p:txBody>
      </p:sp>
      <p:sp>
        <p:nvSpPr>
          <p:cNvPr id="266265" name="Rectangle 24"/>
          <p:cNvSpPr>
            <a:spLocks noChangeArrowheads="1"/>
          </p:cNvSpPr>
          <p:nvPr/>
        </p:nvSpPr>
        <p:spPr bwMode="auto">
          <a:xfrm>
            <a:off x="676275" y="3592513"/>
            <a:ext cx="3613150" cy="2557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6266" name="Rectangle 25"/>
          <p:cNvSpPr>
            <a:spLocks noChangeArrowheads="1"/>
          </p:cNvSpPr>
          <p:nvPr/>
        </p:nvSpPr>
        <p:spPr bwMode="auto">
          <a:xfrm>
            <a:off x="676275" y="3592513"/>
            <a:ext cx="3613150" cy="549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6267" name="Rectangle 26"/>
          <p:cNvSpPr>
            <a:spLocks noChangeArrowheads="1"/>
          </p:cNvSpPr>
          <p:nvPr/>
        </p:nvSpPr>
        <p:spPr bwMode="auto">
          <a:xfrm>
            <a:off x="822325" y="3656013"/>
            <a:ext cx="33543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6268" name="Object 27"/>
          <p:cNvGraphicFramePr>
            <a:graphicFrameLocks/>
          </p:cNvGraphicFramePr>
          <p:nvPr/>
        </p:nvGraphicFramePr>
        <p:xfrm>
          <a:off x="1822450" y="4200525"/>
          <a:ext cx="2335213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2334006" imgH="1914957" progId="MSGraph.Chart.8">
                  <p:embed followColorScheme="full"/>
                </p:oleObj>
              </mc:Choice>
              <mc:Fallback>
                <p:oleObj name="Chart" r:id="rId9" imgW="2334006" imgH="1914957" progId="MSGraph.Chart.8">
                  <p:embed followColorScheme="full"/>
                  <p:pic>
                    <p:nvPicPr>
                      <p:cNvPr id="266268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22450" y="4200525"/>
                        <a:ext cx="2335213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9" name="Rectangle 28"/>
          <p:cNvSpPr>
            <a:spLocks noChangeArrowheads="1"/>
          </p:cNvSpPr>
          <p:nvPr/>
        </p:nvSpPr>
        <p:spPr bwMode="auto">
          <a:xfrm>
            <a:off x="827088" y="4324350"/>
            <a:ext cx="9413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6270" name="Rectangle 29"/>
          <p:cNvSpPr>
            <a:spLocks noChangeArrowheads="1"/>
          </p:cNvSpPr>
          <p:nvPr/>
        </p:nvSpPr>
        <p:spPr bwMode="auto">
          <a:xfrm>
            <a:off x="827088" y="4611688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6271" name="Rectangle 30"/>
          <p:cNvSpPr>
            <a:spLocks noChangeArrowheads="1"/>
          </p:cNvSpPr>
          <p:nvPr/>
        </p:nvSpPr>
        <p:spPr bwMode="auto">
          <a:xfrm>
            <a:off x="827088" y="4900613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6272" name="Rectangle 31"/>
          <p:cNvSpPr>
            <a:spLocks noChangeArrowheads="1"/>
          </p:cNvSpPr>
          <p:nvPr/>
        </p:nvSpPr>
        <p:spPr bwMode="auto">
          <a:xfrm>
            <a:off x="827088" y="5187950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6273" name="Rectangle 32"/>
          <p:cNvSpPr>
            <a:spLocks noChangeArrowheads="1"/>
          </p:cNvSpPr>
          <p:nvPr/>
        </p:nvSpPr>
        <p:spPr bwMode="auto">
          <a:xfrm>
            <a:off x="827088" y="5476875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66274" name="Rectangle 33"/>
          <p:cNvSpPr>
            <a:spLocks noChangeArrowheads="1"/>
          </p:cNvSpPr>
          <p:nvPr/>
        </p:nvSpPr>
        <p:spPr bwMode="auto">
          <a:xfrm>
            <a:off x="827088" y="5765800"/>
            <a:ext cx="10493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6</a:t>
            </a:r>
          </a:p>
        </p:txBody>
      </p:sp>
      <p:sp>
        <p:nvSpPr>
          <p:cNvPr id="266275" name="Rectangle 34"/>
          <p:cNvSpPr>
            <a:spLocks noChangeArrowheads="1"/>
          </p:cNvSpPr>
          <p:nvPr/>
        </p:nvSpPr>
        <p:spPr bwMode="auto">
          <a:xfrm>
            <a:off x="4529138" y="3592513"/>
            <a:ext cx="3613150" cy="2557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6276" name="Rectangle 35"/>
          <p:cNvSpPr>
            <a:spLocks noChangeArrowheads="1"/>
          </p:cNvSpPr>
          <p:nvPr/>
        </p:nvSpPr>
        <p:spPr bwMode="auto">
          <a:xfrm>
            <a:off x="4529138" y="3592513"/>
            <a:ext cx="3613150" cy="5492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6277" name="Rectangle 36"/>
          <p:cNvSpPr>
            <a:spLocks noChangeArrowheads="1"/>
          </p:cNvSpPr>
          <p:nvPr/>
        </p:nvSpPr>
        <p:spPr bwMode="auto">
          <a:xfrm>
            <a:off x="4675188" y="3656013"/>
            <a:ext cx="335438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6278" name="Object 37"/>
          <p:cNvGraphicFramePr>
            <a:graphicFrameLocks/>
          </p:cNvGraphicFramePr>
          <p:nvPr/>
        </p:nvGraphicFramePr>
        <p:xfrm>
          <a:off x="5675313" y="4200525"/>
          <a:ext cx="2335212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2334006" imgH="1914957" progId="MSGraph.Chart.8">
                  <p:embed followColorScheme="full"/>
                </p:oleObj>
              </mc:Choice>
              <mc:Fallback>
                <p:oleObj name="Chart" r:id="rId11" imgW="2334006" imgH="1914957" progId="MSGraph.Chart.8">
                  <p:embed followColorScheme="full"/>
                  <p:pic>
                    <p:nvPicPr>
                      <p:cNvPr id="266278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675313" y="4200525"/>
                        <a:ext cx="2335212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9" name="Rectangle 38"/>
          <p:cNvSpPr>
            <a:spLocks noChangeArrowheads="1"/>
          </p:cNvSpPr>
          <p:nvPr/>
        </p:nvSpPr>
        <p:spPr bwMode="auto">
          <a:xfrm>
            <a:off x="4679950" y="4324350"/>
            <a:ext cx="9413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6280" name="Rectangle 39"/>
          <p:cNvSpPr>
            <a:spLocks noChangeArrowheads="1"/>
          </p:cNvSpPr>
          <p:nvPr/>
        </p:nvSpPr>
        <p:spPr bwMode="auto">
          <a:xfrm>
            <a:off x="4679950" y="4611688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6281" name="Rectangle 40"/>
          <p:cNvSpPr>
            <a:spLocks noChangeArrowheads="1"/>
          </p:cNvSpPr>
          <p:nvPr/>
        </p:nvSpPr>
        <p:spPr bwMode="auto">
          <a:xfrm>
            <a:off x="4679950" y="4900613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6282" name="Rectangle 41"/>
          <p:cNvSpPr>
            <a:spLocks noChangeArrowheads="1"/>
          </p:cNvSpPr>
          <p:nvPr/>
        </p:nvSpPr>
        <p:spPr bwMode="auto">
          <a:xfrm>
            <a:off x="4679950" y="5187950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6283" name="Rectangle 42"/>
          <p:cNvSpPr>
            <a:spLocks noChangeArrowheads="1"/>
          </p:cNvSpPr>
          <p:nvPr/>
        </p:nvSpPr>
        <p:spPr bwMode="auto">
          <a:xfrm>
            <a:off x="4679950" y="5476875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66284" name="Rectangle 43"/>
          <p:cNvSpPr>
            <a:spLocks noChangeArrowheads="1"/>
          </p:cNvSpPr>
          <p:nvPr/>
        </p:nvSpPr>
        <p:spPr bwMode="auto">
          <a:xfrm>
            <a:off x="4679950" y="5765800"/>
            <a:ext cx="10493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6</a:t>
            </a:r>
          </a:p>
        </p:txBody>
      </p:sp>
      <p:sp>
        <p:nvSpPr>
          <p:cNvPr id="266285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2460F49-6CC2-42D3-BB49-EE126167570D}" type="slidenum">
              <a:rPr lang="zh-CN" altLang="en-US" smtClean="0"/>
              <a:pPr defTabSz="895350"/>
              <a:t>258</a:t>
            </a:fld>
            <a:endParaRPr lang="en-US" altLang="zh-CN"/>
          </a:p>
        </p:txBody>
      </p:sp>
      <p:sp>
        <p:nvSpPr>
          <p:cNvPr id="267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67268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67269" name="Rectangle 4"/>
          <p:cNvSpPr>
            <a:spLocks noChangeArrowheads="1"/>
          </p:cNvSpPr>
          <p:nvPr/>
        </p:nvSpPr>
        <p:spPr bwMode="auto">
          <a:xfrm>
            <a:off x="163513" y="1177925"/>
            <a:ext cx="2046287" cy="4545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7270" name="Rectangle 5"/>
          <p:cNvSpPr>
            <a:spLocks noChangeArrowheads="1"/>
          </p:cNvSpPr>
          <p:nvPr/>
        </p:nvSpPr>
        <p:spPr bwMode="auto">
          <a:xfrm>
            <a:off x="163513" y="1177925"/>
            <a:ext cx="2046287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7271" name="Rectangle 6"/>
          <p:cNvSpPr>
            <a:spLocks noChangeArrowheads="1"/>
          </p:cNvSpPr>
          <p:nvPr/>
        </p:nvSpPr>
        <p:spPr bwMode="auto">
          <a:xfrm>
            <a:off x="246063" y="1255713"/>
            <a:ext cx="1900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7272" name="Object 7"/>
          <p:cNvGraphicFramePr>
            <a:graphicFrameLocks/>
          </p:cNvGraphicFramePr>
          <p:nvPr/>
        </p:nvGraphicFramePr>
        <p:xfrm>
          <a:off x="1017588" y="1860550"/>
          <a:ext cx="1436687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3" imgW="1438656" imgH="3219907" progId="MSGraph.Chart.8">
                  <p:embed followColorScheme="full"/>
                </p:oleObj>
              </mc:Choice>
              <mc:Fallback>
                <p:oleObj name="Chart" r:id="rId13" imgW="1438656" imgH="3219907" progId="MSGraph.Chart.8">
                  <p:embed followColorScheme="full"/>
                  <p:pic>
                    <p:nvPicPr>
                      <p:cNvPr id="267272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017588" y="1860550"/>
                        <a:ext cx="1436687" cy="321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3" name="Rectangle 8"/>
          <p:cNvSpPr>
            <a:spLocks noChangeArrowheads="1"/>
          </p:cNvSpPr>
          <p:nvPr/>
        </p:nvSpPr>
        <p:spPr bwMode="auto">
          <a:xfrm>
            <a:off x="261938" y="198120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74" name="Rectangle 9"/>
          <p:cNvSpPr>
            <a:spLocks noChangeArrowheads="1"/>
          </p:cNvSpPr>
          <p:nvPr/>
        </p:nvSpPr>
        <p:spPr bwMode="auto">
          <a:xfrm>
            <a:off x="261938" y="23653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75" name="Rectangle 10"/>
          <p:cNvSpPr>
            <a:spLocks noChangeArrowheads="1"/>
          </p:cNvSpPr>
          <p:nvPr/>
        </p:nvSpPr>
        <p:spPr bwMode="auto">
          <a:xfrm>
            <a:off x="261938" y="275113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76" name="Rectangle 11"/>
          <p:cNvSpPr>
            <a:spLocks noChangeArrowheads="1"/>
          </p:cNvSpPr>
          <p:nvPr/>
        </p:nvSpPr>
        <p:spPr bwMode="auto">
          <a:xfrm>
            <a:off x="261938" y="31353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77" name="Rectangle 12"/>
          <p:cNvSpPr>
            <a:spLocks noChangeArrowheads="1"/>
          </p:cNvSpPr>
          <p:nvPr/>
        </p:nvSpPr>
        <p:spPr bwMode="auto">
          <a:xfrm>
            <a:off x="261938" y="35210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78" name="Rectangle 13"/>
          <p:cNvSpPr>
            <a:spLocks noChangeArrowheads="1"/>
          </p:cNvSpPr>
          <p:nvPr/>
        </p:nvSpPr>
        <p:spPr bwMode="auto">
          <a:xfrm>
            <a:off x="261938" y="390525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79" name="Rectangle 14"/>
          <p:cNvSpPr>
            <a:spLocks noChangeArrowheads="1"/>
          </p:cNvSpPr>
          <p:nvPr/>
        </p:nvSpPr>
        <p:spPr bwMode="auto">
          <a:xfrm>
            <a:off x="261938" y="42910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80" name="Rectangle 15"/>
          <p:cNvSpPr>
            <a:spLocks noChangeArrowheads="1"/>
          </p:cNvSpPr>
          <p:nvPr/>
        </p:nvSpPr>
        <p:spPr bwMode="auto">
          <a:xfrm>
            <a:off x="261938" y="46767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81" name="Line 16"/>
          <p:cNvSpPr>
            <a:spLocks noChangeShapeType="1"/>
          </p:cNvSpPr>
          <p:nvPr/>
        </p:nvSpPr>
        <p:spPr bwMode="auto">
          <a:xfrm>
            <a:off x="1628775" y="1882775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7282" name="Group 17"/>
          <p:cNvGrpSpPr>
            <a:grpSpLocks/>
          </p:cNvGrpSpPr>
          <p:nvPr/>
        </p:nvGrpSpPr>
        <p:grpSpPr bwMode="auto">
          <a:xfrm>
            <a:off x="1158875" y="5014913"/>
            <a:ext cx="939800" cy="552450"/>
            <a:chOff x="2400" y="1968"/>
            <a:chExt cx="960" cy="960"/>
          </a:xfrm>
        </p:grpSpPr>
        <p:sp>
          <p:nvSpPr>
            <p:cNvPr id="267332" name="Oval 1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7333" name="Rectangle 1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7283" name="Rectangle 20"/>
          <p:cNvSpPr>
            <a:spLocks noChangeArrowheads="1"/>
          </p:cNvSpPr>
          <p:nvPr/>
        </p:nvSpPr>
        <p:spPr bwMode="auto">
          <a:xfrm>
            <a:off x="2330450" y="1177925"/>
            <a:ext cx="2046288" cy="4545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7284" name="Rectangle 21"/>
          <p:cNvSpPr>
            <a:spLocks noChangeArrowheads="1"/>
          </p:cNvSpPr>
          <p:nvPr/>
        </p:nvSpPr>
        <p:spPr bwMode="auto">
          <a:xfrm>
            <a:off x="2330450" y="1177925"/>
            <a:ext cx="2046288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7285" name="Rectangle 22"/>
          <p:cNvSpPr>
            <a:spLocks noChangeArrowheads="1"/>
          </p:cNvSpPr>
          <p:nvPr/>
        </p:nvSpPr>
        <p:spPr bwMode="auto">
          <a:xfrm>
            <a:off x="2413000" y="1255713"/>
            <a:ext cx="190023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7286" name="Object 23"/>
          <p:cNvGraphicFramePr>
            <a:graphicFrameLocks/>
          </p:cNvGraphicFramePr>
          <p:nvPr/>
        </p:nvGraphicFramePr>
        <p:xfrm>
          <a:off x="3184525" y="1860550"/>
          <a:ext cx="1436688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5" imgW="1438656" imgH="3219907" progId="MSGraph.Chart.8">
                  <p:embed followColorScheme="full"/>
                </p:oleObj>
              </mc:Choice>
              <mc:Fallback>
                <p:oleObj name="Chart" r:id="rId15" imgW="1438656" imgH="3219907" progId="MSGraph.Chart.8">
                  <p:embed followColorScheme="full"/>
                  <p:pic>
                    <p:nvPicPr>
                      <p:cNvPr id="267286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184525" y="1860550"/>
                        <a:ext cx="1436688" cy="321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87" name="Rectangle 24"/>
          <p:cNvSpPr>
            <a:spLocks noChangeArrowheads="1"/>
          </p:cNvSpPr>
          <p:nvPr/>
        </p:nvSpPr>
        <p:spPr bwMode="auto">
          <a:xfrm>
            <a:off x="2428875" y="1981200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88" name="Rectangle 25"/>
          <p:cNvSpPr>
            <a:spLocks noChangeArrowheads="1"/>
          </p:cNvSpPr>
          <p:nvPr/>
        </p:nvSpPr>
        <p:spPr bwMode="auto">
          <a:xfrm>
            <a:off x="2428875" y="2365375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89" name="Rectangle 26"/>
          <p:cNvSpPr>
            <a:spLocks noChangeArrowheads="1"/>
          </p:cNvSpPr>
          <p:nvPr/>
        </p:nvSpPr>
        <p:spPr bwMode="auto">
          <a:xfrm>
            <a:off x="2428875" y="2751138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90" name="Rectangle 27"/>
          <p:cNvSpPr>
            <a:spLocks noChangeArrowheads="1"/>
          </p:cNvSpPr>
          <p:nvPr/>
        </p:nvSpPr>
        <p:spPr bwMode="auto">
          <a:xfrm>
            <a:off x="2428875" y="3135313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91" name="Rectangle 28"/>
          <p:cNvSpPr>
            <a:spLocks noChangeArrowheads="1"/>
          </p:cNvSpPr>
          <p:nvPr/>
        </p:nvSpPr>
        <p:spPr bwMode="auto">
          <a:xfrm>
            <a:off x="2428875" y="3521075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92" name="Rectangle 29"/>
          <p:cNvSpPr>
            <a:spLocks noChangeArrowheads="1"/>
          </p:cNvSpPr>
          <p:nvPr/>
        </p:nvSpPr>
        <p:spPr bwMode="auto">
          <a:xfrm>
            <a:off x="2428875" y="3905250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93" name="Rectangle 30"/>
          <p:cNvSpPr>
            <a:spLocks noChangeArrowheads="1"/>
          </p:cNvSpPr>
          <p:nvPr/>
        </p:nvSpPr>
        <p:spPr bwMode="auto">
          <a:xfrm>
            <a:off x="2428875" y="4291013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94" name="Rectangle 31"/>
          <p:cNvSpPr>
            <a:spLocks noChangeArrowheads="1"/>
          </p:cNvSpPr>
          <p:nvPr/>
        </p:nvSpPr>
        <p:spPr bwMode="auto">
          <a:xfrm>
            <a:off x="2428875" y="4676775"/>
            <a:ext cx="858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295" name="Line 32"/>
          <p:cNvSpPr>
            <a:spLocks noChangeShapeType="1"/>
          </p:cNvSpPr>
          <p:nvPr/>
        </p:nvSpPr>
        <p:spPr bwMode="auto">
          <a:xfrm>
            <a:off x="3795713" y="1882775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7296" name="Group 33"/>
          <p:cNvGrpSpPr>
            <a:grpSpLocks/>
          </p:cNvGrpSpPr>
          <p:nvPr/>
        </p:nvGrpSpPr>
        <p:grpSpPr bwMode="auto">
          <a:xfrm>
            <a:off x="3325813" y="5014913"/>
            <a:ext cx="939800" cy="552450"/>
            <a:chOff x="2400" y="1968"/>
            <a:chExt cx="960" cy="960"/>
          </a:xfrm>
        </p:grpSpPr>
        <p:sp>
          <p:nvSpPr>
            <p:cNvPr id="267330" name="Oval 3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7331" name="Rectangle 3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7297" name="Rectangle 36"/>
          <p:cNvSpPr>
            <a:spLocks noChangeArrowheads="1"/>
          </p:cNvSpPr>
          <p:nvPr/>
        </p:nvSpPr>
        <p:spPr bwMode="auto">
          <a:xfrm>
            <a:off x="4497388" y="1177925"/>
            <a:ext cx="2046287" cy="4545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7298" name="Rectangle 37"/>
          <p:cNvSpPr>
            <a:spLocks noChangeArrowheads="1"/>
          </p:cNvSpPr>
          <p:nvPr/>
        </p:nvSpPr>
        <p:spPr bwMode="auto">
          <a:xfrm>
            <a:off x="4497388" y="1177925"/>
            <a:ext cx="2046287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7299" name="Rectangle 38"/>
          <p:cNvSpPr>
            <a:spLocks noChangeArrowheads="1"/>
          </p:cNvSpPr>
          <p:nvPr/>
        </p:nvSpPr>
        <p:spPr bwMode="auto">
          <a:xfrm>
            <a:off x="4579938" y="1255713"/>
            <a:ext cx="1900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7300" name="Object 39"/>
          <p:cNvGraphicFramePr>
            <a:graphicFrameLocks/>
          </p:cNvGraphicFramePr>
          <p:nvPr/>
        </p:nvGraphicFramePr>
        <p:xfrm>
          <a:off x="5351463" y="1860550"/>
          <a:ext cx="1436687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7" imgW="1438656" imgH="3219907" progId="MSGraph.Chart.8">
                  <p:embed followColorScheme="full"/>
                </p:oleObj>
              </mc:Choice>
              <mc:Fallback>
                <p:oleObj name="Chart" r:id="rId17" imgW="1438656" imgH="3219907" progId="MSGraph.Chart.8">
                  <p:embed followColorScheme="full"/>
                  <p:pic>
                    <p:nvPicPr>
                      <p:cNvPr id="267300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351463" y="1860550"/>
                        <a:ext cx="1436687" cy="321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01" name="Rectangle 40"/>
          <p:cNvSpPr>
            <a:spLocks noChangeArrowheads="1"/>
          </p:cNvSpPr>
          <p:nvPr/>
        </p:nvSpPr>
        <p:spPr bwMode="auto">
          <a:xfrm>
            <a:off x="4595813" y="198120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2" name="Rectangle 41"/>
          <p:cNvSpPr>
            <a:spLocks noChangeArrowheads="1"/>
          </p:cNvSpPr>
          <p:nvPr/>
        </p:nvSpPr>
        <p:spPr bwMode="auto">
          <a:xfrm>
            <a:off x="4595813" y="23653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3" name="Rectangle 42"/>
          <p:cNvSpPr>
            <a:spLocks noChangeArrowheads="1"/>
          </p:cNvSpPr>
          <p:nvPr/>
        </p:nvSpPr>
        <p:spPr bwMode="auto">
          <a:xfrm>
            <a:off x="4595813" y="275113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4" name="Rectangle 43"/>
          <p:cNvSpPr>
            <a:spLocks noChangeArrowheads="1"/>
          </p:cNvSpPr>
          <p:nvPr/>
        </p:nvSpPr>
        <p:spPr bwMode="auto">
          <a:xfrm>
            <a:off x="4595813" y="31353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5" name="Rectangle 44"/>
          <p:cNvSpPr>
            <a:spLocks noChangeArrowheads="1"/>
          </p:cNvSpPr>
          <p:nvPr/>
        </p:nvSpPr>
        <p:spPr bwMode="auto">
          <a:xfrm>
            <a:off x="4595813" y="35210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6" name="Rectangle 45"/>
          <p:cNvSpPr>
            <a:spLocks noChangeArrowheads="1"/>
          </p:cNvSpPr>
          <p:nvPr/>
        </p:nvSpPr>
        <p:spPr bwMode="auto">
          <a:xfrm>
            <a:off x="4595813" y="390525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7" name="Rectangle 46"/>
          <p:cNvSpPr>
            <a:spLocks noChangeArrowheads="1"/>
          </p:cNvSpPr>
          <p:nvPr/>
        </p:nvSpPr>
        <p:spPr bwMode="auto">
          <a:xfrm>
            <a:off x="4595813" y="42910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8" name="Rectangle 47"/>
          <p:cNvSpPr>
            <a:spLocks noChangeArrowheads="1"/>
          </p:cNvSpPr>
          <p:nvPr/>
        </p:nvSpPr>
        <p:spPr bwMode="auto">
          <a:xfrm>
            <a:off x="4595813" y="46767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09" name="Line 48"/>
          <p:cNvSpPr>
            <a:spLocks noChangeShapeType="1"/>
          </p:cNvSpPr>
          <p:nvPr/>
        </p:nvSpPr>
        <p:spPr bwMode="auto">
          <a:xfrm>
            <a:off x="5962650" y="1882775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7310" name="Group 49"/>
          <p:cNvGrpSpPr>
            <a:grpSpLocks/>
          </p:cNvGrpSpPr>
          <p:nvPr/>
        </p:nvGrpSpPr>
        <p:grpSpPr bwMode="auto">
          <a:xfrm>
            <a:off x="5492750" y="5014913"/>
            <a:ext cx="939800" cy="552450"/>
            <a:chOff x="2400" y="1968"/>
            <a:chExt cx="960" cy="960"/>
          </a:xfrm>
        </p:grpSpPr>
        <p:sp>
          <p:nvSpPr>
            <p:cNvPr id="267328" name="Oval 5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7329" name="Rectangle 5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7311" name="Rectangle 52"/>
          <p:cNvSpPr>
            <a:spLocks noChangeArrowheads="1"/>
          </p:cNvSpPr>
          <p:nvPr/>
        </p:nvSpPr>
        <p:spPr bwMode="auto">
          <a:xfrm>
            <a:off x="6662738" y="1177925"/>
            <a:ext cx="2046287" cy="4545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67312" name="Rectangle 53"/>
          <p:cNvSpPr>
            <a:spLocks noChangeArrowheads="1"/>
          </p:cNvSpPr>
          <p:nvPr/>
        </p:nvSpPr>
        <p:spPr bwMode="auto">
          <a:xfrm>
            <a:off x="6662738" y="1177925"/>
            <a:ext cx="2046287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67313" name="Rectangle 54"/>
          <p:cNvSpPr>
            <a:spLocks noChangeArrowheads="1"/>
          </p:cNvSpPr>
          <p:nvPr/>
        </p:nvSpPr>
        <p:spPr bwMode="auto">
          <a:xfrm>
            <a:off x="6745288" y="1255713"/>
            <a:ext cx="1900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67314" name="Object 55"/>
          <p:cNvGraphicFramePr>
            <a:graphicFrameLocks/>
          </p:cNvGraphicFramePr>
          <p:nvPr/>
        </p:nvGraphicFramePr>
        <p:xfrm>
          <a:off x="7516813" y="1860550"/>
          <a:ext cx="1436687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9" imgW="1438656" imgH="3219907" progId="MSGraph.Chart.8">
                  <p:embed followColorScheme="full"/>
                </p:oleObj>
              </mc:Choice>
              <mc:Fallback>
                <p:oleObj name="Chart" r:id="rId19" imgW="1438656" imgH="3219907" progId="MSGraph.Chart.8">
                  <p:embed followColorScheme="full"/>
                  <p:pic>
                    <p:nvPicPr>
                      <p:cNvPr id="267314" name="Object 55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516813" y="1860550"/>
                        <a:ext cx="1436687" cy="321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15" name="Rectangle 56"/>
          <p:cNvSpPr>
            <a:spLocks noChangeArrowheads="1"/>
          </p:cNvSpPr>
          <p:nvPr/>
        </p:nvSpPr>
        <p:spPr bwMode="auto">
          <a:xfrm>
            <a:off x="6761163" y="198120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16" name="Rectangle 57"/>
          <p:cNvSpPr>
            <a:spLocks noChangeArrowheads="1"/>
          </p:cNvSpPr>
          <p:nvPr/>
        </p:nvSpPr>
        <p:spPr bwMode="auto">
          <a:xfrm>
            <a:off x="6761163" y="23653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17" name="Rectangle 58"/>
          <p:cNvSpPr>
            <a:spLocks noChangeArrowheads="1"/>
          </p:cNvSpPr>
          <p:nvPr/>
        </p:nvSpPr>
        <p:spPr bwMode="auto">
          <a:xfrm>
            <a:off x="6761163" y="2751138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18" name="Rectangle 59"/>
          <p:cNvSpPr>
            <a:spLocks noChangeArrowheads="1"/>
          </p:cNvSpPr>
          <p:nvPr/>
        </p:nvSpPr>
        <p:spPr bwMode="auto">
          <a:xfrm>
            <a:off x="6761163" y="31353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19" name="Rectangle 60"/>
          <p:cNvSpPr>
            <a:spLocks noChangeArrowheads="1"/>
          </p:cNvSpPr>
          <p:nvPr/>
        </p:nvSpPr>
        <p:spPr bwMode="auto">
          <a:xfrm>
            <a:off x="6761163" y="35210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20" name="Rectangle 61"/>
          <p:cNvSpPr>
            <a:spLocks noChangeArrowheads="1"/>
          </p:cNvSpPr>
          <p:nvPr/>
        </p:nvSpPr>
        <p:spPr bwMode="auto">
          <a:xfrm>
            <a:off x="6761163" y="3905250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21" name="Rectangle 62"/>
          <p:cNvSpPr>
            <a:spLocks noChangeArrowheads="1"/>
          </p:cNvSpPr>
          <p:nvPr/>
        </p:nvSpPr>
        <p:spPr bwMode="auto">
          <a:xfrm>
            <a:off x="6761163" y="4291013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22" name="Rectangle 63"/>
          <p:cNvSpPr>
            <a:spLocks noChangeArrowheads="1"/>
          </p:cNvSpPr>
          <p:nvPr/>
        </p:nvSpPr>
        <p:spPr bwMode="auto">
          <a:xfrm>
            <a:off x="6761163" y="4676775"/>
            <a:ext cx="85883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</a:t>
            </a:r>
          </a:p>
        </p:txBody>
      </p:sp>
      <p:sp>
        <p:nvSpPr>
          <p:cNvPr id="267323" name="Line 64"/>
          <p:cNvSpPr>
            <a:spLocks noChangeShapeType="1"/>
          </p:cNvSpPr>
          <p:nvPr/>
        </p:nvSpPr>
        <p:spPr bwMode="auto">
          <a:xfrm>
            <a:off x="8128000" y="1882775"/>
            <a:ext cx="0" cy="3400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grpSp>
        <p:nvGrpSpPr>
          <p:cNvPr id="267324" name="Group 65"/>
          <p:cNvGrpSpPr>
            <a:grpSpLocks/>
          </p:cNvGrpSpPr>
          <p:nvPr/>
        </p:nvGrpSpPr>
        <p:grpSpPr bwMode="auto">
          <a:xfrm>
            <a:off x="7658100" y="5014913"/>
            <a:ext cx="939800" cy="552450"/>
            <a:chOff x="2400" y="1968"/>
            <a:chExt cx="960" cy="960"/>
          </a:xfrm>
        </p:grpSpPr>
        <p:sp>
          <p:nvSpPr>
            <p:cNvPr id="267326" name="Oval 6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7327" name="Rectangle 6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67325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D726514-D6A3-493D-8C2D-F341C39397B7}" type="slidenum">
              <a:rPr lang="zh-CN" altLang="en-US" smtClean="0"/>
              <a:pPr defTabSz="895350"/>
              <a:t>259</a:t>
            </a:fld>
            <a:endParaRPr lang="en-US" altLang="zh-CN"/>
          </a:p>
        </p:txBody>
      </p:sp>
      <p:sp>
        <p:nvSpPr>
          <p:cNvPr id="268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68292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68293" name="Rectangle 4"/>
          <p:cNvSpPr>
            <a:spLocks noChangeArrowheads="1"/>
          </p:cNvSpPr>
          <p:nvPr/>
        </p:nvSpPr>
        <p:spPr bwMode="auto">
          <a:xfrm>
            <a:off x="747713" y="1436688"/>
            <a:ext cx="33655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8294" name="Line 5"/>
          <p:cNvSpPr>
            <a:spLocks noChangeShapeType="1"/>
          </p:cNvSpPr>
          <p:nvPr/>
        </p:nvSpPr>
        <p:spPr bwMode="auto">
          <a:xfrm>
            <a:off x="747713" y="1711325"/>
            <a:ext cx="3365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8295" name="Object 6"/>
          <p:cNvGraphicFramePr>
            <a:graphicFrameLocks/>
          </p:cNvGraphicFramePr>
          <p:nvPr/>
        </p:nvGraphicFramePr>
        <p:xfrm>
          <a:off x="769938" y="1812925"/>
          <a:ext cx="340360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400806" imgH="3258109" progId="MSGraph.Chart.8">
                  <p:embed followColorScheme="full"/>
                </p:oleObj>
              </mc:Choice>
              <mc:Fallback>
                <p:oleObj name="Chart" r:id="rId5" imgW="3400806" imgH="3258109" progId="MSGraph.Chart.8">
                  <p:embed followColorScheme="full"/>
                  <p:pic>
                    <p:nvPicPr>
                      <p:cNvPr id="268295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69938" y="1812925"/>
                        <a:ext cx="3403600" cy="326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8296" name="Group 7"/>
          <p:cNvGrpSpPr>
            <a:grpSpLocks/>
          </p:cNvGrpSpPr>
          <p:nvPr/>
        </p:nvGrpSpPr>
        <p:grpSpPr bwMode="auto">
          <a:xfrm>
            <a:off x="950913" y="5081588"/>
            <a:ext cx="3136900" cy="425450"/>
            <a:chOff x="458" y="3071"/>
            <a:chExt cx="2816" cy="268"/>
          </a:xfrm>
        </p:grpSpPr>
        <p:sp>
          <p:nvSpPr>
            <p:cNvPr id="268307" name="Rectangle 8"/>
            <p:cNvSpPr>
              <a:spLocks noChangeArrowheads="1"/>
            </p:cNvSpPr>
            <p:nvPr/>
          </p:nvSpPr>
          <p:spPr bwMode="auto">
            <a:xfrm>
              <a:off x="458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4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68308" name="Rectangle 9"/>
            <p:cNvSpPr>
              <a:spLocks noChangeArrowheads="1"/>
            </p:cNvSpPr>
            <p:nvPr/>
          </p:nvSpPr>
          <p:spPr bwMode="auto">
            <a:xfrm>
              <a:off x="1052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68309" name="Rectangle 10"/>
            <p:cNvSpPr>
              <a:spLocks noChangeArrowheads="1"/>
            </p:cNvSpPr>
            <p:nvPr/>
          </p:nvSpPr>
          <p:spPr bwMode="auto">
            <a:xfrm>
              <a:off x="1634" y="3071"/>
              <a:ext cx="451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68310" name="Rectangle 11"/>
            <p:cNvSpPr>
              <a:spLocks noChangeArrowheads="1"/>
            </p:cNvSpPr>
            <p:nvPr/>
          </p:nvSpPr>
          <p:spPr bwMode="auto">
            <a:xfrm>
              <a:off x="2214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68311" name="Rectangle 12"/>
            <p:cNvSpPr>
              <a:spLocks noChangeArrowheads="1"/>
            </p:cNvSpPr>
            <p:nvPr/>
          </p:nvSpPr>
          <p:spPr bwMode="auto">
            <a:xfrm>
              <a:off x="2821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5</a:t>
              </a:r>
            </a:p>
          </p:txBody>
        </p:sp>
      </p:grpSp>
      <p:sp>
        <p:nvSpPr>
          <p:cNvPr id="268297" name="Rectangle 13"/>
          <p:cNvSpPr>
            <a:spLocks noChangeArrowheads="1"/>
          </p:cNvSpPr>
          <p:nvPr/>
        </p:nvSpPr>
        <p:spPr bwMode="auto">
          <a:xfrm>
            <a:off x="4549775" y="1436688"/>
            <a:ext cx="33655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8298" name="Line 14"/>
          <p:cNvSpPr>
            <a:spLocks noChangeShapeType="1"/>
          </p:cNvSpPr>
          <p:nvPr/>
        </p:nvSpPr>
        <p:spPr bwMode="auto">
          <a:xfrm>
            <a:off x="4549775" y="1711325"/>
            <a:ext cx="33639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8299" name="Object 15"/>
          <p:cNvGraphicFramePr>
            <a:graphicFrameLocks/>
          </p:cNvGraphicFramePr>
          <p:nvPr/>
        </p:nvGraphicFramePr>
        <p:xfrm>
          <a:off x="4572000" y="1812925"/>
          <a:ext cx="340360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400806" imgH="3258109" progId="MSGraph.Chart.8">
                  <p:embed followColorScheme="full"/>
                </p:oleObj>
              </mc:Choice>
              <mc:Fallback>
                <p:oleObj name="Chart" r:id="rId7" imgW="3400806" imgH="3258109" progId="MSGraph.Chart.8">
                  <p:embed followColorScheme="full"/>
                  <p:pic>
                    <p:nvPicPr>
                      <p:cNvPr id="268299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572000" y="1812925"/>
                        <a:ext cx="3403600" cy="326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8300" name="Group 16"/>
          <p:cNvGrpSpPr>
            <a:grpSpLocks/>
          </p:cNvGrpSpPr>
          <p:nvPr/>
        </p:nvGrpSpPr>
        <p:grpSpPr bwMode="auto">
          <a:xfrm>
            <a:off x="4751388" y="5081588"/>
            <a:ext cx="3136900" cy="425450"/>
            <a:chOff x="458" y="3071"/>
            <a:chExt cx="2816" cy="268"/>
          </a:xfrm>
        </p:grpSpPr>
        <p:sp>
          <p:nvSpPr>
            <p:cNvPr id="268302" name="Rectangle 17"/>
            <p:cNvSpPr>
              <a:spLocks noChangeArrowheads="1"/>
            </p:cNvSpPr>
            <p:nvPr/>
          </p:nvSpPr>
          <p:spPr bwMode="auto">
            <a:xfrm>
              <a:off x="458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4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68303" name="Rectangle 18"/>
            <p:cNvSpPr>
              <a:spLocks noChangeArrowheads="1"/>
            </p:cNvSpPr>
            <p:nvPr/>
          </p:nvSpPr>
          <p:spPr bwMode="auto">
            <a:xfrm>
              <a:off x="1052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68304" name="Rectangle 19"/>
            <p:cNvSpPr>
              <a:spLocks noChangeArrowheads="1"/>
            </p:cNvSpPr>
            <p:nvPr/>
          </p:nvSpPr>
          <p:spPr bwMode="auto">
            <a:xfrm>
              <a:off x="1634" y="3071"/>
              <a:ext cx="451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68305" name="Rectangle 20"/>
            <p:cNvSpPr>
              <a:spLocks noChangeArrowheads="1"/>
            </p:cNvSpPr>
            <p:nvPr/>
          </p:nvSpPr>
          <p:spPr bwMode="auto">
            <a:xfrm>
              <a:off x="2214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68306" name="Rectangle 21"/>
            <p:cNvSpPr>
              <a:spLocks noChangeArrowheads="1"/>
            </p:cNvSpPr>
            <p:nvPr/>
          </p:nvSpPr>
          <p:spPr bwMode="auto">
            <a:xfrm>
              <a:off x="2821" y="3071"/>
              <a:ext cx="453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5</a:t>
              </a:r>
            </a:p>
          </p:txBody>
        </p:sp>
      </p:grpSp>
      <p:sp>
        <p:nvSpPr>
          <p:cNvPr id="268301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DC3B005A-10A7-4323-AA27-587225BAE9AF}" type="slidenum">
              <a:rPr lang="zh-CN" altLang="en-US" smtClean="0"/>
              <a:pPr defTabSz="895350"/>
              <a:t>260</a:t>
            </a:fld>
            <a:endParaRPr lang="en-US" altLang="zh-CN"/>
          </a:p>
        </p:txBody>
      </p:sp>
      <p:sp>
        <p:nvSpPr>
          <p:cNvPr id="269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69316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69317" name="Rectangle 4"/>
          <p:cNvSpPr>
            <a:spLocks noChangeArrowheads="1"/>
          </p:cNvSpPr>
          <p:nvPr/>
        </p:nvSpPr>
        <p:spPr bwMode="auto">
          <a:xfrm>
            <a:off x="296863" y="1539875"/>
            <a:ext cx="2543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9318" name="Line 5"/>
          <p:cNvSpPr>
            <a:spLocks noChangeShapeType="1"/>
          </p:cNvSpPr>
          <p:nvPr/>
        </p:nvSpPr>
        <p:spPr bwMode="auto">
          <a:xfrm>
            <a:off x="296863" y="1814513"/>
            <a:ext cx="25415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9319" name="Object 6"/>
          <p:cNvGraphicFramePr>
            <a:graphicFrameLocks/>
          </p:cNvGraphicFramePr>
          <p:nvPr/>
        </p:nvGraphicFramePr>
        <p:xfrm>
          <a:off x="317500" y="1919288"/>
          <a:ext cx="251777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2514981" imgH="3258109" progId="MSGraph.Chart.8">
                  <p:embed followColorScheme="full"/>
                </p:oleObj>
              </mc:Choice>
              <mc:Fallback>
                <p:oleObj name="Chart" r:id="rId5" imgW="2514981" imgH="3258109" progId="MSGraph.Chart.8">
                  <p:embed followColorScheme="full"/>
                  <p:pic>
                    <p:nvPicPr>
                      <p:cNvPr id="269319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17500" y="1919288"/>
                        <a:ext cx="2517775" cy="326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0" name="Rectangle 7"/>
          <p:cNvSpPr>
            <a:spLocks noChangeArrowheads="1"/>
          </p:cNvSpPr>
          <p:nvPr/>
        </p:nvSpPr>
        <p:spPr bwMode="auto">
          <a:xfrm>
            <a:off x="496888" y="5184775"/>
            <a:ext cx="4619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9321" name="Rectangle 8"/>
          <p:cNvSpPr>
            <a:spLocks noChangeArrowheads="1"/>
          </p:cNvSpPr>
          <p:nvPr/>
        </p:nvSpPr>
        <p:spPr bwMode="auto">
          <a:xfrm>
            <a:off x="1103313" y="5184775"/>
            <a:ext cx="46355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9322" name="Rectangle 9"/>
          <p:cNvSpPr>
            <a:spLocks noChangeArrowheads="1"/>
          </p:cNvSpPr>
          <p:nvPr/>
        </p:nvSpPr>
        <p:spPr bwMode="auto">
          <a:xfrm>
            <a:off x="1695450" y="5184775"/>
            <a:ext cx="46196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9323" name="Rectangle 10"/>
          <p:cNvSpPr>
            <a:spLocks noChangeArrowheads="1"/>
          </p:cNvSpPr>
          <p:nvPr/>
        </p:nvSpPr>
        <p:spPr bwMode="auto">
          <a:xfrm>
            <a:off x="2287588" y="5184775"/>
            <a:ext cx="4619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9324" name="Rectangle 11"/>
          <p:cNvSpPr>
            <a:spLocks noChangeArrowheads="1"/>
          </p:cNvSpPr>
          <p:nvPr/>
        </p:nvSpPr>
        <p:spPr bwMode="auto">
          <a:xfrm>
            <a:off x="3141663" y="1539875"/>
            <a:ext cx="2543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9325" name="Line 12"/>
          <p:cNvSpPr>
            <a:spLocks noChangeShapeType="1"/>
          </p:cNvSpPr>
          <p:nvPr/>
        </p:nvSpPr>
        <p:spPr bwMode="auto">
          <a:xfrm>
            <a:off x="3141663" y="1814513"/>
            <a:ext cx="25415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9326" name="Object 13"/>
          <p:cNvGraphicFramePr>
            <a:graphicFrameLocks/>
          </p:cNvGraphicFramePr>
          <p:nvPr/>
        </p:nvGraphicFramePr>
        <p:xfrm>
          <a:off x="3162300" y="1919288"/>
          <a:ext cx="251777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2514981" imgH="3258109" progId="MSGraph.Chart.8">
                  <p:embed followColorScheme="full"/>
                </p:oleObj>
              </mc:Choice>
              <mc:Fallback>
                <p:oleObj name="Chart" r:id="rId7" imgW="2514981" imgH="3258109" progId="MSGraph.Chart.8">
                  <p:embed followColorScheme="full"/>
                  <p:pic>
                    <p:nvPicPr>
                      <p:cNvPr id="269326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162300" y="1919288"/>
                        <a:ext cx="2517775" cy="326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7" name="Rectangle 14"/>
          <p:cNvSpPr>
            <a:spLocks noChangeArrowheads="1"/>
          </p:cNvSpPr>
          <p:nvPr/>
        </p:nvSpPr>
        <p:spPr bwMode="auto">
          <a:xfrm>
            <a:off x="3341688" y="5184775"/>
            <a:ext cx="4619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9328" name="Rectangle 15"/>
          <p:cNvSpPr>
            <a:spLocks noChangeArrowheads="1"/>
          </p:cNvSpPr>
          <p:nvPr/>
        </p:nvSpPr>
        <p:spPr bwMode="auto">
          <a:xfrm>
            <a:off x="3948113" y="5184775"/>
            <a:ext cx="46355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9329" name="Rectangle 16"/>
          <p:cNvSpPr>
            <a:spLocks noChangeArrowheads="1"/>
          </p:cNvSpPr>
          <p:nvPr/>
        </p:nvSpPr>
        <p:spPr bwMode="auto">
          <a:xfrm>
            <a:off x="4540250" y="5184775"/>
            <a:ext cx="4603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9330" name="Rectangle 17"/>
          <p:cNvSpPr>
            <a:spLocks noChangeArrowheads="1"/>
          </p:cNvSpPr>
          <p:nvPr/>
        </p:nvSpPr>
        <p:spPr bwMode="auto">
          <a:xfrm>
            <a:off x="5132388" y="5184775"/>
            <a:ext cx="4619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9331" name="Rectangle 18"/>
          <p:cNvSpPr>
            <a:spLocks noChangeArrowheads="1"/>
          </p:cNvSpPr>
          <p:nvPr/>
        </p:nvSpPr>
        <p:spPr bwMode="auto">
          <a:xfrm>
            <a:off x="5984875" y="1539875"/>
            <a:ext cx="2544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Text</a:t>
            </a:r>
          </a:p>
        </p:txBody>
      </p:sp>
      <p:sp>
        <p:nvSpPr>
          <p:cNvPr id="269332" name="Line 19"/>
          <p:cNvSpPr>
            <a:spLocks noChangeShapeType="1"/>
          </p:cNvSpPr>
          <p:nvPr/>
        </p:nvSpPr>
        <p:spPr bwMode="auto">
          <a:xfrm>
            <a:off x="5984875" y="1814513"/>
            <a:ext cx="25431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69333" name="Object 20"/>
          <p:cNvGraphicFramePr>
            <a:graphicFrameLocks/>
          </p:cNvGraphicFramePr>
          <p:nvPr/>
        </p:nvGraphicFramePr>
        <p:xfrm>
          <a:off x="6007100" y="1919288"/>
          <a:ext cx="251777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2514981" imgH="3258109" progId="MSGraph.Chart.8">
                  <p:embed followColorScheme="full"/>
                </p:oleObj>
              </mc:Choice>
              <mc:Fallback>
                <p:oleObj name="Chart" r:id="rId9" imgW="2514981" imgH="3258109" progId="MSGraph.Chart.8">
                  <p:embed followColorScheme="full"/>
                  <p:pic>
                    <p:nvPicPr>
                      <p:cNvPr id="269333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007100" y="1919288"/>
                        <a:ext cx="2517775" cy="326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34" name="Rectangle 21"/>
          <p:cNvSpPr>
            <a:spLocks noChangeArrowheads="1"/>
          </p:cNvSpPr>
          <p:nvPr/>
        </p:nvSpPr>
        <p:spPr bwMode="auto">
          <a:xfrm>
            <a:off x="6186488" y="5184775"/>
            <a:ext cx="4619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69335" name="Rectangle 22"/>
          <p:cNvSpPr>
            <a:spLocks noChangeArrowheads="1"/>
          </p:cNvSpPr>
          <p:nvPr/>
        </p:nvSpPr>
        <p:spPr bwMode="auto">
          <a:xfrm>
            <a:off x="6791325" y="5184775"/>
            <a:ext cx="46355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69336" name="Rectangle 23"/>
          <p:cNvSpPr>
            <a:spLocks noChangeArrowheads="1"/>
          </p:cNvSpPr>
          <p:nvPr/>
        </p:nvSpPr>
        <p:spPr bwMode="auto">
          <a:xfrm>
            <a:off x="7385050" y="5184775"/>
            <a:ext cx="4603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69337" name="Rectangle 24"/>
          <p:cNvSpPr>
            <a:spLocks noChangeArrowheads="1"/>
          </p:cNvSpPr>
          <p:nvPr/>
        </p:nvSpPr>
        <p:spPr bwMode="auto">
          <a:xfrm>
            <a:off x="7977188" y="5184775"/>
            <a:ext cx="46196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69338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F95BA6A-D962-4BAF-8FD8-BA3BB48240A1}" type="slidenum">
              <a:rPr lang="zh-CN" altLang="en-US" smtClean="0"/>
              <a:pPr defTabSz="895350"/>
              <a:t>261</a:t>
            </a:fld>
            <a:endParaRPr lang="en-US" altLang="zh-CN"/>
          </a:p>
        </p:txBody>
      </p:sp>
      <p:sp>
        <p:nvSpPr>
          <p:cNvPr id="270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0340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grpSp>
        <p:nvGrpSpPr>
          <p:cNvPr id="270341" name="Group 4"/>
          <p:cNvGrpSpPr>
            <a:grpSpLocks/>
          </p:cNvGrpSpPr>
          <p:nvPr/>
        </p:nvGrpSpPr>
        <p:grpSpPr bwMode="auto">
          <a:xfrm>
            <a:off x="88900" y="1562100"/>
            <a:ext cx="2068513" cy="3524250"/>
            <a:chOff x="56" y="984"/>
            <a:chExt cx="1302" cy="2220"/>
          </a:xfrm>
        </p:grpSpPr>
        <p:graphicFrame>
          <p:nvGraphicFramePr>
            <p:cNvPr id="270370" name="Object 5"/>
            <p:cNvGraphicFramePr>
              <a:graphicFrameLocks/>
            </p:cNvGraphicFramePr>
            <p:nvPr/>
          </p:nvGraphicFramePr>
          <p:xfrm>
            <a:off x="56" y="1210"/>
            <a:ext cx="1291" cy="1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2048256" imgH="2810256" progId="MSGraph.Chart.8">
                    <p:embed followColorScheme="full"/>
                  </p:oleObj>
                </mc:Choice>
                <mc:Fallback>
                  <p:oleObj name="Chart" r:id="rId5" imgW="2048256" imgH="2810256" progId="MSGraph.Chart.8">
                    <p:embed followColorScheme="full"/>
                    <p:pic>
                      <p:nvPicPr>
                        <p:cNvPr id="27037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56" y="1210"/>
                          <a:ext cx="1291" cy="17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0371" name="Group 6"/>
            <p:cNvGrpSpPr>
              <a:grpSpLocks/>
            </p:cNvGrpSpPr>
            <p:nvPr/>
          </p:nvGrpSpPr>
          <p:grpSpPr bwMode="auto">
            <a:xfrm>
              <a:off x="136" y="2974"/>
              <a:ext cx="1171" cy="230"/>
              <a:chOff x="168" y="3266"/>
              <a:chExt cx="1419" cy="230"/>
            </a:xfrm>
          </p:grpSpPr>
          <p:sp>
            <p:nvSpPr>
              <p:cNvPr id="270374" name="Rectangle 7"/>
              <p:cNvSpPr>
                <a:spLocks noChangeArrowheads="1"/>
              </p:cNvSpPr>
              <p:nvPr/>
            </p:nvSpPr>
            <p:spPr bwMode="auto">
              <a:xfrm>
                <a:off x="168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buSzPct val="120000"/>
                </a:pPr>
                <a:r>
                  <a:rPr lang="en-US" altLang="zh-CN" sz="1200">
                    <a:ea typeface="宋体" pitchFamily="2" charset="-122"/>
                  </a:rPr>
                  <a:t>Label 1</a:t>
                </a:r>
              </a:p>
            </p:txBody>
          </p:sp>
          <p:sp>
            <p:nvSpPr>
              <p:cNvPr id="270375" name="Rectangle 8"/>
              <p:cNvSpPr>
                <a:spLocks noChangeArrowheads="1"/>
              </p:cNvSpPr>
              <p:nvPr/>
            </p:nvSpPr>
            <p:spPr bwMode="auto">
              <a:xfrm>
                <a:off x="550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2</a:t>
                </a:r>
              </a:p>
            </p:txBody>
          </p:sp>
          <p:sp>
            <p:nvSpPr>
              <p:cNvPr id="270376" name="Rectangle 9"/>
              <p:cNvSpPr>
                <a:spLocks noChangeArrowheads="1"/>
              </p:cNvSpPr>
              <p:nvPr/>
            </p:nvSpPr>
            <p:spPr bwMode="auto">
              <a:xfrm>
                <a:off x="923" y="3266"/>
                <a:ext cx="290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3</a:t>
                </a:r>
              </a:p>
            </p:txBody>
          </p:sp>
          <p:sp>
            <p:nvSpPr>
              <p:cNvPr id="270377" name="Rectangle 10"/>
              <p:cNvSpPr>
                <a:spLocks noChangeArrowheads="1"/>
              </p:cNvSpPr>
              <p:nvPr/>
            </p:nvSpPr>
            <p:spPr bwMode="auto">
              <a:xfrm>
                <a:off x="1296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4</a:t>
                </a:r>
              </a:p>
            </p:txBody>
          </p:sp>
        </p:grpSp>
        <p:sp>
          <p:nvSpPr>
            <p:cNvPr id="270372" name="Rectangle 11"/>
            <p:cNvSpPr>
              <a:spLocks noChangeArrowheads="1"/>
            </p:cNvSpPr>
            <p:nvPr/>
          </p:nvSpPr>
          <p:spPr bwMode="auto">
            <a:xfrm>
              <a:off x="86" y="984"/>
              <a:ext cx="127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70373" name="Line 12"/>
            <p:cNvSpPr>
              <a:spLocks noChangeShapeType="1"/>
            </p:cNvSpPr>
            <p:nvPr/>
          </p:nvSpPr>
          <p:spPr bwMode="auto">
            <a:xfrm>
              <a:off x="86" y="1118"/>
              <a:ext cx="12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270342" name="Group 13"/>
          <p:cNvGrpSpPr>
            <a:grpSpLocks/>
          </p:cNvGrpSpPr>
          <p:nvPr/>
        </p:nvGrpSpPr>
        <p:grpSpPr bwMode="auto">
          <a:xfrm>
            <a:off x="2279650" y="1562100"/>
            <a:ext cx="2068513" cy="3524250"/>
            <a:chOff x="56" y="984"/>
            <a:chExt cx="1302" cy="2220"/>
          </a:xfrm>
        </p:grpSpPr>
        <p:graphicFrame>
          <p:nvGraphicFramePr>
            <p:cNvPr id="270362" name="Object 14"/>
            <p:cNvGraphicFramePr>
              <a:graphicFrameLocks/>
            </p:cNvGraphicFramePr>
            <p:nvPr/>
          </p:nvGraphicFramePr>
          <p:xfrm>
            <a:off x="56" y="1210"/>
            <a:ext cx="1291" cy="1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7" imgW="2048256" imgH="2810256" progId="MSGraph.Chart.8">
                    <p:embed followColorScheme="full"/>
                  </p:oleObj>
                </mc:Choice>
                <mc:Fallback>
                  <p:oleObj name="Chart" r:id="rId7" imgW="2048256" imgH="2810256" progId="MSGraph.Chart.8">
                    <p:embed followColorScheme="full"/>
                    <p:pic>
                      <p:nvPicPr>
                        <p:cNvPr id="270362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56" y="1210"/>
                          <a:ext cx="1291" cy="17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0363" name="Group 15"/>
            <p:cNvGrpSpPr>
              <a:grpSpLocks/>
            </p:cNvGrpSpPr>
            <p:nvPr/>
          </p:nvGrpSpPr>
          <p:grpSpPr bwMode="auto">
            <a:xfrm>
              <a:off x="136" y="2974"/>
              <a:ext cx="1171" cy="230"/>
              <a:chOff x="168" y="3266"/>
              <a:chExt cx="1419" cy="230"/>
            </a:xfrm>
          </p:grpSpPr>
          <p:sp>
            <p:nvSpPr>
              <p:cNvPr id="270366" name="Rectangle 16"/>
              <p:cNvSpPr>
                <a:spLocks noChangeArrowheads="1"/>
              </p:cNvSpPr>
              <p:nvPr/>
            </p:nvSpPr>
            <p:spPr bwMode="auto">
              <a:xfrm>
                <a:off x="168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buSzPct val="120000"/>
                </a:pPr>
                <a:r>
                  <a:rPr lang="en-US" altLang="zh-CN" sz="1200">
                    <a:ea typeface="宋体" pitchFamily="2" charset="-122"/>
                  </a:rPr>
                  <a:t>Label 1</a:t>
                </a:r>
              </a:p>
            </p:txBody>
          </p:sp>
          <p:sp>
            <p:nvSpPr>
              <p:cNvPr id="270367" name="Rectangle 17"/>
              <p:cNvSpPr>
                <a:spLocks noChangeArrowheads="1"/>
              </p:cNvSpPr>
              <p:nvPr/>
            </p:nvSpPr>
            <p:spPr bwMode="auto">
              <a:xfrm>
                <a:off x="550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2</a:t>
                </a:r>
              </a:p>
            </p:txBody>
          </p:sp>
          <p:sp>
            <p:nvSpPr>
              <p:cNvPr id="270368" name="Rectangle 18"/>
              <p:cNvSpPr>
                <a:spLocks noChangeArrowheads="1"/>
              </p:cNvSpPr>
              <p:nvPr/>
            </p:nvSpPr>
            <p:spPr bwMode="auto">
              <a:xfrm>
                <a:off x="923" y="3266"/>
                <a:ext cx="290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3</a:t>
                </a:r>
              </a:p>
            </p:txBody>
          </p:sp>
          <p:sp>
            <p:nvSpPr>
              <p:cNvPr id="270369" name="Rectangle 19"/>
              <p:cNvSpPr>
                <a:spLocks noChangeArrowheads="1"/>
              </p:cNvSpPr>
              <p:nvPr/>
            </p:nvSpPr>
            <p:spPr bwMode="auto">
              <a:xfrm>
                <a:off x="1296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4</a:t>
                </a:r>
              </a:p>
            </p:txBody>
          </p:sp>
        </p:grpSp>
        <p:sp>
          <p:nvSpPr>
            <p:cNvPr id="270364" name="Rectangle 20"/>
            <p:cNvSpPr>
              <a:spLocks noChangeArrowheads="1"/>
            </p:cNvSpPr>
            <p:nvPr/>
          </p:nvSpPr>
          <p:spPr bwMode="auto">
            <a:xfrm>
              <a:off x="86" y="984"/>
              <a:ext cx="127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70365" name="Line 21"/>
            <p:cNvSpPr>
              <a:spLocks noChangeShapeType="1"/>
            </p:cNvSpPr>
            <p:nvPr/>
          </p:nvSpPr>
          <p:spPr bwMode="auto">
            <a:xfrm>
              <a:off x="86" y="1118"/>
              <a:ext cx="12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270343" name="Group 22"/>
          <p:cNvGrpSpPr>
            <a:grpSpLocks/>
          </p:cNvGrpSpPr>
          <p:nvPr/>
        </p:nvGrpSpPr>
        <p:grpSpPr bwMode="auto">
          <a:xfrm>
            <a:off x="4471988" y="1562100"/>
            <a:ext cx="2065337" cy="3524250"/>
            <a:chOff x="56" y="984"/>
            <a:chExt cx="1302" cy="2220"/>
          </a:xfrm>
        </p:grpSpPr>
        <p:graphicFrame>
          <p:nvGraphicFramePr>
            <p:cNvPr id="270354" name="Object 23"/>
            <p:cNvGraphicFramePr>
              <a:graphicFrameLocks/>
            </p:cNvGraphicFramePr>
            <p:nvPr/>
          </p:nvGraphicFramePr>
          <p:xfrm>
            <a:off x="56" y="1210"/>
            <a:ext cx="1291" cy="1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9" imgW="2048256" imgH="2810256" progId="MSGraph.Chart.8">
                    <p:embed followColorScheme="full"/>
                  </p:oleObj>
                </mc:Choice>
                <mc:Fallback>
                  <p:oleObj name="Chart" r:id="rId9" imgW="2048256" imgH="2810256" progId="MSGraph.Chart.8">
                    <p:embed followColorScheme="full"/>
                    <p:pic>
                      <p:nvPicPr>
                        <p:cNvPr id="270354" name="Object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56" y="1210"/>
                          <a:ext cx="1291" cy="17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0355" name="Group 24"/>
            <p:cNvGrpSpPr>
              <a:grpSpLocks/>
            </p:cNvGrpSpPr>
            <p:nvPr/>
          </p:nvGrpSpPr>
          <p:grpSpPr bwMode="auto">
            <a:xfrm>
              <a:off x="136" y="2974"/>
              <a:ext cx="1171" cy="230"/>
              <a:chOff x="168" y="3266"/>
              <a:chExt cx="1419" cy="230"/>
            </a:xfrm>
          </p:grpSpPr>
          <p:sp>
            <p:nvSpPr>
              <p:cNvPr id="270358" name="Rectangle 25"/>
              <p:cNvSpPr>
                <a:spLocks noChangeArrowheads="1"/>
              </p:cNvSpPr>
              <p:nvPr/>
            </p:nvSpPr>
            <p:spPr bwMode="auto">
              <a:xfrm>
                <a:off x="168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buSzPct val="120000"/>
                </a:pPr>
                <a:r>
                  <a:rPr lang="en-US" altLang="zh-CN" sz="1200">
                    <a:ea typeface="宋体" pitchFamily="2" charset="-122"/>
                  </a:rPr>
                  <a:t>Label 1</a:t>
                </a:r>
              </a:p>
            </p:txBody>
          </p:sp>
          <p:sp>
            <p:nvSpPr>
              <p:cNvPr id="270359" name="Rectangle 26"/>
              <p:cNvSpPr>
                <a:spLocks noChangeArrowheads="1"/>
              </p:cNvSpPr>
              <p:nvPr/>
            </p:nvSpPr>
            <p:spPr bwMode="auto">
              <a:xfrm>
                <a:off x="550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2</a:t>
                </a:r>
              </a:p>
            </p:txBody>
          </p:sp>
          <p:sp>
            <p:nvSpPr>
              <p:cNvPr id="270360" name="Rectangle 27"/>
              <p:cNvSpPr>
                <a:spLocks noChangeArrowheads="1"/>
              </p:cNvSpPr>
              <p:nvPr/>
            </p:nvSpPr>
            <p:spPr bwMode="auto">
              <a:xfrm>
                <a:off x="923" y="3266"/>
                <a:ext cx="290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3</a:t>
                </a:r>
              </a:p>
            </p:txBody>
          </p:sp>
          <p:sp>
            <p:nvSpPr>
              <p:cNvPr id="270361" name="Rectangle 28"/>
              <p:cNvSpPr>
                <a:spLocks noChangeArrowheads="1"/>
              </p:cNvSpPr>
              <p:nvPr/>
            </p:nvSpPr>
            <p:spPr bwMode="auto">
              <a:xfrm>
                <a:off x="1296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4</a:t>
                </a:r>
              </a:p>
            </p:txBody>
          </p:sp>
        </p:grpSp>
        <p:sp>
          <p:nvSpPr>
            <p:cNvPr id="270356" name="Rectangle 29"/>
            <p:cNvSpPr>
              <a:spLocks noChangeArrowheads="1"/>
            </p:cNvSpPr>
            <p:nvPr/>
          </p:nvSpPr>
          <p:spPr bwMode="auto">
            <a:xfrm>
              <a:off x="86" y="984"/>
              <a:ext cx="127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70357" name="Line 30"/>
            <p:cNvSpPr>
              <a:spLocks noChangeShapeType="1"/>
            </p:cNvSpPr>
            <p:nvPr/>
          </p:nvSpPr>
          <p:spPr bwMode="auto">
            <a:xfrm>
              <a:off x="86" y="1118"/>
              <a:ext cx="12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270344" name="Group 31"/>
          <p:cNvGrpSpPr>
            <a:grpSpLocks/>
          </p:cNvGrpSpPr>
          <p:nvPr/>
        </p:nvGrpSpPr>
        <p:grpSpPr bwMode="auto">
          <a:xfrm>
            <a:off x="6664325" y="1562100"/>
            <a:ext cx="2066925" cy="3524250"/>
            <a:chOff x="56" y="984"/>
            <a:chExt cx="1302" cy="2220"/>
          </a:xfrm>
        </p:grpSpPr>
        <p:graphicFrame>
          <p:nvGraphicFramePr>
            <p:cNvPr id="270346" name="Object 32"/>
            <p:cNvGraphicFramePr>
              <a:graphicFrameLocks/>
            </p:cNvGraphicFramePr>
            <p:nvPr/>
          </p:nvGraphicFramePr>
          <p:xfrm>
            <a:off x="56" y="1210"/>
            <a:ext cx="1291" cy="1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1" imgW="2048256" imgH="2810256" progId="MSGraph.Chart.8">
                    <p:embed followColorScheme="full"/>
                  </p:oleObj>
                </mc:Choice>
                <mc:Fallback>
                  <p:oleObj name="Chart" r:id="rId11" imgW="2048256" imgH="2810256" progId="MSGraph.Chart.8">
                    <p:embed followColorScheme="full"/>
                    <p:pic>
                      <p:nvPicPr>
                        <p:cNvPr id="270346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56" y="1210"/>
                          <a:ext cx="1291" cy="17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0347" name="Group 33"/>
            <p:cNvGrpSpPr>
              <a:grpSpLocks/>
            </p:cNvGrpSpPr>
            <p:nvPr/>
          </p:nvGrpSpPr>
          <p:grpSpPr bwMode="auto">
            <a:xfrm>
              <a:off x="136" y="2974"/>
              <a:ext cx="1171" cy="230"/>
              <a:chOff x="168" y="3266"/>
              <a:chExt cx="1419" cy="230"/>
            </a:xfrm>
          </p:grpSpPr>
          <p:sp>
            <p:nvSpPr>
              <p:cNvPr id="270350" name="Rectangle 34"/>
              <p:cNvSpPr>
                <a:spLocks noChangeArrowheads="1"/>
              </p:cNvSpPr>
              <p:nvPr/>
            </p:nvSpPr>
            <p:spPr bwMode="auto">
              <a:xfrm>
                <a:off x="168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>
                  <a:buSzPct val="120000"/>
                </a:pPr>
                <a:r>
                  <a:rPr lang="en-US" altLang="zh-CN" sz="1200">
                    <a:ea typeface="宋体" pitchFamily="2" charset="-122"/>
                  </a:rPr>
                  <a:t>Label 1</a:t>
                </a:r>
              </a:p>
            </p:txBody>
          </p:sp>
          <p:sp>
            <p:nvSpPr>
              <p:cNvPr id="270351" name="Rectangle 35"/>
              <p:cNvSpPr>
                <a:spLocks noChangeArrowheads="1"/>
              </p:cNvSpPr>
              <p:nvPr/>
            </p:nvSpPr>
            <p:spPr bwMode="auto">
              <a:xfrm>
                <a:off x="550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2</a:t>
                </a:r>
              </a:p>
            </p:txBody>
          </p:sp>
          <p:sp>
            <p:nvSpPr>
              <p:cNvPr id="270352" name="Rectangle 36"/>
              <p:cNvSpPr>
                <a:spLocks noChangeArrowheads="1"/>
              </p:cNvSpPr>
              <p:nvPr/>
            </p:nvSpPr>
            <p:spPr bwMode="auto">
              <a:xfrm>
                <a:off x="923" y="3266"/>
                <a:ext cx="290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3</a:t>
                </a:r>
              </a:p>
            </p:txBody>
          </p:sp>
          <p:sp>
            <p:nvSpPr>
              <p:cNvPr id="270353" name="Rectangle 37"/>
              <p:cNvSpPr>
                <a:spLocks noChangeArrowheads="1"/>
              </p:cNvSpPr>
              <p:nvPr/>
            </p:nvSpPr>
            <p:spPr bwMode="auto">
              <a:xfrm>
                <a:off x="1296" y="3266"/>
                <a:ext cx="29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eaLnBrk="0" hangingPunct="0"/>
                <a:r>
                  <a:rPr lang="en-US" altLang="zh-CN" sz="1200">
                    <a:ea typeface="宋体" pitchFamily="2" charset="-122"/>
                  </a:rPr>
                  <a:t>Label 4</a:t>
                </a:r>
              </a:p>
            </p:txBody>
          </p:sp>
        </p:grpSp>
        <p:sp>
          <p:nvSpPr>
            <p:cNvPr id="270348" name="Rectangle 38"/>
            <p:cNvSpPr>
              <a:spLocks noChangeArrowheads="1"/>
            </p:cNvSpPr>
            <p:nvPr/>
          </p:nvSpPr>
          <p:spPr bwMode="auto">
            <a:xfrm>
              <a:off x="86" y="984"/>
              <a:ext cx="1272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70349" name="Line 39"/>
            <p:cNvSpPr>
              <a:spLocks noChangeShapeType="1"/>
            </p:cNvSpPr>
            <p:nvPr/>
          </p:nvSpPr>
          <p:spPr bwMode="auto">
            <a:xfrm>
              <a:off x="86" y="1118"/>
              <a:ext cx="12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70345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12BEF11-AA00-46EA-9B29-D6DE095DE203}" type="slidenum">
              <a:rPr lang="zh-CN" altLang="en-US" smtClean="0"/>
              <a:pPr defTabSz="895350"/>
              <a:t>262</a:t>
            </a:fld>
            <a:endParaRPr lang="en-US" altLang="zh-CN"/>
          </a:p>
        </p:txBody>
      </p:sp>
      <p:sp>
        <p:nvSpPr>
          <p:cNvPr id="271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1364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71365" name="Rectangle 4"/>
          <p:cNvSpPr>
            <a:spLocks noChangeArrowheads="1"/>
          </p:cNvSpPr>
          <p:nvPr/>
        </p:nvSpPr>
        <p:spPr bwMode="auto">
          <a:xfrm>
            <a:off x="711200" y="1346200"/>
            <a:ext cx="3563938" cy="42370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1366" name="Rectangle 5"/>
          <p:cNvSpPr>
            <a:spLocks noChangeArrowheads="1"/>
          </p:cNvSpPr>
          <p:nvPr/>
        </p:nvSpPr>
        <p:spPr bwMode="auto">
          <a:xfrm>
            <a:off x="711200" y="1346200"/>
            <a:ext cx="3563938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1367" name="Rectangle 6"/>
          <p:cNvSpPr>
            <a:spLocks noChangeArrowheads="1"/>
          </p:cNvSpPr>
          <p:nvPr/>
        </p:nvSpPr>
        <p:spPr bwMode="auto">
          <a:xfrm>
            <a:off x="855663" y="1422400"/>
            <a:ext cx="330835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1368" name="Object 7"/>
          <p:cNvGraphicFramePr>
            <a:graphicFrameLocks/>
          </p:cNvGraphicFramePr>
          <p:nvPr/>
        </p:nvGraphicFramePr>
        <p:xfrm>
          <a:off x="777875" y="2049463"/>
          <a:ext cx="3406775" cy="276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400806" imgH="2762707" progId="MSGraph.Chart.8">
                  <p:embed followColorScheme="full"/>
                </p:oleObj>
              </mc:Choice>
              <mc:Fallback>
                <p:oleObj name="Chart" r:id="rId5" imgW="3400806" imgH="2762707" progId="MSGraph.Chart.8">
                  <p:embed followColorScheme="full"/>
                  <p:pic>
                    <p:nvPicPr>
                      <p:cNvPr id="271368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77875" y="2049463"/>
                        <a:ext cx="3406775" cy="276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9" name="Rectangle 8"/>
          <p:cNvSpPr>
            <a:spLocks noChangeArrowheads="1"/>
          </p:cNvSpPr>
          <p:nvPr/>
        </p:nvSpPr>
        <p:spPr bwMode="auto">
          <a:xfrm>
            <a:off x="950913" y="4837113"/>
            <a:ext cx="503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71370" name="Rectangle 9"/>
          <p:cNvSpPr>
            <a:spLocks noChangeArrowheads="1"/>
          </p:cNvSpPr>
          <p:nvPr/>
        </p:nvSpPr>
        <p:spPr bwMode="auto">
          <a:xfrm>
            <a:off x="1611313" y="4837113"/>
            <a:ext cx="5048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71371" name="Rectangle 10"/>
          <p:cNvSpPr>
            <a:spLocks noChangeArrowheads="1"/>
          </p:cNvSpPr>
          <p:nvPr/>
        </p:nvSpPr>
        <p:spPr bwMode="auto">
          <a:xfrm>
            <a:off x="2259013" y="4837113"/>
            <a:ext cx="503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71372" name="Rectangle 11"/>
          <p:cNvSpPr>
            <a:spLocks noChangeArrowheads="1"/>
          </p:cNvSpPr>
          <p:nvPr/>
        </p:nvSpPr>
        <p:spPr bwMode="auto">
          <a:xfrm>
            <a:off x="2906713" y="4837113"/>
            <a:ext cx="503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71373" name="Rectangle 12"/>
          <p:cNvSpPr>
            <a:spLocks noChangeArrowheads="1"/>
          </p:cNvSpPr>
          <p:nvPr/>
        </p:nvSpPr>
        <p:spPr bwMode="auto">
          <a:xfrm>
            <a:off x="3581400" y="4837113"/>
            <a:ext cx="5064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71374" name="Rectangle 13"/>
          <p:cNvSpPr>
            <a:spLocks noChangeArrowheads="1"/>
          </p:cNvSpPr>
          <p:nvPr/>
        </p:nvSpPr>
        <p:spPr bwMode="auto">
          <a:xfrm>
            <a:off x="4503738" y="1346200"/>
            <a:ext cx="3563937" cy="42370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1375" name="Rectangle 14"/>
          <p:cNvSpPr>
            <a:spLocks noChangeArrowheads="1"/>
          </p:cNvSpPr>
          <p:nvPr/>
        </p:nvSpPr>
        <p:spPr bwMode="auto">
          <a:xfrm>
            <a:off x="4503738" y="1346200"/>
            <a:ext cx="3563937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1376" name="Rectangle 15"/>
          <p:cNvSpPr>
            <a:spLocks noChangeArrowheads="1"/>
          </p:cNvSpPr>
          <p:nvPr/>
        </p:nvSpPr>
        <p:spPr bwMode="auto">
          <a:xfrm>
            <a:off x="4645025" y="1422400"/>
            <a:ext cx="33115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4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1377" name="Object 16"/>
          <p:cNvGraphicFramePr>
            <a:graphicFrameLocks/>
          </p:cNvGraphicFramePr>
          <p:nvPr/>
        </p:nvGraphicFramePr>
        <p:xfrm>
          <a:off x="4568825" y="2049463"/>
          <a:ext cx="3406775" cy="276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400806" imgH="2762707" progId="MSGraph.Chart.8">
                  <p:embed followColorScheme="full"/>
                </p:oleObj>
              </mc:Choice>
              <mc:Fallback>
                <p:oleObj name="Chart" r:id="rId7" imgW="3400806" imgH="2762707" progId="MSGraph.Chart.8">
                  <p:embed followColorScheme="full"/>
                  <p:pic>
                    <p:nvPicPr>
                      <p:cNvPr id="271377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568825" y="2049463"/>
                        <a:ext cx="3406775" cy="276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78" name="Rectangle 17"/>
          <p:cNvSpPr>
            <a:spLocks noChangeArrowheads="1"/>
          </p:cNvSpPr>
          <p:nvPr/>
        </p:nvSpPr>
        <p:spPr bwMode="auto">
          <a:xfrm>
            <a:off x="4740275" y="4837113"/>
            <a:ext cx="5064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71379" name="Rectangle 18"/>
          <p:cNvSpPr>
            <a:spLocks noChangeArrowheads="1"/>
          </p:cNvSpPr>
          <p:nvPr/>
        </p:nvSpPr>
        <p:spPr bwMode="auto">
          <a:xfrm>
            <a:off x="5403850" y="4837113"/>
            <a:ext cx="5048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71380" name="Rectangle 19"/>
          <p:cNvSpPr>
            <a:spLocks noChangeArrowheads="1"/>
          </p:cNvSpPr>
          <p:nvPr/>
        </p:nvSpPr>
        <p:spPr bwMode="auto">
          <a:xfrm>
            <a:off x="6051550" y="4837113"/>
            <a:ext cx="50323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71381" name="Rectangle 20"/>
          <p:cNvSpPr>
            <a:spLocks noChangeArrowheads="1"/>
          </p:cNvSpPr>
          <p:nvPr/>
        </p:nvSpPr>
        <p:spPr bwMode="auto">
          <a:xfrm>
            <a:off x="6696075" y="4837113"/>
            <a:ext cx="5064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71382" name="Rectangle 21"/>
          <p:cNvSpPr>
            <a:spLocks noChangeArrowheads="1"/>
          </p:cNvSpPr>
          <p:nvPr/>
        </p:nvSpPr>
        <p:spPr bwMode="auto">
          <a:xfrm>
            <a:off x="7373938" y="4837113"/>
            <a:ext cx="5032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71383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2AF90E0-671E-448B-A149-27433862446F}" type="slidenum">
              <a:rPr lang="zh-CN" altLang="en-US" smtClean="0"/>
              <a:pPr defTabSz="895350"/>
              <a:t>263</a:t>
            </a:fld>
            <a:endParaRPr lang="en-US" altLang="zh-CN"/>
          </a:p>
        </p:txBody>
      </p:sp>
      <p:sp>
        <p:nvSpPr>
          <p:cNvPr id="272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2388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grpSp>
        <p:nvGrpSpPr>
          <p:cNvPr id="272389" name="Group 4"/>
          <p:cNvGrpSpPr>
            <a:grpSpLocks/>
          </p:cNvGrpSpPr>
          <p:nvPr/>
        </p:nvGrpSpPr>
        <p:grpSpPr bwMode="auto">
          <a:xfrm>
            <a:off x="163513" y="1368425"/>
            <a:ext cx="2690812" cy="3995738"/>
            <a:chOff x="88" y="858"/>
            <a:chExt cx="1695" cy="2517"/>
          </a:xfrm>
        </p:grpSpPr>
        <p:sp>
          <p:nvSpPr>
            <p:cNvPr id="272417" name="Rectangle 5"/>
            <p:cNvSpPr>
              <a:spLocks noChangeArrowheads="1"/>
            </p:cNvSpPr>
            <p:nvPr/>
          </p:nvSpPr>
          <p:spPr bwMode="auto">
            <a:xfrm>
              <a:off x="88" y="858"/>
              <a:ext cx="1695" cy="25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72418" name="Rectangle 6"/>
            <p:cNvSpPr>
              <a:spLocks noChangeArrowheads="1"/>
            </p:cNvSpPr>
            <p:nvPr/>
          </p:nvSpPr>
          <p:spPr bwMode="auto">
            <a:xfrm>
              <a:off x="88" y="858"/>
              <a:ext cx="1695" cy="36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2419" name="Rectangle 7"/>
            <p:cNvSpPr>
              <a:spLocks noChangeArrowheads="1"/>
            </p:cNvSpPr>
            <p:nvPr/>
          </p:nvSpPr>
          <p:spPr bwMode="auto">
            <a:xfrm>
              <a:off x="156" y="907"/>
              <a:ext cx="157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400">
                  <a:solidFill>
                    <a:schemeClr val="bg1"/>
                  </a:solidFill>
                  <a:ea typeface="Gulim" pitchFamily="34" charset="-127"/>
                </a:rPr>
                <a:t>Measure</a:t>
              </a: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 </a:t>
              </a:r>
            </a:p>
          </p:txBody>
        </p:sp>
        <p:graphicFrame>
          <p:nvGraphicFramePr>
            <p:cNvPr id="272420" name="Object 8"/>
            <p:cNvGraphicFramePr>
              <a:graphicFrameLocks/>
            </p:cNvGraphicFramePr>
            <p:nvPr/>
          </p:nvGraphicFramePr>
          <p:xfrm>
            <a:off x="147" y="1454"/>
            <a:ext cx="1551" cy="1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1" imgW="2467356" imgH="2572106" progId="MSGraph.Chart.8">
                    <p:embed followColorScheme="full"/>
                  </p:oleObj>
                </mc:Choice>
                <mc:Fallback>
                  <p:oleObj name="Chart" r:id="rId11" imgW="2467356" imgH="2572106" progId="MSGraph.Chart.8">
                    <p:embed followColorScheme="full"/>
                    <p:pic>
                      <p:nvPicPr>
                        <p:cNvPr id="27242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147" y="1454"/>
                          <a:ext cx="1551" cy="16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421" name="Rectangle 9"/>
            <p:cNvSpPr>
              <a:spLocks noChangeArrowheads="1"/>
            </p:cNvSpPr>
            <p:nvPr/>
          </p:nvSpPr>
          <p:spPr bwMode="auto">
            <a:xfrm>
              <a:off x="248" y="3062"/>
              <a:ext cx="31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4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72422" name="Rectangle 10"/>
            <p:cNvSpPr>
              <a:spLocks noChangeArrowheads="1"/>
            </p:cNvSpPr>
            <p:nvPr/>
          </p:nvSpPr>
          <p:spPr bwMode="auto">
            <a:xfrm>
              <a:off x="625" y="3062"/>
              <a:ext cx="318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72423" name="Rectangle 11"/>
            <p:cNvSpPr>
              <a:spLocks noChangeArrowheads="1"/>
            </p:cNvSpPr>
            <p:nvPr/>
          </p:nvSpPr>
          <p:spPr bwMode="auto">
            <a:xfrm>
              <a:off x="1003" y="3062"/>
              <a:ext cx="317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72424" name="Rectangle 12"/>
            <p:cNvSpPr>
              <a:spLocks noChangeArrowheads="1"/>
            </p:cNvSpPr>
            <p:nvPr/>
          </p:nvSpPr>
          <p:spPr bwMode="auto">
            <a:xfrm>
              <a:off x="1380" y="3062"/>
              <a:ext cx="31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72425" name="Line 13"/>
            <p:cNvSpPr>
              <a:spLocks noChangeShapeType="1"/>
            </p:cNvSpPr>
            <p:nvPr/>
          </p:nvSpPr>
          <p:spPr bwMode="auto">
            <a:xfrm flipV="1">
              <a:off x="267" y="1350"/>
              <a:ext cx="1272" cy="6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272426" name="Group 14"/>
            <p:cNvGrpSpPr>
              <a:grpSpLocks/>
            </p:cNvGrpSpPr>
            <p:nvPr/>
          </p:nvGrpSpPr>
          <p:grpSpPr bwMode="auto">
            <a:xfrm>
              <a:off x="579" y="1387"/>
              <a:ext cx="592" cy="379"/>
              <a:chOff x="579" y="1387"/>
              <a:chExt cx="592" cy="379"/>
            </a:xfrm>
          </p:grpSpPr>
          <p:sp>
            <p:nvSpPr>
              <p:cNvPr id="272427" name="Oval 15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blackWhite">
              <a:xfrm>
                <a:off x="579" y="1387"/>
                <a:ext cx="592" cy="3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72428" name="Rectangle 16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blackWhite">
              <a:xfrm>
                <a:off x="603" y="1403"/>
                <a:ext cx="544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 sz="1400" b="1">
                    <a:ea typeface="Gulim" pitchFamily="34" charset="-127"/>
                  </a:rPr>
                  <a:t>Text</a:t>
                </a:r>
              </a:p>
            </p:txBody>
          </p:sp>
        </p:grpSp>
      </p:grpSp>
      <p:grpSp>
        <p:nvGrpSpPr>
          <p:cNvPr id="272390" name="Group 17"/>
          <p:cNvGrpSpPr>
            <a:grpSpLocks/>
          </p:cNvGrpSpPr>
          <p:nvPr/>
        </p:nvGrpSpPr>
        <p:grpSpPr bwMode="auto">
          <a:xfrm>
            <a:off x="3060700" y="1368425"/>
            <a:ext cx="2690813" cy="3995738"/>
            <a:chOff x="88" y="858"/>
            <a:chExt cx="1695" cy="2517"/>
          </a:xfrm>
        </p:grpSpPr>
        <p:sp>
          <p:nvSpPr>
            <p:cNvPr id="272405" name="Rectangle 18"/>
            <p:cNvSpPr>
              <a:spLocks noChangeArrowheads="1"/>
            </p:cNvSpPr>
            <p:nvPr/>
          </p:nvSpPr>
          <p:spPr bwMode="auto">
            <a:xfrm>
              <a:off x="88" y="858"/>
              <a:ext cx="1695" cy="25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72406" name="Rectangle 19"/>
            <p:cNvSpPr>
              <a:spLocks noChangeArrowheads="1"/>
            </p:cNvSpPr>
            <p:nvPr/>
          </p:nvSpPr>
          <p:spPr bwMode="auto">
            <a:xfrm>
              <a:off x="88" y="858"/>
              <a:ext cx="1695" cy="36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2407" name="Rectangle 20"/>
            <p:cNvSpPr>
              <a:spLocks noChangeArrowheads="1"/>
            </p:cNvSpPr>
            <p:nvPr/>
          </p:nvSpPr>
          <p:spPr bwMode="auto">
            <a:xfrm>
              <a:off x="156" y="907"/>
              <a:ext cx="157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400">
                  <a:solidFill>
                    <a:schemeClr val="bg1"/>
                  </a:solidFill>
                  <a:ea typeface="Gulim" pitchFamily="34" charset="-127"/>
                </a:rPr>
                <a:t>Measure</a:t>
              </a: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 </a:t>
              </a:r>
            </a:p>
          </p:txBody>
        </p:sp>
        <p:graphicFrame>
          <p:nvGraphicFramePr>
            <p:cNvPr id="272408" name="Object 21"/>
            <p:cNvGraphicFramePr>
              <a:graphicFrameLocks/>
            </p:cNvGraphicFramePr>
            <p:nvPr/>
          </p:nvGraphicFramePr>
          <p:xfrm>
            <a:off x="147" y="1454"/>
            <a:ext cx="1551" cy="1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3" imgW="2467356" imgH="2572106" progId="MSGraph.Chart.8">
                    <p:embed followColorScheme="full"/>
                  </p:oleObj>
                </mc:Choice>
                <mc:Fallback>
                  <p:oleObj name="Chart" r:id="rId13" imgW="2467356" imgH="2572106" progId="MSGraph.Chart.8">
                    <p:embed followColorScheme="full"/>
                    <p:pic>
                      <p:nvPicPr>
                        <p:cNvPr id="272408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147" y="1454"/>
                          <a:ext cx="1551" cy="16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409" name="Rectangle 22"/>
            <p:cNvSpPr>
              <a:spLocks noChangeArrowheads="1"/>
            </p:cNvSpPr>
            <p:nvPr/>
          </p:nvSpPr>
          <p:spPr bwMode="auto">
            <a:xfrm>
              <a:off x="248" y="3062"/>
              <a:ext cx="31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4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72410" name="Rectangle 23"/>
            <p:cNvSpPr>
              <a:spLocks noChangeArrowheads="1"/>
            </p:cNvSpPr>
            <p:nvPr/>
          </p:nvSpPr>
          <p:spPr bwMode="auto">
            <a:xfrm>
              <a:off x="625" y="3062"/>
              <a:ext cx="318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72411" name="Rectangle 24"/>
            <p:cNvSpPr>
              <a:spLocks noChangeArrowheads="1"/>
            </p:cNvSpPr>
            <p:nvPr/>
          </p:nvSpPr>
          <p:spPr bwMode="auto">
            <a:xfrm>
              <a:off x="1003" y="3062"/>
              <a:ext cx="317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72412" name="Rectangle 25"/>
            <p:cNvSpPr>
              <a:spLocks noChangeArrowheads="1"/>
            </p:cNvSpPr>
            <p:nvPr/>
          </p:nvSpPr>
          <p:spPr bwMode="auto">
            <a:xfrm>
              <a:off x="1380" y="3062"/>
              <a:ext cx="31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72413" name="Line 26"/>
            <p:cNvSpPr>
              <a:spLocks noChangeShapeType="1"/>
            </p:cNvSpPr>
            <p:nvPr/>
          </p:nvSpPr>
          <p:spPr bwMode="auto">
            <a:xfrm flipV="1">
              <a:off x="267" y="1350"/>
              <a:ext cx="1272" cy="6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272414" name="Group 27"/>
            <p:cNvGrpSpPr>
              <a:grpSpLocks/>
            </p:cNvGrpSpPr>
            <p:nvPr/>
          </p:nvGrpSpPr>
          <p:grpSpPr bwMode="auto">
            <a:xfrm>
              <a:off x="579" y="1387"/>
              <a:ext cx="592" cy="379"/>
              <a:chOff x="579" y="1387"/>
              <a:chExt cx="592" cy="379"/>
            </a:xfrm>
          </p:grpSpPr>
          <p:sp>
            <p:nvSpPr>
              <p:cNvPr id="272415" name="Oval 28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blackWhite">
              <a:xfrm>
                <a:off x="579" y="1387"/>
                <a:ext cx="592" cy="3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72416" name="Rectangle 29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blackWhite">
              <a:xfrm>
                <a:off x="603" y="1403"/>
                <a:ext cx="544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 sz="1400" b="1">
                    <a:ea typeface="Gulim" pitchFamily="34" charset="-127"/>
                  </a:rPr>
                  <a:t>Text</a:t>
                </a:r>
              </a:p>
            </p:txBody>
          </p:sp>
        </p:grpSp>
      </p:grpSp>
      <p:grpSp>
        <p:nvGrpSpPr>
          <p:cNvPr id="272391" name="Group 30"/>
          <p:cNvGrpSpPr>
            <a:grpSpLocks/>
          </p:cNvGrpSpPr>
          <p:nvPr/>
        </p:nvGrpSpPr>
        <p:grpSpPr bwMode="auto">
          <a:xfrm>
            <a:off x="5959475" y="1368425"/>
            <a:ext cx="2690813" cy="3995738"/>
            <a:chOff x="88" y="858"/>
            <a:chExt cx="1695" cy="2517"/>
          </a:xfrm>
        </p:grpSpPr>
        <p:sp>
          <p:nvSpPr>
            <p:cNvPr id="272393" name="Rectangle 31"/>
            <p:cNvSpPr>
              <a:spLocks noChangeArrowheads="1"/>
            </p:cNvSpPr>
            <p:nvPr/>
          </p:nvSpPr>
          <p:spPr bwMode="auto">
            <a:xfrm>
              <a:off x="88" y="858"/>
              <a:ext cx="1695" cy="251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72394" name="Rectangle 32"/>
            <p:cNvSpPr>
              <a:spLocks noChangeArrowheads="1"/>
            </p:cNvSpPr>
            <p:nvPr/>
          </p:nvSpPr>
          <p:spPr bwMode="auto">
            <a:xfrm>
              <a:off x="88" y="858"/>
              <a:ext cx="1695" cy="36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2395" name="Rectangle 33"/>
            <p:cNvSpPr>
              <a:spLocks noChangeArrowheads="1"/>
            </p:cNvSpPr>
            <p:nvPr/>
          </p:nvSpPr>
          <p:spPr bwMode="auto">
            <a:xfrm>
              <a:off x="156" y="907"/>
              <a:ext cx="157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400">
                  <a:solidFill>
                    <a:schemeClr val="bg1"/>
                  </a:solidFill>
                  <a:ea typeface="Gulim" pitchFamily="34" charset="-127"/>
                </a:rPr>
                <a:t>Measure</a:t>
              </a:r>
              <a:r>
                <a:rPr lang="en-US" altLang="ko-KR" sz="1400" b="1">
                  <a:solidFill>
                    <a:schemeClr val="bg1"/>
                  </a:solidFill>
                  <a:ea typeface="Gulim" pitchFamily="34" charset="-127"/>
                </a:rPr>
                <a:t> </a:t>
              </a:r>
            </a:p>
          </p:txBody>
        </p:sp>
        <p:graphicFrame>
          <p:nvGraphicFramePr>
            <p:cNvPr id="272396" name="Object 34"/>
            <p:cNvGraphicFramePr>
              <a:graphicFrameLocks/>
            </p:cNvGraphicFramePr>
            <p:nvPr/>
          </p:nvGraphicFramePr>
          <p:xfrm>
            <a:off x="147" y="1454"/>
            <a:ext cx="1551" cy="1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5" imgW="2467356" imgH="2572106" progId="MSGraph.Chart.8">
                    <p:embed followColorScheme="full"/>
                  </p:oleObj>
                </mc:Choice>
                <mc:Fallback>
                  <p:oleObj name="Chart" r:id="rId15" imgW="2467356" imgH="2572106" progId="MSGraph.Chart.8">
                    <p:embed followColorScheme="full"/>
                    <p:pic>
                      <p:nvPicPr>
                        <p:cNvPr id="272396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147" y="1454"/>
                          <a:ext cx="1551" cy="16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397" name="Rectangle 35"/>
            <p:cNvSpPr>
              <a:spLocks noChangeArrowheads="1"/>
            </p:cNvSpPr>
            <p:nvPr/>
          </p:nvSpPr>
          <p:spPr bwMode="auto">
            <a:xfrm>
              <a:off x="248" y="3062"/>
              <a:ext cx="31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400">
                  <a:ea typeface="宋体" pitchFamily="2" charset="-122"/>
                </a:rPr>
                <a:t>Label 1</a:t>
              </a:r>
            </a:p>
          </p:txBody>
        </p:sp>
        <p:sp>
          <p:nvSpPr>
            <p:cNvPr id="272398" name="Rectangle 36"/>
            <p:cNvSpPr>
              <a:spLocks noChangeArrowheads="1"/>
            </p:cNvSpPr>
            <p:nvPr/>
          </p:nvSpPr>
          <p:spPr bwMode="auto">
            <a:xfrm>
              <a:off x="625" y="3062"/>
              <a:ext cx="318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2</a:t>
              </a:r>
            </a:p>
          </p:txBody>
        </p:sp>
        <p:sp>
          <p:nvSpPr>
            <p:cNvPr id="272399" name="Rectangle 37"/>
            <p:cNvSpPr>
              <a:spLocks noChangeArrowheads="1"/>
            </p:cNvSpPr>
            <p:nvPr/>
          </p:nvSpPr>
          <p:spPr bwMode="auto">
            <a:xfrm>
              <a:off x="1003" y="3062"/>
              <a:ext cx="317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3</a:t>
              </a:r>
            </a:p>
          </p:txBody>
        </p:sp>
        <p:sp>
          <p:nvSpPr>
            <p:cNvPr id="272400" name="Rectangle 38"/>
            <p:cNvSpPr>
              <a:spLocks noChangeArrowheads="1"/>
            </p:cNvSpPr>
            <p:nvPr/>
          </p:nvSpPr>
          <p:spPr bwMode="auto">
            <a:xfrm>
              <a:off x="1380" y="3062"/>
              <a:ext cx="31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Label 4</a:t>
              </a:r>
            </a:p>
          </p:txBody>
        </p:sp>
        <p:sp>
          <p:nvSpPr>
            <p:cNvPr id="272401" name="Line 39"/>
            <p:cNvSpPr>
              <a:spLocks noChangeShapeType="1"/>
            </p:cNvSpPr>
            <p:nvPr/>
          </p:nvSpPr>
          <p:spPr bwMode="auto">
            <a:xfrm flipV="1">
              <a:off x="267" y="1350"/>
              <a:ext cx="1272" cy="6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272402" name="Group 40"/>
            <p:cNvGrpSpPr>
              <a:grpSpLocks/>
            </p:cNvGrpSpPr>
            <p:nvPr/>
          </p:nvGrpSpPr>
          <p:grpSpPr bwMode="auto">
            <a:xfrm>
              <a:off x="579" y="1387"/>
              <a:ext cx="592" cy="379"/>
              <a:chOff x="579" y="1387"/>
              <a:chExt cx="592" cy="379"/>
            </a:xfrm>
          </p:grpSpPr>
          <p:sp>
            <p:nvSpPr>
              <p:cNvPr id="272403" name="Oval 41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blackWhite">
              <a:xfrm>
                <a:off x="579" y="1387"/>
                <a:ext cx="592" cy="3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25400" dir="54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72404" name="Rectangle 42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blackWhite">
              <a:xfrm>
                <a:off x="603" y="1403"/>
                <a:ext cx="544" cy="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3810" tIns="0" rIns="3810" bIns="0" anchor="ctr"/>
              <a:lstStyle/>
              <a:p>
                <a:pPr algn="ctr" defTabSz="895350">
                  <a:buSzPct val="120000"/>
                </a:pPr>
                <a:r>
                  <a:rPr lang="en-US" altLang="ko-KR" sz="1400" b="1">
                    <a:ea typeface="Gulim" pitchFamily="34" charset="-127"/>
                  </a:rPr>
                  <a:t>Text</a:t>
                </a:r>
              </a:p>
            </p:txBody>
          </p:sp>
        </p:grpSp>
      </p:grpSp>
      <p:sp>
        <p:nvSpPr>
          <p:cNvPr id="272392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0A2F4A4-EB35-4308-AF29-9EE24DC8A43E}" type="slidenum">
              <a:rPr lang="zh-CN" altLang="en-US" smtClean="0"/>
              <a:pPr defTabSz="895350"/>
              <a:t>264</a:t>
            </a:fld>
            <a:endParaRPr lang="en-US" altLang="zh-CN"/>
          </a:p>
        </p:txBody>
      </p:sp>
      <p:sp>
        <p:nvSpPr>
          <p:cNvPr id="273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3412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73413" name="Rectangle 4"/>
          <p:cNvSpPr>
            <a:spLocks noChangeArrowheads="1"/>
          </p:cNvSpPr>
          <p:nvPr/>
        </p:nvSpPr>
        <p:spPr bwMode="auto">
          <a:xfrm>
            <a:off x="139700" y="1489075"/>
            <a:ext cx="2070100" cy="39957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3414" name="Rectangle 5"/>
          <p:cNvSpPr>
            <a:spLocks noChangeArrowheads="1"/>
          </p:cNvSpPr>
          <p:nvPr/>
        </p:nvSpPr>
        <p:spPr bwMode="auto">
          <a:xfrm>
            <a:off x="139700" y="1489075"/>
            <a:ext cx="2070100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3415" name="Rectangle 6"/>
          <p:cNvSpPr>
            <a:spLocks noChangeArrowheads="1"/>
          </p:cNvSpPr>
          <p:nvPr/>
        </p:nvSpPr>
        <p:spPr bwMode="auto">
          <a:xfrm>
            <a:off x="222250" y="1595438"/>
            <a:ext cx="19224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3416" name="Object 7"/>
          <p:cNvGraphicFramePr>
            <a:graphicFrameLocks/>
          </p:cNvGraphicFramePr>
          <p:nvPr/>
        </p:nvGraphicFramePr>
        <p:xfrm>
          <a:off x="247650" y="2438400"/>
          <a:ext cx="1870075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3" imgW="1867281" imgH="2410358" progId="MSGraph.Chart.8">
                  <p:embed followColorScheme="full"/>
                </p:oleObj>
              </mc:Choice>
              <mc:Fallback>
                <p:oleObj name="Chart" r:id="rId13" imgW="1867281" imgH="2410358" progId="MSGraph.Chart.8">
                  <p:embed followColorScheme="full"/>
                  <p:pic>
                    <p:nvPicPr>
                      <p:cNvPr id="273416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47650" y="2438400"/>
                        <a:ext cx="1870075" cy="241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7" name="Rectangle 8"/>
          <p:cNvSpPr>
            <a:spLocks noChangeArrowheads="1"/>
          </p:cNvSpPr>
          <p:nvPr/>
        </p:nvSpPr>
        <p:spPr bwMode="auto">
          <a:xfrm rot="-5400000">
            <a:off x="257969" y="5004594"/>
            <a:ext cx="504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73418" name="Rectangle 9"/>
          <p:cNvSpPr>
            <a:spLocks noChangeArrowheads="1"/>
          </p:cNvSpPr>
          <p:nvPr/>
        </p:nvSpPr>
        <p:spPr bwMode="auto">
          <a:xfrm rot="-5400000">
            <a:off x="702469" y="5004594"/>
            <a:ext cx="504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73419" name="Rectangle 10"/>
          <p:cNvSpPr>
            <a:spLocks noChangeArrowheads="1"/>
          </p:cNvSpPr>
          <p:nvPr/>
        </p:nvSpPr>
        <p:spPr bwMode="auto">
          <a:xfrm rot="-5400000">
            <a:off x="1149350" y="5003801"/>
            <a:ext cx="503237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73420" name="Rectangle 11"/>
          <p:cNvSpPr>
            <a:spLocks noChangeArrowheads="1"/>
          </p:cNvSpPr>
          <p:nvPr/>
        </p:nvSpPr>
        <p:spPr bwMode="auto">
          <a:xfrm rot="-5400000">
            <a:off x="1595438" y="5005388"/>
            <a:ext cx="50482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73421" name="Line 12"/>
          <p:cNvSpPr>
            <a:spLocks noChangeShapeType="1"/>
          </p:cNvSpPr>
          <p:nvPr/>
        </p:nvSpPr>
        <p:spPr bwMode="auto">
          <a:xfrm flipV="1">
            <a:off x="439738" y="2344738"/>
            <a:ext cx="1389062" cy="1022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grpSp>
        <p:nvGrpSpPr>
          <p:cNvPr id="273422" name="Group 13"/>
          <p:cNvGrpSpPr>
            <a:grpSpLocks/>
          </p:cNvGrpSpPr>
          <p:nvPr/>
        </p:nvGrpSpPr>
        <p:grpSpPr bwMode="auto">
          <a:xfrm>
            <a:off x="544513" y="2397125"/>
            <a:ext cx="939800" cy="501650"/>
            <a:chOff x="2400" y="1968"/>
            <a:chExt cx="960" cy="960"/>
          </a:xfrm>
        </p:grpSpPr>
        <p:sp>
          <p:nvSpPr>
            <p:cNvPr id="273460" name="Oval 1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3461" name="Rectangle 1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73423" name="Rectangle 16"/>
          <p:cNvSpPr>
            <a:spLocks noChangeArrowheads="1"/>
          </p:cNvSpPr>
          <p:nvPr/>
        </p:nvSpPr>
        <p:spPr bwMode="auto">
          <a:xfrm>
            <a:off x="2309813" y="1489075"/>
            <a:ext cx="2070100" cy="39957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3424" name="Rectangle 17"/>
          <p:cNvSpPr>
            <a:spLocks noChangeArrowheads="1"/>
          </p:cNvSpPr>
          <p:nvPr/>
        </p:nvSpPr>
        <p:spPr bwMode="auto">
          <a:xfrm>
            <a:off x="2309813" y="1489075"/>
            <a:ext cx="2070100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3425" name="Rectangle 18"/>
          <p:cNvSpPr>
            <a:spLocks noChangeArrowheads="1"/>
          </p:cNvSpPr>
          <p:nvPr/>
        </p:nvSpPr>
        <p:spPr bwMode="auto">
          <a:xfrm>
            <a:off x="2392363" y="1595438"/>
            <a:ext cx="19240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3426" name="Object 19"/>
          <p:cNvGraphicFramePr>
            <a:graphicFrameLocks/>
          </p:cNvGraphicFramePr>
          <p:nvPr/>
        </p:nvGraphicFramePr>
        <p:xfrm>
          <a:off x="2416175" y="2438400"/>
          <a:ext cx="1870075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5" imgW="1867281" imgH="2410358" progId="MSGraph.Chart.8">
                  <p:embed followColorScheme="full"/>
                </p:oleObj>
              </mc:Choice>
              <mc:Fallback>
                <p:oleObj name="Chart" r:id="rId15" imgW="1867281" imgH="2410358" progId="MSGraph.Chart.8">
                  <p:embed followColorScheme="full"/>
                  <p:pic>
                    <p:nvPicPr>
                      <p:cNvPr id="273426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416175" y="2438400"/>
                        <a:ext cx="1870075" cy="241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27" name="Rectangle 20"/>
          <p:cNvSpPr>
            <a:spLocks noChangeArrowheads="1"/>
          </p:cNvSpPr>
          <p:nvPr/>
        </p:nvSpPr>
        <p:spPr bwMode="auto">
          <a:xfrm rot="-5400000">
            <a:off x="2428875" y="5003801"/>
            <a:ext cx="50482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73428" name="Rectangle 21"/>
          <p:cNvSpPr>
            <a:spLocks noChangeArrowheads="1"/>
          </p:cNvSpPr>
          <p:nvPr/>
        </p:nvSpPr>
        <p:spPr bwMode="auto">
          <a:xfrm rot="-5400000">
            <a:off x="2873375" y="5003801"/>
            <a:ext cx="50482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73429" name="Rectangle 22"/>
          <p:cNvSpPr>
            <a:spLocks noChangeArrowheads="1"/>
          </p:cNvSpPr>
          <p:nvPr/>
        </p:nvSpPr>
        <p:spPr bwMode="auto">
          <a:xfrm rot="-5400000">
            <a:off x="3319463" y="5003800"/>
            <a:ext cx="503237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73430" name="Rectangle 23"/>
          <p:cNvSpPr>
            <a:spLocks noChangeArrowheads="1"/>
          </p:cNvSpPr>
          <p:nvPr/>
        </p:nvSpPr>
        <p:spPr bwMode="auto">
          <a:xfrm rot="-5400000">
            <a:off x="3764756" y="5004595"/>
            <a:ext cx="50482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73431" name="Line 24"/>
          <p:cNvSpPr>
            <a:spLocks noChangeShapeType="1"/>
          </p:cNvSpPr>
          <p:nvPr/>
        </p:nvSpPr>
        <p:spPr bwMode="auto">
          <a:xfrm flipV="1">
            <a:off x="2609850" y="2344738"/>
            <a:ext cx="1389063" cy="1022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grpSp>
        <p:nvGrpSpPr>
          <p:cNvPr id="273432" name="Group 25"/>
          <p:cNvGrpSpPr>
            <a:grpSpLocks/>
          </p:cNvGrpSpPr>
          <p:nvPr/>
        </p:nvGrpSpPr>
        <p:grpSpPr bwMode="auto">
          <a:xfrm>
            <a:off x="2713038" y="2397125"/>
            <a:ext cx="942975" cy="501650"/>
            <a:chOff x="2400" y="1968"/>
            <a:chExt cx="960" cy="960"/>
          </a:xfrm>
        </p:grpSpPr>
        <p:sp>
          <p:nvSpPr>
            <p:cNvPr id="273458" name="Oval 2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3459" name="Rectangle 2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73433" name="Rectangle 28"/>
          <p:cNvSpPr>
            <a:spLocks noChangeArrowheads="1"/>
          </p:cNvSpPr>
          <p:nvPr/>
        </p:nvSpPr>
        <p:spPr bwMode="auto">
          <a:xfrm>
            <a:off x="4481513" y="1489075"/>
            <a:ext cx="2068512" cy="39957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3434" name="Rectangle 29"/>
          <p:cNvSpPr>
            <a:spLocks noChangeArrowheads="1"/>
          </p:cNvSpPr>
          <p:nvPr/>
        </p:nvSpPr>
        <p:spPr bwMode="auto">
          <a:xfrm>
            <a:off x="4481513" y="1489075"/>
            <a:ext cx="2068512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3435" name="Rectangle 30"/>
          <p:cNvSpPr>
            <a:spLocks noChangeArrowheads="1"/>
          </p:cNvSpPr>
          <p:nvPr/>
        </p:nvSpPr>
        <p:spPr bwMode="auto">
          <a:xfrm>
            <a:off x="4562475" y="1595438"/>
            <a:ext cx="19224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3436" name="Object 31"/>
          <p:cNvGraphicFramePr>
            <a:graphicFrameLocks/>
          </p:cNvGraphicFramePr>
          <p:nvPr/>
        </p:nvGraphicFramePr>
        <p:xfrm>
          <a:off x="4586288" y="2438400"/>
          <a:ext cx="1870075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7" imgW="1867281" imgH="2410358" progId="MSGraph.Chart.8">
                  <p:embed followColorScheme="full"/>
                </p:oleObj>
              </mc:Choice>
              <mc:Fallback>
                <p:oleObj name="Chart" r:id="rId17" imgW="1867281" imgH="2410358" progId="MSGraph.Chart.8">
                  <p:embed followColorScheme="full"/>
                  <p:pic>
                    <p:nvPicPr>
                      <p:cNvPr id="273436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586288" y="2438400"/>
                        <a:ext cx="1870075" cy="241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37" name="Rectangle 32"/>
          <p:cNvSpPr>
            <a:spLocks noChangeArrowheads="1"/>
          </p:cNvSpPr>
          <p:nvPr/>
        </p:nvSpPr>
        <p:spPr bwMode="auto">
          <a:xfrm rot="-5400000">
            <a:off x="4598194" y="5004594"/>
            <a:ext cx="504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73438" name="Rectangle 33"/>
          <p:cNvSpPr>
            <a:spLocks noChangeArrowheads="1"/>
          </p:cNvSpPr>
          <p:nvPr/>
        </p:nvSpPr>
        <p:spPr bwMode="auto">
          <a:xfrm rot="-5400000">
            <a:off x="5042694" y="5004594"/>
            <a:ext cx="504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73439" name="Rectangle 34"/>
          <p:cNvSpPr>
            <a:spLocks noChangeArrowheads="1"/>
          </p:cNvSpPr>
          <p:nvPr/>
        </p:nvSpPr>
        <p:spPr bwMode="auto">
          <a:xfrm rot="-5400000">
            <a:off x="5488781" y="5003007"/>
            <a:ext cx="503237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73440" name="Rectangle 35"/>
          <p:cNvSpPr>
            <a:spLocks noChangeArrowheads="1"/>
          </p:cNvSpPr>
          <p:nvPr/>
        </p:nvSpPr>
        <p:spPr bwMode="auto">
          <a:xfrm rot="-5400000">
            <a:off x="5934075" y="5005388"/>
            <a:ext cx="50482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73441" name="Line 36"/>
          <p:cNvSpPr>
            <a:spLocks noChangeShapeType="1"/>
          </p:cNvSpPr>
          <p:nvPr/>
        </p:nvSpPr>
        <p:spPr bwMode="auto">
          <a:xfrm flipV="1">
            <a:off x="4778375" y="2344738"/>
            <a:ext cx="1390650" cy="1022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grpSp>
        <p:nvGrpSpPr>
          <p:cNvPr id="273442" name="Group 37"/>
          <p:cNvGrpSpPr>
            <a:grpSpLocks/>
          </p:cNvGrpSpPr>
          <p:nvPr/>
        </p:nvGrpSpPr>
        <p:grpSpPr bwMode="auto">
          <a:xfrm>
            <a:off x="4883150" y="2397125"/>
            <a:ext cx="941388" cy="501650"/>
            <a:chOff x="2400" y="1968"/>
            <a:chExt cx="960" cy="960"/>
          </a:xfrm>
        </p:grpSpPr>
        <p:sp>
          <p:nvSpPr>
            <p:cNvPr id="273456" name="Oval 3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3457" name="Rectangle 3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73443" name="Rectangle 40"/>
          <p:cNvSpPr>
            <a:spLocks noChangeArrowheads="1"/>
          </p:cNvSpPr>
          <p:nvPr/>
        </p:nvSpPr>
        <p:spPr bwMode="auto">
          <a:xfrm>
            <a:off x="6651625" y="1489075"/>
            <a:ext cx="2070100" cy="39957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3444" name="Rectangle 41"/>
          <p:cNvSpPr>
            <a:spLocks noChangeArrowheads="1"/>
          </p:cNvSpPr>
          <p:nvPr/>
        </p:nvSpPr>
        <p:spPr bwMode="auto">
          <a:xfrm>
            <a:off x="6651625" y="1489075"/>
            <a:ext cx="2070100" cy="579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3445" name="Rectangle 42"/>
          <p:cNvSpPr>
            <a:spLocks noChangeArrowheads="1"/>
          </p:cNvSpPr>
          <p:nvPr/>
        </p:nvSpPr>
        <p:spPr bwMode="auto">
          <a:xfrm>
            <a:off x="6734175" y="1595438"/>
            <a:ext cx="19224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3446" name="Object 43"/>
          <p:cNvGraphicFramePr>
            <a:graphicFrameLocks/>
          </p:cNvGraphicFramePr>
          <p:nvPr/>
        </p:nvGraphicFramePr>
        <p:xfrm>
          <a:off x="6757988" y="2438400"/>
          <a:ext cx="1870075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9" imgW="1867281" imgH="2410358" progId="MSGraph.Chart.8">
                  <p:embed followColorScheme="full"/>
                </p:oleObj>
              </mc:Choice>
              <mc:Fallback>
                <p:oleObj name="Chart" r:id="rId19" imgW="1867281" imgH="2410358" progId="MSGraph.Chart.8">
                  <p:embed followColorScheme="full"/>
                  <p:pic>
                    <p:nvPicPr>
                      <p:cNvPr id="273446" name="Object 43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757988" y="2438400"/>
                        <a:ext cx="1870075" cy="241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47" name="Rectangle 44"/>
          <p:cNvSpPr>
            <a:spLocks noChangeArrowheads="1"/>
          </p:cNvSpPr>
          <p:nvPr/>
        </p:nvSpPr>
        <p:spPr bwMode="auto">
          <a:xfrm rot="-5400000">
            <a:off x="6769894" y="5004594"/>
            <a:ext cx="504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73448" name="Rectangle 45"/>
          <p:cNvSpPr>
            <a:spLocks noChangeArrowheads="1"/>
          </p:cNvSpPr>
          <p:nvPr/>
        </p:nvSpPr>
        <p:spPr bwMode="auto">
          <a:xfrm rot="-5400000">
            <a:off x="7214394" y="5004594"/>
            <a:ext cx="5048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73449" name="Rectangle 46"/>
          <p:cNvSpPr>
            <a:spLocks noChangeArrowheads="1"/>
          </p:cNvSpPr>
          <p:nvPr/>
        </p:nvSpPr>
        <p:spPr bwMode="auto">
          <a:xfrm rot="-5400000">
            <a:off x="7660481" y="5003007"/>
            <a:ext cx="503237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73450" name="Rectangle 47"/>
          <p:cNvSpPr>
            <a:spLocks noChangeArrowheads="1"/>
          </p:cNvSpPr>
          <p:nvPr/>
        </p:nvSpPr>
        <p:spPr bwMode="auto">
          <a:xfrm rot="-5400000">
            <a:off x="8105775" y="5005388"/>
            <a:ext cx="50482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73451" name="Line 48"/>
          <p:cNvSpPr>
            <a:spLocks noChangeShapeType="1"/>
          </p:cNvSpPr>
          <p:nvPr/>
        </p:nvSpPr>
        <p:spPr bwMode="auto">
          <a:xfrm flipV="1">
            <a:off x="6950075" y="2344738"/>
            <a:ext cx="1390650" cy="1022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nl-NL"/>
          </a:p>
        </p:txBody>
      </p:sp>
      <p:grpSp>
        <p:nvGrpSpPr>
          <p:cNvPr id="273452" name="Group 49"/>
          <p:cNvGrpSpPr>
            <a:grpSpLocks/>
          </p:cNvGrpSpPr>
          <p:nvPr/>
        </p:nvGrpSpPr>
        <p:grpSpPr bwMode="auto">
          <a:xfrm>
            <a:off x="7054850" y="2397125"/>
            <a:ext cx="941388" cy="501650"/>
            <a:chOff x="2400" y="1968"/>
            <a:chExt cx="960" cy="960"/>
          </a:xfrm>
        </p:grpSpPr>
        <p:sp>
          <p:nvSpPr>
            <p:cNvPr id="273454" name="Oval 5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00" y="1968"/>
              <a:ext cx="960" cy="96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3455" name="Rectangle 5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algn="ctr"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73453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D334638-A974-4E7D-A656-4D63105181F6}" type="slidenum">
              <a:rPr lang="zh-CN" altLang="en-US" smtClean="0"/>
              <a:pPr defTabSz="895350"/>
              <a:t>265</a:t>
            </a:fld>
            <a:endParaRPr lang="en-US" altLang="zh-CN"/>
          </a:p>
        </p:txBody>
      </p:sp>
      <p:sp>
        <p:nvSpPr>
          <p:cNvPr id="274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4436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74437" name="Rectangle 4"/>
          <p:cNvSpPr>
            <a:spLocks noChangeArrowheads="1"/>
          </p:cNvSpPr>
          <p:nvPr/>
        </p:nvSpPr>
        <p:spPr bwMode="auto">
          <a:xfrm>
            <a:off x="692150" y="855663"/>
            <a:ext cx="3613150" cy="2557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4438" name="Rectangle 5"/>
          <p:cNvSpPr>
            <a:spLocks noChangeArrowheads="1"/>
          </p:cNvSpPr>
          <p:nvPr/>
        </p:nvSpPr>
        <p:spPr bwMode="auto">
          <a:xfrm>
            <a:off x="692150" y="855663"/>
            <a:ext cx="3613150" cy="4921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4439" name="Rectangle 6"/>
          <p:cNvSpPr>
            <a:spLocks noChangeArrowheads="1"/>
          </p:cNvSpPr>
          <p:nvPr/>
        </p:nvSpPr>
        <p:spPr bwMode="auto">
          <a:xfrm>
            <a:off x="838200" y="919163"/>
            <a:ext cx="33543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4440" name="Object 7"/>
          <p:cNvGraphicFramePr>
            <a:graphicFrameLocks/>
          </p:cNvGraphicFramePr>
          <p:nvPr/>
        </p:nvGraphicFramePr>
        <p:xfrm>
          <a:off x="814388" y="1395413"/>
          <a:ext cx="3375025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372231" imgH="1515059" progId="MSGraph.Chart.8">
                  <p:embed followColorScheme="full"/>
                </p:oleObj>
              </mc:Choice>
              <mc:Fallback>
                <p:oleObj name="Chart" r:id="rId5" imgW="3372231" imgH="1515059" progId="MSGraph.Chart.8">
                  <p:embed followColorScheme="full"/>
                  <p:pic>
                    <p:nvPicPr>
                      <p:cNvPr id="27444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814388" y="1395413"/>
                        <a:ext cx="3375025" cy="1516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1" name="Rectangle 8"/>
          <p:cNvSpPr>
            <a:spLocks noChangeArrowheads="1"/>
          </p:cNvSpPr>
          <p:nvPr/>
        </p:nvSpPr>
        <p:spPr bwMode="auto">
          <a:xfrm>
            <a:off x="887413" y="2903538"/>
            <a:ext cx="3460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2" name="Rectangle 9"/>
          <p:cNvSpPr>
            <a:spLocks noChangeArrowheads="1"/>
          </p:cNvSpPr>
          <p:nvPr/>
        </p:nvSpPr>
        <p:spPr bwMode="auto">
          <a:xfrm>
            <a:off x="1296988" y="2903538"/>
            <a:ext cx="3476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3" name="Rectangle 10"/>
          <p:cNvSpPr>
            <a:spLocks noChangeArrowheads="1"/>
          </p:cNvSpPr>
          <p:nvPr/>
        </p:nvSpPr>
        <p:spPr bwMode="auto">
          <a:xfrm>
            <a:off x="1708150" y="2903538"/>
            <a:ext cx="3476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4" name="Rectangle 11"/>
          <p:cNvSpPr>
            <a:spLocks noChangeArrowheads="1"/>
          </p:cNvSpPr>
          <p:nvPr/>
        </p:nvSpPr>
        <p:spPr bwMode="auto">
          <a:xfrm>
            <a:off x="2119313" y="2903538"/>
            <a:ext cx="3492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5" name="Rectangle 12"/>
          <p:cNvSpPr>
            <a:spLocks noChangeArrowheads="1"/>
          </p:cNvSpPr>
          <p:nvPr/>
        </p:nvSpPr>
        <p:spPr bwMode="auto">
          <a:xfrm>
            <a:off x="2532063" y="2903538"/>
            <a:ext cx="3460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6" name="Rectangle 13"/>
          <p:cNvSpPr>
            <a:spLocks noChangeArrowheads="1"/>
          </p:cNvSpPr>
          <p:nvPr/>
        </p:nvSpPr>
        <p:spPr bwMode="auto">
          <a:xfrm>
            <a:off x="2941638" y="2903538"/>
            <a:ext cx="3476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7" name="Rectangle 14"/>
          <p:cNvSpPr>
            <a:spLocks noChangeArrowheads="1"/>
          </p:cNvSpPr>
          <p:nvPr/>
        </p:nvSpPr>
        <p:spPr bwMode="auto">
          <a:xfrm>
            <a:off x="3352800" y="2903538"/>
            <a:ext cx="3476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8" name="Rectangle 15"/>
          <p:cNvSpPr>
            <a:spLocks noChangeArrowheads="1"/>
          </p:cNvSpPr>
          <p:nvPr/>
        </p:nvSpPr>
        <p:spPr bwMode="auto">
          <a:xfrm>
            <a:off x="3763963" y="2903538"/>
            <a:ext cx="3492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49" name="Rectangle 16"/>
          <p:cNvSpPr>
            <a:spLocks noChangeArrowheads="1"/>
          </p:cNvSpPr>
          <p:nvPr/>
        </p:nvSpPr>
        <p:spPr bwMode="auto">
          <a:xfrm>
            <a:off x="4535488" y="855663"/>
            <a:ext cx="3613150" cy="2557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4450" name="Rectangle 17"/>
          <p:cNvSpPr>
            <a:spLocks noChangeArrowheads="1"/>
          </p:cNvSpPr>
          <p:nvPr/>
        </p:nvSpPr>
        <p:spPr bwMode="auto">
          <a:xfrm>
            <a:off x="4535488" y="855663"/>
            <a:ext cx="3613150" cy="4921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4451" name="Rectangle 18"/>
          <p:cNvSpPr>
            <a:spLocks noChangeArrowheads="1"/>
          </p:cNvSpPr>
          <p:nvPr/>
        </p:nvSpPr>
        <p:spPr bwMode="auto">
          <a:xfrm>
            <a:off x="4681538" y="919163"/>
            <a:ext cx="3354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4452" name="Object 19"/>
          <p:cNvGraphicFramePr>
            <a:graphicFrameLocks/>
          </p:cNvGraphicFramePr>
          <p:nvPr/>
        </p:nvGraphicFramePr>
        <p:xfrm>
          <a:off x="4657725" y="1395413"/>
          <a:ext cx="3375025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372231" imgH="1515059" progId="MSGraph.Chart.8">
                  <p:embed followColorScheme="full"/>
                </p:oleObj>
              </mc:Choice>
              <mc:Fallback>
                <p:oleObj name="Chart" r:id="rId7" imgW="3372231" imgH="1515059" progId="MSGraph.Chart.8">
                  <p:embed followColorScheme="full"/>
                  <p:pic>
                    <p:nvPicPr>
                      <p:cNvPr id="274452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657725" y="1395413"/>
                        <a:ext cx="3375025" cy="1516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3" name="Rectangle 20"/>
          <p:cNvSpPr>
            <a:spLocks noChangeArrowheads="1"/>
          </p:cNvSpPr>
          <p:nvPr/>
        </p:nvSpPr>
        <p:spPr bwMode="auto">
          <a:xfrm>
            <a:off x="4727575" y="2903538"/>
            <a:ext cx="3492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54" name="Rectangle 21"/>
          <p:cNvSpPr>
            <a:spLocks noChangeArrowheads="1"/>
          </p:cNvSpPr>
          <p:nvPr/>
        </p:nvSpPr>
        <p:spPr bwMode="auto">
          <a:xfrm>
            <a:off x="5140325" y="2903538"/>
            <a:ext cx="3476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55" name="Rectangle 22"/>
          <p:cNvSpPr>
            <a:spLocks noChangeArrowheads="1"/>
          </p:cNvSpPr>
          <p:nvPr/>
        </p:nvSpPr>
        <p:spPr bwMode="auto">
          <a:xfrm>
            <a:off x="5551488" y="2903538"/>
            <a:ext cx="3476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56" name="Rectangle 23"/>
          <p:cNvSpPr>
            <a:spLocks noChangeArrowheads="1"/>
          </p:cNvSpPr>
          <p:nvPr/>
        </p:nvSpPr>
        <p:spPr bwMode="auto">
          <a:xfrm>
            <a:off x="5962650" y="2903538"/>
            <a:ext cx="3460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57" name="Rectangle 24"/>
          <p:cNvSpPr>
            <a:spLocks noChangeArrowheads="1"/>
          </p:cNvSpPr>
          <p:nvPr/>
        </p:nvSpPr>
        <p:spPr bwMode="auto">
          <a:xfrm>
            <a:off x="6372225" y="2903538"/>
            <a:ext cx="3492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58" name="Rectangle 25"/>
          <p:cNvSpPr>
            <a:spLocks noChangeArrowheads="1"/>
          </p:cNvSpPr>
          <p:nvPr/>
        </p:nvSpPr>
        <p:spPr bwMode="auto">
          <a:xfrm>
            <a:off x="6784975" y="2903538"/>
            <a:ext cx="347663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59" name="Rectangle 26"/>
          <p:cNvSpPr>
            <a:spLocks noChangeArrowheads="1"/>
          </p:cNvSpPr>
          <p:nvPr/>
        </p:nvSpPr>
        <p:spPr bwMode="auto">
          <a:xfrm>
            <a:off x="7196138" y="2903538"/>
            <a:ext cx="3476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60" name="Rectangle 27"/>
          <p:cNvSpPr>
            <a:spLocks noChangeArrowheads="1"/>
          </p:cNvSpPr>
          <p:nvPr/>
        </p:nvSpPr>
        <p:spPr bwMode="auto">
          <a:xfrm>
            <a:off x="7607300" y="2903538"/>
            <a:ext cx="34607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61" name="Rectangle 28"/>
          <p:cNvSpPr>
            <a:spLocks noChangeArrowheads="1"/>
          </p:cNvSpPr>
          <p:nvPr/>
        </p:nvSpPr>
        <p:spPr bwMode="auto">
          <a:xfrm>
            <a:off x="692150" y="3559175"/>
            <a:ext cx="3613150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4462" name="Rectangle 29"/>
          <p:cNvSpPr>
            <a:spLocks noChangeArrowheads="1"/>
          </p:cNvSpPr>
          <p:nvPr/>
        </p:nvSpPr>
        <p:spPr bwMode="auto">
          <a:xfrm>
            <a:off x="692150" y="3559175"/>
            <a:ext cx="3613150" cy="4921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4463" name="Rectangle 30"/>
          <p:cNvSpPr>
            <a:spLocks noChangeArrowheads="1"/>
          </p:cNvSpPr>
          <p:nvPr/>
        </p:nvSpPr>
        <p:spPr bwMode="auto">
          <a:xfrm>
            <a:off x="838200" y="3622675"/>
            <a:ext cx="33543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4464" name="Object 31"/>
          <p:cNvGraphicFramePr>
            <a:graphicFrameLocks/>
          </p:cNvGraphicFramePr>
          <p:nvPr/>
        </p:nvGraphicFramePr>
        <p:xfrm>
          <a:off x="812800" y="4098925"/>
          <a:ext cx="3375025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3372231" imgH="1515059" progId="MSGraph.Chart.8">
                  <p:embed followColorScheme="full"/>
                </p:oleObj>
              </mc:Choice>
              <mc:Fallback>
                <p:oleObj name="Chart" r:id="rId9" imgW="3372231" imgH="1515059" progId="MSGraph.Chart.8">
                  <p:embed followColorScheme="full"/>
                  <p:pic>
                    <p:nvPicPr>
                      <p:cNvPr id="274464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812800" y="4098925"/>
                        <a:ext cx="3375025" cy="151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65" name="Rectangle 32"/>
          <p:cNvSpPr>
            <a:spLocks noChangeArrowheads="1"/>
          </p:cNvSpPr>
          <p:nvPr/>
        </p:nvSpPr>
        <p:spPr bwMode="auto">
          <a:xfrm>
            <a:off x="887413" y="5607050"/>
            <a:ext cx="3460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66" name="Rectangle 33"/>
          <p:cNvSpPr>
            <a:spLocks noChangeArrowheads="1"/>
          </p:cNvSpPr>
          <p:nvPr/>
        </p:nvSpPr>
        <p:spPr bwMode="auto">
          <a:xfrm>
            <a:off x="1296988" y="5607050"/>
            <a:ext cx="347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67" name="Rectangle 34"/>
          <p:cNvSpPr>
            <a:spLocks noChangeArrowheads="1"/>
          </p:cNvSpPr>
          <p:nvPr/>
        </p:nvSpPr>
        <p:spPr bwMode="auto">
          <a:xfrm>
            <a:off x="1708150" y="5607050"/>
            <a:ext cx="3476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68" name="Rectangle 35"/>
          <p:cNvSpPr>
            <a:spLocks noChangeArrowheads="1"/>
          </p:cNvSpPr>
          <p:nvPr/>
        </p:nvSpPr>
        <p:spPr bwMode="auto">
          <a:xfrm>
            <a:off x="2119313" y="5607050"/>
            <a:ext cx="3492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69" name="Rectangle 36"/>
          <p:cNvSpPr>
            <a:spLocks noChangeArrowheads="1"/>
          </p:cNvSpPr>
          <p:nvPr/>
        </p:nvSpPr>
        <p:spPr bwMode="auto">
          <a:xfrm>
            <a:off x="2532063" y="5607050"/>
            <a:ext cx="3460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70" name="Rectangle 37"/>
          <p:cNvSpPr>
            <a:spLocks noChangeArrowheads="1"/>
          </p:cNvSpPr>
          <p:nvPr/>
        </p:nvSpPr>
        <p:spPr bwMode="auto">
          <a:xfrm>
            <a:off x="2941638" y="5607050"/>
            <a:ext cx="347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71" name="Rectangle 38"/>
          <p:cNvSpPr>
            <a:spLocks noChangeArrowheads="1"/>
          </p:cNvSpPr>
          <p:nvPr/>
        </p:nvSpPr>
        <p:spPr bwMode="auto">
          <a:xfrm>
            <a:off x="3352800" y="5607050"/>
            <a:ext cx="3476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72" name="Rectangle 39"/>
          <p:cNvSpPr>
            <a:spLocks noChangeArrowheads="1"/>
          </p:cNvSpPr>
          <p:nvPr/>
        </p:nvSpPr>
        <p:spPr bwMode="auto">
          <a:xfrm>
            <a:off x="3763963" y="5607050"/>
            <a:ext cx="3492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73" name="Rectangle 40"/>
          <p:cNvSpPr>
            <a:spLocks noChangeArrowheads="1"/>
          </p:cNvSpPr>
          <p:nvPr/>
        </p:nvSpPr>
        <p:spPr bwMode="auto">
          <a:xfrm>
            <a:off x="4535488" y="3559175"/>
            <a:ext cx="3613150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74474" name="Rectangle 41"/>
          <p:cNvSpPr>
            <a:spLocks noChangeArrowheads="1"/>
          </p:cNvSpPr>
          <p:nvPr/>
        </p:nvSpPr>
        <p:spPr bwMode="auto">
          <a:xfrm>
            <a:off x="4535488" y="3559175"/>
            <a:ext cx="3613150" cy="4921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4475" name="Rectangle 42"/>
          <p:cNvSpPr>
            <a:spLocks noChangeArrowheads="1"/>
          </p:cNvSpPr>
          <p:nvPr/>
        </p:nvSpPr>
        <p:spPr bwMode="auto">
          <a:xfrm>
            <a:off x="4681538" y="3622675"/>
            <a:ext cx="3354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74476" name="Object 43"/>
          <p:cNvGraphicFramePr>
            <a:graphicFrameLocks/>
          </p:cNvGraphicFramePr>
          <p:nvPr/>
        </p:nvGraphicFramePr>
        <p:xfrm>
          <a:off x="4657725" y="4098925"/>
          <a:ext cx="3375025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3372231" imgH="1515059" progId="MSGraph.Chart.8">
                  <p:embed followColorScheme="full"/>
                </p:oleObj>
              </mc:Choice>
              <mc:Fallback>
                <p:oleObj name="Chart" r:id="rId11" imgW="3372231" imgH="1515059" progId="MSGraph.Chart.8">
                  <p:embed followColorScheme="full"/>
                  <p:pic>
                    <p:nvPicPr>
                      <p:cNvPr id="274476" name="Object 4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657725" y="4098925"/>
                        <a:ext cx="3375025" cy="151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77" name="Rectangle 44"/>
          <p:cNvSpPr>
            <a:spLocks noChangeArrowheads="1"/>
          </p:cNvSpPr>
          <p:nvPr/>
        </p:nvSpPr>
        <p:spPr bwMode="auto">
          <a:xfrm>
            <a:off x="4727575" y="5607050"/>
            <a:ext cx="3492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78" name="Rectangle 45"/>
          <p:cNvSpPr>
            <a:spLocks noChangeArrowheads="1"/>
          </p:cNvSpPr>
          <p:nvPr/>
        </p:nvSpPr>
        <p:spPr bwMode="auto">
          <a:xfrm>
            <a:off x="5140325" y="5607050"/>
            <a:ext cx="3476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79" name="Rectangle 46"/>
          <p:cNvSpPr>
            <a:spLocks noChangeArrowheads="1"/>
          </p:cNvSpPr>
          <p:nvPr/>
        </p:nvSpPr>
        <p:spPr bwMode="auto">
          <a:xfrm>
            <a:off x="5551488" y="5607050"/>
            <a:ext cx="347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80" name="Rectangle 47"/>
          <p:cNvSpPr>
            <a:spLocks noChangeArrowheads="1"/>
          </p:cNvSpPr>
          <p:nvPr/>
        </p:nvSpPr>
        <p:spPr bwMode="auto">
          <a:xfrm>
            <a:off x="5962650" y="5607050"/>
            <a:ext cx="3460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81" name="Rectangle 48"/>
          <p:cNvSpPr>
            <a:spLocks noChangeArrowheads="1"/>
          </p:cNvSpPr>
          <p:nvPr/>
        </p:nvSpPr>
        <p:spPr bwMode="auto">
          <a:xfrm>
            <a:off x="6372225" y="5607050"/>
            <a:ext cx="3492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82" name="Rectangle 49"/>
          <p:cNvSpPr>
            <a:spLocks noChangeArrowheads="1"/>
          </p:cNvSpPr>
          <p:nvPr/>
        </p:nvSpPr>
        <p:spPr bwMode="auto">
          <a:xfrm>
            <a:off x="6784975" y="5607050"/>
            <a:ext cx="34766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83" name="Rectangle 50"/>
          <p:cNvSpPr>
            <a:spLocks noChangeArrowheads="1"/>
          </p:cNvSpPr>
          <p:nvPr/>
        </p:nvSpPr>
        <p:spPr bwMode="auto">
          <a:xfrm>
            <a:off x="7196138" y="5607050"/>
            <a:ext cx="347662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84" name="Rectangle 51"/>
          <p:cNvSpPr>
            <a:spLocks noChangeArrowheads="1"/>
          </p:cNvSpPr>
          <p:nvPr/>
        </p:nvSpPr>
        <p:spPr bwMode="auto">
          <a:xfrm>
            <a:off x="7607300" y="5607050"/>
            <a:ext cx="3460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200">
                <a:ea typeface="宋体" pitchFamily="2" charset="-122"/>
              </a:rPr>
              <a:t>Text</a:t>
            </a:r>
          </a:p>
        </p:txBody>
      </p:sp>
      <p:sp>
        <p:nvSpPr>
          <p:cNvPr id="274485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C55B70E-6BE6-4C06-8BBC-733D11BE6CD0}" type="slidenum">
              <a:rPr lang="zh-CN" altLang="en-US" smtClean="0"/>
              <a:pPr defTabSz="895350"/>
              <a:t>266</a:t>
            </a:fld>
            <a:endParaRPr lang="en-US" altLang="zh-CN"/>
          </a:p>
        </p:txBody>
      </p:sp>
      <p:sp>
        <p:nvSpPr>
          <p:cNvPr id="275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7546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75461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75462" name="Rectangle 5"/>
          <p:cNvSpPr>
            <a:spLocks noChangeArrowheads="1"/>
          </p:cNvSpPr>
          <p:nvPr/>
        </p:nvSpPr>
        <p:spPr bwMode="auto">
          <a:xfrm>
            <a:off x="4727575" y="630238"/>
            <a:ext cx="3502025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5463" name="Rectangle 6"/>
          <p:cNvSpPr>
            <a:spLocks noChangeArrowheads="1"/>
          </p:cNvSpPr>
          <p:nvPr/>
        </p:nvSpPr>
        <p:spPr bwMode="auto">
          <a:xfrm>
            <a:off x="4795838" y="684213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sp>
        <p:nvSpPr>
          <p:cNvPr id="275464" name="Rectangle 7"/>
          <p:cNvSpPr>
            <a:spLocks noChangeArrowheads="1"/>
          </p:cNvSpPr>
          <p:nvPr/>
        </p:nvSpPr>
        <p:spPr bwMode="auto">
          <a:xfrm>
            <a:off x="601663" y="2325688"/>
            <a:ext cx="3500437" cy="23574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cxnSp>
        <p:nvCxnSpPr>
          <p:cNvPr id="275465" name="AutoShape 8"/>
          <p:cNvCxnSpPr>
            <a:cxnSpLocks noChangeShapeType="1"/>
            <a:stCxn id="275464" idx="3"/>
            <a:endCxn id="275462" idx="1"/>
          </p:cNvCxnSpPr>
          <p:nvPr/>
        </p:nvCxnSpPr>
        <p:spPr bwMode="auto">
          <a:xfrm flipV="1">
            <a:off x="4102100" y="1317625"/>
            <a:ext cx="625475" cy="21875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5466" name="AutoShape 9"/>
          <p:cNvCxnSpPr>
            <a:cxnSpLocks noChangeShapeType="1"/>
            <a:stCxn id="275464" idx="3"/>
            <a:endCxn id="275468" idx="1"/>
          </p:cNvCxnSpPr>
          <p:nvPr/>
        </p:nvCxnSpPr>
        <p:spPr bwMode="auto">
          <a:xfrm flipV="1">
            <a:off x="4102100" y="2770188"/>
            <a:ext cx="625475" cy="73501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5467" name="AutoShape 10"/>
          <p:cNvCxnSpPr>
            <a:cxnSpLocks noChangeShapeType="1"/>
            <a:stCxn id="275464" idx="3"/>
            <a:endCxn id="275470" idx="1"/>
          </p:cNvCxnSpPr>
          <p:nvPr/>
        </p:nvCxnSpPr>
        <p:spPr bwMode="auto">
          <a:xfrm>
            <a:off x="4102100" y="3505200"/>
            <a:ext cx="625475" cy="7175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75468" name="Rectangle 11"/>
          <p:cNvSpPr>
            <a:spLocks noChangeArrowheads="1"/>
          </p:cNvSpPr>
          <p:nvPr/>
        </p:nvSpPr>
        <p:spPr bwMode="auto">
          <a:xfrm>
            <a:off x="4727575" y="2082800"/>
            <a:ext cx="3502025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5469" name="Rectangle 12"/>
          <p:cNvSpPr>
            <a:spLocks noChangeArrowheads="1"/>
          </p:cNvSpPr>
          <p:nvPr/>
        </p:nvSpPr>
        <p:spPr bwMode="auto">
          <a:xfrm>
            <a:off x="4795838" y="2136775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sp>
        <p:nvSpPr>
          <p:cNvPr id="275470" name="Rectangle 13"/>
          <p:cNvSpPr>
            <a:spLocks noChangeArrowheads="1"/>
          </p:cNvSpPr>
          <p:nvPr/>
        </p:nvSpPr>
        <p:spPr bwMode="auto">
          <a:xfrm>
            <a:off x="4727575" y="3535363"/>
            <a:ext cx="3502025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5471" name="Rectangle 14"/>
          <p:cNvSpPr>
            <a:spLocks noChangeArrowheads="1"/>
          </p:cNvSpPr>
          <p:nvPr/>
        </p:nvSpPr>
        <p:spPr bwMode="auto">
          <a:xfrm>
            <a:off x="4795838" y="3589338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sp>
        <p:nvSpPr>
          <p:cNvPr id="275472" name="Rectangle 15"/>
          <p:cNvSpPr>
            <a:spLocks noChangeArrowheads="1"/>
          </p:cNvSpPr>
          <p:nvPr/>
        </p:nvSpPr>
        <p:spPr bwMode="auto">
          <a:xfrm>
            <a:off x="4727575" y="4987925"/>
            <a:ext cx="3502025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5473" name="Rectangle 16"/>
          <p:cNvSpPr>
            <a:spLocks noChangeArrowheads="1"/>
          </p:cNvSpPr>
          <p:nvPr/>
        </p:nvSpPr>
        <p:spPr bwMode="auto">
          <a:xfrm>
            <a:off x="4795838" y="5041900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cxnSp>
        <p:nvCxnSpPr>
          <p:cNvPr id="275474" name="AutoShape 17"/>
          <p:cNvCxnSpPr>
            <a:cxnSpLocks noChangeShapeType="1"/>
            <a:stCxn id="275464" idx="3"/>
            <a:endCxn id="275472" idx="1"/>
          </p:cNvCxnSpPr>
          <p:nvPr/>
        </p:nvCxnSpPr>
        <p:spPr bwMode="auto">
          <a:xfrm>
            <a:off x="4102100" y="3505200"/>
            <a:ext cx="625475" cy="217011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75475" name="Group 18"/>
          <p:cNvGrpSpPr>
            <a:grpSpLocks/>
          </p:cNvGrpSpPr>
          <p:nvPr/>
        </p:nvGrpSpPr>
        <p:grpSpPr bwMode="auto">
          <a:xfrm>
            <a:off x="4829175" y="793750"/>
            <a:ext cx="3370263" cy="1095375"/>
            <a:chOff x="3042" y="500"/>
            <a:chExt cx="2123" cy="690"/>
          </a:xfrm>
        </p:grpSpPr>
        <p:graphicFrame>
          <p:nvGraphicFramePr>
            <p:cNvPr id="275516" name="Object 19"/>
            <p:cNvGraphicFramePr>
              <a:graphicFrameLocks/>
            </p:cNvGraphicFramePr>
            <p:nvPr/>
          </p:nvGraphicFramePr>
          <p:xfrm>
            <a:off x="3042" y="500"/>
            <a:ext cx="2123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3" imgW="3372231" imgH="981456" progId="MSGraph.Chart.8">
                    <p:embed followColorScheme="full"/>
                  </p:oleObj>
                </mc:Choice>
                <mc:Fallback>
                  <p:oleObj name="Chart" r:id="rId3" imgW="3372231" imgH="981456" progId="MSGraph.Chart.8">
                    <p:embed followColorScheme="full"/>
                    <p:pic>
                      <p:nvPicPr>
                        <p:cNvPr id="275516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042" y="500"/>
                          <a:ext cx="2123" cy="6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5517" name="Rectangle 20"/>
            <p:cNvSpPr>
              <a:spLocks noChangeArrowheads="1"/>
            </p:cNvSpPr>
            <p:nvPr/>
          </p:nvSpPr>
          <p:spPr bwMode="auto">
            <a:xfrm>
              <a:off x="3086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8" name="Rectangle 21"/>
            <p:cNvSpPr>
              <a:spLocks noChangeArrowheads="1"/>
            </p:cNvSpPr>
            <p:nvPr/>
          </p:nvSpPr>
          <p:spPr bwMode="auto">
            <a:xfrm>
              <a:off x="3346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9" name="Rectangle 22"/>
            <p:cNvSpPr>
              <a:spLocks noChangeArrowheads="1"/>
            </p:cNvSpPr>
            <p:nvPr/>
          </p:nvSpPr>
          <p:spPr bwMode="auto">
            <a:xfrm>
              <a:off x="3605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20" name="Rectangle 23"/>
            <p:cNvSpPr>
              <a:spLocks noChangeArrowheads="1"/>
            </p:cNvSpPr>
            <p:nvPr/>
          </p:nvSpPr>
          <p:spPr bwMode="auto">
            <a:xfrm>
              <a:off x="3864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21" name="Rectangle 24"/>
            <p:cNvSpPr>
              <a:spLocks noChangeArrowheads="1"/>
            </p:cNvSpPr>
            <p:nvPr/>
          </p:nvSpPr>
          <p:spPr bwMode="auto">
            <a:xfrm>
              <a:off x="4122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22" name="Rectangle 25"/>
            <p:cNvSpPr>
              <a:spLocks noChangeArrowheads="1"/>
            </p:cNvSpPr>
            <p:nvPr/>
          </p:nvSpPr>
          <p:spPr bwMode="auto">
            <a:xfrm>
              <a:off x="4382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23" name="Rectangle 26"/>
            <p:cNvSpPr>
              <a:spLocks noChangeArrowheads="1"/>
            </p:cNvSpPr>
            <p:nvPr/>
          </p:nvSpPr>
          <p:spPr bwMode="auto">
            <a:xfrm>
              <a:off x="4641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24" name="Rectangle 27"/>
            <p:cNvSpPr>
              <a:spLocks noChangeArrowheads="1"/>
            </p:cNvSpPr>
            <p:nvPr/>
          </p:nvSpPr>
          <p:spPr bwMode="auto">
            <a:xfrm>
              <a:off x="4900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5476" name="Group 28"/>
          <p:cNvGrpSpPr>
            <a:grpSpLocks/>
          </p:cNvGrpSpPr>
          <p:nvPr/>
        </p:nvGrpSpPr>
        <p:grpSpPr bwMode="auto">
          <a:xfrm>
            <a:off x="4829175" y="2244725"/>
            <a:ext cx="3370263" cy="1095375"/>
            <a:chOff x="3042" y="500"/>
            <a:chExt cx="2123" cy="690"/>
          </a:xfrm>
        </p:grpSpPr>
        <p:graphicFrame>
          <p:nvGraphicFramePr>
            <p:cNvPr id="275507" name="Object 29"/>
            <p:cNvGraphicFramePr>
              <a:graphicFrameLocks/>
            </p:cNvGraphicFramePr>
            <p:nvPr/>
          </p:nvGraphicFramePr>
          <p:xfrm>
            <a:off x="3042" y="500"/>
            <a:ext cx="2123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372231" imgH="981456" progId="MSGraph.Chart.8">
                    <p:embed followColorScheme="full"/>
                  </p:oleObj>
                </mc:Choice>
                <mc:Fallback>
                  <p:oleObj name="Chart" r:id="rId5" imgW="3372231" imgH="981456" progId="MSGraph.Chart.8">
                    <p:embed followColorScheme="full"/>
                    <p:pic>
                      <p:nvPicPr>
                        <p:cNvPr id="275507" name="Object 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042" y="500"/>
                          <a:ext cx="2123" cy="6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5508" name="Rectangle 30"/>
            <p:cNvSpPr>
              <a:spLocks noChangeArrowheads="1"/>
            </p:cNvSpPr>
            <p:nvPr/>
          </p:nvSpPr>
          <p:spPr bwMode="auto">
            <a:xfrm>
              <a:off x="3086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9" name="Rectangle 31"/>
            <p:cNvSpPr>
              <a:spLocks noChangeArrowheads="1"/>
            </p:cNvSpPr>
            <p:nvPr/>
          </p:nvSpPr>
          <p:spPr bwMode="auto">
            <a:xfrm>
              <a:off x="3346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0" name="Rectangle 32"/>
            <p:cNvSpPr>
              <a:spLocks noChangeArrowheads="1"/>
            </p:cNvSpPr>
            <p:nvPr/>
          </p:nvSpPr>
          <p:spPr bwMode="auto">
            <a:xfrm>
              <a:off x="3605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1" name="Rectangle 33"/>
            <p:cNvSpPr>
              <a:spLocks noChangeArrowheads="1"/>
            </p:cNvSpPr>
            <p:nvPr/>
          </p:nvSpPr>
          <p:spPr bwMode="auto">
            <a:xfrm>
              <a:off x="3864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2" name="Rectangle 34"/>
            <p:cNvSpPr>
              <a:spLocks noChangeArrowheads="1"/>
            </p:cNvSpPr>
            <p:nvPr/>
          </p:nvSpPr>
          <p:spPr bwMode="auto">
            <a:xfrm>
              <a:off x="4122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3" name="Rectangle 35"/>
            <p:cNvSpPr>
              <a:spLocks noChangeArrowheads="1"/>
            </p:cNvSpPr>
            <p:nvPr/>
          </p:nvSpPr>
          <p:spPr bwMode="auto">
            <a:xfrm>
              <a:off x="4382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4" name="Rectangle 36"/>
            <p:cNvSpPr>
              <a:spLocks noChangeArrowheads="1"/>
            </p:cNvSpPr>
            <p:nvPr/>
          </p:nvSpPr>
          <p:spPr bwMode="auto">
            <a:xfrm>
              <a:off x="4641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15" name="Rectangle 37"/>
            <p:cNvSpPr>
              <a:spLocks noChangeArrowheads="1"/>
            </p:cNvSpPr>
            <p:nvPr/>
          </p:nvSpPr>
          <p:spPr bwMode="auto">
            <a:xfrm>
              <a:off x="4900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5477" name="Group 38"/>
          <p:cNvGrpSpPr>
            <a:grpSpLocks/>
          </p:cNvGrpSpPr>
          <p:nvPr/>
        </p:nvGrpSpPr>
        <p:grpSpPr bwMode="auto">
          <a:xfrm>
            <a:off x="4829175" y="3697288"/>
            <a:ext cx="3370263" cy="1095375"/>
            <a:chOff x="3042" y="500"/>
            <a:chExt cx="2123" cy="690"/>
          </a:xfrm>
        </p:grpSpPr>
        <p:graphicFrame>
          <p:nvGraphicFramePr>
            <p:cNvPr id="275498" name="Object 39"/>
            <p:cNvGraphicFramePr>
              <a:graphicFrameLocks/>
            </p:cNvGraphicFramePr>
            <p:nvPr/>
          </p:nvGraphicFramePr>
          <p:xfrm>
            <a:off x="3042" y="500"/>
            <a:ext cx="2123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7" imgW="3372231" imgH="981456" progId="MSGraph.Chart.8">
                    <p:embed followColorScheme="full"/>
                  </p:oleObj>
                </mc:Choice>
                <mc:Fallback>
                  <p:oleObj name="Chart" r:id="rId7" imgW="3372231" imgH="981456" progId="MSGraph.Chart.8">
                    <p:embed followColorScheme="full"/>
                    <p:pic>
                      <p:nvPicPr>
                        <p:cNvPr id="275498" name="Object 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042" y="500"/>
                          <a:ext cx="2123" cy="6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5499" name="Rectangle 40"/>
            <p:cNvSpPr>
              <a:spLocks noChangeArrowheads="1"/>
            </p:cNvSpPr>
            <p:nvPr/>
          </p:nvSpPr>
          <p:spPr bwMode="auto">
            <a:xfrm>
              <a:off x="3086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0" name="Rectangle 41"/>
            <p:cNvSpPr>
              <a:spLocks noChangeArrowheads="1"/>
            </p:cNvSpPr>
            <p:nvPr/>
          </p:nvSpPr>
          <p:spPr bwMode="auto">
            <a:xfrm>
              <a:off x="3346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1" name="Rectangle 42"/>
            <p:cNvSpPr>
              <a:spLocks noChangeArrowheads="1"/>
            </p:cNvSpPr>
            <p:nvPr/>
          </p:nvSpPr>
          <p:spPr bwMode="auto">
            <a:xfrm>
              <a:off x="3605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2" name="Rectangle 43"/>
            <p:cNvSpPr>
              <a:spLocks noChangeArrowheads="1"/>
            </p:cNvSpPr>
            <p:nvPr/>
          </p:nvSpPr>
          <p:spPr bwMode="auto">
            <a:xfrm>
              <a:off x="3864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3" name="Rectangle 44"/>
            <p:cNvSpPr>
              <a:spLocks noChangeArrowheads="1"/>
            </p:cNvSpPr>
            <p:nvPr/>
          </p:nvSpPr>
          <p:spPr bwMode="auto">
            <a:xfrm>
              <a:off x="4122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4" name="Rectangle 45"/>
            <p:cNvSpPr>
              <a:spLocks noChangeArrowheads="1"/>
            </p:cNvSpPr>
            <p:nvPr/>
          </p:nvSpPr>
          <p:spPr bwMode="auto">
            <a:xfrm>
              <a:off x="4382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5" name="Rectangle 46"/>
            <p:cNvSpPr>
              <a:spLocks noChangeArrowheads="1"/>
            </p:cNvSpPr>
            <p:nvPr/>
          </p:nvSpPr>
          <p:spPr bwMode="auto">
            <a:xfrm>
              <a:off x="4641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506" name="Rectangle 47"/>
            <p:cNvSpPr>
              <a:spLocks noChangeArrowheads="1"/>
            </p:cNvSpPr>
            <p:nvPr/>
          </p:nvSpPr>
          <p:spPr bwMode="auto">
            <a:xfrm>
              <a:off x="4900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5478" name="Group 48"/>
          <p:cNvGrpSpPr>
            <a:grpSpLocks/>
          </p:cNvGrpSpPr>
          <p:nvPr/>
        </p:nvGrpSpPr>
        <p:grpSpPr bwMode="auto">
          <a:xfrm>
            <a:off x="4829175" y="5149850"/>
            <a:ext cx="3370263" cy="1095375"/>
            <a:chOff x="3042" y="500"/>
            <a:chExt cx="2123" cy="690"/>
          </a:xfrm>
        </p:grpSpPr>
        <p:graphicFrame>
          <p:nvGraphicFramePr>
            <p:cNvPr id="275489" name="Object 49"/>
            <p:cNvGraphicFramePr>
              <a:graphicFrameLocks/>
            </p:cNvGraphicFramePr>
            <p:nvPr/>
          </p:nvGraphicFramePr>
          <p:xfrm>
            <a:off x="3042" y="500"/>
            <a:ext cx="2123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9" imgW="3372231" imgH="981456" progId="MSGraph.Chart.8">
                    <p:embed followColorScheme="full"/>
                  </p:oleObj>
                </mc:Choice>
                <mc:Fallback>
                  <p:oleObj name="Chart" r:id="rId9" imgW="3372231" imgH="981456" progId="MSGraph.Chart.8">
                    <p:embed followColorScheme="full"/>
                    <p:pic>
                      <p:nvPicPr>
                        <p:cNvPr id="275489" name="Object 4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042" y="500"/>
                          <a:ext cx="2123" cy="6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5490" name="Rectangle 50"/>
            <p:cNvSpPr>
              <a:spLocks noChangeArrowheads="1"/>
            </p:cNvSpPr>
            <p:nvPr/>
          </p:nvSpPr>
          <p:spPr bwMode="auto">
            <a:xfrm>
              <a:off x="3086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1" name="Rectangle 51"/>
            <p:cNvSpPr>
              <a:spLocks noChangeArrowheads="1"/>
            </p:cNvSpPr>
            <p:nvPr/>
          </p:nvSpPr>
          <p:spPr bwMode="auto">
            <a:xfrm>
              <a:off x="3346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2" name="Rectangle 52"/>
            <p:cNvSpPr>
              <a:spLocks noChangeArrowheads="1"/>
            </p:cNvSpPr>
            <p:nvPr/>
          </p:nvSpPr>
          <p:spPr bwMode="auto">
            <a:xfrm>
              <a:off x="3605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3" name="Rectangle 53"/>
            <p:cNvSpPr>
              <a:spLocks noChangeArrowheads="1"/>
            </p:cNvSpPr>
            <p:nvPr/>
          </p:nvSpPr>
          <p:spPr bwMode="auto">
            <a:xfrm>
              <a:off x="3864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4" name="Rectangle 54"/>
            <p:cNvSpPr>
              <a:spLocks noChangeArrowheads="1"/>
            </p:cNvSpPr>
            <p:nvPr/>
          </p:nvSpPr>
          <p:spPr bwMode="auto">
            <a:xfrm>
              <a:off x="4122" y="1094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5" name="Rectangle 55"/>
            <p:cNvSpPr>
              <a:spLocks noChangeArrowheads="1"/>
            </p:cNvSpPr>
            <p:nvPr/>
          </p:nvSpPr>
          <p:spPr bwMode="auto">
            <a:xfrm>
              <a:off x="4382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6" name="Rectangle 56"/>
            <p:cNvSpPr>
              <a:spLocks noChangeArrowheads="1"/>
            </p:cNvSpPr>
            <p:nvPr/>
          </p:nvSpPr>
          <p:spPr bwMode="auto">
            <a:xfrm>
              <a:off x="4641" y="1094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5497" name="Rectangle 57"/>
            <p:cNvSpPr>
              <a:spLocks noChangeArrowheads="1"/>
            </p:cNvSpPr>
            <p:nvPr/>
          </p:nvSpPr>
          <p:spPr bwMode="auto">
            <a:xfrm>
              <a:off x="4900" y="1094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aphicFrame>
        <p:nvGraphicFramePr>
          <p:cNvPr id="275479" name="Object 58"/>
          <p:cNvGraphicFramePr>
            <a:graphicFrameLocks/>
          </p:cNvGraphicFramePr>
          <p:nvPr/>
        </p:nvGraphicFramePr>
        <p:xfrm>
          <a:off x="654050" y="2659063"/>
          <a:ext cx="3371850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3372231" imgH="1676806" progId="MSGraph.Chart.8">
                  <p:embed followColorScheme="full"/>
                </p:oleObj>
              </mc:Choice>
              <mc:Fallback>
                <p:oleObj name="Chart" r:id="rId11" imgW="3372231" imgH="1676806" progId="MSGraph.Chart.8">
                  <p:embed followColorScheme="full"/>
                  <p:pic>
                    <p:nvPicPr>
                      <p:cNvPr id="275479" name="Object 5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54050" y="2659063"/>
                        <a:ext cx="3371850" cy="167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80" name="Rectangle 59"/>
          <p:cNvSpPr>
            <a:spLocks noChangeArrowheads="1"/>
          </p:cNvSpPr>
          <p:nvPr/>
        </p:nvSpPr>
        <p:spPr bwMode="auto">
          <a:xfrm>
            <a:off x="720725" y="4300538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1" name="Rectangle 60"/>
          <p:cNvSpPr>
            <a:spLocks noChangeArrowheads="1"/>
          </p:cNvSpPr>
          <p:nvPr/>
        </p:nvSpPr>
        <p:spPr bwMode="auto">
          <a:xfrm>
            <a:off x="1133475" y="4300538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2" name="Rectangle 61"/>
          <p:cNvSpPr>
            <a:spLocks noChangeArrowheads="1"/>
          </p:cNvSpPr>
          <p:nvPr/>
        </p:nvSpPr>
        <p:spPr bwMode="auto">
          <a:xfrm>
            <a:off x="1544638" y="4300538"/>
            <a:ext cx="3476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3" name="Rectangle 62"/>
          <p:cNvSpPr>
            <a:spLocks noChangeArrowheads="1"/>
          </p:cNvSpPr>
          <p:nvPr/>
        </p:nvSpPr>
        <p:spPr bwMode="auto">
          <a:xfrm>
            <a:off x="1955800" y="4300538"/>
            <a:ext cx="346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4" name="Rectangle 63"/>
          <p:cNvSpPr>
            <a:spLocks noChangeArrowheads="1"/>
          </p:cNvSpPr>
          <p:nvPr/>
        </p:nvSpPr>
        <p:spPr bwMode="auto">
          <a:xfrm>
            <a:off x="2365375" y="4300538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5" name="Rectangle 64"/>
          <p:cNvSpPr>
            <a:spLocks noChangeArrowheads="1"/>
          </p:cNvSpPr>
          <p:nvPr/>
        </p:nvSpPr>
        <p:spPr bwMode="auto">
          <a:xfrm>
            <a:off x="2778125" y="4300538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6" name="Rectangle 65"/>
          <p:cNvSpPr>
            <a:spLocks noChangeArrowheads="1"/>
          </p:cNvSpPr>
          <p:nvPr/>
        </p:nvSpPr>
        <p:spPr bwMode="auto">
          <a:xfrm>
            <a:off x="3189288" y="4300538"/>
            <a:ext cx="3476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7" name="Rectangle 66"/>
          <p:cNvSpPr>
            <a:spLocks noChangeArrowheads="1"/>
          </p:cNvSpPr>
          <p:nvPr/>
        </p:nvSpPr>
        <p:spPr bwMode="auto">
          <a:xfrm>
            <a:off x="3600450" y="4300538"/>
            <a:ext cx="346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5488" name="Rectangle 67"/>
          <p:cNvSpPr>
            <a:spLocks noChangeArrowheads="1"/>
          </p:cNvSpPr>
          <p:nvPr/>
        </p:nvSpPr>
        <p:spPr bwMode="auto">
          <a:xfrm>
            <a:off x="692150" y="2422525"/>
            <a:ext cx="3305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endParaRPr lang="en-US" altLang="ko-KR" sz="1000">
              <a:ea typeface="Gulim" pitchFamily="34" charset="-127"/>
            </a:endParaRPr>
          </a:p>
          <a:p>
            <a:pPr defTabSz="895350">
              <a:buSzPct val="120000"/>
            </a:pPr>
            <a:r>
              <a:rPr lang="en-US" altLang="ko-KR" sz="1000">
                <a:ea typeface="Gulim" pitchFamily="34" charset="-127"/>
              </a:rPr>
              <a:t>Measure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94711E24-381B-4B82-B42B-C3845D6682C9}" type="slidenum">
              <a:rPr lang="zh-CN" altLang="en-US" smtClean="0"/>
              <a:pPr defTabSz="895350"/>
              <a:t>267</a:t>
            </a:fld>
            <a:endParaRPr lang="en-US" altLang="zh-CN"/>
          </a:p>
        </p:txBody>
      </p:sp>
      <p:sp>
        <p:nvSpPr>
          <p:cNvPr id="276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7648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76485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cxnSp>
        <p:nvCxnSpPr>
          <p:cNvPr id="276486" name="AutoShape 5"/>
          <p:cNvCxnSpPr>
            <a:cxnSpLocks noChangeShapeType="1"/>
            <a:stCxn id="276492" idx="3"/>
            <a:endCxn id="276572" idx="1"/>
          </p:cNvCxnSpPr>
          <p:nvPr/>
        </p:nvCxnSpPr>
        <p:spPr bwMode="auto">
          <a:xfrm flipV="1">
            <a:off x="5795963" y="1014413"/>
            <a:ext cx="298450" cy="9747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6487" name="AutoShape 6"/>
          <p:cNvCxnSpPr>
            <a:cxnSpLocks noChangeShapeType="1"/>
            <a:stCxn id="276492" idx="3"/>
            <a:endCxn id="276563" idx="1"/>
          </p:cNvCxnSpPr>
          <p:nvPr/>
        </p:nvCxnSpPr>
        <p:spPr bwMode="auto">
          <a:xfrm>
            <a:off x="5795963" y="1989138"/>
            <a:ext cx="298450" cy="15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6488" name="AutoShape 7"/>
          <p:cNvCxnSpPr>
            <a:cxnSpLocks noChangeShapeType="1"/>
            <a:stCxn id="276492" idx="3"/>
            <a:endCxn id="276554" idx="1"/>
          </p:cNvCxnSpPr>
          <p:nvPr/>
        </p:nvCxnSpPr>
        <p:spPr bwMode="auto">
          <a:xfrm>
            <a:off x="5795963" y="1989138"/>
            <a:ext cx="298450" cy="9779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76489" name="Group 8"/>
          <p:cNvGrpSpPr>
            <a:grpSpLocks/>
          </p:cNvGrpSpPr>
          <p:nvPr/>
        </p:nvGrpSpPr>
        <p:grpSpPr bwMode="auto">
          <a:xfrm>
            <a:off x="6094413" y="508000"/>
            <a:ext cx="2636837" cy="973138"/>
            <a:chOff x="3504" y="340"/>
            <a:chExt cx="1661" cy="613"/>
          </a:xfrm>
        </p:grpSpPr>
        <p:sp>
          <p:nvSpPr>
            <p:cNvPr id="276572" name="Rectangle 9"/>
            <p:cNvSpPr>
              <a:spLocks noChangeArrowheads="1"/>
            </p:cNvSpPr>
            <p:nvPr/>
          </p:nvSpPr>
          <p:spPr bwMode="auto">
            <a:xfrm>
              <a:off x="3504" y="365"/>
              <a:ext cx="1661" cy="5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6573" name="Rectangle 10"/>
            <p:cNvSpPr>
              <a:spLocks noChangeArrowheads="1"/>
            </p:cNvSpPr>
            <p:nvPr/>
          </p:nvSpPr>
          <p:spPr bwMode="auto">
            <a:xfrm>
              <a:off x="3536" y="390"/>
              <a:ext cx="158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 </a:t>
              </a:r>
              <a:r>
                <a:rPr lang="en-US" altLang="ko-KR" sz="1000">
                  <a:ea typeface="Gulim" pitchFamily="34" charset="-127"/>
                </a:rPr>
                <a:t>(Measure)</a:t>
              </a:r>
            </a:p>
          </p:txBody>
        </p:sp>
        <p:graphicFrame>
          <p:nvGraphicFramePr>
            <p:cNvPr id="276574" name="Object 11"/>
            <p:cNvGraphicFramePr>
              <a:graphicFrameLocks/>
            </p:cNvGraphicFramePr>
            <p:nvPr/>
          </p:nvGraphicFramePr>
          <p:xfrm>
            <a:off x="3529" y="340"/>
            <a:ext cx="160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3" imgW="2543556" imgH="914806" progId="MSGraph.Chart.8">
                    <p:embed followColorScheme="full"/>
                  </p:oleObj>
                </mc:Choice>
                <mc:Fallback>
                  <p:oleObj name="Chart" r:id="rId3" imgW="2543556" imgH="914806" progId="MSGraph.Chart.8">
                    <p:embed followColorScheme="full"/>
                    <p:pic>
                      <p:nvPicPr>
                        <p:cNvPr id="276574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529" y="340"/>
                          <a:ext cx="1602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75" name="Rectangle 12"/>
            <p:cNvSpPr>
              <a:spLocks noChangeArrowheads="1"/>
            </p:cNvSpPr>
            <p:nvPr/>
          </p:nvSpPr>
          <p:spPr bwMode="auto">
            <a:xfrm>
              <a:off x="3581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76" name="Rectangle 13"/>
            <p:cNvSpPr>
              <a:spLocks noChangeArrowheads="1"/>
            </p:cNvSpPr>
            <p:nvPr/>
          </p:nvSpPr>
          <p:spPr bwMode="auto">
            <a:xfrm>
              <a:off x="3838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77" name="Rectangle 14"/>
            <p:cNvSpPr>
              <a:spLocks noChangeArrowheads="1"/>
            </p:cNvSpPr>
            <p:nvPr/>
          </p:nvSpPr>
          <p:spPr bwMode="auto">
            <a:xfrm>
              <a:off x="4094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78" name="Rectangle 15"/>
            <p:cNvSpPr>
              <a:spLocks noChangeArrowheads="1"/>
            </p:cNvSpPr>
            <p:nvPr/>
          </p:nvSpPr>
          <p:spPr bwMode="auto">
            <a:xfrm>
              <a:off x="4350" y="813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79" name="Rectangle 16"/>
            <p:cNvSpPr>
              <a:spLocks noChangeArrowheads="1"/>
            </p:cNvSpPr>
            <p:nvPr/>
          </p:nvSpPr>
          <p:spPr bwMode="auto">
            <a:xfrm>
              <a:off x="4605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80" name="Rectangle 17"/>
            <p:cNvSpPr>
              <a:spLocks noChangeArrowheads="1"/>
            </p:cNvSpPr>
            <p:nvPr/>
          </p:nvSpPr>
          <p:spPr bwMode="auto">
            <a:xfrm>
              <a:off x="4862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6490" name="Group 18"/>
          <p:cNvGrpSpPr>
            <a:grpSpLocks/>
          </p:cNvGrpSpPr>
          <p:nvPr/>
        </p:nvGrpSpPr>
        <p:grpSpPr bwMode="auto">
          <a:xfrm>
            <a:off x="6094413" y="1484313"/>
            <a:ext cx="2636837" cy="973137"/>
            <a:chOff x="3504" y="340"/>
            <a:chExt cx="1661" cy="613"/>
          </a:xfrm>
        </p:grpSpPr>
        <p:sp>
          <p:nvSpPr>
            <p:cNvPr id="276563" name="Rectangle 19"/>
            <p:cNvSpPr>
              <a:spLocks noChangeArrowheads="1"/>
            </p:cNvSpPr>
            <p:nvPr/>
          </p:nvSpPr>
          <p:spPr bwMode="auto">
            <a:xfrm>
              <a:off x="3504" y="365"/>
              <a:ext cx="1661" cy="5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6564" name="Rectangle 20"/>
            <p:cNvSpPr>
              <a:spLocks noChangeArrowheads="1"/>
            </p:cNvSpPr>
            <p:nvPr/>
          </p:nvSpPr>
          <p:spPr bwMode="auto">
            <a:xfrm>
              <a:off x="3536" y="390"/>
              <a:ext cx="158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 </a:t>
              </a:r>
              <a:r>
                <a:rPr lang="en-US" altLang="ko-KR" sz="1000">
                  <a:ea typeface="Gulim" pitchFamily="34" charset="-127"/>
                </a:rPr>
                <a:t>(Measure)</a:t>
              </a:r>
            </a:p>
          </p:txBody>
        </p:sp>
        <p:graphicFrame>
          <p:nvGraphicFramePr>
            <p:cNvPr id="276565" name="Object 21"/>
            <p:cNvGraphicFramePr>
              <a:graphicFrameLocks/>
            </p:cNvGraphicFramePr>
            <p:nvPr/>
          </p:nvGraphicFramePr>
          <p:xfrm>
            <a:off x="3529" y="340"/>
            <a:ext cx="160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2543556" imgH="914806" progId="MSGraph.Chart.8">
                    <p:embed followColorScheme="full"/>
                  </p:oleObj>
                </mc:Choice>
                <mc:Fallback>
                  <p:oleObj name="Chart" r:id="rId5" imgW="2543556" imgH="914806" progId="MSGraph.Chart.8">
                    <p:embed followColorScheme="full"/>
                    <p:pic>
                      <p:nvPicPr>
                        <p:cNvPr id="276565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529" y="340"/>
                          <a:ext cx="1602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66" name="Rectangle 22"/>
            <p:cNvSpPr>
              <a:spLocks noChangeArrowheads="1"/>
            </p:cNvSpPr>
            <p:nvPr/>
          </p:nvSpPr>
          <p:spPr bwMode="auto">
            <a:xfrm>
              <a:off x="3581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67" name="Rectangle 23"/>
            <p:cNvSpPr>
              <a:spLocks noChangeArrowheads="1"/>
            </p:cNvSpPr>
            <p:nvPr/>
          </p:nvSpPr>
          <p:spPr bwMode="auto">
            <a:xfrm>
              <a:off x="3838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68" name="Rectangle 24"/>
            <p:cNvSpPr>
              <a:spLocks noChangeArrowheads="1"/>
            </p:cNvSpPr>
            <p:nvPr/>
          </p:nvSpPr>
          <p:spPr bwMode="auto">
            <a:xfrm>
              <a:off x="4094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69" name="Rectangle 25"/>
            <p:cNvSpPr>
              <a:spLocks noChangeArrowheads="1"/>
            </p:cNvSpPr>
            <p:nvPr/>
          </p:nvSpPr>
          <p:spPr bwMode="auto">
            <a:xfrm>
              <a:off x="4350" y="813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70" name="Rectangle 26"/>
            <p:cNvSpPr>
              <a:spLocks noChangeArrowheads="1"/>
            </p:cNvSpPr>
            <p:nvPr/>
          </p:nvSpPr>
          <p:spPr bwMode="auto">
            <a:xfrm>
              <a:off x="4605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71" name="Rectangle 27"/>
            <p:cNvSpPr>
              <a:spLocks noChangeArrowheads="1"/>
            </p:cNvSpPr>
            <p:nvPr/>
          </p:nvSpPr>
          <p:spPr bwMode="auto">
            <a:xfrm>
              <a:off x="4862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6491" name="Group 28"/>
          <p:cNvGrpSpPr>
            <a:grpSpLocks/>
          </p:cNvGrpSpPr>
          <p:nvPr/>
        </p:nvGrpSpPr>
        <p:grpSpPr bwMode="auto">
          <a:xfrm>
            <a:off x="6094413" y="2460625"/>
            <a:ext cx="2636837" cy="973138"/>
            <a:chOff x="3504" y="340"/>
            <a:chExt cx="1661" cy="613"/>
          </a:xfrm>
        </p:grpSpPr>
        <p:sp>
          <p:nvSpPr>
            <p:cNvPr id="276554" name="Rectangle 29"/>
            <p:cNvSpPr>
              <a:spLocks noChangeArrowheads="1"/>
            </p:cNvSpPr>
            <p:nvPr/>
          </p:nvSpPr>
          <p:spPr bwMode="auto">
            <a:xfrm>
              <a:off x="3504" y="365"/>
              <a:ext cx="1661" cy="5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6555" name="Rectangle 30"/>
            <p:cNvSpPr>
              <a:spLocks noChangeArrowheads="1"/>
            </p:cNvSpPr>
            <p:nvPr/>
          </p:nvSpPr>
          <p:spPr bwMode="auto">
            <a:xfrm>
              <a:off x="3536" y="390"/>
              <a:ext cx="158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 </a:t>
              </a:r>
              <a:r>
                <a:rPr lang="en-US" altLang="ko-KR" sz="1000">
                  <a:ea typeface="Gulim" pitchFamily="34" charset="-127"/>
                </a:rPr>
                <a:t>(Measure)</a:t>
              </a:r>
            </a:p>
          </p:txBody>
        </p:sp>
        <p:graphicFrame>
          <p:nvGraphicFramePr>
            <p:cNvPr id="276556" name="Object 31"/>
            <p:cNvGraphicFramePr>
              <a:graphicFrameLocks/>
            </p:cNvGraphicFramePr>
            <p:nvPr/>
          </p:nvGraphicFramePr>
          <p:xfrm>
            <a:off x="3529" y="340"/>
            <a:ext cx="160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7" imgW="2543556" imgH="914806" progId="MSGraph.Chart.8">
                    <p:embed followColorScheme="full"/>
                  </p:oleObj>
                </mc:Choice>
                <mc:Fallback>
                  <p:oleObj name="Chart" r:id="rId7" imgW="2543556" imgH="914806" progId="MSGraph.Chart.8">
                    <p:embed followColorScheme="full"/>
                    <p:pic>
                      <p:nvPicPr>
                        <p:cNvPr id="276556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529" y="340"/>
                          <a:ext cx="1602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57" name="Rectangle 32"/>
            <p:cNvSpPr>
              <a:spLocks noChangeArrowheads="1"/>
            </p:cNvSpPr>
            <p:nvPr/>
          </p:nvSpPr>
          <p:spPr bwMode="auto">
            <a:xfrm>
              <a:off x="3581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58" name="Rectangle 33"/>
            <p:cNvSpPr>
              <a:spLocks noChangeArrowheads="1"/>
            </p:cNvSpPr>
            <p:nvPr/>
          </p:nvSpPr>
          <p:spPr bwMode="auto">
            <a:xfrm>
              <a:off x="3838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59" name="Rectangle 34"/>
            <p:cNvSpPr>
              <a:spLocks noChangeArrowheads="1"/>
            </p:cNvSpPr>
            <p:nvPr/>
          </p:nvSpPr>
          <p:spPr bwMode="auto">
            <a:xfrm>
              <a:off x="4094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60" name="Rectangle 35"/>
            <p:cNvSpPr>
              <a:spLocks noChangeArrowheads="1"/>
            </p:cNvSpPr>
            <p:nvPr/>
          </p:nvSpPr>
          <p:spPr bwMode="auto">
            <a:xfrm>
              <a:off x="4350" y="813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61" name="Rectangle 36"/>
            <p:cNvSpPr>
              <a:spLocks noChangeArrowheads="1"/>
            </p:cNvSpPr>
            <p:nvPr/>
          </p:nvSpPr>
          <p:spPr bwMode="auto">
            <a:xfrm>
              <a:off x="4605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62" name="Rectangle 37"/>
            <p:cNvSpPr>
              <a:spLocks noChangeArrowheads="1"/>
            </p:cNvSpPr>
            <p:nvPr/>
          </p:nvSpPr>
          <p:spPr bwMode="auto">
            <a:xfrm>
              <a:off x="4862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sp>
        <p:nvSpPr>
          <p:cNvPr id="276492" name="Rectangle 38"/>
          <p:cNvSpPr>
            <a:spLocks noChangeArrowheads="1"/>
          </p:cNvSpPr>
          <p:nvPr/>
        </p:nvSpPr>
        <p:spPr bwMode="auto">
          <a:xfrm>
            <a:off x="3159125" y="1247775"/>
            <a:ext cx="2636838" cy="1481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6493" name="Rectangle 39"/>
          <p:cNvSpPr>
            <a:spLocks noChangeArrowheads="1"/>
          </p:cNvSpPr>
          <p:nvPr/>
        </p:nvSpPr>
        <p:spPr bwMode="auto">
          <a:xfrm>
            <a:off x="3209925" y="1287463"/>
            <a:ext cx="25225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76494" name="Object 40"/>
          <p:cNvGraphicFramePr>
            <a:graphicFrameLocks/>
          </p:cNvGraphicFramePr>
          <p:nvPr/>
        </p:nvGraphicFramePr>
        <p:xfrm>
          <a:off x="3195638" y="1277938"/>
          <a:ext cx="25431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2543556" imgH="1314704" progId="MSGraph.Chart.8">
                  <p:embed followColorScheme="full"/>
                </p:oleObj>
              </mc:Choice>
              <mc:Fallback>
                <p:oleObj name="Chart" r:id="rId9" imgW="2543556" imgH="1314704" progId="MSGraph.Chart.8">
                  <p:embed followColorScheme="full"/>
                  <p:pic>
                    <p:nvPicPr>
                      <p:cNvPr id="276494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195638" y="1277938"/>
                        <a:ext cx="2543175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5" name="Rectangle 41"/>
          <p:cNvSpPr>
            <a:spLocks noChangeArrowheads="1"/>
          </p:cNvSpPr>
          <p:nvPr/>
        </p:nvSpPr>
        <p:spPr bwMode="auto">
          <a:xfrm>
            <a:off x="3281363" y="2451100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496" name="Rectangle 42"/>
          <p:cNvSpPr>
            <a:spLocks noChangeArrowheads="1"/>
          </p:cNvSpPr>
          <p:nvPr/>
        </p:nvSpPr>
        <p:spPr bwMode="auto">
          <a:xfrm>
            <a:off x="3689350" y="2451100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497" name="Rectangle 43"/>
          <p:cNvSpPr>
            <a:spLocks noChangeArrowheads="1"/>
          </p:cNvSpPr>
          <p:nvPr/>
        </p:nvSpPr>
        <p:spPr bwMode="auto">
          <a:xfrm>
            <a:off x="4095750" y="2451100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498" name="Rectangle 44"/>
          <p:cNvSpPr>
            <a:spLocks noChangeArrowheads="1"/>
          </p:cNvSpPr>
          <p:nvPr/>
        </p:nvSpPr>
        <p:spPr bwMode="auto">
          <a:xfrm>
            <a:off x="4502150" y="2451100"/>
            <a:ext cx="346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499" name="Rectangle 45"/>
          <p:cNvSpPr>
            <a:spLocks noChangeArrowheads="1"/>
          </p:cNvSpPr>
          <p:nvPr/>
        </p:nvSpPr>
        <p:spPr bwMode="auto">
          <a:xfrm>
            <a:off x="4906963" y="2451100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0" name="Rectangle 46"/>
          <p:cNvSpPr>
            <a:spLocks noChangeArrowheads="1"/>
          </p:cNvSpPr>
          <p:nvPr/>
        </p:nvSpPr>
        <p:spPr bwMode="auto">
          <a:xfrm>
            <a:off x="5314950" y="2451100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1" name="Rectangle 47"/>
          <p:cNvSpPr>
            <a:spLocks noChangeArrowheads="1"/>
          </p:cNvSpPr>
          <p:nvPr/>
        </p:nvSpPr>
        <p:spPr bwMode="auto">
          <a:xfrm>
            <a:off x="128588" y="2325688"/>
            <a:ext cx="2636837" cy="2297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6502" name="Rectangle 48"/>
          <p:cNvSpPr>
            <a:spLocks noChangeArrowheads="1"/>
          </p:cNvSpPr>
          <p:nvPr/>
        </p:nvSpPr>
        <p:spPr bwMode="auto">
          <a:xfrm>
            <a:off x="179388" y="2365375"/>
            <a:ext cx="25225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76503" name="Object 49"/>
          <p:cNvGraphicFramePr>
            <a:graphicFrameLocks/>
          </p:cNvGraphicFramePr>
          <p:nvPr/>
        </p:nvGraphicFramePr>
        <p:xfrm>
          <a:off x="169863" y="2439988"/>
          <a:ext cx="2541587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2543556" imgH="1990954" progId="MSGraph.Chart.8">
                  <p:embed followColorScheme="full"/>
                </p:oleObj>
              </mc:Choice>
              <mc:Fallback>
                <p:oleObj name="Chart" r:id="rId11" imgW="2543556" imgH="1990954" progId="MSGraph.Chart.8">
                  <p:embed followColorScheme="full"/>
                  <p:pic>
                    <p:nvPicPr>
                      <p:cNvPr id="276503" name="Object 49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69863" y="2439988"/>
                        <a:ext cx="2541587" cy="199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04" name="Rectangle 50"/>
          <p:cNvSpPr>
            <a:spLocks noChangeArrowheads="1"/>
          </p:cNvSpPr>
          <p:nvPr/>
        </p:nvSpPr>
        <p:spPr bwMode="auto">
          <a:xfrm>
            <a:off x="250825" y="4259263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5" name="Rectangle 51"/>
          <p:cNvSpPr>
            <a:spLocks noChangeArrowheads="1"/>
          </p:cNvSpPr>
          <p:nvPr/>
        </p:nvSpPr>
        <p:spPr bwMode="auto">
          <a:xfrm>
            <a:off x="658813" y="4259263"/>
            <a:ext cx="3476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6" name="Rectangle 52"/>
          <p:cNvSpPr>
            <a:spLocks noChangeArrowheads="1"/>
          </p:cNvSpPr>
          <p:nvPr/>
        </p:nvSpPr>
        <p:spPr bwMode="auto">
          <a:xfrm>
            <a:off x="1065213" y="4259263"/>
            <a:ext cx="3476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7" name="Rectangle 53"/>
          <p:cNvSpPr>
            <a:spLocks noChangeArrowheads="1"/>
          </p:cNvSpPr>
          <p:nvPr/>
        </p:nvSpPr>
        <p:spPr bwMode="auto">
          <a:xfrm>
            <a:off x="1471613" y="4259263"/>
            <a:ext cx="346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8" name="Rectangle 54"/>
          <p:cNvSpPr>
            <a:spLocks noChangeArrowheads="1"/>
          </p:cNvSpPr>
          <p:nvPr/>
        </p:nvSpPr>
        <p:spPr bwMode="auto">
          <a:xfrm>
            <a:off x="1876425" y="4259263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09" name="Rectangle 55"/>
          <p:cNvSpPr>
            <a:spLocks noChangeArrowheads="1"/>
          </p:cNvSpPr>
          <p:nvPr/>
        </p:nvSpPr>
        <p:spPr bwMode="auto">
          <a:xfrm>
            <a:off x="2284413" y="4259263"/>
            <a:ext cx="3476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cxnSp>
        <p:nvCxnSpPr>
          <p:cNvPr id="276510" name="AutoShape 56"/>
          <p:cNvCxnSpPr>
            <a:cxnSpLocks noChangeShapeType="1"/>
            <a:stCxn id="276516" idx="3"/>
            <a:endCxn id="276545" idx="1"/>
          </p:cNvCxnSpPr>
          <p:nvPr/>
        </p:nvCxnSpPr>
        <p:spPr bwMode="auto">
          <a:xfrm flipV="1">
            <a:off x="5795963" y="3986213"/>
            <a:ext cx="298450" cy="9747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6511" name="AutoShape 57"/>
          <p:cNvCxnSpPr>
            <a:cxnSpLocks noChangeShapeType="1"/>
            <a:stCxn id="276516" idx="3"/>
            <a:endCxn id="276536" idx="1"/>
          </p:cNvCxnSpPr>
          <p:nvPr/>
        </p:nvCxnSpPr>
        <p:spPr bwMode="auto">
          <a:xfrm>
            <a:off x="5795963" y="4960938"/>
            <a:ext cx="298450" cy="15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6512" name="AutoShape 58"/>
          <p:cNvCxnSpPr>
            <a:cxnSpLocks noChangeShapeType="1"/>
            <a:stCxn id="276516" idx="3"/>
            <a:endCxn id="276527" idx="1"/>
          </p:cNvCxnSpPr>
          <p:nvPr/>
        </p:nvCxnSpPr>
        <p:spPr bwMode="auto">
          <a:xfrm>
            <a:off x="5795963" y="4960938"/>
            <a:ext cx="298450" cy="9779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76513" name="Group 59"/>
          <p:cNvGrpSpPr>
            <a:grpSpLocks/>
          </p:cNvGrpSpPr>
          <p:nvPr/>
        </p:nvGrpSpPr>
        <p:grpSpPr bwMode="auto">
          <a:xfrm>
            <a:off x="6094413" y="3479800"/>
            <a:ext cx="2636837" cy="973138"/>
            <a:chOff x="3504" y="340"/>
            <a:chExt cx="1661" cy="613"/>
          </a:xfrm>
        </p:grpSpPr>
        <p:sp>
          <p:nvSpPr>
            <p:cNvPr id="276545" name="Rectangle 60"/>
            <p:cNvSpPr>
              <a:spLocks noChangeArrowheads="1"/>
            </p:cNvSpPr>
            <p:nvPr/>
          </p:nvSpPr>
          <p:spPr bwMode="auto">
            <a:xfrm>
              <a:off x="3504" y="365"/>
              <a:ext cx="1661" cy="5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6546" name="Rectangle 61"/>
            <p:cNvSpPr>
              <a:spLocks noChangeArrowheads="1"/>
            </p:cNvSpPr>
            <p:nvPr/>
          </p:nvSpPr>
          <p:spPr bwMode="auto">
            <a:xfrm>
              <a:off x="3536" y="390"/>
              <a:ext cx="158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 </a:t>
              </a:r>
              <a:r>
                <a:rPr lang="en-US" altLang="ko-KR" sz="1000">
                  <a:ea typeface="Gulim" pitchFamily="34" charset="-127"/>
                </a:rPr>
                <a:t>(Measure)</a:t>
              </a:r>
            </a:p>
          </p:txBody>
        </p:sp>
        <p:graphicFrame>
          <p:nvGraphicFramePr>
            <p:cNvPr id="276547" name="Object 62"/>
            <p:cNvGraphicFramePr>
              <a:graphicFrameLocks/>
            </p:cNvGraphicFramePr>
            <p:nvPr/>
          </p:nvGraphicFramePr>
          <p:xfrm>
            <a:off x="3529" y="340"/>
            <a:ext cx="160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3" imgW="2543556" imgH="914806" progId="MSGraph.Chart.8">
                    <p:embed followColorScheme="full"/>
                  </p:oleObj>
                </mc:Choice>
                <mc:Fallback>
                  <p:oleObj name="Chart" r:id="rId13" imgW="2543556" imgH="914806" progId="MSGraph.Chart.8">
                    <p:embed followColorScheme="full"/>
                    <p:pic>
                      <p:nvPicPr>
                        <p:cNvPr id="276547" name="Object 6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529" y="340"/>
                          <a:ext cx="1602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48" name="Rectangle 63"/>
            <p:cNvSpPr>
              <a:spLocks noChangeArrowheads="1"/>
            </p:cNvSpPr>
            <p:nvPr/>
          </p:nvSpPr>
          <p:spPr bwMode="auto">
            <a:xfrm>
              <a:off x="3581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49" name="Rectangle 64"/>
            <p:cNvSpPr>
              <a:spLocks noChangeArrowheads="1"/>
            </p:cNvSpPr>
            <p:nvPr/>
          </p:nvSpPr>
          <p:spPr bwMode="auto">
            <a:xfrm>
              <a:off x="3838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50" name="Rectangle 65"/>
            <p:cNvSpPr>
              <a:spLocks noChangeArrowheads="1"/>
            </p:cNvSpPr>
            <p:nvPr/>
          </p:nvSpPr>
          <p:spPr bwMode="auto">
            <a:xfrm>
              <a:off x="4094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51" name="Rectangle 66"/>
            <p:cNvSpPr>
              <a:spLocks noChangeArrowheads="1"/>
            </p:cNvSpPr>
            <p:nvPr/>
          </p:nvSpPr>
          <p:spPr bwMode="auto">
            <a:xfrm>
              <a:off x="4350" y="813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52" name="Rectangle 67"/>
            <p:cNvSpPr>
              <a:spLocks noChangeArrowheads="1"/>
            </p:cNvSpPr>
            <p:nvPr/>
          </p:nvSpPr>
          <p:spPr bwMode="auto">
            <a:xfrm>
              <a:off x="4605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53" name="Rectangle 68"/>
            <p:cNvSpPr>
              <a:spLocks noChangeArrowheads="1"/>
            </p:cNvSpPr>
            <p:nvPr/>
          </p:nvSpPr>
          <p:spPr bwMode="auto">
            <a:xfrm>
              <a:off x="4862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6514" name="Group 69"/>
          <p:cNvGrpSpPr>
            <a:grpSpLocks/>
          </p:cNvGrpSpPr>
          <p:nvPr/>
        </p:nvGrpSpPr>
        <p:grpSpPr bwMode="auto">
          <a:xfrm>
            <a:off x="6094413" y="4456113"/>
            <a:ext cx="2636837" cy="973137"/>
            <a:chOff x="3504" y="340"/>
            <a:chExt cx="1661" cy="613"/>
          </a:xfrm>
        </p:grpSpPr>
        <p:sp>
          <p:nvSpPr>
            <p:cNvPr id="276536" name="Rectangle 70"/>
            <p:cNvSpPr>
              <a:spLocks noChangeArrowheads="1"/>
            </p:cNvSpPr>
            <p:nvPr/>
          </p:nvSpPr>
          <p:spPr bwMode="auto">
            <a:xfrm>
              <a:off x="3504" y="365"/>
              <a:ext cx="1661" cy="5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6537" name="Rectangle 71"/>
            <p:cNvSpPr>
              <a:spLocks noChangeArrowheads="1"/>
            </p:cNvSpPr>
            <p:nvPr/>
          </p:nvSpPr>
          <p:spPr bwMode="auto">
            <a:xfrm>
              <a:off x="3536" y="390"/>
              <a:ext cx="158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 </a:t>
              </a:r>
              <a:r>
                <a:rPr lang="en-US" altLang="ko-KR" sz="1000">
                  <a:ea typeface="Gulim" pitchFamily="34" charset="-127"/>
                </a:rPr>
                <a:t>(Measure)</a:t>
              </a:r>
            </a:p>
          </p:txBody>
        </p:sp>
        <p:graphicFrame>
          <p:nvGraphicFramePr>
            <p:cNvPr id="276538" name="Object 72"/>
            <p:cNvGraphicFramePr>
              <a:graphicFrameLocks/>
            </p:cNvGraphicFramePr>
            <p:nvPr/>
          </p:nvGraphicFramePr>
          <p:xfrm>
            <a:off x="3529" y="340"/>
            <a:ext cx="160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5" imgW="2543556" imgH="914806" progId="MSGraph.Chart.8">
                    <p:embed followColorScheme="full"/>
                  </p:oleObj>
                </mc:Choice>
                <mc:Fallback>
                  <p:oleObj name="Chart" r:id="rId15" imgW="2543556" imgH="914806" progId="MSGraph.Chart.8">
                    <p:embed followColorScheme="full"/>
                    <p:pic>
                      <p:nvPicPr>
                        <p:cNvPr id="276538" name="Object 7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529" y="340"/>
                          <a:ext cx="1602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39" name="Rectangle 73"/>
            <p:cNvSpPr>
              <a:spLocks noChangeArrowheads="1"/>
            </p:cNvSpPr>
            <p:nvPr/>
          </p:nvSpPr>
          <p:spPr bwMode="auto">
            <a:xfrm>
              <a:off x="3581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40" name="Rectangle 74"/>
            <p:cNvSpPr>
              <a:spLocks noChangeArrowheads="1"/>
            </p:cNvSpPr>
            <p:nvPr/>
          </p:nvSpPr>
          <p:spPr bwMode="auto">
            <a:xfrm>
              <a:off x="3838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41" name="Rectangle 75"/>
            <p:cNvSpPr>
              <a:spLocks noChangeArrowheads="1"/>
            </p:cNvSpPr>
            <p:nvPr/>
          </p:nvSpPr>
          <p:spPr bwMode="auto">
            <a:xfrm>
              <a:off x="4094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42" name="Rectangle 76"/>
            <p:cNvSpPr>
              <a:spLocks noChangeArrowheads="1"/>
            </p:cNvSpPr>
            <p:nvPr/>
          </p:nvSpPr>
          <p:spPr bwMode="auto">
            <a:xfrm>
              <a:off x="4350" y="813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43" name="Rectangle 77"/>
            <p:cNvSpPr>
              <a:spLocks noChangeArrowheads="1"/>
            </p:cNvSpPr>
            <p:nvPr/>
          </p:nvSpPr>
          <p:spPr bwMode="auto">
            <a:xfrm>
              <a:off x="4605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44" name="Rectangle 78"/>
            <p:cNvSpPr>
              <a:spLocks noChangeArrowheads="1"/>
            </p:cNvSpPr>
            <p:nvPr/>
          </p:nvSpPr>
          <p:spPr bwMode="auto">
            <a:xfrm>
              <a:off x="4862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grpSp>
        <p:nvGrpSpPr>
          <p:cNvPr id="276515" name="Group 79"/>
          <p:cNvGrpSpPr>
            <a:grpSpLocks/>
          </p:cNvGrpSpPr>
          <p:nvPr/>
        </p:nvGrpSpPr>
        <p:grpSpPr bwMode="auto">
          <a:xfrm>
            <a:off x="6094413" y="5432425"/>
            <a:ext cx="2636837" cy="973138"/>
            <a:chOff x="3504" y="340"/>
            <a:chExt cx="1661" cy="613"/>
          </a:xfrm>
        </p:grpSpPr>
        <p:sp>
          <p:nvSpPr>
            <p:cNvPr id="276527" name="Rectangle 80"/>
            <p:cNvSpPr>
              <a:spLocks noChangeArrowheads="1"/>
            </p:cNvSpPr>
            <p:nvPr/>
          </p:nvSpPr>
          <p:spPr bwMode="auto">
            <a:xfrm>
              <a:off x="3504" y="365"/>
              <a:ext cx="1661" cy="5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76528" name="Rectangle 81"/>
            <p:cNvSpPr>
              <a:spLocks noChangeArrowheads="1"/>
            </p:cNvSpPr>
            <p:nvPr/>
          </p:nvSpPr>
          <p:spPr bwMode="auto">
            <a:xfrm>
              <a:off x="3536" y="390"/>
              <a:ext cx="158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 </a:t>
              </a:r>
              <a:r>
                <a:rPr lang="en-US" altLang="ko-KR" sz="1000">
                  <a:ea typeface="Gulim" pitchFamily="34" charset="-127"/>
                </a:rPr>
                <a:t>(Measure)</a:t>
              </a:r>
            </a:p>
          </p:txBody>
        </p:sp>
        <p:graphicFrame>
          <p:nvGraphicFramePr>
            <p:cNvPr id="276529" name="Object 82"/>
            <p:cNvGraphicFramePr>
              <a:graphicFrameLocks/>
            </p:cNvGraphicFramePr>
            <p:nvPr/>
          </p:nvGraphicFramePr>
          <p:xfrm>
            <a:off x="3529" y="340"/>
            <a:ext cx="160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17" imgW="2543556" imgH="914806" progId="MSGraph.Chart.8">
                    <p:embed followColorScheme="full"/>
                  </p:oleObj>
                </mc:Choice>
                <mc:Fallback>
                  <p:oleObj name="Chart" r:id="rId17" imgW="2543556" imgH="914806" progId="MSGraph.Chart.8">
                    <p:embed followColorScheme="full"/>
                    <p:pic>
                      <p:nvPicPr>
                        <p:cNvPr id="276529" name="Object 8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3529" y="340"/>
                          <a:ext cx="1602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30" name="Rectangle 83"/>
            <p:cNvSpPr>
              <a:spLocks noChangeArrowheads="1"/>
            </p:cNvSpPr>
            <p:nvPr/>
          </p:nvSpPr>
          <p:spPr bwMode="auto">
            <a:xfrm>
              <a:off x="3581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31" name="Rectangle 84"/>
            <p:cNvSpPr>
              <a:spLocks noChangeArrowheads="1"/>
            </p:cNvSpPr>
            <p:nvPr/>
          </p:nvSpPr>
          <p:spPr bwMode="auto">
            <a:xfrm>
              <a:off x="3838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32" name="Rectangle 85"/>
            <p:cNvSpPr>
              <a:spLocks noChangeArrowheads="1"/>
            </p:cNvSpPr>
            <p:nvPr/>
          </p:nvSpPr>
          <p:spPr bwMode="auto">
            <a:xfrm>
              <a:off x="4094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33" name="Rectangle 86"/>
            <p:cNvSpPr>
              <a:spLocks noChangeArrowheads="1"/>
            </p:cNvSpPr>
            <p:nvPr/>
          </p:nvSpPr>
          <p:spPr bwMode="auto">
            <a:xfrm>
              <a:off x="4350" y="813"/>
              <a:ext cx="21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34" name="Rectangle 87"/>
            <p:cNvSpPr>
              <a:spLocks noChangeArrowheads="1"/>
            </p:cNvSpPr>
            <p:nvPr/>
          </p:nvSpPr>
          <p:spPr bwMode="auto">
            <a:xfrm>
              <a:off x="4605" y="813"/>
              <a:ext cx="220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76535" name="Rectangle 88"/>
            <p:cNvSpPr>
              <a:spLocks noChangeArrowheads="1"/>
            </p:cNvSpPr>
            <p:nvPr/>
          </p:nvSpPr>
          <p:spPr bwMode="auto">
            <a:xfrm>
              <a:off x="4862" y="813"/>
              <a:ext cx="219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sp>
        <p:nvSpPr>
          <p:cNvPr id="276516" name="Rectangle 89"/>
          <p:cNvSpPr>
            <a:spLocks noChangeArrowheads="1"/>
          </p:cNvSpPr>
          <p:nvPr/>
        </p:nvSpPr>
        <p:spPr bwMode="auto">
          <a:xfrm>
            <a:off x="3159125" y="4219575"/>
            <a:ext cx="2636838" cy="1481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6517" name="Rectangle 90"/>
          <p:cNvSpPr>
            <a:spLocks noChangeArrowheads="1"/>
          </p:cNvSpPr>
          <p:nvPr/>
        </p:nvSpPr>
        <p:spPr bwMode="auto">
          <a:xfrm>
            <a:off x="3209925" y="4259263"/>
            <a:ext cx="25225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76518" name="Object 91"/>
          <p:cNvGraphicFramePr>
            <a:graphicFrameLocks/>
          </p:cNvGraphicFramePr>
          <p:nvPr/>
        </p:nvGraphicFramePr>
        <p:xfrm>
          <a:off x="3195638" y="4249738"/>
          <a:ext cx="25431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9" imgW="2543556" imgH="1314704" progId="MSGraph.Chart.8">
                  <p:embed followColorScheme="full"/>
                </p:oleObj>
              </mc:Choice>
              <mc:Fallback>
                <p:oleObj name="Chart" r:id="rId19" imgW="2543556" imgH="1314704" progId="MSGraph.Chart.8">
                  <p:embed followColorScheme="full"/>
                  <p:pic>
                    <p:nvPicPr>
                      <p:cNvPr id="276518" name="Object 91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195638" y="4249738"/>
                        <a:ext cx="2543175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9" name="Rectangle 92"/>
          <p:cNvSpPr>
            <a:spLocks noChangeArrowheads="1"/>
          </p:cNvSpPr>
          <p:nvPr/>
        </p:nvSpPr>
        <p:spPr bwMode="auto">
          <a:xfrm>
            <a:off x="3281363" y="5422900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20" name="Rectangle 93"/>
          <p:cNvSpPr>
            <a:spLocks noChangeArrowheads="1"/>
          </p:cNvSpPr>
          <p:nvPr/>
        </p:nvSpPr>
        <p:spPr bwMode="auto">
          <a:xfrm>
            <a:off x="3689350" y="5422900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21" name="Rectangle 94"/>
          <p:cNvSpPr>
            <a:spLocks noChangeArrowheads="1"/>
          </p:cNvSpPr>
          <p:nvPr/>
        </p:nvSpPr>
        <p:spPr bwMode="auto">
          <a:xfrm>
            <a:off x="4095750" y="5422900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22" name="Rectangle 95"/>
          <p:cNvSpPr>
            <a:spLocks noChangeArrowheads="1"/>
          </p:cNvSpPr>
          <p:nvPr/>
        </p:nvSpPr>
        <p:spPr bwMode="auto">
          <a:xfrm>
            <a:off x="4502150" y="5422900"/>
            <a:ext cx="346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23" name="Rectangle 96"/>
          <p:cNvSpPr>
            <a:spLocks noChangeArrowheads="1"/>
          </p:cNvSpPr>
          <p:nvPr/>
        </p:nvSpPr>
        <p:spPr bwMode="auto">
          <a:xfrm>
            <a:off x="4906963" y="5422900"/>
            <a:ext cx="349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sp>
        <p:nvSpPr>
          <p:cNvPr id="276524" name="Rectangle 97"/>
          <p:cNvSpPr>
            <a:spLocks noChangeArrowheads="1"/>
          </p:cNvSpPr>
          <p:nvPr/>
        </p:nvSpPr>
        <p:spPr bwMode="auto">
          <a:xfrm>
            <a:off x="5314950" y="5422900"/>
            <a:ext cx="3476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en-US" altLang="zh-CN" sz="1000">
                <a:ea typeface="宋体" pitchFamily="2" charset="-122"/>
              </a:rPr>
              <a:t>Text</a:t>
            </a:r>
          </a:p>
        </p:txBody>
      </p:sp>
      <p:cxnSp>
        <p:nvCxnSpPr>
          <p:cNvPr id="276525" name="AutoShape 98"/>
          <p:cNvCxnSpPr>
            <a:cxnSpLocks noChangeShapeType="1"/>
            <a:stCxn id="276501" idx="3"/>
            <a:endCxn id="276492" idx="1"/>
          </p:cNvCxnSpPr>
          <p:nvPr/>
        </p:nvCxnSpPr>
        <p:spPr bwMode="auto">
          <a:xfrm flipV="1">
            <a:off x="2765425" y="1989138"/>
            <a:ext cx="393700" cy="14859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6526" name="AutoShape 99"/>
          <p:cNvCxnSpPr>
            <a:cxnSpLocks noChangeShapeType="1"/>
            <a:stCxn id="276501" idx="3"/>
            <a:endCxn id="276516" idx="1"/>
          </p:cNvCxnSpPr>
          <p:nvPr/>
        </p:nvCxnSpPr>
        <p:spPr bwMode="auto">
          <a:xfrm>
            <a:off x="2765425" y="3475038"/>
            <a:ext cx="393700" cy="14859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605813B-2197-4DF5-9A04-848B175721DF}" type="slidenum">
              <a:rPr lang="zh-CN" altLang="en-US" smtClean="0"/>
              <a:pPr defTabSz="895350"/>
              <a:t>268</a:t>
            </a:fld>
            <a:endParaRPr lang="en-US" altLang="zh-CN"/>
          </a:p>
        </p:txBody>
      </p:sp>
      <p:sp>
        <p:nvSpPr>
          <p:cNvPr id="277507" name="Rectangle 2"/>
          <p:cNvSpPr>
            <a:spLocks noChangeArrowheads="1"/>
          </p:cNvSpPr>
          <p:nvPr/>
        </p:nvSpPr>
        <p:spPr bwMode="auto">
          <a:xfrm>
            <a:off x="169863" y="43561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08" name="Rectangle 3"/>
          <p:cNvSpPr>
            <a:spLocks noChangeArrowheads="1"/>
          </p:cNvSpPr>
          <p:nvPr/>
        </p:nvSpPr>
        <p:spPr bwMode="auto">
          <a:xfrm>
            <a:off x="5500688" y="35052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09" name="Rectangle 4"/>
          <p:cNvSpPr>
            <a:spLocks noChangeArrowheads="1"/>
          </p:cNvSpPr>
          <p:nvPr/>
        </p:nvSpPr>
        <p:spPr bwMode="auto">
          <a:xfrm>
            <a:off x="7264400" y="2528888"/>
            <a:ext cx="1462088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0" name="Rectangle 5"/>
          <p:cNvSpPr>
            <a:spLocks noChangeArrowheads="1"/>
          </p:cNvSpPr>
          <p:nvPr/>
        </p:nvSpPr>
        <p:spPr bwMode="auto">
          <a:xfrm>
            <a:off x="3736975" y="4457700"/>
            <a:ext cx="1462088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1" name="Rectangle 6"/>
          <p:cNvSpPr>
            <a:spLocks noChangeArrowheads="1"/>
          </p:cNvSpPr>
          <p:nvPr/>
        </p:nvSpPr>
        <p:spPr bwMode="auto">
          <a:xfrm>
            <a:off x="5500688" y="44577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2" name="Rectangle 7"/>
          <p:cNvSpPr>
            <a:spLocks noChangeArrowheads="1"/>
          </p:cNvSpPr>
          <p:nvPr/>
        </p:nvSpPr>
        <p:spPr bwMode="auto">
          <a:xfrm>
            <a:off x="7264400" y="3481388"/>
            <a:ext cx="1462088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3" name="Rectangle 8"/>
          <p:cNvSpPr>
            <a:spLocks noChangeArrowheads="1"/>
          </p:cNvSpPr>
          <p:nvPr/>
        </p:nvSpPr>
        <p:spPr bwMode="auto">
          <a:xfrm>
            <a:off x="5500688" y="54102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4" name="Rectangle 9"/>
          <p:cNvSpPr>
            <a:spLocks noChangeArrowheads="1"/>
          </p:cNvSpPr>
          <p:nvPr/>
        </p:nvSpPr>
        <p:spPr bwMode="auto">
          <a:xfrm>
            <a:off x="7264400" y="4433888"/>
            <a:ext cx="1462088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5" name="Rectangle 10"/>
          <p:cNvSpPr>
            <a:spLocks noChangeArrowheads="1"/>
          </p:cNvSpPr>
          <p:nvPr/>
        </p:nvSpPr>
        <p:spPr bwMode="auto">
          <a:xfrm>
            <a:off x="5500688" y="6477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6" name="Rectangle 11"/>
          <p:cNvSpPr>
            <a:spLocks noChangeArrowheads="1"/>
          </p:cNvSpPr>
          <p:nvPr/>
        </p:nvSpPr>
        <p:spPr bwMode="auto">
          <a:xfrm>
            <a:off x="1973263" y="2790825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7" name="Rectangle 12"/>
          <p:cNvSpPr>
            <a:spLocks noChangeArrowheads="1"/>
          </p:cNvSpPr>
          <p:nvPr/>
        </p:nvSpPr>
        <p:spPr bwMode="auto">
          <a:xfrm>
            <a:off x="3736975" y="1600200"/>
            <a:ext cx="1462088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8" name="Rectangle 13"/>
          <p:cNvSpPr>
            <a:spLocks noChangeArrowheads="1"/>
          </p:cNvSpPr>
          <p:nvPr/>
        </p:nvSpPr>
        <p:spPr bwMode="auto">
          <a:xfrm>
            <a:off x="5500688" y="16002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19" name="Rectangle 14"/>
          <p:cNvSpPr>
            <a:spLocks noChangeArrowheads="1"/>
          </p:cNvSpPr>
          <p:nvPr/>
        </p:nvSpPr>
        <p:spPr bwMode="auto">
          <a:xfrm>
            <a:off x="169863" y="34036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20" name="Rectangle 15"/>
          <p:cNvSpPr>
            <a:spLocks noChangeArrowheads="1"/>
          </p:cNvSpPr>
          <p:nvPr/>
        </p:nvSpPr>
        <p:spPr bwMode="auto">
          <a:xfrm>
            <a:off x="1973263" y="4005263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21" name="Rectangle 16"/>
          <p:cNvSpPr>
            <a:spLocks noChangeArrowheads="1"/>
          </p:cNvSpPr>
          <p:nvPr/>
        </p:nvSpPr>
        <p:spPr bwMode="auto">
          <a:xfrm>
            <a:off x="5500688" y="25527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22" name="Rectangle 17"/>
          <p:cNvSpPr>
            <a:spLocks noChangeArrowheads="1"/>
          </p:cNvSpPr>
          <p:nvPr/>
        </p:nvSpPr>
        <p:spPr bwMode="auto">
          <a:xfrm>
            <a:off x="7264400" y="1576388"/>
            <a:ext cx="1462088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77523" name="Rectangle 18"/>
          <p:cNvSpPr>
            <a:spLocks noChangeArrowheads="1"/>
          </p:cNvSpPr>
          <p:nvPr/>
        </p:nvSpPr>
        <p:spPr bwMode="auto">
          <a:xfrm>
            <a:off x="7265988" y="5372100"/>
            <a:ext cx="1462087" cy="898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aphicFrame>
        <p:nvGraphicFramePr>
          <p:cNvPr id="277524" name="Object 19"/>
          <p:cNvGraphicFramePr>
            <a:graphicFrameLocks/>
          </p:cNvGraphicFramePr>
          <p:nvPr/>
        </p:nvGraphicFramePr>
        <p:xfrm>
          <a:off x="-101600" y="3944938"/>
          <a:ext cx="18240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1829181" imgH="1391107" progId="MSGraph.Chart.8">
                  <p:embed followColorScheme="full"/>
                </p:oleObj>
              </mc:Choice>
              <mc:Fallback>
                <p:oleObj name="Chart" r:id="rId4" imgW="1829181" imgH="1391107" progId="MSGraph.Chart.8">
                  <p:embed followColorScheme="full"/>
                  <p:pic>
                    <p:nvPicPr>
                      <p:cNvPr id="277524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-101600" y="3944938"/>
                        <a:ext cx="1824038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5" name="Object 20"/>
          <p:cNvGraphicFramePr>
            <a:graphicFrameLocks/>
          </p:cNvGraphicFramePr>
          <p:nvPr/>
        </p:nvGraphicFramePr>
        <p:xfrm>
          <a:off x="5229225" y="3133725"/>
          <a:ext cx="1824038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1829181" imgH="1391107" progId="MSGraph.Chart.8">
                  <p:embed followColorScheme="full"/>
                </p:oleObj>
              </mc:Choice>
              <mc:Fallback>
                <p:oleObj name="Chart" r:id="rId6" imgW="1829181" imgH="1391107" progId="MSGraph.Chart.8">
                  <p:embed followColorScheme="full"/>
                  <p:pic>
                    <p:nvPicPr>
                      <p:cNvPr id="277525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229225" y="3133725"/>
                        <a:ext cx="1824038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6" name="Object 21"/>
          <p:cNvGraphicFramePr>
            <a:graphicFrameLocks/>
          </p:cNvGraphicFramePr>
          <p:nvPr/>
        </p:nvGraphicFramePr>
        <p:xfrm>
          <a:off x="6992938" y="2141538"/>
          <a:ext cx="1824037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1829181" imgH="1391107" progId="MSGraph.Chart.8">
                  <p:embed followColorScheme="full"/>
                </p:oleObj>
              </mc:Choice>
              <mc:Fallback>
                <p:oleObj name="Chart" r:id="rId8" imgW="1829181" imgH="1391107" progId="MSGraph.Chart.8">
                  <p:embed followColorScheme="full"/>
                  <p:pic>
                    <p:nvPicPr>
                      <p:cNvPr id="277526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992938" y="2141538"/>
                        <a:ext cx="1824037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7" name="Object 22"/>
          <p:cNvGraphicFramePr>
            <a:graphicFrameLocks/>
          </p:cNvGraphicFramePr>
          <p:nvPr/>
        </p:nvGraphicFramePr>
        <p:xfrm>
          <a:off x="3465513" y="4070350"/>
          <a:ext cx="1824037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0" imgW="1829181" imgH="1391107" progId="MSGraph.Chart.8">
                  <p:embed followColorScheme="full"/>
                </p:oleObj>
              </mc:Choice>
              <mc:Fallback>
                <p:oleObj name="Chart" r:id="rId10" imgW="1829181" imgH="1391107" progId="MSGraph.Chart.8">
                  <p:embed followColorScheme="full"/>
                  <p:pic>
                    <p:nvPicPr>
                      <p:cNvPr id="277527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465513" y="4070350"/>
                        <a:ext cx="1824037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8" name="Object 23"/>
          <p:cNvGraphicFramePr>
            <a:graphicFrameLocks/>
          </p:cNvGraphicFramePr>
          <p:nvPr/>
        </p:nvGraphicFramePr>
        <p:xfrm>
          <a:off x="5229225" y="4070350"/>
          <a:ext cx="1824038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2" imgW="1829181" imgH="1391107" progId="MSGraph.Chart.8">
                  <p:embed followColorScheme="full"/>
                </p:oleObj>
              </mc:Choice>
              <mc:Fallback>
                <p:oleObj name="Chart" r:id="rId12" imgW="1829181" imgH="1391107" progId="MSGraph.Chart.8">
                  <p:embed followColorScheme="full"/>
                  <p:pic>
                    <p:nvPicPr>
                      <p:cNvPr id="277528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229225" y="4070350"/>
                        <a:ext cx="1824038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9" name="Object 24"/>
          <p:cNvGraphicFramePr>
            <a:graphicFrameLocks/>
          </p:cNvGraphicFramePr>
          <p:nvPr/>
        </p:nvGraphicFramePr>
        <p:xfrm>
          <a:off x="6992938" y="3109913"/>
          <a:ext cx="1824037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4" imgW="1829181" imgH="1391107" progId="MSGraph.Chart.8">
                  <p:embed followColorScheme="full"/>
                </p:oleObj>
              </mc:Choice>
              <mc:Fallback>
                <p:oleObj name="Chart" r:id="rId14" imgW="1829181" imgH="1391107" progId="MSGraph.Chart.8">
                  <p:embed followColorScheme="full"/>
                  <p:pic>
                    <p:nvPicPr>
                      <p:cNvPr id="277529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992938" y="3109913"/>
                        <a:ext cx="1824037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0" name="Object 25"/>
          <p:cNvGraphicFramePr>
            <a:graphicFrameLocks/>
          </p:cNvGraphicFramePr>
          <p:nvPr/>
        </p:nvGraphicFramePr>
        <p:xfrm>
          <a:off x="5245100" y="5046663"/>
          <a:ext cx="18240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6" imgW="1829181" imgH="1391107" progId="MSGraph.Chart.8">
                  <p:embed followColorScheme="full"/>
                </p:oleObj>
              </mc:Choice>
              <mc:Fallback>
                <p:oleObj name="Chart" r:id="rId16" imgW="1829181" imgH="1391107" progId="MSGraph.Chart.8">
                  <p:embed followColorScheme="full"/>
                  <p:pic>
                    <p:nvPicPr>
                      <p:cNvPr id="27753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245100" y="5046663"/>
                        <a:ext cx="1824038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1" name="Object 26"/>
          <p:cNvGraphicFramePr>
            <a:graphicFrameLocks/>
          </p:cNvGraphicFramePr>
          <p:nvPr/>
        </p:nvGraphicFramePr>
        <p:xfrm>
          <a:off x="6992938" y="3990975"/>
          <a:ext cx="1824037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8" imgW="1829181" imgH="1391107" progId="MSGraph.Chart.8">
                  <p:embed followColorScheme="full"/>
                </p:oleObj>
              </mc:Choice>
              <mc:Fallback>
                <p:oleObj name="Chart" r:id="rId18" imgW="1829181" imgH="1391107" progId="MSGraph.Chart.8">
                  <p:embed followColorScheme="full"/>
                  <p:pic>
                    <p:nvPicPr>
                      <p:cNvPr id="277531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992938" y="3990975"/>
                        <a:ext cx="1824037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2" name="Object 27"/>
          <p:cNvGraphicFramePr>
            <a:graphicFrameLocks/>
          </p:cNvGraphicFramePr>
          <p:nvPr/>
        </p:nvGraphicFramePr>
        <p:xfrm>
          <a:off x="5229225" y="282575"/>
          <a:ext cx="1824038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0" imgW="1829181" imgH="1391107" progId="MSGraph.Chart.8">
                  <p:embed followColorScheme="full"/>
                </p:oleObj>
              </mc:Choice>
              <mc:Fallback>
                <p:oleObj name="Chart" r:id="rId20" imgW="1829181" imgH="1391107" progId="MSGraph.Chart.8">
                  <p:embed followColorScheme="full"/>
                  <p:pic>
                    <p:nvPicPr>
                      <p:cNvPr id="277532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229225" y="282575"/>
                        <a:ext cx="1824038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3" name="Object 28"/>
          <p:cNvGraphicFramePr>
            <a:graphicFrameLocks/>
          </p:cNvGraphicFramePr>
          <p:nvPr/>
        </p:nvGraphicFramePr>
        <p:xfrm>
          <a:off x="1701800" y="2379663"/>
          <a:ext cx="18240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2" imgW="1829181" imgH="1391107" progId="MSGraph.Chart.8">
                  <p:embed followColorScheme="full"/>
                </p:oleObj>
              </mc:Choice>
              <mc:Fallback>
                <p:oleObj name="Chart" r:id="rId22" imgW="1829181" imgH="1391107" progId="MSGraph.Chart.8">
                  <p:embed followColorScheme="full"/>
                  <p:pic>
                    <p:nvPicPr>
                      <p:cNvPr id="277533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701800" y="2379663"/>
                        <a:ext cx="1824038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4" name="Object 29"/>
          <p:cNvGraphicFramePr>
            <a:graphicFrameLocks/>
          </p:cNvGraphicFramePr>
          <p:nvPr/>
        </p:nvGraphicFramePr>
        <p:xfrm>
          <a:off x="3465513" y="1220788"/>
          <a:ext cx="1824037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4" imgW="1829181" imgH="1391107" progId="MSGraph.Chart.8">
                  <p:embed followColorScheme="full"/>
                </p:oleObj>
              </mc:Choice>
              <mc:Fallback>
                <p:oleObj name="Chart" r:id="rId24" imgW="1829181" imgH="1391107" progId="MSGraph.Chart.8">
                  <p:embed followColorScheme="full"/>
                  <p:pic>
                    <p:nvPicPr>
                      <p:cNvPr id="277534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465513" y="1220788"/>
                        <a:ext cx="1824037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5" name="Object 30"/>
          <p:cNvGraphicFramePr>
            <a:graphicFrameLocks/>
          </p:cNvGraphicFramePr>
          <p:nvPr/>
        </p:nvGraphicFramePr>
        <p:xfrm>
          <a:off x="5229225" y="1220788"/>
          <a:ext cx="18240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6" imgW="1829181" imgH="1391107" progId="MSGraph.Chart.8">
                  <p:embed followColorScheme="full"/>
                </p:oleObj>
              </mc:Choice>
              <mc:Fallback>
                <p:oleObj name="Chart" r:id="rId26" imgW="1829181" imgH="1391107" progId="MSGraph.Chart.8">
                  <p:embed followColorScheme="full"/>
                  <p:pic>
                    <p:nvPicPr>
                      <p:cNvPr id="277535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229225" y="1220788"/>
                        <a:ext cx="1824038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6" name="Object 31"/>
          <p:cNvGraphicFramePr>
            <a:graphicFrameLocks/>
          </p:cNvGraphicFramePr>
          <p:nvPr/>
        </p:nvGraphicFramePr>
        <p:xfrm>
          <a:off x="-101600" y="2992438"/>
          <a:ext cx="18240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8" imgW="1829181" imgH="1391107" progId="MSGraph.Chart.8">
                  <p:embed followColorScheme="full"/>
                </p:oleObj>
              </mc:Choice>
              <mc:Fallback>
                <p:oleObj name="Chart" r:id="rId28" imgW="1829181" imgH="1391107" progId="MSGraph.Chart.8">
                  <p:embed followColorScheme="full"/>
                  <p:pic>
                    <p:nvPicPr>
                      <p:cNvPr id="277536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-101600" y="2992438"/>
                        <a:ext cx="1824038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7" name="Object 32"/>
          <p:cNvGraphicFramePr>
            <a:graphicFrameLocks/>
          </p:cNvGraphicFramePr>
          <p:nvPr/>
        </p:nvGraphicFramePr>
        <p:xfrm>
          <a:off x="1701800" y="3594100"/>
          <a:ext cx="1824038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0" imgW="1829181" imgH="1391107" progId="MSGraph.Chart.8">
                  <p:embed followColorScheme="full"/>
                </p:oleObj>
              </mc:Choice>
              <mc:Fallback>
                <p:oleObj name="Chart" r:id="rId30" imgW="1829181" imgH="1391107" progId="MSGraph.Chart.8">
                  <p:embed followColorScheme="full"/>
                  <p:pic>
                    <p:nvPicPr>
                      <p:cNvPr id="277537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701800" y="3594100"/>
                        <a:ext cx="1824038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8" name="Object 33"/>
          <p:cNvGraphicFramePr>
            <a:graphicFrameLocks/>
          </p:cNvGraphicFramePr>
          <p:nvPr/>
        </p:nvGraphicFramePr>
        <p:xfrm>
          <a:off x="5229225" y="2165350"/>
          <a:ext cx="1824038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2" imgW="1829181" imgH="1391107" progId="MSGraph.Chart.8">
                  <p:embed followColorScheme="full"/>
                </p:oleObj>
              </mc:Choice>
              <mc:Fallback>
                <p:oleObj name="Chart" r:id="rId32" imgW="1829181" imgH="1391107" progId="MSGraph.Chart.8">
                  <p:embed followColorScheme="full"/>
                  <p:pic>
                    <p:nvPicPr>
                      <p:cNvPr id="277538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229225" y="2165350"/>
                        <a:ext cx="1824038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9" name="Object 34"/>
          <p:cNvGraphicFramePr>
            <a:graphicFrameLocks/>
          </p:cNvGraphicFramePr>
          <p:nvPr/>
        </p:nvGraphicFramePr>
        <p:xfrm>
          <a:off x="6992938" y="1196975"/>
          <a:ext cx="1824037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4" imgW="1829181" imgH="1391107" progId="MSGraph.Chart.8">
                  <p:embed followColorScheme="full"/>
                </p:oleObj>
              </mc:Choice>
              <mc:Fallback>
                <p:oleObj name="Chart" r:id="rId34" imgW="1829181" imgH="1391107" progId="MSGraph.Chart.8">
                  <p:embed followColorScheme="full"/>
                  <p:pic>
                    <p:nvPicPr>
                      <p:cNvPr id="277539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992938" y="1196975"/>
                        <a:ext cx="1824037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40" name="Object 35"/>
          <p:cNvGraphicFramePr>
            <a:graphicFrameLocks/>
          </p:cNvGraphicFramePr>
          <p:nvPr/>
        </p:nvGraphicFramePr>
        <p:xfrm>
          <a:off x="6994525" y="5046663"/>
          <a:ext cx="18240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6" imgW="1829181" imgH="1391107" progId="MSGraph.Chart.8">
                  <p:embed followColorScheme="full"/>
                </p:oleObj>
              </mc:Choice>
              <mc:Fallback>
                <p:oleObj name="Chart" r:id="rId36" imgW="1829181" imgH="1391107" progId="MSGraph.Chart.8">
                  <p:embed followColorScheme="full"/>
                  <p:pic>
                    <p:nvPicPr>
                      <p:cNvPr id="27754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994525" y="5046663"/>
                        <a:ext cx="1824038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41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ROIC TREE ANALYSIS</a:t>
            </a:r>
          </a:p>
        </p:txBody>
      </p:sp>
      <p:sp>
        <p:nvSpPr>
          <p:cNvPr id="277542" name="McK Measur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Percent </a:t>
            </a:r>
          </a:p>
        </p:txBody>
      </p:sp>
      <p:sp>
        <p:nvSpPr>
          <p:cNvPr id="277543" name="Rectangle 39"/>
          <p:cNvSpPr>
            <a:spLocks noChangeArrowheads="1"/>
          </p:cNvSpPr>
          <p:nvPr/>
        </p:nvSpPr>
        <p:spPr bwMode="auto">
          <a:xfrm>
            <a:off x="225425" y="44037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44" name="Rectangle 40"/>
          <p:cNvSpPr>
            <a:spLocks noChangeArrowheads="1"/>
          </p:cNvSpPr>
          <p:nvPr/>
        </p:nvSpPr>
        <p:spPr bwMode="auto">
          <a:xfrm>
            <a:off x="5556250" y="35528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45" name="Rectangle 41"/>
          <p:cNvSpPr>
            <a:spLocks noChangeArrowheads="1"/>
          </p:cNvSpPr>
          <p:nvPr/>
        </p:nvSpPr>
        <p:spPr bwMode="auto">
          <a:xfrm>
            <a:off x="7319963" y="2576513"/>
            <a:ext cx="1387475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46" name="Rectangle 42"/>
          <p:cNvSpPr>
            <a:spLocks noChangeArrowheads="1"/>
          </p:cNvSpPr>
          <p:nvPr/>
        </p:nvSpPr>
        <p:spPr bwMode="auto">
          <a:xfrm>
            <a:off x="3792538" y="45053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47" name="Rectangle 43"/>
          <p:cNvSpPr>
            <a:spLocks noChangeArrowheads="1"/>
          </p:cNvSpPr>
          <p:nvPr/>
        </p:nvSpPr>
        <p:spPr bwMode="auto">
          <a:xfrm>
            <a:off x="5556250" y="45053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48" name="Rectangle 44"/>
          <p:cNvSpPr>
            <a:spLocks noChangeArrowheads="1"/>
          </p:cNvSpPr>
          <p:nvPr/>
        </p:nvSpPr>
        <p:spPr bwMode="auto">
          <a:xfrm>
            <a:off x="7319963" y="3529013"/>
            <a:ext cx="1387475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49" name="Rectangle 45"/>
          <p:cNvSpPr>
            <a:spLocks noChangeArrowheads="1"/>
          </p:cNvSpPr>
          <p:nvPr/>
        </p:nvSpPr>
        <p:spPr bwMode="auto">
          <a:xfrm>
            <a:off x="5556250" y="54578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0" name="Rectangle 46"/>
          <p:cNvSpPr>
            <a:spLocks noChangeArrowheads="1"/>
          </p:cNvSpPr>
          <p:nvPr/>
        </p:nvSpPr>
        <p:spPr bwMode="auto">
          <a:xfrm>
            <a:off x="7319963" y="4481513"/>
            <a:ext cx="1387475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1" name="Rectangle 47"/>
          <p:cNvSpPr>
            <a:spLocks noChangeArrowheads="1"/>
          </p:cNvSpPr>
          <p:nvPr/>
        </p:nvSpPr>
        <p:spPr bwMode="auto">
          <a:xfrm>
            <a:off x="5556250" y="6953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2" name="Rectangle 48"/>
          <p:cNvSpPr>
            <a:spLocks noChangeArrowheads="1"/>
          </p:cNvSpPr>
          <p:nvPr/>
        </p:nvSpPr>
        <p:spPr bwMode="auto">
          <a:xfrm>
            <a:off x="2028825" y="2838450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3" name="Rectangle 49"/>
          <p:cNvSpPr>
            <a:spLocks noChangeArrowheads="1"/>
          </p:cNvSpPr>
          <p:nvPr/>
        </p:nvSpPr>
        <p:spPr bwMode="auto">
          <a:xfrm>
            <a:off x="3792538" y="16478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4" name="Rectangle 50"/>
          <p:cNvSpPr>
            <a:spLocks noChangeArrowheads="1"/>
          </p:cNvSpPr>
          <p:nvPr/>
        </p:nvSpPr>
        <p:spPr bwMode="auto">
          <a:xfrm>
            <a:off x="5556250" y="16478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5" name="Rectangle 51"/>
          <p:cNvSpPr>
            <a:spLocks noChangeArrowheads="1"/>
          </p:cNvSpPr>
          <p:nvPr/>
        </p:nvSpPr>
        <p:spPr bwMode="auto">
          <a:xfrm>
            <a:off x="225425" y="34512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6" name="Rectangle 52"/>
          <p:cNvSpPr>
            <a:spLocks noChangeArrowheads="1"/>
          </p:cNvSpPr>
          <p:nvPr/>
        </p:nvSpPr>
        <p:spPr bwMode="auto">
          <a:xfrm>
            <a:off x="2028825" y="4052888"/>
            <a:ext cx="1387475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7" name="Rectangle 53"/>
          <p:cNvSpPr>
            <a:spLocks noChangeArrowheads="1"/>
          </p:cNvSpPr>
          <p:nvPr/>
        </p:nvSpPr>
        <p:spPr bwMode="auto">
          <a:xfrm>
            <a:off x="5556250" y="26003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8" name="Rectangle 54"/>
          <p:cNvSpPr>
            <a:spLocks noChangeArrowheads="1"/>
          </p:cNvSpPr>
          <p:nvPr/>
        </p:nvSpPr>
        <p:spPr bwMode="auto">
          <a:xfrm>
            <a:off x="7319963" y="1624013"/>
            <a:ext cx="1387475" cy="10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sp>
        <p:nvSpPr>
          <p:cNvPr id="277559" name="Rectangle 55"/>
          <p:cNvSpPr>
            <a:spLocks noChangeArrowheads="1"/>
          </p:cNvSpPr>
          <p:nvPr/>
        </p:nvSpPr>
        <p:spPr bwMode="auto">
          <a:xfrm>
            <a:off x="7321550" y="5419725"/>
            <a:ext cx="1387475" cy="10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700" b="1">
                <a:ea typeface="Gulim" pitchFamily="34" charset="-127"/>
              </a:rPr>
              <a:t>Title </a:t>
            </a:r>
          </a:p>
        </p:txBody>
      </p:sp>
      <p:cxnSp>
        <p:nvCxnSpPr>
          <p:cNvPr id="277560" name="AutoShape 56"/>
          <p:cNvCxnSpPr>
            <a:cxnSpLocks noChangeShapeType="1"/>
            <a:stCxn id="277511" idx="3"/>
            <a:endCxn id="277522" idx="1"/>
          </p:cNvCxnSpPr>
          <p:nvPr/>
        </p:nvCxnSpPr>
        <p:spPr bwMode="auto">
          <a:xfrm flipV="1">
            <a:off x="6962775" y="2025650"/>
            <a:ext cx="301625" cy="288131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1" name="AutoShape 57"/>
          <p:cNvCxnSpPr>
            <a:cxnSpLocks noChangeShapeType="1"/>
            <a:stCxn id="277511" idx="3"/>
            <a:endCxn id="277509" idx="1"/>
          </p:cNvCxnSpPr>
          <p:nvPr/>
        </p:nvCxnSpPr>
        <p:spPr bwMode="auto">
          <a:xfrm flipV="1">
            <a:off x="6962775" y="2978150"/>
            <a:ext cx="301625" cy="192881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2" name="AutoShape 58"/>
          <p:cNvCxnSpPr>
            <a:cxnSpLocks noChangeShapeType="1"/>
            <a:stCxn id="277511" idx="3"/>
            <a:endCxn id="277512" idx="1"/>
          </p:cNvCxnSpPr>
          <p:nvPr/>
        </p:nvCxnSpPr>
        <p:spPr bwMode="auto">
          <a:xfrm flipV="1">
            <a:off x="6962775" y="3930650"/>
            <a:ext cx="301625" cy="97631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3" name="AutoShape 59"/>
          <p:cNvCxnSpPr>
            <a:cxnSpLocks noChangeShapeType="1"/>
            <a:stCxn id="277511" idx="3"/>
            <a:endCxn id="277514" idx="1"/>
          </p:cNvCxnSpPr>
          <p:nvPr/>
        </p:nvCxnSpPr>
        <p:spPr bwMode="auto">
          <a:xfrm flipV="1">
            <a:off x="6962775" y="4883150"/>
            <a:ext cx="301625" cy="2381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4" name="AutoShape 60"/>
          <p:cNvCxnSpPr>
            <a:cxnSpLocks noChangeShapeType="1"/>
            <a:stCxn id="277511" idx="3"/>
            <a:endCxn id="277523" idx="1"/>
          </p:cNvCxnSpPr>
          <p:nvPr/>
        </p:nvCxnSpPr>
        <p:spPr bwMode="auto">
          <a:xfrm>
            <a:off x="6962775" y="4906963"/>
            <a:ext cx="303213" cy="914400"/>
          </a:xfrm>
          <a:prstGeom prst="bentConnector3">
            <a:avLst>
              <a:gd name="adj1" fmla="val 4973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5" name="AutoShape 61"/>
          <p:cNvCxnSpPr>
            <a:cxnSpLocks noChangeShapeType="1"/>
            <a:stCxn id="277517" idx="3"/>
            <a:endCxn id="277515" idx="1"/>
          </p:cNvCxnSpPr>
          <p:nvPr/>
        </p:nvCxnSpPr>
        <p:spPr bwMode="auto">
          <a:xfrm flipV="1">
            <a:off x="5199063" y="1096963"/>
            <a:ext cx="301625" cy="9525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6" name="AutoShape 62"/>
          <p:cNvCxnSpPr>
            <a:cxnSpLocks noChangeShapeType="1"/>
            <a:stCxn id="277517" idx="3"/>
            <a:endCxn id="277521" idx="1"/>
          </p:cNvCxnSpPr>
          <p:nvPr/>
        </p:nvCxnSpPr>
        <p:spPr bwMode="auto">
          <a:xfrm>
            <a:off x="5199063" y="2049463"/>
            <a:ext cx="301625" cy="9525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7" name="AutoShape 63"/>
          <p:cNvCxnSpPr>
            <a:cxnSpLocks noChangeShapeType="1"/>
            <a:stCxn id="277517" idx="3"/>
            <a:endCxn id="277518" idx="1"/>
          </p:cNvCxnSpPr>
          <p:nvPr/>
        </p:nvCxnSpPr>
        <p:spPr bwMode="auto">
          <a:xfrm>
            <a:off x="5199063" y="2049463"/>
            <a:ext cx="301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7568" name="AutoShape 64"/>
          <p:cNvCxnSpPr>
            <a:cxnSpLocks noChangeShapeType="1"/>
            <a:stCxn id="277510" idx="3"/>
            <a:endCxn id="277508" idx="1"/>
          </p:cNvCxnSpPr>
          <p:nvPr/>
        </p:nvCxnSpPr>
        <p:spPr bwMode="auto">
          <a:xfrm flipV="1">
            <a:off x="5199063" y="3954463"/>
            <a:ext cx="301625" cy="9525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69" name="AutoShape 65"/>
          <p:cNvCxnSpPr>
            <a:cxnSpLocks noChangeShapeType="1"/>
            <a:stCxn id="277510" idx="3"/>
            <a:endCxn id="277511" idx="1"/>
          </p:cNvCxnSpPr>
          <p:nvPr/>
        </p:nvCxnSpPr>
        <p:spPr bwMode="auto">
          <a:xfrm>
            <a:off x="5199063" y="4906963"/>
            <a:ext cx="301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7570" name="AutoShape 66"/>
          <p:cNvCxnSpPr>
            <a:cxnSpLocks noChangeShapeType="1"/>
            <a:stCxn id="277510" idx="3"/>
            <a:endCxn id="277513" idx="1"/>
          </p:cNvCxnSpPr>
          <p:nvPr/>
        </p:nvCxnSpPr>
        <p:spPr bwMode="auto">
          <a:xfrm>
            <a:off x="5199063" y="4906963"/>
            <a:ext cx="301625" cy="9525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71" name="AutoShape 67"/>
          <p:cNvCxnSpPr>
            <a:cxnSpLocks noChangeShapeType="1"/>
            <a:stCxn id="277516" idx="3"/>
            <a:endCxn id="277517" idx="1"/>
          </p:cNvCxnSpPr>
          <p:nvPr/>
        </p:nvCxnSpPr>
        <p:spPr bwMode="auto">
          <a:xfrm flipV="1">
            <a:off x="3435350" y="2049463"/>
            <a:ext cx="301625" cy="11906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72" name="AutoShape 68"/>
          <p:cNvCxnSpPr>
            <a:cxnSpLocks noChangeShapeType="1"/>
            <a:stCxn id="277516" idx="3"/>
            <a:endCxn id="277510" idx="1"/>
          </p:cNvCxnSpPr>
          <p:nvPr/>
        </p:nvCxnSpPr>
        <p:spPr bwMode="auto">
          <a:xfrm>
            <a:off x="3435350" y="3240088"/>
            <a:ext cx="301625" cy="16668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73" name="AutoShape 69"/>
          <p:cNvCxnSpPr>
            <a:cxnSpLocks noChangeShapeType="1"/>
            <a:stCxn id="277519" idx="3"/>
            <a:endCxn id="277516" idx="1"/>
          </p:cNvCxnSpPr>
          <p:nvPr/>
        </p:nvCxnSpPr>
        <p:spPr bwMode="auto">
          <a:xfrm flipV="1">
            <a:off x="1631950" y="3240088"/>
            <a:ext cx="341313" cy="612775"/>
          </a:xfrm>
          <a:prstGeom prst="bentConnector3">
            <a:avLst>
              <a:gd name="adj1" fmla="val 4976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77574" name="AutoShape 70"/>
          <p:cNvCxnSpPr>
            <a:cxnSpLocks noChangeShapeType="1"/>
            <a:stCxn id="277519" idx="3"/>
            <a:endCxn id="277520" idx="1"/>
          </p:cNvCxnSpPr>
          <p:nvPr/>
        </p:nvCxnSpPr>
        <p:spPr bwMode="auto">
          <a:xfrm>
            <a:off x="1631950" y="3852863"/>
            <a:ext cx="341313" cy="601662"/>
          </a:xfrm>
          <a:prstGeom prst="bentConnector3">
            <a:avLst>
              <a:gd name="adj1" fmla="val 4976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D5221EB-BF6A-442B-BCBE-E90406420471}" type="slidenum">
              <a:rPr lang="zh-CN" altLang="en-US" smtClean="0"/>
              <a:pPr defTabSz="895350"/>
              <a:t>269</a:t>
            </a:fld>
            <a:endParaRPr lang="en-US" altLang="zh-CN"/>
          </a:p>
        </p:txBody>
      </p:sp>
      <p:sp>
        <p:nvSpPr>
          <p:cNvPr id="278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8532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78533" name="Group 4"/>
          <p:cNvGrpSpPr>
            <a:grpSpLocks/>
          </p:cNvGrpSpPr>
          <p:nvPr/>
        </p:nvGrpSpPr>
        <p:grpSpPr bwMode="auto">
          <a:xfrm>
            <a:off x="508000" y="1420813"/>
            <a:ext cx="3694113" cy="4192587"/>
            <a:chOff x="430" y="905"/>
            <a:chExt cx="2326" cy="2641"/>
          </a:xfrm>
        </p:grpSpPr>
        <p:sp>
          <p:nvSpPr>
            <p:cNvPr id="278556" name="Rectangle 5"/>
            <p:cNvSpPr>
              <a:spLocks noChangeArrowheads="1"/>
            </p:cNvSpPr>
            <p:nvPr/>
          </p:nvSpPr>
          <p:spPr bwMode="auto">
            <a:xfrm>
              <a:off x="471" y="905"/>
              <a:ext cx="2241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78557" name="Line 6"/>
            <p:cNvSpPr>
              <a:spLocks noChangeShapeType="1"/>
            </p:cNvSpPr>
            <p:nvPr/>
          </p:nvSpPr>
          <p:spPr bwMode="auto">
            <a:xfrm>
              <a:off x="471" y="1078"/>
              <a:ext cx="2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78558" name="Object 7"/>
            <p:cNvGraphicFramePr>
              <a:graphicFrameLocks/>
            </p:cNvGraphicFramePr>
            <p:nvPr/>
          </p:nvGraphicFramePr>
          <p:xfrm>
            <a:off x="844" y="1337"/>
            <a:ext cx="1912" cy="19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038856" imgH="3095955" progId="MSGraph.Chart.8">
                    <p:embed followColorScheme="full"/>
                  </p:oleObj>
                </mc:Choice>
                <mc:Fallback>
                  <p:oleObj name="Chart" r:id="rId5" imgW="3038856" imgH="3095955" progId="MSGraph.Chart.8">
                    <p:embed followColorScheme="full"/>
                    <p:pic>
                      <p:nvPicPr>
                        <p:cNvPr id="278558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844" y="1337"/>
                          <a:ext cx="1912" cy="19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8559" name="Rectangle 8"/>
            <p:cNvSpPr>
              <a:spLocks noChangeArrowheads="1"/>
            </p:cNvSpPr>
            <p:nvPr/>
          </p:nvSpPr>
          <p:spPr bwMode="auto">
            <a:xfrm>
              <a:off x="471" y="2870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60" name="Rectangle 9"/>
            <p:cNvSpPr>
              <a:spLocks noChangeArrowheads="1"/>
            </p:cNvSpPr>
            <p:nvPr/>
          </p:nvSpPr>
          <p:spPr bwMode="auto">
            <a:xfrm>
              <a:off x="471" y="2298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61" name="Rectangle 10"/>
            <p:cNvSpPr>
              <a:spLocks noChangeArrowheads="1"/>
            </p:cNvSpPr>
            <p:nvPr/>
          </p:nvSpPr>
          <p:spPr bwMode="auto">
            <a:xfrm>
              <a:off x="471" y="1850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62" name="Rectangle 11"/>
            <p:cNvSpPr>
              <a:spLocks noChangeArrowheads="1"/>
            </p:cNvSpPr>
            <p:nvPr/>
          </p:nvSpPr>
          <p:spPr bwMode="auto">
            <a:xfrm>
              <a:off x="471" y="1476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63" name="Rectangle 12"/>
            <p:cNvSpPr>
              <a:spLocks noChangeArrowheads="1"/>
            </p:cNvSpPr>
            <p:nvPr/>
          </p:nvSpPr>
          <p:spPr bwMode="auto">
            <a:xfrm>
              <a:off x="430" y="1194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 eaLnBrk="0" hangingPunct="0"/>
              <a:r>
                <a:rPr lang="zh-CN" altLang="en-US" sz="1400">
                  <a:ea typeface="宋体" pitchFamily="2" charset="-122"/>
                </a:rPr>
                <a:t>100%=</a:t>
              </a:r>
            </a:p>
          </p:txBody>
        </p:sp>
        <p:grpSp>
          <p:nvGrpSpPr>
            <p:cNvPr id="278564" name="Group 13"/>
            <p:cNvGrpSpPr>
              <a:grpSpLocks/>
            </p:cNvGrpSpPr>
            <p:nvPr/>
          </p:nvGrpSpPr>
          <p:grpSpPr bwMode="auto">
            <a:xfrm>
              <a:off x="919" y="1194"/>
              <a:ext cx="1782" cy="2352"/>
              <a:chOff x="919" y="1194"/>
              <a:chExt cx="1661" cy="2352"/>
            </a:xfrm>
          </p:grpSpPr>
          <p:grpSp>
            <p:nvGrpSpPr>
              <p:cNvPr id="278565" name="Group 14"/>
              <p:cNvGrpSpPr>
                <a:grpSpLocks/>
              </p:cNvGrpSpPr>
              <p:nvPr/>
            </p:nvGrpSpPr>
            <p:grpSpPr bwMode="auto">
              <a:xfrm>
                <a:off x="919" y="3278"/>
                <a:ext cx="1661" cy="268"/>
                <a:chOff x="919" y="3263"/>
                <a:chExt cx="2734" cy="268"/>
              </a:xfrm>
            </p:grpSpPr>
            <p:sp>
              <p:nvSpPr>
                <p:cNvPr id="278571" name="Rectangle 15"/>
                <p:cNvSpPr>
                  <a:spLocks noChangeArrowheads="1"/>
                </p:cNvSpPr>
                <p:nvPr/>
              </p:nvSpPr>
              <p:spPr bwMode="auto">
                <a:xfrm>
                  <a:off x="919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>
                    <a:buSzPct val="120000"/>
                  </a:pPr>
                  <a:r>
                    <a:rPr lang="en-US" altLang="zh-CN" sz="1400">
                      <a:ea typeface="宋体" pitchFamily="2" charset="-122"/>
                    </a:rPr>
                    <a:t>Label 1</a:t>
                  </a:r>
                </a:p>
              </p:txBody>
            </p:sp>
            <p:sp>
              <p:nvSpPr>
                <p:cNvPr id="278572" name="Rectangle 16"/>
                <p:cNvSpPr>
                  <a:spLocks noChangeArrowheads="1"/>
                </p:cNvSpPr>
                <p:nvPr/>
              </p:nvSpPr>
              <p:spPr bwMode="auto">
                <a:xfrm>
                  <a:off x="1487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>
                    <a:buSzPct val="120000"/>
                  </a:pPr>
                  <a:r>
                    <a:rPr lang="en-US" altLang="zh-CN" sz="1400">
                      <a:ea typeface="宋体" pitchFamily="2" charset="-122"/>
                    </a:rPr>
                    <a:t>Label 2</a:t>
                  </a:r>
                </a:p>
              </p:txBody>
            </p:sp>
            <p:sp>
              <p:nvSpPr>
                <p:cNvPr id="278573" name="Rectangle 17"/>
                <p:cNvSpPr>
                  <a:spLocks noChangeArrowheads="1"/>
                </p:cNvSpPr>
                <p:nvPr/>
              </p:nvSpPr>
              <p:spPr bwMode="auto">
                <a:xfrm>
                  <a:off x="2068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eaLnBrk="0" hangingPunct="0"/>
                  <a:r>
                    <a:rPr lang="en-US" altLang="zh-CN" sz="1400">
                      <a:ea typeface="宋体" pitchFamily="2" charset="-122"/>
                    </a:rPr>
                    <a:t>Label 3</a:t>
                  </a:r>
                </a:p>
              </p:txBody>
            </p:sp>
            <p:sp>
              <p:nvSpPr>
                <p:cNvPr id="278574" name="Rectangle 18"/>
                <p:cNvSpPr>
                  <a:spLocks noChangeArrowheads="1"/>
                </p:cNvSpPr>
                <p:nvPr/>
              </p:nvSpPr>
              <p:spPr bwMode="auto">
                <a:xfrm>
                  <a:off x="2626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eaLnBrk="0" hangingPunct="0"/>
                  <a:r>
                    <a:rPr lang="en-US" altLang="zh-CN" sz="1400">
                      <a:ea typeface="宋体" pitchFamily="2" charset="-122"/>
                    </a:rPr>
                    <a:t>Label 4</a:t>
                  </a:r>
                </a:p>
              </p:txBody>
            </p:sp>
            <p:sp>
              <p:nvSpPr>
                <p:cNvPr id="278575" name="Rectangle 19"/>
                <p:cNvSpPr>
                  <a:spLocks noChangeArrowheads="1"/>
                </p:cNvSpPr>
                <p:nvPr/>
              </p:nvSpPr>
              <p:spPr bwMode="auto">
                <a:xfrm>
                  <a:off x="3200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eaLnBrk="0" hangingPunct="0"/>
                  <a:r>
                    <a:rPr lang="en-US" altLang="zh-CN" sz="1400">
                      <a:ea typeface="宋体" pitchFamily="2" charset="-122"/>
                    </a:rPr>
                    <a:t>Label 5</a:t>
                  </a:r>
                </a:p>
              </p:txBody>
            </p:sp>
          </p:grpSp>
          <p:sp>
            <p:nvSpPr>
              <p:cNvPr id="278566" name="Rectangle 20"/>
              <p:cNvSpPr>
                <a:spLocks noChangeArrowheads="1"/>
              </p:cNvSpPr>
              <p:nvPr/>
            </p:nvSpPr>
            <p:spPr bwMode="auto">
              <a:xfrm>
                <a:off x="922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67" name="Rectangle 21"/>
              <p:cNvSpPr>
                <a:spLocks noChangeArrowheads="1"/>
              </p:cNvSpPr>
              <p:nvPr/>
            </p:nvSpPr>
            <p:spPr bwMode="auto">
              <a:xfrm>
                <a:off x="1264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68" name="Rectangle 22"/>
              <p:cNvSpPr>
                <a:spLocks noChangeArrowheads="1"/>
              </p:cNvSpPr>
              <p:nvPr/>
            </p:nvSpPr>
            <p:spPr bwMode="auto">
              <a:xfrm>
                <a:off x="1948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69" name="Rectangle 23"/>
              <p:cNvSpPr>
                <a:spLocks noChangeArrowheads="1"/>
              </p:cNvSpPr>
              <p:nvPr/>
            </p:nvSpPr>
            <p:spPr bwMode="auto">
              <a:xfrm>
                <a:off x="2290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70" name="Rectangle 24"/>
              <p:cNvSpPr>
                <a:spLocks noChangeArrowheads="1"/>
              </p:cNvSpPr>
              <p:nvPr/>
            </p:nvSpPr>
            <p:spPr bwMode="auto">
              <a:xfrm>
                <a:off x="1606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</p:grpSp>
      </p:grpSp>
      <p:grpSp>
        <p:nvGrpSpPr>
          <p:cNvPr id="278534" name="Group 25"/>
          <p:cNvGrpSpPr>
            <a:grpSpLocks/>
          </p:cNvGrpSpPr>
          <p:nvPr/>
        </p:nvGrpSpPr>
        <p:grpSpPr bwMode="auto">
          <a:xfrm>
            <a:off x="4676775" y="1420813"/>
            <a:ext cx="3694113" cy="4192587"/>
            <a:chOff x="430" y="905"/>
            <a:chExt cx="2326" cy="2641"/>
          </a:xfrm>
        </p:grpSpPr>
        <p:sp>
          <p:nvSpPr>
            <p:cNvPr id="278536" name="Rectangle 26"/>
            <p:cNvSpPr>
              <a:spLocks noChangeArrowheads="1"/>
            </p:cNvSpPr>
            <p:nvPr/>
          </p:nvSpPr>
          <p:spPr bwMode="auto">
            <a:xfrm>
              <a:off x="471" y="905"/>
              <a:ext cx="2241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Text</a:t>
              </a:r>
            </a:p>
          </p:txBody>
        </p:sp>
        <p:sp>
          <p:nvSpPr>
            <p:cNvPr id="278537" name="Line 27"/>
            <p:cNvSpPr>
              <a:spLocks noChangeShapeType="1"/>
            </p:cNvSpPr>
            <p:nvPr/>
          </p:nvSpPr>
          <p:spPr bwMode="auto">
            <a:xfrm>
              <a:off x="471" y="1078"/>
              <a:ext cx="2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  <p:graphicFrame>
          <p:nvGraphicFramePr>
            <p:cNvPr id="278538" name="Object 28"/>
            <p:cNvGraphicFramePr>
              <a:graphicFrameLocks/>
            </p:cNvGraphicFramePr>
            <p:nvPr/>
          </p:nvGraphicFramePr>
          <p:xfrm>
            <a:off x="844" y="1337"/>
            <a:ext cx="1912" cy="19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7" imgW="3038856" imgH="3095955" progId="MSGraph.Chart.8">
                    <p:embed followColorScheme="full"/>
                  </p:oleObj>
                </mc:Choice>
                <mc:Fallback>
                  <p:oleObj name="Chart" r:id="rId7" imgW="3038856" imgH="3095955" progId="MSGraph.Chart.8">
                    <p:embed followColorScheme="full"/>
                    <p:pic>
                      <p:nvPicPr>
                        <p:cNvPr id="278538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844" y="1337"/>
                          <a:ext cx="1912" cy="19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8539" name="Rectangle 29"/>
            <p:cNvSpPr>
              <a:spLocks noChangeArrowheads="1"/>
            </p:cNvSpPr>
            <p:nvPr/>
          </p:nvSpPr>
          <p:spPr bwMode="auto">
            <a:xfrm>
              <a:off x="471" y="2870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40" name="Rectangle 30"/>
            <p:cNvSpPr>
              <a:spLocks noChangeArrowheads="1"/>
            </p:cNvSpPr>
            <p:nvPr/>
          </p:nvSpPr>
          <p:spPr bwMode="auto">
            <a:xfrm>
              <a:off x="471" y="2298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41" name="Rectangle 31"/>
            <p:cNvSpPr>
              <a:spLocks noChangeArrowheads="1"/>
            </p:cNvSpPr>
            <p:nvPr/>
          </p:nvSpPr>
          <p:spPr bwMode="auto">
            <a:xfrm>
              <a:off x="471" y="1850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42" name="Rectangle 32"/>
            <p:cNvSpPr>
              <a:spLocks noChangeArrowheads="1"/>
            </p:cNvSpPr>
            <p:nvPr/>
          </p:nvSpPr>
          <p:spPr bwMode="auto">
            <a:xfrm>
              <a:off x="471" y="1476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1400">
                  <a:ea typeface="宋体" pitchFamily="2" charset="-122"/>
                </a:rPr>
                <a:t>Series</a:t>
              </a:r>
            </a:p>
          </p:txBody>
        </p:sp>
        <p:sp>
          <p:nvSpPr>
            <p:cNvPr id="278543" name="Rectangle 33"/>
            <p:cNvSpPr>
              <a:spLocks noChangeArrowheads="1"/>
            </p:cNvSpPr>
            <p:nvPr/>
          </p:nvSpPr>
          <p:spPr bwMode="auto">
            <a:xfrm>
              <a:off x="430" y="1194"/>
              <a:ext cx="4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 eaLnBrk="0" hangingPunct="0"/>
              <a:r>
                <a:rPr lang="zh-CN" altLang="en-US" sz="1400">
                  <a:ea typeface="宋体" pitchFamily="2" charset="-122"/>
                </a:rPr>
                <a:t>100%=</a:t>
              </a:r>
            </a:p>
          </p:txBody>
        </p:sp>
        <p:grpSp>
          <p:nvGrpSpPr>
            <p:cNvPr id="278544" name="Group 34"/>
            <p:cNvGrpSpPr>
              <a:grpSpLocks/>
            </p:cNvGrpSpPr>
            <p:nvPr/>
          </p:nvGrpSpPr>
          <p:grpSpPr bwMode="auto">
            <a:xfrm>
              <a:off x="919" y="1194"/>
              <a:ext cx="1782" cy="2352"/>
              <a:chOff x="919" y="1194"/>
              <a:chExt cx="1661" cy="2352"/>
            </a:xfrm>
          </p:grpSpPr>
          <p:grpSp>
            <p:nvGrpSpPr>
              <p:cNvPr id="278545" name="Group 35"/>
              <p:cNvGrpSpPr>
                <a:grpSpLocks/>
              </p:cNvGrpSpPr>
              <p:nvPr/>
            </p:nvGrpSpPr>
            <p:grpSpPr bwMode="auto">
              <a:xfrm>
                <a:off x="919" y="3278"/>
                <a:ext cx="1661" cy="268"/>
                <a:chOff x="919" y="3263"/>
                <a:chExt cx="2734" cy="268"/>
              </a:xfrm>
            </p:grpSpPr>
            <p:sp>
              <p:nvSpPr>
                <p:cNvPr id="278551" name="Rectangle 36"/>
                <p:cNvSpPr>
                  <a:spLocks noChangeArrowheads="1"/>
                </p:cNvSpPr>
                <p:nvPr/>
              </p:nvSpPr>
              <p:spPr bwMode="auto">
                <a:xfrm>
                  <a:off x="919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>
                    <a:buSzPct val="120000"/>
                  </a:pPr>
                  <a:r>
                    <a:rPr lang="en-US" altLang="zh-CN" sz="1400">
                      <a:ea typeface="宋体" pitchFamily="2" charset="-122"/>
                    </a:rPr>
                    <a:t>Label 1</a:t>
                  </a:r>
                </a:p>
              </p:txBody>
            </p:sp>
            <p:sp>
              <p:nvSpPr>
                <p:cNvPr id="278552" name="Rectangle 37"/>
                <p:cNvSpPr>
                  <a:spLocks noChangeArrowheads="1"/>
                </p:cNvSpPr>
                <p:nvPr/>
              </p:nvSpPr>
              <p:spPr bwMode="auto">
                <a:xfrm>
                  <a:off x="1487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>
                    <a:buSzPct val="120000"/>
                  </a:pPr>
                  <a:r>
                    <a:rPr lang="en-US" altLang="zh-CN" sz="1400">
                      <a:ea typeface="宋体" pitchFamily="2" charset="-122"/>
                    </a:rPr>
                    <a:t>Label 2</a:t>
                  </a:r>
                </a:p>
              </p:txBody>
            </p:sp>
            <p:sp>
              <p:nvSpPr>
                <p:cNvPr id="278553" name="Rectangle 38"/>
                <p:cNvSpPr>
                  <a:spLocks noChangeArrowheads="1"/>
                </p:cNvSpPr>
                <p:nvPr/>
              </p:nvSpPr>
              <p:spPr bwMode="auto">
                <a:xfrm>
                  <a:off x="2068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eaLnBrk="0" hangingPunct="0"/>
                  <a:r>
                    <a:rPr lang="en-US" altLang="zh-CN" sz="1400">
                      <a:ea typeface="宋体" pitchFamily="2" charset="-122"/>
                    </a:rPr>
                    <a:t>Label 3</a:t>
                  </a:r>
                </a:p>
              </p:txBody>
            </p:sp>
            <p:sp>
              <p:nvSpPr>
                <p:cNvPr id="278554" name="Rectangle 39"/>
                <p:cNvSpPr>
                  <a:spLocks noChangeArrowheads="1"/>
                </p:cNvSpPr>
                <p:nvPr/>
              </p:nvSpPr>
              <p:spPr bwMode="auto">
                <a:xfrm>
                  <a:off x="2626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eaLnBrk="0" hangingPunct="0"/>
                  <a:r>
                    <a:rPr lang="en-US" altLang="zh-CN" sz="1400">
                      <a:ea typeface="宋体" pitchFamily="2" charset="-122"/>
                    </a:rPr>
                    <a:t>Label 4</a:t>
                  </a:r>
                </a:p>
              </p:txBody>
            </p:sp>
            <p:sp>
              <p:nvSpPr>
                <p:cNvPr id="278555" name="Rectangle 40"/>
                <p:cNvSpPr>
                  <a:spLocks noChangeArrowheads="1"/>
                </p:cNvSpPr>
                <p:nvPr/>
              </p:nvSpPr>
              <p:spPr bwMode="auto">
                <a:xfrm>
                  <a:off x="3200" y="3263"/>
                  <a:ext cx="453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eaLnBrk="0" hangingPunct="0"/>
                  <a:r>
                    <a:rPr lang="en-US" altLang="zh-CN" sz="1400">
                      <a:ea typeface="宋体" pitchFamily="2" charset="-122"/>
                    </a:rPr>
                    <a:t>Label 5</a:t>
                  </a:r>
                </a:p>
              </p:txBody>
            </p:sp>
          </p:grpSp>
          <p:sp>
            <p:nvSpPr>
              <p:cNvPr id="278546" name="Rectangle 41"/>
              <p:cNvSpPr>
                <a:spLocks noChangeArrowheads="1"/>
              </p:cNvSpPr>
              <p:nvPr/>
            </p:nvSpPr>
            <p:spPr bwMode="auto">
              <a:xfrm>
                <a:off x="922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47" name="Rectangle 42"/>
              <p:cNvSpPr>
                <a:spLocks noChangeArrowheads="1"/>
              </p:cNvSpPr>
              <p:nvPr/>
            </p:nvSpPr>
            <p:spPr bwMode="auto">
              <a:xfrm>
                <a:off x="1264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48" name="Rectangle 43"/>
              <p:cNvSpPr>
                <a:spLocks noChangeArrowheads="1"/>
              </p:cNvSpPr>
              <p:nvPr/>
            </p:nvSpPr>
            <p:spPr bwMode="auto">
              <a:xfrm>
                <a:off x="1948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49" name="Rectangle 44"/>
              <p:cNvSpPr>
                <a:spLocks noChangeArrowheads="1"/>
              </p:cNvSpPr>
              <p:nvPr/>
            </p:nvSpPr>
            <p:spPr bwMode="auto">
              <a:xfrm>
                <a:off x="2290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  <p:sp>
            <p:nvSpPr>
              <p:cNvPr id="278550" name="Rectangle 45"/>
              <p:cNvSpPr>
                <a:spLocks noChangeArrowheads="1"/>
              </p:cNvSpPr>
              <p:nvPr/>
            </p:nvSpPr>
            <p:spPr bwMode="auto">
              <a:xfrm>
                <a:off x="1606" y="1194"/>
                <a:ext cx="275" cy="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400">
                    <a:ea typeface="宋体" pitchFamily="2" charset="-122"/>
                  </a:rPr>
                  <a:t>000</a:t>
                </a:r>
              </a:p>
            </p:txBody>
          </p:sp>
        </p:grpSp>
      </p:grpSp>
      <p:sp>
        <p:nvSpPr>
          <p:cNvPr id="278535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9EA18E6-FCF6-4814-8E45-A5B83AAEA998}" type="slidenum">
              <a:rPr lang="zh-CN" altLang="en-US" smtClean="0"/>
              <a:pPr defTabSz="895350"/>
              <a:t>270</a:t>
            </a:fld>
            <a:endParaRPr lang="en-US" altLang="zh-CN"/>
          </a:p>
        </p:txBody>
      </p:sp>
      <p:sp>
        <p:nvSpPr>
          <p:cNvPr id="279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79556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79557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graphicFrame>
        <p:nvGraphicFramePr>
          <p:cNvPr id="279558" name="Object 5"/>
          <p:cNvGraphicFramePr>
            <a:graphicFrameLocks/>
          </p:cNvGraphicFramePr>
          <p:nvPr/>
        </p:nvGraphicFramePr>
        <p:xfrm>
          <a:off x="688975" y="2163763"/>
          <a:ext cx="2035175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2038731" imgH="2724506" progId="MSGraph.Chart.8">
                  <p:embed followColorScheme="full"/>
                </p:oleObj>
              </mc:Choice>
              <mc:Fallback>
                <p:oleObj name="Chart" r:id="rId5" imgW="2038731" imgH="2724506" progId="MSGraph.Chart.8">
                  <p:embed followColorScheme="full"/>
                  <p:pic>
                    <p:nvPicPr>
                      <p:cNvPr id="279558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88975" y="2163763"/>
                        <a:ext cx="2035175" cy="271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9" name="Rectangle 6"/>
          <p:cNvSpPr>
            <a:spLocks noChangeArrowheads="1"/>
          </p:cNvSpPr>
          <p:nvPr/>
        </p:nvSpPr>
        <p:spPr bwMode="auto">
          <a:xfrm>
            <a:off x="144463" y="4310063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60" name="Rectangle 7"/>
          <p:cNvSpPr>
            <a:spLocks noChangeArrowheads="1"/>
          </p:cNvSpPr>
          <p:nvPr/>
        </p:nvSpPr>
        <p:spPr bwMode="auto">
          <a:xfrm>
            <a:off x="144463" y="3552825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61" name="Rectangle 8"/>
          <p:cNvSpPr>
            <a:spLocks noChangeArrowheads="1"/>
          </p:cNvSpPr>
          <p:nvPr/>
        </p:nvSpPr>
        <p:spPr bwMode="auto">
          <a:xfrm>
            <a:off x="144463" y="2889250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62" name="Rectangle 9"/>
          <p:cNvSpPr>
            <a:spLocks noChangeArrowheads="1"/>
          </p:cNvSpPr>
          <p:nvPr/>
        </p:nvSpPr>
        <p:spPr bwMode="auto">
          <a:xfrm>
            <a:off x="144463" y="2382838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63" name="Rectangle 10"/>
          <p:cNvSpPr>
            <a:spLocks noChangeArrowheads="1"/>
          </p:cNvSpPr>
          <p:nvPr/>
        </p:nvSpPr>
        <p:spPr bwMode="auto">
          <a:xfrm>
            <a:off x="280988" y="1935163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sp>
        <p:nvSpPr>
          <p:cNvPr id="279564" name="Rectangle 11"/>
          <p:cNvSpPr>
            <a:spLocks noChangeArrowheads="1"/>
          </p:cNvSpPr>
          <p:nvPr/>
        </p:nvSpPr>
        <p:spPr bwMode="auto">
          <a:xfrm>
            <a:off x="776288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000">
                <a:ea typeface="宋体" pitchFamily="2" charset="-122"/>
              </a:rPr>
              <a:t>Label 1</a:t>
            </a:r>
          </a:p>
        </p:txBody>
      </p:sp>
      <p:sp>
        <p:nvSpPr>
          <p:cNvPr id="279565" name="Rectangle 12"/>
          <p:cNvSpPr>
            <a:spLocks noChangeArrowheads="1"/>
          </p:cNvSpPr>
          <p:nvPr/>
        </p:nvSpPr>
        <p:spPr bwMode="auto">
          <a:xfrm>
            <a:off x="1166813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000">
                <a:ea typeface="宋体" pitchFamily="2" charset="-122"/>
              </a:rPr>
              <a:t>Label 2</a:t>
            </a:r>
          </a:p>
        </p:txBody>
      </p:sp>
      <p:sp>
        <p:nvSpPr>
          <p:cNvPr id="279566" name="Rectangle 13"/>
          <p:cNvSpPr>
            <a:spLocks noChangeArrowheads="1"/>
          </p:cNvSpPr>
          <p:nvPr/>
        </p:nvSpPr>
        <p:spPr bwMode="auto">
          <a:xfrm>
            <a:off x="1563688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3</a:t>
            </a:r>
          </a:p>
        </p:txBody>
      </p:sp>
      <p:sp>
        <p:nvSpPr>
          <p:cNvPr id="279567" name="Rectangle 14"/>
          <p:cNvSpPr>
            <a:spLocks noChangeArrowheads="1"/>
          </p:cNvSpPr>
          <p:nvPr/>
        </p:nvSpPr>
        <p:spPr bwMode="auto">
          <a:xfrm>
            <a:off x="1947863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4</a:t>
            </a:r>
          </a:p>
        </p:txBody>
      </p:sp>
      <p:sp>
        <p:nvSpPr>
          <p:cNvPr id="279568" name="Rectangle 15"/>
          <p:cNvSpPr>
            <a:spLocks noChangeArrowheads="1"/>
          </p:cNvSpPr>
          <p:nvPr/>
        </p:nvSpPr>
        <p:spPr bwMode="auto">
          <a:xfrm>
            <a:off x="2341563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5</a:t>
            </a:r>
          </a:p>
        </p:txBody>
      </p:sp>
      <p:sp>
        <p:nvSpPr>
          <p:cNvPr id="279569" name="Rectangle 16"/>
          <p:cNvSpPr>
            <a:spLocks noChangeArrowheads="1"/>
          </p:cNvSpPr>
          <p:nvPr/>
        </p:nvSpPr>
        <p:spPr bwMode="auto">
          <a:xfrm>
            <a:off x="779463" y="1935163"/>
            <a:ext cx="3111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70" name="Rectangle 17"/>
          <p:cNvSpPr>
            <a:spLocks noChangeArrowheads="1"/>
          </p:cNvSpPr>
          <p:nvPr/>
        </p:nvSpPr>
        <p:spPr bwMode="auto">
          <a:xfrm>
            <a:off x="1166813" y="1935163"/>
            <a:ext cx="3111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71" name="Rectangle 18"/>
          <p:cNvSpPr>
            <a:spLocks noChangeArrowheads="1"/>
          </p:cNvSpPr>
          <p:nvPr/>
        </p:nvSpPr>
        <p:spPr bwMode="auto">
          <a:xfrm>
            <a:off x="1938338" y="1935163"/>
            <a:ext cx="309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72" name="Rectangle 19"/>
          <p:cNvSpPr>
            <a:spLocks noChangeArrowheads="1"/>
          </p:cNvSpPr>
          <p:nvPr/>
        </p:nvSpPr>
        <p:spPr bwMode="auto">
          <a:xfrm>
            <a:off x="2325688" y="1935163"/>
            <a:ext cx="309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73" name="Rectangle 20"/>
          <p:cNvSpPr>
            <a:spLocks noChangeArrowheads="1"/>
          </p:cNvSpPr>
          <p:nvPr/>
        </p:nvSpPr>
        <p:spPr bwMode="auto">
          <a:xfrm>
            <a:off x="1550988" y="1935163"/>
            <a:ext cx="309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74" name="Rectangle 21"/>
          <p:cNvSpPr>
            <a:spLocks noChangeArrowheads="1"/>
          </p:cNvSpPr>
          <p:nvPr/>
        </p:nvSpPr>
        <p:spPr bwMode="auto">
          <a:xfrm>
            <a:off x="144463" y="1549400"/>
            <a:ext cx="26558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Text</a:t>
            </a:r>
          </a:p>
        </p:txBody>
      </p:sp>
      <p:sp>
        <p:nvSpPr>
          <p:cNvPr id="279575" name="Line 22"/>
          <p:cNvSpPr>
            <a:spLocks noChangeShapeType="1"/>
          </p:cNvSpPr>
          <p:nvPr/>
        </p:nvSpPr>
        <p:spPr bwMode="auto">
          <a:xfrm>
            <a:off x="144463" y="1763713"/>
            <a:ext cx="26543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79576" name="Object 23"/>
          <p:cNvGraphicFramePr>
            <a:graphicFrameLocks/>
          </p:cNvGraphicFramePr>
          <p:nvPr/>
        </p:nvGraphicFramePr>
        <p:xfrm>
          <a:off x="3648075" y="2163763"/>
          <a:ext cx="2035175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2038731" imgH="2724506" progId="MSGraph.Chart.8">
                  <p:embed followColorScheme="full"/>
                </p:oleObj>
              </mc:Choice>
              <mc:Fallback>
                <p:oleObj name="Chart" r:id="rId7" imgW="2038731" imgH="2724506" progId="MSGraph.Chart.8">
                  <p:embed followColorScheme="full"/>
                  <p:pic>
                    <p:nvPicPr>
                      <p:cNvPr id="279576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648075" y="2163763"/>
                        <a:ext cx="2035175" cy="271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77" name="Rectangle 24"/>
          <p:cNvSpPr>
            <a:spLocks noChangeArrowheads="1"/>
          </p:cNvSpPr>
          <p:nvPr/>
        </p:nvSpPr>
        <p:spPr bwMode="auto">
          <a:xfrm>
            <a:off x="3103563" y="4310063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78" name="Rectangle 25"/>
          <p:cNvSpPr>
            <a:spLocks noChangeArrowheads="1"/>
          </p:cNvSpPr>
          <p:nvPr/>
        </p:nvSpPr>
        <p:spPr bwMode="auto">
          <a:xfrm>
            <a:off x="3103563" y="3552825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79" name="Rectangle 26"/>
          <p:cNvSpPr>
            <a:spLocks noChangeArrowheads="1"/>
          </p:cNvSpPr>
          <p:nvPr/>
        </p:nvSpPr>
        <p:spPr bwMode="auto">
          <a:xfrm>
            <a:off x="3103563" y="2889250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80" name="Rectangle 27"/>
          <p:cNvSpPr>
            <a:spLocks noChangeArrowheads="1"/>
          </p:cNvSpPr>
          <p:nvPr/>
        </p:nvSpPr>
        <p:spPr bwMode="auto">
          <a:xfrm>
            <a:off x="3103563" y="2382838"/>
            <a:ext cx="71913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81" name="Rectangle 28"/>
          <p:cNvSpPr>
            <a:spLocks noChangeArrowheads="1"/>
          </p:cNvSpPr>
          <p:nvPr/>
        </p:nvSpPr>
        <p:spPr bwMode="auto">
          <a:xfrm>
            <a:off x="3240088" y="1935163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sp>
        <p:nvSpPr>
          <p:cNvPr id="279582" name="Rectangle 29"/>
          <p:cNvSpPr>
            <a:spLocks noChangeArrowheads="1"/>
          </p:cNvSpPr>
          <p:nvPr/>
        </p:nvSpPr>
        <p:spPr bwMode="auto">
          <a:xfrm>
            <a:off x="3735388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000">
                <a:ea typeface="宋体" pitchFamily="2" charset="-122"/>
              </a:rPr>
              <a:t>Label 1</a:t>
            </a:r>
          </a:p>
        </p:txBody>
      </p:sp>
      <p:sp>
        <p:nvSpPr>
          <p:cNvPr id="279583" name="Rectangle 30"/>
          <p:cNvSpPr>
            <a:spLocks noChangeArrowheads="1"/>
          </p:cNvSpPr>
          <p:nvPr/>
        </p:nvSpPr>
        <p:spPr bwMode="auto">
          <a:xfrm>
            <a:off x="4125913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000">
                <a:ea typeface="宋体" pitchFamily="2" charset="-122"/>
              </a:rPr>
              <a:t>Label 2</a:t>
            </a:r>
          </a:p>
        </p:txBody>
      </p:sp>
      <p:sp>
        <p:nvSpPr>
          <p:cNvPr id="279584" name="Rectangle 31"/>
          <p:cNvSpPr>
            <a:spLocks noChangeArrowheads="1"/>
          </p:cNvSpPr>
          <p:nvPr/>
        </p:nvSpPr>
        <p:spPr bwMode="auto">
          <a:xfrm>
            <a:off x="4522788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3</a:t>
            </a:r>
          </a:p>
        </p:txBody>
      </p:sp>
      <p:sp>
        <p:nvSpPr>
          <p:cNvPr id="279585" name="Rectangle 32"/>
          <p:cNvSpPr>
            <a:spLocks noChangeArrowheads="1"/>
          </p:cNvSpPr>
          <p:nvPr/>
        </p:nvSpPr>
        <p:spPr bwMode="auto">
          <a:xfrm>
            <a:off x="4905375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4</a:t>
            </a:r>
          </a:p>
        </p:txBody>
      </p:sp>
      <p:sp>
        <p:nvSpPr>
          <p:cNvPr id="279586" name="Rectangle 33"/>
          <p:cNvSpPr>
            <a:spLocks noChangeArrowheads="1"/>
          </p:cNvSpPr>
          <p:nvPr/>
        </p:nvSpPr>
        <p:spPr bwMode="auto">
          <a:xfrm>
            <a:off x="5299075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5</a:t>
            </a:r>
          </a:p>
        </p:txBody>
      </p:sp>
      <p:sp>
        <p:nvSpPr>
          <p:cNvPr id="279587" name="Rectangle 34"/>
          <p:cNvSpPr>
            <a:spLocks noChangeArrowheads="1"/>
          </p:cNvSpPr>
          <p:nvPr/>
        </p:nvSpPr>
        <p:spPr bwMode="auto">
          <a:xfrm>
            <a:off x="3738563" y="1935163"/>
            <a:ext cx="3111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88" name="Rectangle 35"/>
          <p:cNvSpPr>
            <a:spLocks noChangeArrowheads="1"/>
          </p:cNvSpPr>
          <p:nvPr/>
        </p:nvSpPr>
        <p:spPr bwMode="auto">
          <a:xfrm>
            <a:off x="4125913" y="1935163"/>
            <a:ext cx="3111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89" name="Rectangle 36"/>
          <p:cNvSpPr>
            <a:spLocks noChangeArrowheads="1"/>
          </p:cNvSpPr>
          <p:nvPr/>
        </p:nvSpPr>
        <p:spPr bwMode="auto">
          <a:xfrm>
            <a:off x="4897438" y="1935163"/>
            <a:ext cx="309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90" name="Rectangle 37"/>
          <p:cNvSpPr>
            <a:spLocks noChangeArrowheads="1"/>
          </p:cNvSpPr>
          <p:nvPr/>
        </p:nvSpPr>
        <p:spPr bwMode="auto">
          <a:xfrm>
            <a:off x="5284788" y="1935163"/>
            <a:ext cx="309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91" name="Rectangle 38"/>
          <p:cNvSpPr>
            <a:spLocks noChangeArrowheads="1"/>
          </p:cNvSpPr>
          <p:nvPr/>
        </p:nvSpPr>
        <p:spPr bwMode="auto">
          <a:xfrm>
            <a:off x="4510088" y="1935163"/>
            <a:ext cx="309562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592" name="Rectangle 39"/>
          <p:cNvSpPr>
            <a:spLocks noChangeArrowheads="1"/>
          </p:cNvSpPr>
          <p:nvPr/>
        </p:nvSpPr>
        <p:spPr bwMode="auto">
          <a:xfrm>
            <a:off x="3103563" y="1549400"/>
            <a:ext cx="26558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Text</a:t>
            </a:r>
          </a:p>
        </p:txBody>
      </p:sp>
      <p:sp>
        <p:nvSpPr>
          <p:cNvPr id="279593" name="Line 40"/>
          <p:cNvSpPr>
            <a:spLocks noChangeShapeType="1"/>
          </p:cNvSpPr>
          <p:nvPr/>
        </p:nvSpPr>
        <p:spPr bwMode="auto">
          <a:xfrm>
            <a:off x="3103563" y="1763713"/>
            <a:ext cx="26527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79594" name="Object 41"/>
          <p:cNvGraphicFramePr>
            <a:graphicFrameLocks/>
          </p:cNvGraphicFramePr>
          <p:nvPr/>
        </p:nvGraphicFramePr>
        <p:xfrm>
          <a:off x="6608763" y="2163763"/>
          <a:ext cx="2035175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2038731" imgH="2724506" progId="MSGraph.Chart.8">
                  <p:embed followColorScheme="full"/>
                </p:oleObj>
              </mc:Choice>
              <mc:Fallback>
                <p:oleObj name="Chart" r:id="rId9" imgW="2038731" imgH="2724506" progId="MSGraph.Chart.8">
                  <p:embed followColorScheme="full"/>
                  <p:pic>
                    <p:nvPicPr>
                      <p:cNvPr id="279594" name="Object 4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608763" y="2163763"/>
                        <a:ext cx="2035175" cy="271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95" name="Rectangle 42"/>
          <p:cNvSpPr>
            <a:spLocks noChangeArrowheads="1"/>
          </p:cNvSpPr>
          <p:nvPr/>
        </p:nvSpPr>
        <p:spPr bwMode="auto">
          <a:xfrm>
            <a:off x="6064250" y="4310063"/>
            <a:ext cx="7191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96" name="Rectangle 43"/>
          <p:cNvSpPr>
            <a:spLocks noChangeArrowheads="1"/>
          </p:cNvSpPr>
          <p:nvPr/>
        </p:nvSpPr>
        <p:spPr bwMode="auto">
          <a:xfrm>
            <a:off x="6064250" y="3552825"/>
            <a:ext cx="7191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97" name="Rectangle 44"/>
          <p:cNvSpPr>
            <a:spLocks noChangeArrowheads="1"/>
          </p:cNvSpPr>
          <p:nvPr/>
        </p:nvSpPr>
        <p:spPr bwMode="auto">
          <a:xfrm>
            <a:off x="6064250" y="2889250"/>
            <a:ext cx="7191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98" name="Rectangle 45"/>
          <p:cNvSpPr>
            <a:spLocks noChangeArrowheads="1"/>
          </p:cNvSpPr>
          <p:nvPr/>
        </p:nvSpPr>
        <p:spPr bwMode="auto">
          <a:xfrm>
            <a:off x="6064250" y="2382838"/>
            <a:ext cx="71913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79599" name="Rectangle 46"/>
          <p:cNvSpPr>
            <a:spLocks noChangeArrowheads="1"/>
          </p:cNvSpPr>
          <p:nvPr/>
        </p:nvSpPr>
        <p:spPr bwMode="auto">
          <a:xfrm>
            <a:off x="6200775" y="1935163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sp>
        <p:nvSpPr>
          <p:cNvPr id="279600" name="Rectangle 47"/>
          <p:cNvSpPr>
            <a:spLocks noChangeArrowheads="1"/>
          </p:cNvSpPr>
          <p:nvPr/>
        </p:nvSpPr>
        <p:spPr bwMode="auto">
          <a:xfrm>
            <a:off x="6696075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000">
                <a:ea typeface="宋体" pitchFamily="2" charset="-122"/>
              </a:rPr>
              <a:t>Label 1</a:t>
            </a:r>
          </a:p>
        </p:txBody>
      </p:sp>
      <p:sp>
        <p:nvSpPr>
          <p:cNvPr id="279601" name="Rectangle 48"/>
          <p:cNvSpPr>
            <a:spLocks noChangeArrowheads="1"/>
          </p:cNvSpPr>
          <p:nvPr/>
        </p:nvSpPr>
        <p:spPr bwMode="auto">
          <a:xfrm>
            <a:off x="7083425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000">
                <a:ea typeface="宋体" pitchFamily="2" charset="-122"/>
              </a:rPr>
              <a:t>Label 2</a:t>
            </a:r>
          </a:p>
        </p:txBody>
      </p:sp>
      <p:sp>
        <p:nvSpPr>
          <p:cNvPr id="279602" name="Rectangle 49"/>
          <p:cNvSpPr>
            <a:spLocks noChangeArrowheads="1"/>
          </p:cNvSpPr>
          <p:nvPr/>
        </p:nvSpPr>
        <p:spPr bwMode="auto">
          <a:xfrm>
            <a:off x="7483475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3</a:t>
            </a:r>
          </a:p>
        </p:txBody>
      </p:sp>
      <p:sp>
        <p:nvSpPr>
          <p:cNvPr id="279603" name="Rectangle 50"/>
          <p:cNvSpPr>
            <a:spLocks noChangeArrowheads="1"/>
          </p:cNvSpPr>
          <p:nvPr/>
        </p:nvSpPr>
        <p:spPr bwMode="auto">
          <a:xfrm>
            <a:off x="7867650" y="4846638"/>
            <a:ext cx="3079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4</a:t>
            </a:r>
          </a:p>
        </p:txBody>
      </p:sp>
      <p:sp>
        <p:nvSpPr>
          <p:cNvPr id="279604" name="Rectangle 51"/>
          <p:cNvSpPr>
            <a:spLocks noChangeArrowheads="1"/>
          </p:cNvSpPr>
          <p:nvPr/>
        </p:nvSpPr>
        <p:spPr bwMode="auto">
          <a:xfrm>
            <a:off x="8258175" y="4846638"/>
            <a:ext cx="31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Label 5</a:t>
            </a:r>
          </a:p>
        </p:txBody>
      </p:sp>
      <p:sp>
        <p:nvSpPr>
          <p:cNvPr id="279605" name="Rectangle 52"/>
          <p:cNvSpPr>
            <a:spLocks noChangeArrowheads="1"/>
          </p:cNvSpPr>
          <p:nvPr/>
        </p:nvSpPr>
        <p:spPr bwMode="auto">
          <a:xfrm>
            <a:off x="6699250" y="1935163"/>
            <a:ext cx="3111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606" name="Rectangle 53"/>
          <p:cNvSpPr>
            <a:spLocks noChangeArrowheads="1"/>
          </p:cNvSpPr>
          <p:nvPr/>
        </p:nvSpPr>
        <p:spPr bwMode="auto">
          <a:xfrm>
            <a:off x="7083425" y="1935163"/>
            <a:ext cx="3111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607" name="Rectangle 54"/>
          <p:cNvSpPr>
            <a:spLocks noChangeArrowheads="1"/>
          </p:cNvSpPr>
          <p:nvPr/>
        </p:nvSpPr>
        <p:spPr bwMode="auto">
          <a:xfrm>
            <a:off x="7858125" y="1935163"/>
            <a:ext cx="3095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608" name="Rectangle 55"/>
          <p:cNvSpPr>
            <a:spLocks noChangeArrowheads="1"/>
          </p:cNvSpPr>
          <p:nvPr/>
        </p:nvSpPr>
        <p:spPr bwMode="auto">
          <a:xfrm>
            <a:off x="8245475" y="1935163"/>
            <a:ext cx="3095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609" name="Rectangle 56"/>
          <p:cNvSpPr>
            <a:spLocks noChangeArrowheads="1"/>
          </p:cNvSpPr>
          <p:nvPr/>
        </p:nvSpPr>
        <p:spPr bwMode="auto">
          <a:xfrm>
            <a:off x="7470775" y="1935163"/>
            <a:ext cx="3095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zh-CN" altLang="en-US" sz="1000">
                <a:ea typeface="宋体" pitchFamily="2" charset="-122"/>
              </a:rPr>
              <a:t>000</a:t>
            </a:r>
          </a:p>
        </p:txBody>
      </p:sp>
      <p:sp>
        <p:nvSpPr>
          <p:cNvPr id="279610" name="Rectangle 57"/>
          <p:cNvSpPr>
            <a:spLocks noChangeArrowheads="1"/>
          </p:cNvSpPr>
          <p:nvPr/>
        </p:nvSpPr>
        <p:spPr bwMode="auto">
          <a:xfrm>
            <a:off x="6064250" y="1549400"/>
            <a:ext cx="26558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Text</a:t>
            </a:r>
          </a:p>
        </p:txBody>
      </p:sp>
      <p:sp>
        <p:nvSpPr>
          <p:cNvPr id="279611" name="Line 58"/>
          <p:cNvSpPr>
            <a:spLocks noChangeShapeType="1"/>
          </p:cNvSpPr>
          <p:nvPr/>
        </p:nvSpPr>
        <p:spPr bwMode="auto">
          <a:xfrm>
            <a:off x="6064250" y="1763713"/>
            <a:ext cx="26543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BBF16EBA-DD2A-473A-A446-5B0081CE210A}" type="slidenum">
              <a:rPr lang="zh-CN" altLang="en-US" smtClean="0"/>
              <a:pPr defTabSz="895350"/>
              <a:t>271</a:t>
            </a:fld>
            <a:endParaRPr lang="en-US" altLang="zh-CN"/>
          </a:p>
        </p:txBody>
      </p:sp>
      <p:sp>
        <p:nvSpPr>
          <p:cNvPr id="280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EXHIBIT TITLE</a:t>
            </a:r>
          </a:p>
        </p:txBody>
      </p:sp>
      <p:sp>
        <p:nvSpPr>
          <p:cNvPr id="280580" name="McK Footnote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80581" name="Rectangle 4"/>
          <p:cNvSpPr>
            <a:spLocks noChangeArrowheads="1"/>
          </p:cNvSpPr>
          <p:nvPr/>
        </p:nvSpPr>
        <p:spPr bwMode="auto">
          <a:xfrm>
            <a:off x="215900" y="819150"/>
            <a:ext cx="4129088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80582" name="Rectangle 5"/>
          <p:cNvSpPr>
            <a:spLocks noChangeArrowheads="1"/>
          </p:cNvSpPr>
          <p:nvPr/>
        </p:nvSpPr>
        <p:spPr bwMode="auto">
          <a:xfrm>
            <a:off x="215900" y="819150"/>
            <a:ext cx="4129088" cy="409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0583" name="Rectangle 6"/>
          <p:cNvSpPr>
            <a:spLocks noChangeArrowheads="1"/>
          </p:cNvSpPr>
          <p:nvPr/>
        </p:nvSpPr>
        <p:spPr bwMode="auto">
          <a:xfrm>
            <a:off x="328613" y="871538"/>
            <a:ext cx="3832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0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80584" name="Object 7"/>
          <p:cNvGraphicFramePr>
            <a:graphicFrameLocks/>
          </p:cNvGraphicFramePr>
          <p:nvPr/>
        </p:nvGraphicFramePr>
        <p:xfrm>
          <a:off x="854075" y="1524000"/>
          <a:ext cx="340995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410331" imgH="1543507" progId="MSGraph.Chart.8">
                  <p:embed followColorScheme="full"/>
                </p:oleObj>
              </mc:Choice>
              <mc:Fallback>
                <p:oleObj name="Chart" r:id="rId5" imgW="3410331" imgH="1543507" progId="MSGraph.Chart.8">
                  <p:embed followColorScheme="full"/>
                  <p:pic>
                    <p:nvPicPr>
                      <p:cNvPr id="280584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854075" y="1524000"/>
                        <a:ext cx="3409950" cy="154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5" name="Rectangle 8"/>
          <p:cNvSpPr>
            <a:spLocks noChangeArrowheads="1"/>
          </p:cNvSpPr>
          <p:nvPr/>
        </p:nvSpPr>
        <p:spPr bwMode="auto">
          <a:xfrm>
            <a:off x="285750" y="2668588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86" name="Rectangle 9"/>
          <p:cNvSpPr>
            <a:spLocks noChangeArrowheads="1"/>
          </p:cNvSpPr>
          <p:nvPr/>
        </p:nvSpPr>
        <p:spPr bwMode="auto">
          <a:xfrm>
            <a:off x="285750" y="2260600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87" name="Rectangle 10"/>
          <p:cNvSpPr>
            <a:spLocks noChangeArrowheads="1"/>
          </p:cNvSpPr>
          <p:nvPr/>
        </p:nvSpPr>
        <p:spPr bwMode="auto">
          <a:xfrm>
            <a:off x="285750" y="1928813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88" name="Rectangle 11"/>
          <p:cNvSpPr>
            <a:spLocks noChangeArrowheads="1"/>
          </p:cNvSpPr>
          <p:nvPr/>
        </p:nvSpPr>
        <p:spPr bwMode="auto">
          <a:xfrm>
            <a:off x="285750" y="1655763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89" name="Rectangle 12"/>
          <p:cNvSpPr>
            <a:spLocks noChangeArrowheads="1"/>
          </p:cNvSpPr>
          <p:nvPr/>
        </p:nvSpPr>
        <p:spPr bwMode="auto">
          <a:xfrm>
            <a:off x="438150" y="1385888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grpSp>
        <p:nvGrpSpPr>
          <p:cNvPr id="280590" name="Group 13"/>
          <p:cNvGrpSpPr>
            <a:grpSpLocks/>
          </p:cNvGrpSpPr>
          <p:nvPr/>
        </p:nvGrpSpPr>
        <p:grpSpPr bwMode="auto">
          <a:xfrm>
            <a:off x="938213" y="1385888"/>
            <a:ext cx="3303587" cy="1804987"/>
            <a:chOff x="540" y="838"/>
            <a:chExt cx="1778" cy="1137"/>
          </a:xfrm>
        </p:grpSpPr>
        <p:sp>
          <p:nvSpPr>
            <p:cNvPr id="280670" name="Rectangle 14"/>
            <p:cNvSpPr>
              <a:spLocks noChangeArrowheads="1"/>
            </p:cNvSpPr>
            <p:nvPr/>
          </p:nvSpPr>
          <p:spPr bwMode="auto">
            <a:xfrm>
              <a:off x="55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71" name="Rectangle 15"/>
            <p:cNvSpPr>
              <a:spLocks noChangeArrowheads="1"/>
            </p:cNvSpPr>
            <p:nvPr/>
          </p:nvSpPr>
          <p:spPr bwMode="auto">
            <a:xfrm>
              <a:off x="540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2" name="Rectangle 16"/>
            <p:cNvSpPr>
              <a:spLocks noChangeArrowheads="1"/>
            </p:cNvSpPr>
            <p:nvPr/>
          </p:nvSpPr>
          <p:spPr bwMode="auto">
            <a:xfrm>
              <a:off x="762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3" name="Rectangle 17"/>
            <p:cNvSpPr>
              <a:spLocks noChangeArrowheads="1"/>
            </p:cNvSpPr>
            <p:nvPr/>
          </p:nvSpPr>
          <p:spPr bwMode="auto">
            <a:xfrm>
              <a:off x="1207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4" name="Rectangle 18"/>
            <p:cNvSpPr>
              <a:spLocks noChangeArrowheads="1"/>
            </p:cNvSpPr>
            <p:nvPr/>
          </p:nvSpPr>
          <p:spPr bwMode="auto">
            <a:xfrm>
              <a:off x="1429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5" name="Rectangle 19"/>
            <p:cNvSpPr>
              <a:spLocks noChangeArrowheads="1"/>
            </p:cNvSpPr>
            <p:nvPr/>
          </p:nvSpPr>
          <p:spPr bwMode="auto">
            <a:xfrm>
              <a:off x="98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6" name="Rectangle 20"/>
            <p:cNvSpPr>
              <a:spLocks noChangeArrowheads="1"/>
            </p:cNvSpPr>
            <p:nvPr/>
          </p:nvSpPr>
          <p:spPr bwMode="auto">
            <a:xfrm>
              <a:off x="1651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7" name="Rectangle 21"/>
            <p:cNvSpPr>
              <a:spLocks noChangeArrowheads="1"/>
            </p:cNvSpPr>
            <p:nvPr/>
          </p:nvSpPr>
          <p:spPr bwMode="auto">
            <a:xfrm>
              <a:off x="1873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8" name="Rectangle 22"/>
            <p:cNvSpPr>
              <a:spLocks noChangeArrowheads="1"/>
            </p:cNvSpPr>
            <p:nvPr/>
          </p:nvSpPr>
          <p:spPr bwMode="auto">
            <a:xfrm>
              <a:off x="209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79" name="Rectangle 23"/>
            <p:cNvSpPr>
              <a:spLocks noChangeArrowheads="1"/>
            </p:cNvSpPr>
            <p:nvPr/>
          </p:nvSpPr>
          <p:spPr bwMode="auto">
            <a:xfrm>
              <a:off x="78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80" name="Rectangle 24"/>
            <p:cNvSpPr>
              <a:spLocks noChangeArrowheads="1"/>
            </p:cNvSpPr>
            <p:nvPr/>
          </p:nvSpPr>
          <p:spPr bwMode="auto">
            <a:xfrm>
              <a:off x="1004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81" name="Rectangle 25"/>
            <p:cNvSpPr>
              <a:spLocks noChangeArrowheads="1"/>
            </p:cNvSpPr>
            <p:nvPr/>
          </p:nvSpPr>
          <p:spPr bwMode="auto">
            <a:xfrm>
              <a:off x="122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82" name="Rectangle 26"/>
            <p:cNvSpPr>
              <a:spLocks noChangeArrowheads="1"/>
            </p:cNvSpPr>
            <p:nvPr/>
          </p:nvSpPr>
          <p:spPr bwMode="auto">
            <a:xfrm>
              <a:off x="145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83" name="Rectangle 27"/>
            <p:cNvSpPr>
              <a:spLocks noChangeArrowheads="1"/>
            </p:cNvSpPr>
            <p:nvPr/>
          </p:nvSpPr>
          <p:spPr bwMode="auto">
            <a:xfrm>
              <a:off x="1675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84" name="Rectangle 28"/>
            <p:cNvSpPr>
              <a:spLocks noChangeArrowheads="1"/>
            </p:cNvSpPr>
            <p:nvPr/>
          </p:nvSpPr>
          <p:spPr bwMode="auto">
            <a:xfrm>
              <a:off x="189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85" name="Rectangle 29"/>
            <p:cNvSpPr>
              <a:spLocks noChangeArrowheads="1"/>
            </p:cNvSpPr>
            <p:nvPr/>
          </p:nvSpPr>
          <p:spPr bwMode="auto">
            <a:xfrm>
              <a:off x="2122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sp>
        <p:nvSpPr>
          <p:cNvPr id="280591" name="Rectangle 30"/>
          <p:cNvSpPr>
            <a:spLocks noChangeArrowheads="1"/>
          </p:cNvSpPr>
          <p:nvPr/>
        </p:nvSpPr>
        <p:spPr bwMode="auto">
          <a:xfrm>
            <a:off x="4522788" y="819150"/>
            <a:ext cx="4129087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80592" name="Rectangle 31"/>
          <p:cNvSpPr>
            <a:spLocks noChangeArrowheads="1"/>
          </p:cNvSpPr>
          <p:nvPr/>
        </p:nvSpPr>
        <p:spPr bwMode="auto">
          <a:xfrm>
            <a:off x="4522788" y="819150"/>
            <a:ext cx="4129087" cy="409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0593" name="Rectangle 32"/>
          <p:cNvSpPr>
            <a:spLocks noChangeArrowheads="1"/>
          </p:cNvSpPr>
          <p:nvPr/>
        </p:nvSpPr>
        <p:spPr bwMode="auto">
          <a:xfrm>
            <a:off x="4632325" y="871538"/>
            <a:ext cx="383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0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80594" name="Object 33"/>
          <p:cNvGraphicFramePr>
            <a:graphicFrameLocks/>
          </p:cNvGraphicFramePr>
          <p:nvPr/>
        </p:nvGraphicFramePr>
        <p:xfrm>
          <a:off x="5159375" y="1524000"/>
          <a:ext cx="340995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410331" imgH="1543507" progId="MSGraph.Chart.8">
                  <p:embed followColorScheme="full"/>
                </p:oleObj>
              </mc:Choice>
              <mc:Fallback>
                <p:oleObj name="Chart" r:id="rId7" imgW="3410331" imgH="1543507" progId="MSGraph.Chart.8">
                  <p:embed followColorScheme="full"/>
                  <p:pic>
                    <p:nvPicPr>
                      <p:cNvPr id="280594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159375" y="1524000"/>
                        <a:ext cx="3409950" cy="154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5" name="Rectangle 34"/>
          <p:cNvSpPr>
            <a:spLocks noChangeArrowheads="1"/>
          </p:cNvSpPr>
          <p:nvPr/>
        </p:nvSpPr>
        <p:spPr bwMode="auto">
          <a:xfrm>
            <a:off x="4592638" y="2668588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96" name="Rectangle 35"/>
          <p:cNvSpPr>
            <a:spLocks noChangeArrowheads="1"/>
          </p:cNvSpPr>
          <p:nvPr/>
        </p:nvSpPr>
        <p:spPr bwMode="auto">
          <a:xfrm>
            <a:off x="4592638" y="2260600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97" name="Rectangle 36"/>
          <p:cNvSpPr>
            <a:spLocks noChangeArrowheads="1"/>
          </p:cNvSpPr>
          <p:nvPr/>
        </p:nvSpPr>
        <p:spPr bwMode="auto">
          <a:xfrm>
            <a:off x="4592638" y="1928813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98" name="Rectangle 37"/>
          <p:cNvSpPr>
            <a:spLocks noChangeArrowheads="1"/>
          </p:cNvSpPr>
          <p:nvPr/>
        </p:nvSpPr>
        <p:spPr bwMode="auto">
          <a:xfrm>
            <a:off x="4592638" y="1655763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599" name="Rectangle 38"/>
          <p:cNvSpPr>
            <a:spLocks noChangeArrowheads="1"/>
          </p:cNvSpPr>
          <p:nvPr/>
        </p:nvSpPr>
        <p:spPr bwMode="auto">
          <a:xfrm>
            <a:off x="4745038" y="1385888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grpSp>
        <p:nvGrpSpPr>
          <p:cNvPr id="280600" name="Group 39"/>
          <p:cNvGrpSpPr>
            <a:grpSpLocks/>
          </p:cNvGrpSpPr>
          <p:nvPr/>
        </p:nvGrpSpPr>
        <p:grpSpPr bwMode="auto">
          <a:xfrm>
            <a:off x="5241925" y="1385888"/>
            <a:ext cx="3306763" cy="1804987"/>
            <a:chOff x="540" y="838"/>
            <a:chExt cx="1778" cy="1137"/>
          </a:xfrm>
        </p:grpSpPr>
        <p:sp>
          <p:nvSpPr>
            <p:cNvPr id="280654" name="Rectangle 40"/>
            <p:cNvSpPr>
              <a:spLocks noChangeArrowheads="1"/>
            </p:cNvSpPr>
            <p:nvPr/>
          </p:nvSpPr>
          <p:spPr bwMode="auto">
            <a:xfrm>
              <a:off x="55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55" name="Rectangle 41"/>
            <p:cNvSpPr>
              <a:spLocks noChangeArrowheads="1"/>
            </p:cNvSpPr>
            <p:nvPr/>
          </p:nvSpPr>
          <p:spPr bwMode="auto">
            <a:xfrm>
              <a:off x="540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56" name="Rectangle 42"/>
            <p:cNvSpPr>
              <a:spLocks noChangeArrowheads="1"/>
            </p:cNvSpPr>
            <p:nvPr/>
          </p:nvSpPr>
          <p:spPr bwMode="auto">
            <a:xfrm>
              <a:off x="762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57" name="Rectangle 43"/>
            <p:cNvSpPr>
              <a:spLocks noChangeArrowheads="1"/>
            </p:cNvSpPr>
            <p:nvPr/>
          </p:nvSpPr>
          <p:spPr bwMode="auto">
            <a:xfrm>
              <a:off x="1207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58" name="Rectangle 44"/>
            <p:cNvSpPr>
              <a:spLocks noChangeArrowheads="1"/>
            </p:cNvSpPr>
            <p:nvPr/>
          </p:nvSpPr>
          <p:spPr bwMode="auto">
            <a:xfrm>
              <a:off x="1429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59" name="Rectangle 45"/>
            <p:cNvSpPr>
              <a:spLocks noChangeArrowheads="1"/>
            </p:cNvSpPr>
            <p:nvPr/>
          </p:nvSpPr>
          <p:spPr bwMode="auto">
            <a:xfrm>
              <a:off x="98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60" name="Rectangle 46"/>
            <p:cNvSpPr>
              <a:spLocks noChangeArrowheads="1"/>
            </p:cNvSpPr>
            <p:nvPr/>
          </p:nvSpPr>
          <p:spPr bwMode="auto">
            <a:xfrm>
              <a:off x="1651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61" name="Rectangle 47"/>
            <p:cNvSpPr>
              <a:spLocks noChangeArrowheads="1"/>
            </p:cNvSpPr>
            <p:nvPr/>
          </p:nvSpPr>
          <p:spPr bwMode="auto">
            <a:xfrm>
              <a:off x="1873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62" name="Rectangle 48"/>
            <p:cNvSpPr>
              <a:spLocks noChangeArrowheads="1"/>
            </p:cNvSpPr>
            <p:nvPr/>
          </p:nvSpPr>
          <p:spPr bwMode="auto">
            <a:xfrm>
              <a:off x="209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63" name="Rectangle 49"/>
            <p:cNvSpPr>
              <a:spLocks noChangeArrowheads="1"/>
            </p:cNvSpPr>
            <p:nvPr/>
          </p:nvSpPr>
          <p:spPr bwMode="auto">
            <a:xfrm>
              <a:off x="78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64" name="Rectangle 50"/>
            <p:cNvSpPr>
              <a:spLocks noChangeArrowheads="1"/>
            </p:cNvSpPr>
            <p:nvPr/>
          </p:nvSpPr>
          <p:spPr bwMode="auto">
            <a:xfrm>
              <a:off x="1004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65" name="Rectangle 51"/>
            <p:cNvSpPr>
              <a:spLocks noChangeArrowheads="1"/>
            </p:cNvSpPr>
            <p:nvPr/>
          </p:nvSpPr>
          <p:spPr bwMode="auto">
            <a:xfrm>
              <a:off x="122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66" name="Rectangle 52"/>
            <p:cNvSpPr>
              <a:spLocks noChangeArrowheads="1"/>
            </p:cNvSpPr>
            <p:nvPr/>
          </p:nvSpPr>
          <p:spPr bwMode="auto">
            <a:xfrm>
              <a:off x="145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67" name="Rectangle 53"/>
            <p:cNvSpPr>
              <a:spLocks noChangeArrowheads="1"/>
            </p:cNvSpPr>
            <p:nvPr/>
          </p:nvSpPr>
          <p:spPr bwMode="auto">
            <a:xfrm>
              <a:off x="1675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68" name="Rectangle 54"/>
            <p:cNvSpPr>
              <a:spLocks noChangeArrowheads="1"/>
            </p:cNvSpPr>
            <p:nvPr/>
          </p:nvSpPr>
          <p:spPr bwMode="auto">
            <a:xfrm>
              <a:off x="189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69" name="Rectangle 55"/>
            <p:cNvSpPr>
              <a:spLocks noChangeArrowheads="1"/>
            </p:cNvSpPr>
            <p:nvPr/>
          </p:nvSpPr>
          <p:spPr bwMode="auto">
            <a:xfrm>
              <a:off x="2122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sp>
        <p:nvSpPr>
          <p:cNvPr id="280601" name="Rectangle 56"/>
          <p:cNvSpPr>
            <a:spLocks noChangeArrowheads="1"/>
          </p:cNvSpPr>
          <p:nvPr/>
        </p:nvSpPr>
        <p:spPr bwMode="auto">
          <a:xfrm>
            <a:off x="215900" y="3568700"/>
            <a:ext cx="4129088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80602" name="Rectangle 57"/>
          <p:cNvSpPr>
            <a:spLocks noChangeArrowheads="1"/>
          </p:cNvSpPr>
          <p:nvPr/>
        </p:nvSpPr>
        <p:spPr bwMode="auto">
          <a:xfrm>
            <a:off x="215900" y="3568700"/>
            <a:ext cx="4129088" cy="409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0603" name="Rectangle 58"/>
          <p:cNvSpPr>
            <a:spLocks noChangeArrowheads="1"/>
          </p:cNvSpPr>
          <p:nvPr/>
        </p:nvSpPr>
        <p:spPr bwMode="auto">
          <a:xfrm>
            <a:off x="328613" y="3621088"/>
            <a:ext cx="3832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0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80604" name="Object 59"/>
          <p:cNvGraphicFramePr>
            <a:graphicFrameLocks/>
          </p:cNvGraphicFramePr>
          <p:nvPr/>
        </p:nvGraphicFramePr>
        <p:xfrm>
          <a:off x="854075" y="4273550"/>
          <a:ext cx="340995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3410331" imgH="1543507" progId="MSGraph.Chart.8">
                  <p:embed followColorScheme="full"/>
                </p:oleObj>
              </mc:Choice>
              <mc:Fallback>
                <p:oleObj name="Chart" r:id="rId9" imgW="3410331" imgH="1543507" progId="MSGraph.Chart.8">
                  <p:embed followColorScheme="full"/>
                  <p:pic>
                    <p:nvPicPr>
                      <p:cNvPr id="280604" name="Object 5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854075" y="4273550"/>
                        <a:ext cx="3409950" cy="154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605" name="Rectangle 60"/>
          <p:cNvSpPr>
            <a:spLocks noChangeArrowheads="1"/>
          </p:cNvSpPr>
          <p:nvPr/>
        </p:nvSpPr>
        <p:spPr bwMode="auto">
          <a:xfrm>
            <a:off x="285750" y="5418138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06" name="Rectangle 61"/>
          <p:cNvSpPr>
            <a:spLocks noChangeArrowheads="1"/>
          </p:cNvSpPr>
          <p:nvPr/>
        </p:nvSpPr>
        <p:spPr bwMode="auto">
          <a:xfrm>
            <a:off x="285750" y="5010150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07" name="Rectangle 62"/>
          <p:cNvSpPr>
            <a:spLocks noChangeArrowheads="1"/>
          </p:cNvSpPr>
          <p:nvPr/>
        </p:nvSpPr>
        <p:spPr bwMode="auto">
          <a:xfrm>
            <a:off x="285750" y="4678363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08" name="Rectangle 63"/>
          <p:cNvSpPr>
            <a:spLocks noChangeArrowheads="1"/>
          </p:cNvSpPr>
          <p:nvPr/>
        </p:nvSpPr>
        <p:spPr bwMode="auto">
          <a:xfrm>
            <a:off x="285750" y="4405313"/>
            <a:ext cx="611188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09" name="Rectangle 64"/>
          <p:cNvSpPr>
            <a:spLocks noChangeArrowheads="1"/>
          </p:cNvSpPr>
          <p:nvPr/>
        </p:nvSpPr>
        <p:spPr bwMode="auto">
          <a:xfrm>
            <a:off x="438150" y="4135438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grpSp>
        <p:nvGrpSpPr>
          <p:cNvPr id="280610" name="Group 65"/>
          <p:cNvGrpSpPr>
            <a:grpSpLocks/>
          </p:cNvGrpSpPr>
          <p:nvPr/>
        </p:nvGrpSpPr>
        <p:grpSpPr bwMode="auto">
          <a:xfrm>
            <a:off x="938213" y="4135438"/>
            <a:ext cx="3303587" cy="1804987"/>
            <a:chOff x="540" y="838"/>
            <a:chExt cx="1778" cy="1137"/>
          </a:xfrm>
        </p:grpSpPr>
        <p:sp>
          <p:nvSpPr>
            <p:cNvPr id="280638" name="Rectangle 66"/>
            <p:cNvSpPr>
              <a:spLocks noChangeArrowheads="1"/>
            </p:cNvSpPr>
            <p:nvPr/>
          </p:nvSpPr>
          <p:spPr bwMode="auto">
            <a:xfrm>
              <a:off x="55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9" name="Rectangle 67"/>
            <p:cNvSpPr>
              <a:spLocks noChangeArrowheads="1"/>
            </p:cNvSpPr>
            <p:nvPr/>
          </p:nvSpPr>
          <p:spPr bwMode="auto">
            <a:xfrm>
              <a:off x="540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0" name="Rectangle 68"/>
            <p:cNvSpPr>
              <a:spLocks noChangeArrowheads="1"/>
            </p:cNvSpPr>
            <p:nvPr/>
          </p:nvSpPr>
          <p:spPr bwMode="auto">
            <a:xfrm>
              <a:off x="762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1" name="Rectangle 69"/>
            <p:cNvSpPr>
              <a:spLocks noChangeArrowheads="1"/>
            </p:cNvSpPr>
            <p:nvPr/>
          </p:nvSpPr>
          <p:spPr bwMode="auto">
            <a:xfrm>
              <a:off x="1207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2" name="Rectangle 70"/>
            <p:cNvSpPr>
              <a:spLocks noChangeArrowheads="1"/>
            </p:cNvSpPr>
            <p:nvPr/>
          </p:nvSpPr>
          <p:spPr bwMode="auto">
            <a:xfrm>
              <a:off x="1429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3" name="Rectangle 71"/>
            <p:cNvSpPr>
              <a:spLocks noChangeArrowheads="1"/>
            </p:cNvSpPr>
            <p:nvPr/>
          </p:nvSpPr>
          <p:spPr bwMode="auto">
            <a:xfrm>
              <a:off x="98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4" name="Rectangle 72"/>
            <p:cNvSpPr>
              <a:spLocks noChangeArrowheads="1"/>
            </p:cNvSpPr>
            <p:nvPr/>
          </p:nvSpPr>
          <p:spPr bwMode="auto">
            <a:xfrm>
              <a:off x="1651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5" name="Rectangle 73"/>
            <p:cNvSpPr>
              <a:spLocks noChangeArrowheads="1"/>
            </p:cNvSpPr>
            <p:nvPr/>
          </p:nvSpPr>
          <p:spPr bwMode="auto">
            <a:xfrm>
              <a:off x="1873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6" name="Rectangle 74"/>
            <p:cNvSpPr>
              <a:spLocks noChangeArrowheads="1"/>
            </p:cNvSpPr>
            <p:nvPr/>
          </p:nvSpPr>
          <p:spPr bwMode="auto">
            <a:xfrm>
              <a:off x="209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47" name="Rectangle 75"/>
            <p:cNvSpPr>
              <a:spLocks noChangeArrowheads="1"/>
            </p:cNvSpPr>
            <p:nvPr/>
          </p:nvSpPr>
          <p:spPr bwMode="auto">
            <a:xfrm>
              <a:off x="78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48" name="Rectangle 76"/>
            <p:cNvSpPr>
              <a:spLocks noChangeArrowheads="1"/>
            </p:cNvSpPr>
            <p:nvPr/>
          </p:nvSpPr>
          <p:spPr bwMode="auto">
            <a:xfrm>
              <a:off x="1004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49" name="Rectangle 77"/>
            <p:cNvSpPr>
              <a:spLocks noChangeArrowheads="1"/>
            </p:cNvSpPr>
            <p:nvPr/>
          </p:nvSpPr>
          <p:spPr bwMode="auto">
            <a:xfrm>
              <a:off x="122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50" name="Rectangle 78"/>
            <p:cNvSpPr>
              <a:spLocks noChangeArrowheads="1"/>
            </p:cNvSpPr>
            <p:nvPr/>
          </p:nvSpPr>
          <p:spPr bwMode="auto">
            <a:xfrm>
              <a:off x="145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51" name="Rectangle 79"/>
            <p:cNvSpPr>
              <a:spLocks noChangeArrowheads="1"/>
            </p:cNvSpPr>
            <p:nvPr/>
          </p:nvSpPr>
          <p:spPr bwMode="auto">
            <a:xfrm>
              <a:off x="1675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52" name="Rectangle 80"/>
            <p:cNvSpPr>
              <a:spLocks noChangeArrowheads="1"/>
            </p:cNvSpPr>
            <p:nvPr/>
          </p:nvSpPr>
          <p:spPr bwMode="auto">
            <a:xfrm>
              <a:off x="189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53" name="Rectangle 81"/>
            <p:cNvSpPr>
              <a:spLocks noChangeArrowheads="1"/>
            </p:cNvSpPr>
            <p:nvPr/>
          </p:nvSpPr>
          <p:spPr bwMode="auto">
            <a:xfrm>
              <a:off x="2122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sp>
        <p:nvSpPr>
          <p:cNvPr id="280611" name="Rectangle 82"/>
          <p:cNvSpPr>
            <a:spLocks noChangeArrowheads="1"/>
          </p:cNvSpPr>
          <p:nvPr/>
        </p:nvSpPr>
        <p:spPr bwMode="auto">
          <a:xfrm>
            <a:off x="4522788" y="3568700"/>
            <a:ext cx="4129087" cy="25574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l-NL"/>
          </a:p>
        </p:txBody>
      </p:sp>
      <p:sp>
        <p:nvSpPr>
          <p:cNvPr id="280612" name="Rectangle 83"/>
          <p:cNvSpPr>
            <a:spLocks noChangeArrowheads="1"/>
          </p:cNvSpPr>
          <p:nvPr/>
        </p:nvSpPr>
        <p:spPr bwMode="auto">
          <a:xfrm>
            <a:off x="4522788" y="3568700"/>
            <a:ext cx="4129087" cy="4095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0613" name="Rectangle 84"/>
          <p:cNvSpPr>
            <a:spLocks noChangeArrowheads="1"/>
          </p:cNvSpPr>
          <p:nvPr/>
        </p:nvSpPr>
        <p:spPr bwMode="auto">
          <a:xfrm>
            <a:off x="4632325" y="3621088"/>
            <a:ext cx="383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000">
                <a:solidFill>
                  <a:schemeClr val="bg1"/>
                </a:solidFill>
                <a:ea typeface="Gulim" pitchFamily="34" charset="-127"/>
              </a:rPr>
              <a:t>Measure</a:t>
            </a:r>
            <a:r>
              <a:rPr lang="en-US" altLang="ko-KR" sz="1000" b="1">
                <a:solidFill>
                  <a:schemeClr val="bg1"/>
                </a:solidFill>
                <a:ea typeface="Gulim" pitchFamily="34" charset="-127"/>
              </a:rPr>
              <a:t> </a:t>
            </a:r>
          </a:p>
        </p:txBody>
      </p:sp>
      <p:graphicFrame>
        <p:nvGraphicFramePr>
          <p:cNvPr id="280614" name="Object 85"/>
          <p:cNvGraphicFramePr>
            <a:graphicFrameLocks/>
          </p:cNvGraphicFramePr>
          <p:nvPr/>
        </p:nvGraphicFramePr>
        <p:xfrm>
          <a:off x="5159375" y="4273550"/>
          <a:ext cx="340995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3410331" imgH="1543507" progId="MSGraph.Chart.8">
                  <p:embed followColorScheme="full"/>
                </p:oleObj>
              </mc:Choice>
              <mc:Fallback>
                <p:oleObj name="Chart" r:id="rId11" imgW="3410331" imgH="1543507" progId="MSGraph.Chart.8">
                  <p:embed followColorScheme="full"/>
                  <p:pic>
                    <p:nvPicPr>
                      <p:cNvPr id="280614" name="Object 8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159375" y="4273550"/>
                        <a:ext cx="3409950" cy="154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615" name="Rectangle 86"/>
          <p:cNvSpPr>
            <a:spLocks noChangeArrowheads="1"/>
          </p:cNvSpPr>
          <p:nvPr/>
        </p:nvSpPr>
        <p:spPr bwMode="auto">
          <a:xfrm>
            <a:off x="4592638" y="5418138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16" name="Rectangle 87"/>
          <p:cNvSpPr>
            <a:spLocks noChangeArrowheads="1"/>
          </p:cNvSpPr>
          <p:nvPr/>
        </p:nvSpPr>
        <p:spPr bwMode="auto">
          <a:xfrm>
            <a:off x="4592638" y="5010150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17" name="Rectangle 88"/>
          <p:cNvSpPr>
            <a:spLocks noChangeArrowheads="1"/>
          </p:cNvSpPr>
          <p:nvPr/>
        </p:nvSpPr>
        <p:spPr bwMode="auto">
          <a:xfrm>
            <a:off x="4592638" y="4678363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18" name="Rectangle 89"/>
          <p:cNvSpPr>
            <a:spLocks noChangeArrowheads="1"/>
          </p:cNvSpPr>
          <p:nvPr/>
        </p:nvSpPr>
        <p:spPr bwMode="auto">
          <a:xfrm>
            <a:off x="4592638" y="4405313"/>
            <a:ext cx="6111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000">
                <a:ea typeface="宋体" pitchFamily="2" charset="-122"/>
              </a:rPr>
              <a:t>Series</a:t>
            </a:r>
          </a:p>
        </p:txBody>
      </p:sp>
      <p:sp>
        <p:nvSpPr>
          <p:cNvPr id="280619" name="Rectangle 90"/>
          <p:cNvSpPr>
            <a:spLocks noChangeArrowheads="1"/>
          </p:cNvSpPr>
          <p:nvPr/>
        </p:nvSpPr>
        <p:spPr bwMode="auto">
          <a:xfrm>
            <a:off x="4745038" y="4135438"/>
            <a:ext cx="4699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zh-CN" altLang="en-US" sz="1000">
                <a:ea typeface="宋体" pitchFamily="2" charset="-122"/>
              </a:rPr>
              <a:t>100%=</a:t>
            </a:r>
          </a:p>
        </p:txBody>
      </p:sp>
      <p:grpSp>
        <p:nvGrpSpPr>
          <p:cNvPr id="280620" name="Group 91"/>
          <p:cNvGrpSpPr>
            <a:grpSpLocks/>
          </p:cNvGrpSpPr>
          <p:nvPr/>
        </p:nvGrpSpPr>
        <p:grpSpPr bwMode="auto">
          <a:xfrm>
            <a:off x="5241925" y="4135438"/>
            <a:ext cx="3306763" cy="1804987"/>
            <a:chOff x="540" y="838"/>
            <a:chExt cx="1778" cy="1137"/>
          </a:xfrm>
        </p:grpSpPr>
        <p:sp>
          <p:nvSpPr>
            <p:cNvPr id="280622" name="Rectangle 92"/>
            <p:cNvSpPr>
              <a:spLocks noChangeArrowheads="1"/>
            </p:cNvSpPr>
            <p:nvPr/>
          </p:nvSpPr>
          <p:spPr bwMode="auto">
            <a:xfrm>
              <a:off x="55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23" name="Rectangle 93"/>
            <p:cNvSpPr>
              <a:spLocks noChangeArrowheads="1"/>
            </p:cNvSpPr>
            <p:nvPr/>
          </p:nvSpPr>
          <p:spPr bwMode="auto">
            <a:xfrm>
              <a:off x="540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24" name="Rectangle 94"/>
            <p:cNvSpPr>
              <a:spLocks noChangeArrowheads="1"/>
            </p:cNvSpPr>
            <p:nvPr/>
          </p:nvSpPr>
          <p:spPr bwMode="auto">
            <a:xfrm>
              <a:off x="762" y="838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25" name="Rectangle 95"/>
            <p:cNvSpPr>
              <a:spLocks noChangeArrowheads="1"/>
            </p:cNvSpPr>
            <p:nvPr/>
          </p:nvSpPr>
          <p:spPr bwMode="auto">
            <a:xfrm>
              <a:off x="1207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26" name="Rectangle 96"/>
            <p:cNvSpPr>
              <a:spLocks noChangeArrowheads="1"/>
            </p:cNvSpPr>
            <p:nvPr/>
          </p:nvSpPr>
          <p:spPr bwMode="auto">
            <a:xfrm>
              <a:off x="1429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27" name="Rectangle 97"/>
            <p:cNvSpPr>
              <a:spLocks noChangeArrowheads="1"/>
            </p:cNvSpPr>
            <p:nvPr/>
          </p:nvSpPr>
          <p:spPr bwMode="auto">
            <a:xfrm>
              <a:off x="98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28" name="Rectangle 98"/>
            <p:cNvSpPr>
              <a:spLocks noChangeArrowheads="1"/>
            </p:cNvSpPr>
            <p:nvPr/>
          </p:nvSpPr>
          <p:spPr bwMode="auto">
            <a:xfrm>
              <a:off x="1651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29" name="Rectangle 99"/>
            <p:cNvSpPr>
              <a:spLocks noChangeArrowheads="1"/>
            </p:cNvSpPr>
            <p:nvPr/>
          </p:nvSpPr>
          <p:spPr bwMode="auto">
            <a:xfrm>
              <a:off x="1873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30" name="Rectangle 100"/>
            <p:cNvSpPr>
              <a:spLocks noChangeArrowheads="1"/>
            </p:cNvSpPr>
            <p:nvPr/>
          </p:nvSpPr>
          <p:spPr bwMode="auto">
            <a:xfrm>
              <a:off x="2095" y="838"/>
              <a:ext cx="195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0" hangingPunct="0"/>
              <a:r>
                <a:rPr lang="zh-CN" altLang="en-US" sz="1000">
                  <a:ea typeface="宋体" pitchFamily="2" charset="-122"/>
                </a:rPr>
                <a:t>000</a:t>
              </a:r>
            </a:p>
          </p:txBody>
        </p:sp>
        <p:sp>
          <p:nvSpPr>
            <p:cNvPr id="280631" name="Rectangle 101"/>
            <p:cNvSpPr>
              <a:spLocks noChangeArrowheads="1"/>
            </p:cNvSpPr>
            <p:nvPr/>
          </p:nvSpPr>
          <p:spPr bwMode="auto">
            <a:xfrm>
              <a:off x="78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2" name="Rectangle 102"/>
            <p:cNvSpPr>
              <a:spLocks noChangeArrowheads="1"/>
            </p:cNvSpPr>
            <p:nvPr/>
          </p:nvSpPr>
          <p:spPr bwMode="auto">
            <a:xfrm>
              <a:off x="1004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3" name="Rectangle 103"/>
            <p:cNvSpPr>
              <a:spLocks noChangeArrowheads="1"/>
            </p:cNvSpPr>
            <p:nvPr/>
          </p:nvSpPr>
          <p:spPr bwMode="auto">
            <a:xfrm>
              <a:off x="122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4" name="Rectangle 104"/>
            <p:cNvSpPr>
              <a:spLocks noChangeArrowheads="1"/>
            </p:cNvSpPr>
            <p:nvPr/>
          </p:nvSpPr>
          <p:spPr bwMode="auto">
            <a:xfrm>
              <a:off x="1451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5" name="Rectangle 105"/>
            <p:cNvSpPr>
              <a:spLocks noChangeArrowheads="1"/>
            </p:cNvSpPr>
            <p:nvPr/>
          </p:nvSpPr>
          <p:spPr bwMode="auto">
            <a:xfrm>
              <a:off x="1675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6" name="Rectangle 106"/>
            <p:cNvSpPr>
              <a:spLocks noChangeArrowheads="1"/>
            </p:cNvSpPr>
            <p:nvPr/>
          </p:nvSpPr>
          <p:spPr bwMode="auto">
            <a:xfrm>
              <a:off x="1898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  <p:sp>
          <p:nvSpPr>
            <p:cNvPr id="280637" name="Rectangle 107"/>
            <p:cNvSpPr>
              <a:spLocks noChangeArrowheads="1"/>
            </p:cNvSpPr>
            <p:nvPr/>
          </p:nvSpPr>
          <p:spPr bwMode="auto">
            <a:xfrm>
              <a:off x="2122" y="1879"/>
              <a:ext cx="19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buSzPct val="120000"/>
              </a:pPr>
              <a:r>
                <a:rPr lang="en-US" altLang="zh-CN" sz="1000">
                  <a:ea typeface="宋体" pitchFamily="2" charset="-122"/>
                </a:rPr>
                <a:t>Text</a:t>
              </a:r>
            </a:p>
          </p:txBody>
        </p:sp>
      </p:grpSp>
      <p:sp>
        <p:nvSpPr>
          <p:cNvPr id="280621" name="McK Measure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26BF600C-A963-472A-8D61-25DDE98FECC2}" type="slidenum">
              <a:rPr lang="zh-CN" altLang="en-US" smtClean="0"/>
              <a:pPr defTabSz="895350"/>
              <a:t>272</a:t>
            </a:fld>
            <a:endParaRPr lang="en-US" altLang="zh-CN"/>
          </a:p>
        </p:txBody>
      </p:sp>
      <p:sp>
        <p:nvSpPr>
          <p:cNvPr id="281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160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1605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grpSp>
        <p:nvGrpSpPr>
          <p:cNvPr id="281606" name="Group 5"/>
          <p:cNvGrpSpPr>
            <a:grpSpLocks/>
          </p:cNvGrpSpPr>
          <p:nvPr/>
        </p:nvGrpSpPr>
        <p:grpSpPr bwMode="auto">
          <a:xfrm>
            <a:off x="411163" y="1398588"/>
            <a:ext cx="3829050" cy="488950"/>
            <a:chOff x="471" y="771"/>
            <a:chExt cx="2120" cy="308"/>
          </a:xfrm>
        </p:grpSpPr>
        <p:sp>
          <p:nvSpPr>
            <p:cNvPr id="281624" name="Rectangle 6"/>
            <p:cNvSpPr>
              <a:spLocks noChangeArrowheads="1"/>
            </p:cNvSpPr>
            <p:nvPr/>
          </p:nvSpPr>
          <p:spPr bwMode="auto">
            <a:xfrm>
              <a:off x="471" y="771"/>
              <a:ext cx="2120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400">
                  <a:ea typeface="Gulim" pitchFamily="34" charset="-127"/>
                </a:rPr>
                <a:t>Measure</a:t>
              </a:r>
            </a:p>
          </p:txBody>
        </p:sp>
        <p:sp>
          <p:nvSpPr>
            <p:cNvPr id="281625" name="Line 7"/>
            <p:cNvSpPr>
              <a:spLocks noChangeShapeType="1"/>
            </p:cNvSpPr>
            <p:nvPr/>
          </p:nvSpPr>
          <p:spPr bwMode="auto">
            <a:xfrm>
              <a:off x="471" y="1078"/>
              <a:ext cx="211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aphicFrame>
        <p:nvGraphicFramePr>
          <p:cNvPr id="281607" name="Object 8"/>
          <p:cNvGraphicFramePr>
            <a:graphicFrameLocks/>
          </p:cNvGraphicFramePr>
          <p:nvPr/>
        </p:nvGraphicFramePr>
        <p:xfrm>
          <a:off x="600075" y="2405063"/>
          <a:ext cx="3403600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410331" imgH="2724506" progId="MSGraph.Chart.8">
                  <p:embed followColorScheme="full"/>
                </p:oleObj>
              </mc:Choice>
              <mc:Fallback>
                <p:oleObj name="Chart" r:id="rId3" imgW="3410331" imgH="2724506" progId="MSGraph.Chart.8">
                  <p:embed followColorScheme="full"/>
                  <p:pic>
                    <p:nvPicPr>
                      <p:cNvPr id="281607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00075" y="2405063"/>
                        <a:ext cx="3403600" cy="271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8" name="Rectangle 9"/>
          <p:cNvSpPr>
            <a:spLocks noChangeArrowheads="1"/>
          </p:cNvSpPr>
          <p:nvPr/>
        </p:nvSpPr>
        <p:spPr bwMode="auto">
          <a:xfrm>
            <a:off x="1585913" y="47910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81609" name="Rectangle 10"/>
          <p:cNvSpPr>
            <a:spLocks noChangeArrowheads="1"/>
          </p:cNvSpPr>
          <p:nvPr/>
        </p:nvSpPr>
        <p:spPr bwMode="auto">
          <a:xfrm>
            <a:off x="519113" y="3786188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81610" name="Rectangle 11"/>
          <p:cNvSpPr>
            <a:spLocks noChangeArrowheads="1"/>
          </p:cNvSpPr>
          <p:nvPr/>
        </p:nvSpPr>
        <p:spPr bwMode="auto">
          <a:xfrm>
            <a:off x="690563" y="297021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81611" name="Rectangle 12"/>
          <p:cNvSpPr>
            <a:spLocks noChangeArrowheads="1"/>
          </p:cNvSpPr>
          <p:nvPr/>
        </p:nvSpPr>
        <p:spPr bwMode="auto">
          <a:xfrm>
            <a:off x="1739900" y="25431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81612" name="Rectangle 13"/>
          <p:cNvSpPr>
            <a:spLocks noChangeArrowheads="1"/>
          </p:cNvSpPr>
          <p:nvPr/>
        </p:nvSpPr>
        <p:spPr bwMode="auto">
          <a:xfrm>
            <a:off x="3332163" y="3435350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81613" name="Rectangle 14"/>
          <p:cNvSpPr>
            <a:spLocks noChangeArrowheads="1"/>
          </p:cNvSpPr>
          <p:nvPr/>
        </p:nvSpPr>
        <p:spPr bwMode="auto">
          <a:xfrm>
            <a:off x="1465263" y="2074863"/>
            <a:ext cx="1651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400">
                <a:ea typeface="宋体" pitchFamily="2" charset="-122"/>
              </a:rPr>
              <a:t>100% = </a:t>
            </a:r>
            <a:r>
              <a:rPr lang="en-US" altLang="zh-CN" sz="1400">
                <a:ea typeface="宋体" pitchFamily="2" charset="-122"/>
              </a:rPr>
              <a:t>xxxx</a:t>
            </a:r>
          </a:p>
        </p:txBody>
      </p:sp>
      <p:grpSp>
        <p:nvGrpSpPr>
          <p:cNvPr id="281614" name="Group 15"/>
          <p:cNvGrpSpPr>
            <a:grpSpLocks/>
          </p:cNvGrpSpPr>
          <p:nvPr/>
        </p:nvGrpSpPr>
        <p:grpSpPr bwMode="auto">
          <a:xfrm>
            <a:off x="4600575" y="1398588"/>
            <a:ext cx="3832225" cy="488950"/>
            <a:chOff x="471" y="771"/>
            <a:chExt cx="2120" cy="308"/>
          </a:xfrm>
        </p:grpSpPr>
        <p:sp>
          <p:nvSpPr>
            <p:cNvPr id="281622" name="Rectangle 16"/>
            <p:cNvSpPr>
              <a:spLocks noChangeArrowheads="1"/>
            </p:cNvSpPr>
            <p:nvPr/>
          </p:nvSpPr>
          <p:spPr bwMode="auto">
            <a:xfrm>
              <a:off x="471" y="771"/>
              <a:ext cx="2120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400" b="1"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400">
                  <a:ea typeface="Gulim" pitchFamily="34" charset="-127"/>
                </a:rPr>
                <a:t>Measure</a:t>
              </a:r>
            </a:p>
          </p:txBody>
        </p:sp>
        <p:sp>
          <p:nvSpPr>
            <p:cNvPr id="281623" name="Line 17"/>
            <p:cNvSpPr>
              <a:spLocks noChangeShapeType="1"/>
            </p:cNvSpPr>
            <p:nvPr/>
          </p:nvSpPr>
          <p:spPr bwMode="auto">
            <a:xfrm>
              <a:off x="471" y="1078"/>
              <a:ext cx="211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NL"/>
            </a:p>
          </p:txBody>
        </p:sp>
      </p:grpSp>
      <p:graphicFrame>
        <p:nvGraphicFramePr>
          <p:cNvPr id="281615" name="Object 18"/>
          <p:cNvGraphicFramePr>
            <a:graphicFrameLocks/>
          </p:cNvGraphicFramePr>
          <p:nvPr/>
        </p:nvGraphicFramePr>
        <p:xfrm>
          <a:off x="4791075" y="2405063"/>
          <a:ext cx="3403600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410331" imgH="2724506" progId="MSGraph.Chart.8">
                  <p:embed followColorScheme="full"/>
                </p:oleObj>
              </mc:Choice>
              <mc:Fallback>
                <p:oleObj name="Chart" r:id="rId5" imgW="3410331" imgH="2724506" progId="MSGraph.Chart.8">
                  <p:embed followColorScheme="full"/>
                  <p:pic>
                    <p:nvPicPr>
                      <p:cNvPr id="281615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791075" y="2405063"/>
                        <a:ext cx="3403600" cy="271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6" name="Rectangle 19"/>
          <p:cNvSpPr>
            <a:spLocks noChangeArrowheads="1"/>
          </p:cNvSpPr>
          <p:nvPr/>
        </p:nvSpPr>
        <p:spPr bwMode="auto">
          <a:xfrm>
            <a:off x="5778500" y="47910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81617" name="Rectangle 20"/>
          <p:cNvSpPr>
            <a:spLocks noChangeArrowheads="1"/>
          </p:cNvSpPr>
          <p:nvPr/>
        </p:nvSpPr>
        <p:spPr bwMode="auto">
          <a:xfrm>
            <a:off x="4708525" y="3786188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81618" name="Rectangle 21"/>
          <p:cNvSpPr>
            <a:spLocks noChangeArrowheads="1"/>
          </p:cNvSpPr>
          <p:nvPr/>
        </p:nvSpPr>
        <p:spPr bwMode="auto">
          <a:xfrm>
            <a:off x="4879975" y="297021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81619" name="Rectangle 22"/>
          <p:cNvSpPr>
            <a:spLocks noChangeArrowheads="1"/>
          </p:cNvSpPr>
          <p:nvPr/>
        </p:nvSpPr>
        <p:spPr bwMode="auto">
          <a:xfrm>
            <a:off x="5932488" y="25431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81620" name="Rectangle 23"/>
          <p:cNvSpPr>
            <a:spLocks noChangeArrowheads="1"/>
          </p:cNvSpPr>
          <p:nvPr/>
        </p:nvSpPr>
        <p:spPr bwMode="auto">
          <a:xfrm>
            <a:off x="7524750" y="3435350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81621" name="Rectangle 24"/>
          <p:cNvSpPr>
            <a:spLocks noChangeArrowheads="1"/>
          </p:cNvSpPr>
          <p:nvPr/>
        </p:nvSpPr>
        <p:spPr bwMode="auto">
          <a:xfrm>
            <a:off x="5654675" y="2074863"/>
            <a:ext cx="1651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400">
                <a:ea typeface="宋体" pitchFamily="2" charset="-122"/>
              </a:rPr>
              <a:t>100% = </a:t>
            </a:r>
            <a:r>
              <a:rPr lang="en-US" altLang="zh-CN" sz="1400">
                <a:ea typeface="宋体" pitchFamily="2" charset="-122"/>
              </a:rPr>
              <a:t>xxxx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2AC7828-F80B-4771-B6D4-4E907F5CEE82}" type="slidenum">
              <a:rPr lang="zh-CN" altLang="en-US" smtClean="0"/>
              <a:pPr defTabSz="895350"/>
              <a:t>273</a:t>
            </a:fld>
            <a:endParaRPr lang="en-US" altLang="zh-CN"/>
          </a:p>
        </p:txBody>
      </p:sp>
      <p:sp>
        <p:nvSpPr>
          <p:cNvPr id="282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262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2629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graphicFrame>
        <p:nvGraphicFramePr>
          <p:cNvPr id="282630" name="Object 5"/>
          <p:cNvGraphicFramePr>
            <a:graphicFrameLocks/>
          </p:cNvGraphicFramePr>
          <p:nvPr/>
        </p:nvGraphicFramePr>
        <p:xfrm>
          <a:off x="173038" y="2655888"/>
          <a:ext cx="2652712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2648331" imgH="2353056" progId="MSGraph.Chart.8">
                  <p:embed followColorScheme="full"/>
                </p:oleObj>
              </mc:Choice>
              <mc:Fallback>
                <p:oleObj name="Chart" r:id="rId3" imgW="2648331" imgH="2353056" progId="MSGraph.Chart.8">
                  <p:embed followColorScheme="full"/>
                  <p:pic>
                    <p:nvPicPr>
                      <p:cNvPr id="28263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73038" y="2655888"/>
                        <a:ext cx="2652712" cy="2357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1" name="Rectangle 6"/>
          <p:cNvSpPr>
            <a:spLocks noChangeArrowheads="1"/>
          </p:cNvSpPr>
          <p:nvPr/>
        </p:nvSpPr>
        <p:spPr bwMode="auto">
          <a:xfrm>
            <a:off x="1003300" y="4610100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82632" name="Rectangle 7"/>
          <p:cNvSpPr>
            <a:spLocks noChangeArrowheads="1"/>
          </p:cNvSpPr>
          <p:nvPr/>
        </p:nvSpPr>
        <p:spPr bwMode="auto">
          <a:xfrm>
            <a:off x="157163" y="38385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82633" name="Rectangle 8"/>
          <p:cNvSpPr>
            <a:spLocks noChangeArrowheads="1"/>
          </p:cNvSpPr>
          <p:nvPr/>
        </p:nvSpPr>
        <p:spPr bwMode="auto">
          <a:xfrm>
            <a:off x="157163" y="32797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82634" name="Rectangle 9"/>
          <p:cNvSpPr>
            <a:spLocks noChangeArrowheads="1"/>
          </p:cNvSpPr>
          <p:nvPr/>
        </p:nvSpPr>
        <p:spPr bwMode="auto">
          <a:xfrm>
            <a:off x="1123950" y="284321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82635" name="Rectangle 10"/>
          <p:cNvSpPr>
            <a:spLocks noChangeArrowheads="1"/>
          </p:cNvSpPr>
          <p:nvPr/>
        </p:nvSpPr>
        <p:spPr bwMode="auto">
          <a:xfrm>
            <a:off x="2292350" y="363696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82636" name="Rectangle 11"/>
          <p:cNvSpPr>
            <a:spLocks noChangeArrowheads="1"/>
          </p:cNvSpPr>
          <p:nvPr/>
        </p:nvSpPr>
        <p:spPr bwMode="auto">
          <a:xfrm>
            <a:off x="684213" y="2325688"/>
            <a:ext cx="1651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400">
                <a:ea typeface="宋体" pitchFamily="2" charset="-122"/>
              </a:rPr>
              <a:t>100% = </a:t>
            </a:r>
            <a:r>
              <a:rPr lang="en-US" altLang="zh-CN" sz="1400">
                <a:ea typeface="宋体" pitchFamily="2" charset="-122"/>
              </a:rPr>
              <a:t>xxxx</a:t>
            </a:r>
          </a:p>
        </p:txBody>
      </p:sp>
      <p:sp>
        <p:nvSpPr>
          <p:cNvPr id="282637" name="Rectangle 12"/>
          <p:cNvSpPr>
            <a:spLocks noChangeArrowheads="1"/>
          </p:cNvSpPr>
          <p:nvPr/>
        </p:nvSpPr>
        <p:spPr bwMode="auto">
          <a:xfrm>
            <a:off x="136525" y="1649413"/>
            <a:ext cx="27463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Measure</a:t>
            </a:r>
          </a:p>
        </p:txBody>
      </p:sp>
      <p:sp>
        <p:nvSpPr>
          <p:cNvPr id="282638" name="Line 13"/>
          <p:cNvSpPr>
            <a:spLocks noChangeShapeType="1"/>
          </p:cNvSpPr>
          <p:nvPr/>
        </p:nvSpPr>
        <p:spPr bwMode="auto">
          <a:xfrm>
            <a:off x="136525" y="2136775"/>
            <a:ext cx="27447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82639" name="Object 14"/>
          <p:cNvGraphicFramePr>
            <a:graphicFrameLocks/>
          </p:cNvGraphicFramePr>
          <p:nvPr/>
        </p:nvGraphicFramePr>
        <p:xfrm>
          <a:off x="3095625" y="2655888"/>
          <a:ext cx="2652713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2648331" imgH="2353056" progId="MSGraph.Chart.8">
                  <p:embed followColorScheme="full"/>
                </p:oleObj>
              </mc:Choice>
              <mc:Fallback>
                <p:oleObj name="Chart" r:id="rId5" imgW="2648331" imgH="2353056" progId="MSGraph.Chart.8">
                  <p:embed followColorScheme="full"/>
                  <p:pic>
                    <p:nvPicPr>
                      <p:cNvPr id="282639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095625" y="2655888"/>
                        <a:ext cx="2652713" cy="2357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40" name="Rectangle 15"/>
          <p:cNvSpPr>
            <a:spLocks noChangeArrowheads="1"/>
          </p:cNvSpPr>
          <p:nvPr/>
        </p:nvSpPr>
        <p:spPr bwMode="auto">
          <a:xfrm>
            <a:off x="3925888" y="4610100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82641" name="Rectangle 16"/>
          <p:cNvSpPr>
            <a:spLocks noChangeArrowheads="1"/>
          </p:cNvSpPr>
          <p:nvPr/>
        </p:nvSpPr>
        <p:spPr bwMode="auto">
          <a:xfrm>
            <a:off x="3079750" y="38385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82642" name="Rectangle 17"/>
          <p:cNvSpPr>
            <a:spLocks noChangeArrowheads="1"/>
          </p:cNvSpPr>
          <p:nvPr/>
        </p:nvSpPr>
        <p:spPr bwMode="auto">
          <a:xfrm>
            <a:off x="3079750" y="32797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82643" name="Rectangle 18"/>
          <p:cNvSpPr>
            <a:spLocks noChangeArrowheads="1"/>
          </p:cNvSpPr>
          <p:nvPr/>
        </p:nvSpPr>
        <p:spPr bwMode="auto">
          <a:xfrm>
            <a:off x="4046538" y="284321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82644" name="Rectangle 19"/>
          <p:cNvSpPr>
            <a:spLocks noChangeArrowheads="1"/>
          </p:cNvSpPr>
          <p:nvPr/>
        </p:nvSpPr>
        <p:spPr bwMode="auto">
          <a:xfrm>
            <a:off x="5214938" y="363696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82645" name="Rectangle 20"/>
          <p:cNvSpPr>
            <a:spLocks noChangeArrowheads="1"/>
          </p:cNvSpPr>
          <p:nvPr/>
        </p:nvSpPr>
        <p:spPr bwMode="auto">
          <a:xfrm>
            <a:off x="3606800" y="2325688"/>
            <a:ext cx="1651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400">
                <a:ea typeface="宋体" pitchFamily="2" charset="-122"/>
              </a:rPr>
              <a:t>100% = </a:t>
            </a:r>
            <a:r>
              <a:rPr lang="en-US" altLang="zh-CN" sz="1400">
                <a:ea typeface="宋体" pitchFamily="2" charset="-122"/>
              </a:rPr>
              <a:t>xxxx</a:t>
            </a:r>
          </a:p>
        </p:txBody>
      </p:sp>
      <p:sp>
        <p:nvSpPr>
          <p:cNvPr id="282646" name="Rectangle 21"/>
          <p:cNvSpPr>
            <a:spLocks noChangeArrowheads="1"/>
          </p:cNvSpPr>
          <p:nvPr/>
        </p:nvSpPr>
        <p:spPr bwMode="auto">
          <a:xfrm>
            <a:off x="3059113" y="1649413"/>
            <a:ext cx="27463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Measure</a:t>
            </a:r>
          </a:p>
        </p:txBody>
      </p:sp>
      <p:sp>
        <p:nvSpPr>
          <p:cNvPr id="282647" name="Line 22"/>
          <p:cNvSpPr>
            <a:spLocks noChangeShapeType="1"/>
          </p:cNvSpPr>
          <p:nvPr/>
        </p:nvSpPr>
        <p:spPr bwMode="auto">
          <a:xfrm>
            <a:off x="3059113" y="2136775"/>
            <a:ext cx="27447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82648" name="Object 23"/>
          <p:cNvGraphicFramePr>
            <a:graphicFrameLocks/>
          </p:cNvGraphicFramePr>
          <p:nvPr/>
        </p:nvGraphicFramePr>
        <p:xfrm>
          <a:off x="6016625" y="2655888"/>
          <a:ext cx="2652713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2648331" imgH="2353056" progId="MSGraph.Chart.8">
                  <p:embed followColorScheme="full"/>
                </p:oleObj>
              </mc:Choice>
              <mc:Fallback>
                <p:oleObj name="Chart" r:id="rId7" imgW="2648331" imgH="2353056" progId="MSGraph.Chart.8">
                  <p:embed followColorScheme="full"/>
                  <p:pic>
                    <p:nvPicPr>
                      <p:cNvPr id="282648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016625" y="2655888"/>
                        <a:ext cx="2652713" cy="2357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49" name="Rectangle 24"/>
          <p:cNvSpPr>
            <a:spLocks noChangeArrowheads="1"/>
          </p:cNvSpPr>
          <p:nvPr/>
        </p:nvSpPr>
        <p:spPr bwMode="auto">
          <a:xfrm>
            <a:off x="6846888" y="4610100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1</a:t>
            </a:r>
          </a:p>
        </p:txBody>
      </p:sp>
      <p:sp>
        <p:nvSpPr>
          <p:cNvPr id="282650" name="Rectangle 25"/>
          <p:cNvSpPr>
            <a:spLocks noChangeArrowheads="1"/>
          </p:cNvSpPr>
          <p:nvPr/>
        </p:nvSpPr>
        <p:spPr bwMode="auto">
          <a:xfrm>
            <a:off x="6000750" y="38385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2</a:t>
            </a:r>
          </a:p>
        </p:txBody>
      </p:sp>
      <p:sp>
        <p:nvSpPr>
          <p:cNvPr id="282651" name="Rectangle 26"/>
          <p:cNvSpPr>
            <a:spLocks noChangeArrowheads="1"/>
          </p:cNvSpPr>
          <p:nvPr/>
        </p:nvSpPr>
        <p:spPr bwMode="auto">
          <a:xfrm>
            <a:off x="6000750" y="3279775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3</a:t>
            </a:r>
          </a:p>
        </p:txBody>
      </p:sp>
      <p:sp>
        <p:nvSpPr>
          <p:cNvPr id="282652" name="Rectangle 27"/>
          <p:cNvSpPr>
            <a:spLocks noChangeArrowheads="1"/>
          </p:cNvSpPr>
          <p:nvPr/>
        </p:nvSpPr>
        <p:spPr bwMode="auto">
          <a:xfrm>
            <a:off x="6967538" y="284321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400">
                <a:ea typeface="宋体" pitchFamily="2" charset="-122"/>
              </a:rPr>
              <a:t>Label 4</a:t>
            </a:r>
          </a:p>
        </p:txBody>
      </p:sp>
      <p:sp>
        <p:nvSpPr>
          <p:cNvPr id="282653" name="Rectangle 28"/>
          <p:cNvSpPr>
            <a:spLocks noChangeArrowheads="1"/>
          </p:cNvSpPr>
          <p:nvPr/>
        </p:nvSpPr>
        <p:spPr bwMode="auto">
          <a:xfrm>
            <a:off x="8135938" y="3636963"/>
            <a:ext cx="844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400">
                <a:ea typeface="宋体" pitchFamily="2" charset="-122"/>
              </a:rPr>
              <a:t>Label 5</a:t>
            </a:r>
          </a:p>
        </p:txBody>
      </p:sp>
      <p:sp>
        <p:nvSpPr>
          <p:cNvPr id="282654" name="Rectangle 29"/>
          <p:cNvSpPr>
            <a:spLocks noChangeArrowheads="1"/>
          </p:cNvSpPr>
          <p:nvPr/>
        </p:nvSpPr>
        <p:spPr bwMode="auto">
          <a:xfrm>
            <a:off x="6527800" y="2325688"/>
            <a:ext cx="1651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400">
                <a:ea typeface="宋体" pitchFamily="2" charset="-122"/>
              </a:rPr>
              <a:t>100% = </a:t>
            </a:r>
            <a:r>
              <a:rPr lang="en-US" altLang="zh-CN" sz="1400">
                <a:ea typeface="宋体" pitchFamily="2" charset="-122"/>
              </a:rPr>
              <a:t>xxxx</a:t>
            </a:r>
          </a:p>
        </p:txBody>
      </p:sp>
      <p:sp>
        <p:nvSpPr>
          <p:cNvPr id="282655" name="Rectangle 30"/>
          <p:cNvSpPr>
            <a:spLocks noChangeArrowheads="1"/>
          </p:cNvSpPr>
          <p:nvPr/>
        </p:nvSpPr>
        <p:spPr bwMode="auto">
          <a:xfrm>
            <a:off x="5980113" y="1649413"/>
            <a:ext cx="27463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4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400">
                <a:ea typeface="Gulim" pitchFamily="34" charset="-127"/>
              </a:rPr>
              <a:t>Measure</a:t>
            </a:r>
          </a:p>
        </p:txBody>
      </p:sp>
      <p:sp>
        <p:nvSpPr>
          <p:cNvPr id="282656" name="Line 31"/>
          <p:cNvSpPr>
            <a:spLocks noChangeShapeType="1"/>
          </p:cNvSpPr>
          <p:nvPr/>
        </p:nvSpPr>
        <p:spPr bwMode="auto">
          <a:xfrm>
            <a:off x="5980113" y="2136775"/>
            <a:ext cx="27447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0F324AD8-2175-42D5-9449-10F5206DF136}" type="slidenum">
              <a:rPr lang="zh-CN" altLang="en-US" smtClean="0"/>
              <a:pPr defTabSz="895350"/>
              <a:t>274</a:t>
            </a:fld>
            <a:endParaRPr lang="en-US" altLang="zh-CN"/>
          </a:p>
        </p:txBody>
      </p:sp>
      <p:sp>
        <p:nvSpPr>
          <p:cNvPr id="283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365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3653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83654" name="Rectangle 5"/>
          <p:cNvSpPr>
            <a:spLocks noChangeArrowheads="1"/>
          </p:cNvSpPr>
          <p:nvPr/>
        </p:nvSpPr>
        <p:spPr bwMode="auto">
          <a:xfrm>
            <a:off x="552450" y="958850"/>
            <a:ext cx="3770313" cy="2522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3655" name="Rectangle 6"/>
          <p:cNvSpPr>
            <a:spLocks noChangeArrowheads="1"/>
          </p:cNvSpPr>
          <p:nvPr/>
        </p:nvSpPr>
        <p:spPr bwMode="auto">
          <a:xfrm>
            <a:off x="552450" y="958850"/>
            <a:ext cx="3770313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aphicFrame>
        <p:nvGraphicFramePr>
          <p:cNvPr id="283656" name="Object 7"/>
          <p:cNvGraphicFramePr>
            <a:graphicFrameLocks/>
          </p:cNvGraphicFramePr>
          <p:nvPr/>
        </p:nvGraphicFramePr>
        <p:xfrm>
          <a:off x="1233488" y="1638300"/>
          <a:ext cx="23463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2353056" imgH="1934058" progId="MSGraph.Chart.8">
                  <p:embed followColorScheme="full"/>
                </p:oleObj>
              </mc:Choice>
              <mc:Fallback>
                <p:oleObj name="Chart" r:id="rId3" imgW="2353056" imgH="1934058" progId="MSGraph.Chart.8">
                  <p:embed followColorScheme="full"/>
                  <p:pic>
                    <p:nvPicPr>
                      <p:cNvPr id="283656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33488" y="1638300"/>
                        <a:ext cx="2346325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7" name="Rectangle 8"/>
          <p:cNvSpPr>
            <a:spLocks noChangeArrowheads="1"/>
          </p:cNvSpPr>
          <p:nvPr/>
        </p:nvSpPr>
        <p:spPr bwMode="auto">
          <a:xfrm>
            <a:off x="1811338" y="3232150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83658" name="Rectangle 9"/>
          <p:cNvSpPr>
            <a:spLocks noChangeArrowheads="1"/>
          </p:cNvSpPr>
          <p:nvPr/>
        </p:nvSpPr>
        <p:spPr bwMode="auto">
          <a:xfrm>
            <a:off x="1065213" y="2593975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83659" name="Rectangle 10"/>
          <p:cNvSpPr>
            <a:spLocks noChangeArrowheads="1"/>
          </p:cNvSpPr>
          <p:nvPr/>
        </p:nvSpPr>
        <p:spPr bwMode="auto">
          <a:xfrm>
            <a:off x="1173163" y="210026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83660" name="Rectangle 11"/>
          <p:cNvSpPr>
            <a:spLocks noChangeArrowheads="1"/>
          </p:cNvSpPr>
          <p:nvPr/>
        </p:nvSpPr>
        <p:spPr bwMode="auto">
          <a:xfrm>
            <a:off x="1906588" y="1747838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83661" name="Rectangle 12"/>
          <p:cNvSpPr>
            <a:spLocks noChangeArrowheads="1"/>
          </p:cNvSpPr>
          <p:nvPr/>
        </p:nvSpPr>
        <p:spPr bwMode="auto">
          <a:xfrm>
            <a:off x="3116263" y="242411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5</a:t>
            </a:r>
          </a:p>
        </p:txBody>
      </p:sp>
      <p:sp>
        <p:nvSpPr>
          <p:cNvPr id="283662" name="Rectangle 13"/>
          <p:cNvSpPr>
            <a:spLocks noChangeArrowheads="1"/>
          </p:cNvSpPr>
          <p:nvPr/>
        </p:nvSpPr>
        <p:spPr bwMode="auto">
          <a:xfrm>
            <a:off x="1611313" y="1501775"/>
            <a:ext cx="16510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200">
                <a:ea typeface="宋体" pitchFamily="2" charset="-122"/>
              </a:rPr>
              <a:t>100% = </a:t>
            </a:r>
            <a:r>
              <a:rPr lang="en-US" altLang="zh-CN" sz="1200">
                <a:ea typeface="宋体" pitchFamily="2" charset="-122"/>
              </a:rPr>
              <a:t>xxxx</a:t>
            </a:r>
          </a:p>
        </p:txBody>
      </p:sp>
      <p:sp>
        <p:nvSpPr>
          <p:cNvPr id="283663" name="Rectangle 14"/>
          <p:cNvSpPr>
            <a:spLocks noChangeArrowheads="1"/>
          </p:cNvSpPr>
          <p:nvPr/>
        </p:nvSpPr>
        <p:spPr bwMode="auto">
          <a:xfrm>
            <a:off x="646113" y="1006475"/>
            <a:ext cx="3608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sp>
        <p:nvSpPr>
          <p:cNvPr id="283664" name="Rectangle 15"/>
          <p:cNvSpPr>
            <a:spLocks noChangeArrowheads="1"/>
          </p:cNvSpPr>
          <p:nvPr/>
        </p:nvSpPr>
        <p:spPr bwMode="auto">
          <a:xfrm>
            <a:off x="4456113" y="958850"/>
            <a:ext cx="3767137" cy="2522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3665" name="Rectangle 16"/>
          <p:cNvSpPr>
            <a:spLocks noChangeArrowheads="1"/>
          </p:cNvSpPr>
          <p:nvPr/>
        </p:nvSpPr>
        <p:spPr bwMode="auto">
          <a:xfrm>
            <a:off x="4456113" y="958850"/>
            <a:ext cx="3767137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aphicFrame>
        <p:nvGraphicFramePr>
          <p:cNvPr id="283666" name="Object 17"/>
          <p:cNvGraphicFramePr>
            <a:graphicFrameLocks/>
          </p:cNvGraphicFramePr>
          <p:nvPr/>
        </p:nvGraphicFramePr>
        <p:xfrm>
          <a:off x="5137150" y="1638300"/>
          <a:ext cx="23463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2353056" imgH="1934058" progId="MSGraph.Chart.8">
                  <p:embed followColorScheme="full"/>
                </p:oleObj>
              </mc:Choice>
              <mc:Fallback>
                <p:oleObj name="Chart" r:id="rId5" imgW="2353056" imgH="1934058" progId="MSGraph.Chart.8">
                  <p:embed followColorScheme="full"/>
                  <p:pic>
                    <p:nvPicPr>
                      <p:cNvPr id="283666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137150" y="1638300"/>
                        <a:ext cx="2346325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7" name="Rectangle 18"/>
          <p:cNvSpPr>
            <a:spLocks noChangeArrowheads="1"/>
          </p:cNvSpPr>
          <p:nvPr/>
        </p:nvSpPr>
        <p:spPr bwMode="auto">
          <a:xfrm>
            <a:off x="5711825" y="3232150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83668" name="Rectangle 19"/>
          <p:cNvSpPr>
            <a:spLocks noChangeArrowheads="1"/>
          </p:cNvSpPr>
          <p:nvPr/>
        </p:nvSpPr>
        <p:spPr bwMode="auto">
          <a:xfrm>
            <a:off x="4967288" y="2593975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83669" name="Rectangle 20"/>
          <p:cNvSpPr>
            <a:spLocks noChangeArrowheads="1"/>
          </p:cNvSpPr>
          <p:nvPr/>
        </p:nvSpPr>
        <p:spPr bwMode="auto">
          <a:xfrm>
            <a:off x="5075238" y="210026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83670" name="Rectangle 21"/>
          <p:cNvSpPr>
            <a:spLocks noChangeArrowheads="1"/>
          </p:cNvSpPr>
          <p:nvPr/>
        </p:nvSpPr>
        <p:spPr bwMode="auto">
          <a:xfrm>
            <a:off x="5807075" y="1747838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83671" name="Rectangle 22"/>
          <p:cNvSpPr>
            <a:spLocks noChangeArrowheads="1"/>
          </p:cNvSpPr>
          <p:nvPr/>
        </p:nvSpPr>
        <p:spPr bwMode="auto">
          <a:xfrm>
            <a:off x="7018338" y="242411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5</a:t>
            </a:r>
          </a:p>
        </p:txBody>
      </p:sp>
      <p:sp>
        <p:nvSpPr>
          <p:cNvPr id="283672" name="Rectangle 23"/>
          <p:cNvSpPr>
            <a:spLocks noChangeArrowheads="1"/>
          </p:cNvSpPr>
          <p:nvPr/>
        </p:nvSpPr>
        <p:spPr bwMode="auto">
          <a:xfrm>
            <a:off x="5513388" y="1501775"/>
            <a:ext cx="16510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200">
                <a:ea typeface="宋体" pitchFamily="2" charset="-122"/>
              </a:rPr>
              <a:t>100% = </a:t>
            </a:r>
            <a:r>
              <a:rPr lang="en-US" altLang="zh-CN" sz="1200">
                <a:ea typeface="宋体" pitchFamily="2" charset="-122"/>
              </a:rPr>
              <a:t>xxxx</a:t>
            </a:r>
          </a:p>
        </p:txBody>
      </p:sp>
      <p:sp>
        <p:nvSpPr>
          <p:cNvPr id="283673" name="Rectangle 24"/>
          <p:cNvSpPr>
            <a:spLocks noChangeArrowheads="1"/>
          </p:cNvSpPr>
          <p:nvPr/>
        </p:nvSpPr>
        <p:spPr bwMode="auto">
          <a:xfrm>
            <a:off x="4546600" y="1006475"/>
            <a:ext cx="36099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sp>
        <p:nvSpPr>
          <p:cNvPr id="283674" name="Rectangle 25"/>
          <p:cNvSpPr>
            <a:spLocks noChangeArrowheads="1"/>
          </p:cNvSpPr>
          <p:nvPr/>
        </p:nvSpPr>
        <p:spPr bwMode="auto">
          <a:xfrm>
            <a:off x="552450" y="3619500"/>
            <a:ext cx="3770313" cy="2522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3675" name="Rectangle 26"/>
          <p:cNvSpPr>
            <a:spLocks noChangeArrowheads="1"/>
          </p:cNvSpPr>
          <p:nvPr/>
        </p:nvSpPr>
        <p:spPr bwMode="auto">
          <a:xfrm>
            <a:off x="552450" y="3619500"/>
            <a:ext cx="3770313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aphicFrame>
        <p:nvGraphicFramePr>
          <p:cNvPr id="283676" name="Object 27"/>
          <p:cNvGraphicFramePr>
            <a:graphicFrameLocks/>
          </p:cNvGraphicFramePr>
          <p:nvPr/>
        </p:nvGraphicFramePr>
        <p:xfrm>
          <a:off x="1233488" y="4298950"/>
          <a:ext cx="23463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2353056" imgH="1934058" progId="MSGraph.Chart.8">
                  <p:embed followColorScheme="full"/>
                </p:oleObj>
              </mc:Choice>
              <mc:Fallback>
                <p:oleObj name="Chart" r:id="rId7" imgW="2353056" imgH="1934058" progId="MSGraph.Chart.8">
                  <p:embed followColorScheme="full"/>
                  <p:pic>
                    <p:nvPicPr>
                      <p:cNvPr id="283676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233488" y="4298950"/>
                        <a:ext cx="2346325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7" name="Rectangle 28"/>
          <p:cNvSpPr>
            <a:spLocks noChangeArrowheads="1"/>
          </p:cNvSpPr>
          <p:nvPr/>
        </p:nvSpPr>
        <p:spPr bwMode="auto">
          <a:xfrm>
            <a:off x="1811338" y="5892800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83678" name="Rectangle 29"/>
          <p:cNvSpPr>
            <a:spLocks noChangeArrowheads="1"/>
          </p:cNvSpPr>
          <p:nvPr/>
        </p:nvSpPr>
        <p:spPr bwMode="auto">
          <a:xfrm>
            <a:off x="1065213" y="5254625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83679" name="Rectangle 30"/>
          <p:cNvSpPr>
            <a:spLocks noChangeArrowheads="1"/>
          </p:cNvSpPr>
          <p:nvPr/>
        </p:nvSpPr>
        <p:spPr bwMode="auto">
          <a:xfrm>
            <a:off x="1173163" y="476091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83680" name="Rectangle 31"/>
          <p:cNvSpPr>
            <a:spLocks noChangeArrowheads="1"/>
          </p:cNvSpPr>
          <p:nvPr/>
        </p:nvSpPr>
        <p:spPr bwMode="auto">
          <a:xfrm>
            <a:off x="1906588" y="4408488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83681" name="Rectangle 32"/>
          <p:cNvSpPr>
            <a:spLocks noChangeArrowheads="1"/>
          </p:cNvSpPr>
          <p:nvPr/>
        </p:nvSpPr>
        <p:spPr bwMode="auto">
          <a:xfrm>
            <a:off x="3116263" y="508476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5</a:t>
            </a:r>
          </a:p>
        </p:txBody>
      </p:sp>
      <p:sp>
        <p:nvSpPr>
          <p:cNvPr id="283682" name="Rectangle 33"/>
          <p:cNvSpPr>
            <a:spLocks noChangeArrowheads="1"/>
          </p:cNvSpPr>
          <p:nvPr/>
        </p:nvSpPr>
        <p:spPr bwMode="auto">
          <a:xfrm>
            <a:off x="1611313" y="4162425"/>
            <a:ext cx="16510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200">
                <a:ea typeface="宋体" pitchFamily="2" charset="-122"/>
              </a:rPr>
              <a:t>100% = </a:t>
            </a:r>
            <a:r>
              <a:rPr lang="en-US" altLang="zh-CN" sz="1200">
                <a:ea typeface="宋体" pitchFamily="2" charset="-122"/>
              </a:rPr>
              <a:t>xxxx</a:t>
            </a:r>
          </a:p>
        </p:txBody>
      </p:sp>
      <p:sp>
        <p:nvSpPr>
          <p:cNvPr id="283683" name="Rectangle 34"/>
          <p:cNvSpPr>
            <a:spLocks noChangeArrowheads="1"/>
          </p:cNvSpPr>
          <p:nvPr/>
        </p:nvSpPr>
        <p:spPr bwMode="auto">
          <a:xfrm>
            <a:off x="646113" y="3667125"/>
            <a:ext cx="3608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sp>
        <p:nvSpPr>
          <p:cNvPr id="283684" name="Rectangle 35"/>
          <p:cNvSpPr>
            <a:spLocks noChangeArrowheads="1"/>
          </p:cNvSpPr>
          <p:nvPr/>
        </p:nvSpPr>
        <p:spPr bwMode="auto">
          <a:xfrm>
            <a:off x="4456113" y="3619500"/>
            <a:ext cx="3767137" cy="2522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3685" name="Rectangle 36"/>
          <p:cNvSpPr>
            <a:spLocks noChangeArrowheads="1"/>
          </p:cNvSpPr>
          <p:nvPr/>
        </p:nvSpPr>
        <p:spPr bwMode="auto">
          <a:xfrm>
            <a:off x="4456113" y="3619500"/>
            <a:ext cx="3767137" cy="460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aphicFrame>
        <p:nvGraphicFramePr>
          <p:cNvPr id="283686" name="Object 37"/>
          <p:cNvGraphicFramePr>
            <a:graphicFrameLocks/>
          </p:cNvGraphicFramePr>
          <p:nvPr/>
        </p:nvGraphicFramePr>
        <p:xfrm>
          <a:off x="5137150" y="4298950"/>
          <a:ext cx="23463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2353056" imgH="1934058" progId="MSGraph.Chart.8">
                  <p:embed followColorScheme="full"/>
                </p:oleObj>
              </mc:Choice>
              <mc:Fallback>
                <p:oleObj name="Chart" r:id="rId9" imgW="2353056" imgH="1934058" progId="MSGraph.Chart.8">
                  <p:embed followColorScheme="full"/>
                  <p:pic>
                    <p:nvPicPr>
                      <p:cNvPr id="283686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137150" y="4298950"/>
                        <a:ext cx="2346325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87" name="Rectangle 38"/>
          <p:cNvSpPr>
            <a:spLocks noChangeArrowheads="1"/>
          </p:cNvSpPr>
          <p:nvPr/>
        </p:nvSpPr>
        <p:spPr bwMode="auto">
          <a:xfrm>
            <a:off x="5711825" y="5892800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1</a:t>
            </a:r>
          </a:p>
        </p:txBody>
      </p:sp>
      <p:sp>
        <p:nvSpPr>
          <p:cNvPr id="283688" name="Rectangle 39"/>
          <p:cNvSpPr>
            <a:spLocks noChangeArrowheads="1"/>
          </p:cNvSpPr>
          <p:nvPr/>
        </p:nvSpPr>
        <p:spPr bwMode="auto">
          <a:xfrm>
            <a:off x="4967288" y="5254625"/>
            <a:ext cx="8445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2</a:t>
            </a:r>
          </a:p>
        </p:txBody>
      </p:sp>
      <p:sp>
        <p:nvSpPr>
          <p:cNvPr id="283689" name="Rectangle 40"/>
          <p:cNvSpPr>
            <a:spLocks noChangeArrowheads="1"/>
          </p:cNvSpPr>
          <p:nvPr/>
        </p:nvSpPr>
        <p:spPr bwMode="auto">
          <a:xfrm>
            <a:off x="5075238" y="476091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3</a:t>
            </a:r>
          </a:p>
        </p:txBody>
      </p:sp>
      <p:sp>
        <p:nvSpPr>
          <p:cNvPr id="283690" name="Rectangle 41"/>
          <p:cNvSpPr>
            <a:spLocks noChangeArrowheads="1"/>
          </p:cNvSpPr>
          <p:nvPr/>
        </p:nvSpPr>
        <p:spPr bwMode="auto">
          <a:xfrm>
            <a:off x="5807075" y="4408488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SzPct val="120000"/>
            </a:pPr>
            <a:r>
              <a:rPr lang="en-US" altLang="zh-CN" sz="1200">
                <a:ea typeface="宋体" pitchFamily="2" charset="-122"/>
              </a:rPr>
              <a:t>Label 4</a:t>
            </a:r>
          </a:p>
        </p:txBody>
      </p:sp>
      <p:sp>
        <p:nvSpPr>
          <p:cNvPr id="283691" name="Rectangle 42"/>
          <p:cNvSpPr>
            <a:spLocks noChangeArrowheads="1"/>
          </p:cNvSpPr>
          <p:nvPr/>
        </p:nvSpPr>
        <p:spPr bwMode="auto">
          <a:xfrm>
            <a:off x="7018338" y="5084763"/>
            <a:ext cx="84455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altLang="zh-CN" sz="1200">
                <a:ea typeface="宋体" pitchFamily="2" charset="-122"/>
              </a:rPr>
              <a:t>Label 5</a:t>
            </a:r>
          </a:p>
        </p:txBody>
      </p:sp>
      <p:sp>
        <p:nvSpPr>
          <p:cNvPr id="283692" name="Rectangle 43"/>
          <p:cNvSpPr>
            <a:spLocks noChangeArrowheads="1"/>
          </p:cNvSpPr>
          <p:nvPr/>
        </p:nvSpPr>
        <p:spPr bwMode="auto">
          <a:xfrm>
            <a:off x="5513388" y="4162425"/>
            <a:ext cx="16510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buSzPct val="120000"/>
            </a:pPr>
            <a:r>
              <a:rPr lang="zh-CN" altLang="en-US" sz="1200">
                <a:ea typeface="宋体" pitchFamily="2" charset="-122"/>
              </a:rPr>
              <a:t>100% = </a:t>
            </a:r>
            <a:r>
              <a:rPr lang="en-US" altLang="zh-CN" sz="1200">
                <a:ea typeface="宋体" pitchFamily="2" charset="-122"/>
              </a:rPr>
              <a:t>xxxx</a:t>
            </a:r>
          </a:p>
        </p:txBody>
      </p:sp>
      <p:sp>
        <p:nvSpPr>
          <p:cNvPr id="283693" name="Rectangle 44"/>
          <p:cNvSpPr>
            <a:spLocks noChangeArrowheads="1"/>
          </p:cNvSpPr>
          <p:nvPr/>
        </p:nvSpPr>
        <p:spPr bwMode="auto">
          <a:xfrm>
            <a:off x="4546600" y="3667125"/>
            <a:ext cx="36099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EAF81F18-25D8-4F75-B061-7E0900432FCA}" type="slidenum">
              <a:rPr lang="zh-CN" altLang="en-US" smtClean="0"/>
              <a:pPr defTabSz="895350"/>
              <a:t>275</a:t>
            </a:fld>
            <a:endParaRPr lang="en-US" altLang="zh-CN"/>
          </a:p>
        </p:txBody>
      </p:sp>
      <p:sp>
        <p:nvSpPr>
          <p:cNvPr id="284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467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4677" name="McK Footnote"/>
          <p:cNvSpPr txBox="1">
            <a:spLocks noChangeArrowheads="1"/>
          </p:cNvSpPr>
          <p:nvPr/>
        </p:nvSpPr>
        <p:spPr bwMode="auto">
          <a:xfrm>
            <a:off x="125413" y="6292850"/>
            <a:ext cx="8167687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2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200">
                <a:solidFill>
                  <a:srgbClr val="000000"/>
                </a:solidFill>
                <a:ea typeface="宋体" pitchFamily="2" charset="-122"/>
              </a:rPr>
              <a:t>Source:		Source</a:t>
            </a:r>
          </a:p>
        </p:txBody>
      </p:sp>
      <p:sp>
        <p:nvSpPr>
          <p:cNvPr id="284678" name="Rectangle 5"/>
          <p:cNvSpPr>
            <a:spLocks noChangeArrowheads="1"/>
          </p:cNvSpPr>
          <p:nvPr/>
        </p:nvSpPr>
        <p:spPr bwMode="auto">
          <a:xfrm>
            <a:off x="449263" y="1454150"/>
            <a:ext cx="38306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Measure</a:t>
            </a:r>
          </a:p>
        </p:txBody>
      </p:sp>
      <p:sp>
        <p:nvSpPr>
          <p:cNvPr id="284679" name="Line 6"/>
          <p:cNvSpPr>
            <a:spLocks noChangeShapeType="1"/>
          </p:cNvSpPr>
          <p:nvPr/>
        </p:nvSpPr>
        <p:spPr bwMode="auto">
          <a:xfrm>
            <a:off x="449263" y="2005013"/>
            <a:ext cx="38290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84680" name="Object 7"/>
          <p:cNvGraphicFramePr>
            <a:graphicFrameLocks/>
          </p:cNvGraphicFramePr>
          <p:nvPr/>
        </p:nvGraphicFramePr>
        <p:xfrm>
          <a:off x="360363" y="2166938"/>
          <a:ext cx="4070350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067556" imgH="3600704" progId="MSGraph.Chart.8">
                  <p:embed followColorScheme="full"/>
                </p:oleObj>
              </mc:Choice>
              <mc:Fallback>
                <p:oleObj name="Chart" r:id="rId3" imgW="4067556" imgH="3600704" progId="MSGraph.Chart.8">
                  <p:embed followColorScheme="full"/>
                  <p:pic>
                    <p:nvPicPr>
                      <p:cNvPr id="28468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60363" y="2166938"/>
                        <a:ext cx="4070350" cy="360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1" name="Rectangle 8"/>
          <p:cNvSpPr>
            <a:spLocks noChangeArrowheads="1"/>
          </p:cNvSpPr>
          <p:nvPr/>
        </p:nvSpPr>
        <p:spPr bwMode="auto">
          <a:xfrm>
            <a:off x="4549775" y="1454150"/>
            <a:ext cx="38290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>
                <a:ea typeface="Gulim" pitchFamily="34" charset="-127"/>
              </a:rPr>
              <a:t>Measure</a:t>
            </a:r>
          </a:p>
        </p:txBody>
      </p:sp>
      <p:sp>
        <p:nvSpPr>
          <p:cNvPr id="284682" name="Line 9"/>
          <p:cNvSpPr>
            <a:spLocks noChangeShapeType="1"/>
          </p:cNvSpPr>
          <p:nvPr/>
        </p:nvSpPr>
        <p:spPr bwMode="auto">
          <a:xfrm>
            <a:off x="4549775" y="2005013"/>
            <a:ext cx="38290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84683" name="Object 10"/>
          <p:cNvGraphicFramePr>
            <a:graphicFrameLocks/>
          </p:cNvGraphicFramePr>
          <p:nvPr/>
        </p:nvGraphicFramePr>
        <p:xfrm>
          <a:off x="4424363" y="2166938"/>
          <a:ext cx="4070350" cy="360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4067556" imgH="3600704" progId="MSGraph.Chart.8">
                  <p:embed followColorScheme="full"/>
                </p:oleObj>
              </mc:Choice>
              <mc:Fallback>
                <p:oleObj name="Chart" r:id="rId5" imgW="4067556" imgH="3600704" progId="MSGraph.Chart.8">
                  <p:embed followColorScheme="full"/>
                  <p:pic>
                    <p:nvPicPr>
                      <p:cNvPr id="284683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424363" y="2166938"/>
                        <a:ext cx="4070350" cy="360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1DCCE562-F892-4BA0-B260-B0DCD1DE9925}" type="slidenum">
              <a:rPr lang="zh-CN" altLang="en-US" smtClean="0"/>
              <a:pPr defTabSz="895350"/>
              <a:t>276</a:t>
            </a:fld>
            <a:endParaRPr lang="en-US" altLang="zh-CN"/>
          </a:p>
        </p:txBody>
      </p:sp>
      <p:sp>
        <p:nvSpPr>
          <p:cNvPr id="285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5700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5701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graphicFrame>
        <p:nvGraphicFramePr>
          <p:cNvPr id="285702" name="Object 5"/>
          <p:cNvGraphicFramePr>
            <a:graphicFrameLocks/>
          </p:cNvGraphicFramePr>
          <p:nvPr/>
        </p:nvGraphicFramePr>
        <p:xfrm>
          <a:off x="22225" y="2114550"/>
          <a:ext cx="2981325" cy="324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2981706" imgH="3248355" progId="MSGraph.Chart.8">
                  <p:embed followColorScheme="full"/>
                </p:oleObj>
              </mc:Choice>
              <mc:Fallback>
                <p:oleObj name="Chart" r:id="rId3" imgW="2981706" imgH="3248355" progId="MSGraph.Chart.8">
                  <p:embed followColorScheme="full"/>
                  <p:pic>
                    <p:nvPicPr>
                      <p:cNvPr id="285702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2225" y="2114550"/>
                        <a:ext cx="2981325" cy="324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3" name="Rectangle 6"/>
          <p:cNvSpPr>
            <a:spLocks noChangeArrowheads="1"/>
          </p:cNvSpPr>
          <p:nvPr/>
        </p:nvSpPr>
        <p:spPr bwMode="auto">
          <a:xfrm>
            <a:off x="131763" y="1601788"/>
            <a:ext cx="2746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sp>
        <p:nvSpPr>
          <p:cNvPr id="285704" name="Line 7"/>
          <p:cNvSpPr>
            <a:spLocks noChangeShapeType="1"/>
          </p:cNvSpPr>
          <p:nvPr/>
        </p:nvSpPr>
        <p:spPr bwMode="auto">
          <a:xfrm>
            <a:off x="131763" y="2028825"/>
            <a:ext cx="27447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85705" name="Object 8"/>
          <p:cNvGraphicFramePr>
            <a:graphicFrameLocks/>
          </p:cNvGraphicFramePr>
          <p:nvPr/>
        </p:nvGraphicFramePr>
        <p:xfrm>
          <a:off x="2946400" y="2114550"/>
          <a:ext cx="2979738" cy="324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2981706" imgH="3248355" progId="MSGraph.Chart.8">
                  <p:embed followColorScheme="full"/>
                </p:oleObj>
              </mc:Choice>
              <mc:Fallback>
                <p:oleObj name="Chart" r:id="rId5" imgW="2981706" imgH="3248355" progId="MSGraph.Chart.8">
                  <p:embed followColorScheme="full"/>
                  <p:pic>
                    <p:nvPicPr>
                      <p:cNvPr id="285705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946400" y="2114550"/>
                        <a:ext cx="2979738" cy="324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6" name="Rectangle 9"/>
          <p:cNvSpPr>
            <a:spLocks noChangeArrowheads="1"/>
          </p:cNvSpPr>
          <p:nvPr/>
        </p:nvSpPr>
        <p:spPr bwMode="auto">
          <a:xfrm>
            <a:off x="3054350" y="1601788"/>
            <a:ext cx="2746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sp>
        <p:nvSpPr>
          <p:cNvPr id="285707" name="Line 10"/>
          <p:cNvSpPr>
            <a:spLocks noChangeShapeType="1"/>
          </p:cNvSpPr>
          <p:nvPr/>
        </p:nvSpPr>
        <p:spPr bwMode="auto">
          <a:xfrm>
            <a:off x="3054350" y="2028825"/>
            <a:ext cx="27447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graphicFrame>
        <p:nvGraphicFramePr>
          <p:cNvPr id="285708" name="Object 11"/>
          <p:cNvGraphicFramePr>
            <a:graphicFrameLocks/>
          </p:cNvGraphicFramePr>
          <p:nvPr/>
        </p:nvGraphicFramePr>
        <p:xfrm>
          <a:off x="5868988" y="2114550"/>
          <a:ext cx="2981325" cy="324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2981706" imgH="3248355" progId="MSGraph.Chart.8">
                  <p:embed followColorScheme="full"/>
                </p:oleObj>
              </mc:Choice>
              <mc:Fallback>
                <p:oleObj name="Chart" r:id="rId7" imgW="2981706" imgH="3248355" progId="MSGraph.Chart.8">
                  <p:embed followColorScheme="full"/>
                  <p:pic>
                    <p:nvPicPr>
                      <p:cNvPr id="285708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868988" y="2114550"/>
                        <a:ext cx="2981325" cy="324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9" name="Rectangle 12"/>
          <p:cNvSpPr>
            <a:spLocks noChangeArrowheads="1"/>
          </p:cNvSpPr>
          <p:nvPr/>
        </p:nvSpPr>
        <p:spPr bwMode="auto">
          <a:xfrm>
            <a:off x="5976938" y="1601788"/>
            <a:ext cx="27447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sp>
        <p:nvSpPr>
          <p:cNvPr id="285710" name="Line 13"/>
          <p:cNvSpPr>
            <a:spLocks noChangeShapeType="1"/>
          </p:cNvSpPr>
          <p:nvPr/>
        </p:nvSpPr>
        <p:spPr bwMode="auto">
          <a:xfrm>
            <a:off x="5976938" y="2028825"/>
            <a:ext cx="27447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F33455D4-23EA-46B7-BB96-6AF0DE8801F4}" type="slidenum">
              <a:rPr lang="zh-CN" altLang="en-US" smtClean="0"/>
              <a:pPr defTabSz="895350"/>
              <a:t>277</a:t>
            </a:fld>
            <a:endParaRPr lang="en-US" altLang="zh-CN"/>
          </a:p>
        </p:txBody>
      </p:sp>
      <p:sp>
        <p:nvSpPr>
          <p:cNvPr id="286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6724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6725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86726" name="Rectangle 5"/>
          <p:cNvSpPr>
            <a:spLocks noChangeArrowheads="1"/>
          </p:cNvSpPr>
          <p:nvPr/>
        </p:nvSpPr>
        <p:spPr bwMode="auto">
          <a:xfrm>
            <a:off x="552450" y="950913"/>
            <a:ext cx="3770313" cy="2522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27" name="Rectangle 6"/>
          <p:cNvSpPr>
            <a:spLocks noChangeArrowheads="1"/>
          </p:cNvSpPr>
          <p:nvPr/>
        </p:nvSpPr>
        <p:spPr bwMode="auto">
          <a:xfrm>
            <a:off x="552450" y="950913"/>
            <a:ext cx="3770313" cy="4603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28" name="Rectangle 7"/>
          <p:cNvSpPr>
            <a:spLocks noChangeArrowheads="1"/>
          </p:cNvSpPr>
          <p:nvPr/>
        </p:nvSpPr>
        <p:spPr bwMode="auto">
          <a:xfrm>
            <a:off x="646113" y="998538"/>
            <a:ext cx="3608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</a:p>
        </p:txBody>
      </p:sp>
      <p:graphicFrame>
        <p:nvGraphicFramePr>
          <p:cNvPr id="286729" name="Object 8"/>
          <p:cNvGraphicFramePr>
            <a:graphicFrameLocks/>
          </p:cNvGraphicFramePr>
          <p:nvPr/>
        </p:nvGraphicFramePr>
        <p:xfrm>
          <a:off x="511175" y="1358900"/>
          <a:ext cx="387985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77056" imgH="2153107" progId="MSGraph.Chart.8">
                  <p:embed followColorScheme="full"/>
                </p:oleObj>
              </mc:Choice>
              <mc:Fallback>
                <p:oleObj name="Chart" r:id="rId3" imgW="3877056" imgH="2153107" progId="MSGraph.Chart.8">
                  <p:embed followColorScheme="full"/>
                  <p:pic>
                    <p:nvPicPr>
                      <p:cNvPr id="286729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11175" y="1358900"/>
                        <a:ext cx="3879850" cy="215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0" name="Rectangle 9"/>
          <p:cNvSpPr>
            <a:spLocks noChangeArrowheads="1"/>
          </p:cNvSpPr>
          <p:nvPr/>
        </p:nvSpPr>
        <p:spPr bwMode="auto">
          <a:xfrm>
            <a:off x="4537075" y="950913"/>
            <a:ext cx="3768725" cy="2522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31" name="Rectangle 10"/>
          <p:cNvSpPr>
            <a:spLocks noChangeArrowheads="1"/>
          </p:cNvSpPr>
          <p:nvPr/>
        </p:nvSpPr>
        <p:spPr bwMode="auto">
          <a:xfrm>
            <a:off x="4537075" y="950913"/>
            <a:ext cx="3768725" cy="4603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32" name="Rectangle 11"/>
          <p:cNvSpPr>
            <a:spLocks noChangeArrowheads="1"/>
          </p:cNvSpPr>
          <p:nvPr/>
        </p:nvSpPr>
        <p:spPr bwMode="auto">
          <a:xfrm>
            <a:off x="4629150" y="998538"/>
            <a:ext cx="36099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</a:p>
        </p:txBody>
      </p:sp>
      <p:graphicFrame>
        <p:nvGraphicFramePr>
          <p:cNvPr id="286733" name="Object 12"/>
          <p:cNvGraphicFramePr>
            <a:graphicFrameLocks/>
          </p:cNvGraphicFramePr>
          <p:nvPr/>
        </p:nvGraphicFramePr>
        <p:xfrm>
          <a:off x="4495800" y="1358900"/>
          <a:ext cx="387985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877056" imgH="2153107" progId="MSGraph.Chart.8">
                  <p:embed followColorScheme="full"/>
                </p:oleObj>
              </mc:Choice>
              <mc:Fallback>
                <p:oleObj name="Chart" r:id="rId5" imgW="3877056" imgH="2153107" progId="MSGraph.Chart.8">
                  <p:embed followColorScheme="full"/>
                  <p:pic>
                    <p:nvPicPr>
                      <p:cNvPr id="286733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495800" y="1358900"/>
                        <a:ext cx="3879850" cy="215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4" name="Rectangle 13"/>
          <p:cNvSpPr>
            <a:spLocks noChangeArrowheads="1"/>
          </p:cNvSpPr>
          <p:nvPr/>
        </p:nvSpPr>
        <p:spPr bwMode="auto">
          <a:xfrm>
            <a:off x="552450" y="3598863"/>
            <a:ext cx="3770313" cy="2522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35" name="Rectangle 14"/>
          <p:cNvSpPr>
            <a:spLocks noChangeArrowheads="1"/>
          </p:cNvSpPr>
          <p:nvPr/>
        </p:nvSpPr>
        <p:spPr bwMode="auto">
          <a:xfrm>
            <a:off x="552450" y="3598863"/>
            <a:ext cx="3770313" cy="4603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36" name="Rectangle 15"/>
          <p:cNvSpPr>
            <a:spLocks noChangeArrowheads="1"/>
          </p:cNvSpPr>
          <p:nvPr/>
        </p:nvSpPr>
        <p:spPr bwMode="auto">
          <a:xfrm>
            <a:off x="646113" y="3646488"/>
            <a:ext cx="3608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</a:p>
        </p:txBody>
      </p:sp>
      <p:graphicFrame>
        <p:nvGraphicFramePr>
          <p:cNvPr id="286737" name="Object 16"/>
          <p:cNvGraphicFramePr>
            <a:graphicFrameLocks/>
          </p:cNvGraphicFramePr>
          <p:nvPr/>
        </p:nvGraphicFramePr>
        <p:xfrm>
          <a:off x="511175" y="4006850"/>
          <a:ext cx="387985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877056" imgH="2153107" progId="MSGraph.Chart.8">
                  <p:embed followColorScheme="full"/>
                </p:oleObj>
              </mc:Choice>
              <mc:Fallback>
                <p:oleObj name="Chart" r:id="rId7" imgW="3877056" imgH="2153107" progId="MSGraph.Chart.8">
                  <p:embed followColorScheme="full"/>
                  <p:pic>
                    <p:nvPicPr>
                      <p:cNvPr id="286737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11175" y="4006850"/>
                        <a:ext cx="3879850" cy="215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8" name="Rectangle 17"/>
          <p:cNvSpPr>
            <a:spLocks noChangeArrowheads="1"/>
          </p:cNvSpPr>
          <p:nvPr/>
        </p:nvSpPr>
        <p:spPr bwMode="auto">
          <a:xfrm>
            <a:off x="4537075" y="3598863"/>
            <a:ext cx="3768725" cy="2522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39" name="Rectangle 18"/>
          <p:cNvSpPr>
            <a:spLocks noChangeArrowheads="1"/>
          </p:cNvSpPr>
          <p:nvPr/>
        </p:nvSpPr>
        <p:spPr bwMode="auto">
          <a:xfrm>
            <a:off x="4537075" y="3598863"/>
            <a:ext cx="3768725" cy="4603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6740" name="Rectangle 19"/>
          <p:cNvSpPr>
            <a:spLocks noChangeArrowheads="1"/>
          </p:cNvSpPr>
          <p:nvPr/>
        </p:nvSpPr>
        <p:spPr bwMode="auto">
          <a:xfrm>
            <a:off x="4629150" y="3646488"/>
            <a:ext cx="36099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solidFill>
                  <a:schemeClr val="bg1"/>
                </a:solidFill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solidFill>
                  <a:schemeClr val="bg1"/>
                </a:solidFill>
                <a:ea typeface="Gulim" pitchFamily="34" charset="-127"/>
              </a:rPr>
              <a:t>Measure</a:t>
            </a:r>
          </a:p>
        </p:txBody>
      </p:sp>
      <p:graphicFrame>
        <p:nvGraphicFramePr>
          <p:cNvPr id="286741" name="Object 20"/>
          <p:cNvGraphicFramePr>
            <a:graphicFrameLocks/>
          </p:cNvGraphicFramePr>
          <p:nvPr/>
        </p:nvGraphicFramePr>
        <p:xfrm>
          <a:off x="4495800" y="4006850"/>
          <a:ext cx="387985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3877056" imgH="2153107" progId="MSGraph.Chart.8">
                  <p:embed followColorScheme="full"/>
                </p:oleObj>
              </mc:Choice>
              <mc:Fallback>
                <p:oleObj name="Chart" r:id="rId9" imgW="3877056" imgH="2153107" progId="MSGraph.Chart.8">
                  <p:embed followColorScheme="full"/>
                  <p:pic>
                    <p:nvPicPr>
                      <p:cNvPr id="286741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495800" y="4006850"/>
                        <a:ext cx="3879850" cy="215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47FD1E5A-9289-49FD-A812-5581480979E9}" type="slidenum">
              <a:rPr lang="zh-CN" altLang="en-US" smtClean="0"/>
              <a:pPr defTabSz="895350"/>
              <a:t>278</a:t>
            </a:fld>
            <a:endParaRPr lang="en-US" altLang="zh-CN"/>
          </a:p>
        </p:txBody>
      </p:sp>
      <p:sp>
        <p:nvSpPr>
          <p:cNvPr id="287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7748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7749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87750" name="Rectangle 5"/>
          <p:cNvSpPr>
            <a:spLocks noChangeArrowheads="1"/>
          </p:cNvSpPr>
          <p:nvPr/>
        </p:nvSpPr>
        <p:spPr bwMode="auto">
          <a:xfrm>
            <a:off x="735013" y="1014413"/>
            <a:ext cx="4189412" cy="25066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7751" name="Rectangle 6"/>
          <p:cNvSpPr>
            <a:spLocks noChangeArrowheads="1"/>
          </p:cNvSpPr>
          <p:nvPr/>
        </p:nvSpPr>
        <p:spPr bwMode="auto">
          <a:xfrm>
            <a:off x="735013" y="1014413"/>
            <a:ext cx="4189412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7752" name="Rectangle 7"/>
          <p:cNvSpPr>
            <a:spLocks noChangeArrowheads="1"/>
          </p:cNvSpPr>
          <p:nvPr/>
        </p:nvSpPr>
        <p:spPr bwMode="auto">
          <a:xfrm>
            <a:off x="846138" y="1066800"/>
            <a:ext cx="399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graphicFrame>
        <p:nvGraphicFramePr>
          <p:cNvPr id="287753" name="Object 8"/>
          <p:cNvGraphicFramePr>
            <a:graphicFrameLocks/>
          </p:cNvGraphicFramePr>
          <p:nvPr/>
        </p:nvGraphicFramePr>
        <p:xfrm>
          <a:off x="717550" y="1454150"/>
          <a:ext cx="418147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4181856" imgH="2105558" progId="MSGraph.Chart.8">
                  <p:embed followColorScheme="full"/>
                </p:oleObj>
              </mc:Choice>
              <mc:Fallback>
                <p:oleObj name="Chart" r:id="rId5" imgW="4181856" imgH="2105558" progId="MSGraph.Chart.8">
                  <p:embed followColorScheme="full"/>
                  <p:pic>
                    <p:nvPicPr>
                      <p:cNvPr id="287753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17550" y="1454150"/>
                        <a:ext cx="4181475" cy="210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4" name="AutoShape 9"/>
          <p:cNvSpPr>
            <a:spLocks noChangeArrowheads="1"/>
          </p:cNvSpPr>
          <p:nvPr/>
        </p:nvSpPr>
        <p:spPr bwMode="auto">
          <a:xfrm rot="5400000">
            <a:off x="4028282" y="3355181"/>
            <a:ext cx="2970212" cy="39052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grpSp>
        <p:nvGrpSpPr>
          <p:cNvPr id="287755" name="Group 10"/>
          <p:cNvGrpSpPr>
            <a:grpSpLocks/>
          </p:cNvGrpSpPr>
          <p:nvPr/>
        </p:nvGrpSpPr>
        <p:grpSpPr bwMode="auto">
          <a:xfrm>
            <a:off x="6035675" y="2589213"/>
            <a:ext cx="1981200" cy="1922462"/>
            <a:chOff x="631" y="1680"/>
            <a:chExt cx="960" cy="960"/>
          </a:xfrm>
        </p:grpSpPr>
        <p:sp>
          <p:nvSpPr>
            <p:cNvPr id="287760" name="Rectangle 1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31" y="1680"/>
              <a:ext cx="960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87761" name="Rectangle 1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671" y="1720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ctr"/>
            <a:lstStyle/>
            <a:p>
              <a:pPr defTabSz="895350">
                <a:buSzPct val="120000"/>
              </a:pPr>
              <a:r>
                <a:rPr lang="en-US" altLang="ko-KR" sz="1200" b="1">
                  <a:ea typeface="Gulim" pitchFamily="34" charset="-127"/>
                </a:rPr>
                <a:t>Text</a:t>
              </a:r>
            </a:p>
          </p:txBody>
        </p:sp>
      </p:grpSp>
      <p:sp>
        <p:nvSpPr>
          <p:cNvPr id="287756" name="Rectangle 13"/>
          <p:cNvSpPr>
            <a:spLocks noChangeArrowheads="1"/>
          </p:cNvSpPr>
          <p:nvPr/>
        </p:nvSpPr>
        <p:spPr bwMode="auto">
          <a:xfrm>
            <a:off x="735013" y="3670300"/>
            <a:ext cx="4189412" cy="2506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7757" name="Rectangle 14"/>
          <p:cNvSpPr>
            <a:spLocks noChangeArrowheads="1"/>
          </p:cNvSpPr>
          <p:nvPr/>
        </p:nvSpPr>
        <p:spPr bwMode="auto">
          <a:xfrm>
            <a:off x="735013" y="3670300"/>
            <a:ext cx="4189412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7758" name="Rectangle 15"/>
          <p:cNvSpPr>
            <a:spLocks noChangeArrowheads="1"/>
          </p:cNvSpPr>
          <p:nvPr/>
        </p:nvSpPr>
        <p:spPr bwMode="auto">
          <a:xfrm>
            <a:off x="846138" y="3722688"/>
            <a:ext cx="399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2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200">
                <a:ea typeface="Gulim" pitchFamily="34" charset="-127"/>
              </a:rPr>
              <a:t>Measure</a:t>
            </a:r>
          </a:p>
        </p:txBody>
      </p:sp>
      <p:graphicFrame>
        <p:nvGraphicFramePr>
          <p:cNvPr id="287759" name="Object 16"/>
          <p:cNvGraphicFramePr>
            <a:graphicFrameLocks/>
          </p:cNvGraphicFramePr>
          <p:nvPr/>
        </p:nvGraphicFramePr>
        <p:xfrm>
          <a:off x="717550" y="4110038"/>
          <a:ext cx="418147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4181856" imgH="2105558" progId="MSGraph.Chart.8">
                  <p:embed followColorScheme="full"/>
                </p:oleObj>
              </mc:Choice>
              <mc:Fallback>
                <p:oleObj name="Chart" r:id="rId7" imgW="4181856" imgH="2105558" progId="MSGraph.Chart.8">
                  <p:embed followColorScheme="full"/>
                  <p:pic>
                    <p:nvPicPr>
                      <p:cNvPr id="287759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17550" y="4110038"/>
                        <a:ext cx="4181475" cy="210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C738A9C9-5F44-43B1-942F-2C0705C148DC}" type="slidenum">
              <a:rPr lang="zh-CN" altLang="en-US" smtClean="0"/>
              <a:pPr defTabSz="895350"/>
              <a:t>279</a:t>
            </a:fld>
            <a:endParaRPr lang="en-US" altLang="zh-CN"/>
          </a:p>
        </p:txBody>
      </p:sp>
      <p:sp>
        <p:nvSpPr>
          <p:cNvPr id="288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8772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8773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grpSp>
        <p:nvGrpSpPr>
          <p:cNvPr id="288774" name="Group 5"/>
          <p:cNvGrpSpPr>
            <a:grpSpLocks/>
          </p:cNvGrpSpPr>
          <p:nvPr/>
        </p:nvGrpSpPr>
        <p:grpSpPr bwMode="auto">
          <a:xfrm>
            <a:off x="4679950" y="827088"/>
            <a:ext cx="3575050" cy="1801812"/>
            <a:chOff x="2858" y="421"/>
            <a:chExt cx="2252" cy="1135"/>
          </a:xfrm>
        </p:grpSpPr>
        <p:sp>
          <p:nvSpPr>
            <p:cNvPr id="288789" name="Rectangle 6"/>
            <p:cNvSpPr>
              <a:spLocks noChangeArrowheads="1"/>
            </p:cNvSpPr>
            <p:nvPr/>
          </p:nvSpPr>
          <p:spPr bwMode="auto">
            <a:xfrm>
              <a:off x="2864" y="421"/>
              <a:ext cx="2206" cy="10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88790" name="Rectangle 7"/>
            <p:cNvSpPr>
              <a:spLocks noChangeArrowheads="1"/>
            </p:cNvSpPr>
            <p:nvPr/>
          </p:nvSpPr>
          <p:spPr bwMode="auto">
            <a:xfrm>
              <a:off x="2922" y="454"/>
              <a:ext cx="211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Measure</a:t>
              </a:r>
            </a:p>
          </p:txBody>
        </p:sp>
        <p:graphicFrame>
          <p:nvGraphicFramePr>
            <p:cNvPr id="288791" name="Object 8"/>
            <p:cNvGraphicFramePr>
              <a:graphicFrameLocks/>
            </p:cNvGraphicFramePr>
            <p:nvPr/>
          </p:nvGraphicFramePr>
          <p:xfrm>
            <a:off x="2858" y="585"/>
            <a:ext cx="2252" cy="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3" imgW="3572256" imgH="1543507" progId="MSGraph.Chart.8">
                    <p:embed followColorScheme="full"/>
                  </p:oleObj>
                </mc:Choice>
                <mc:Fallback>
                  <p:oleObj name="Chart" r:id="rId3" imgW="3572256" imgH="1543507" progId="MSGraph.Chart.8">
                    <p:embed followColorScheme="full"/>
                    <p:pic>
                      <p:nvPicPr>
                        <p:cNvPr id="288791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2858" y="585"/>
                          <a:ext cx="2252" cy="9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8775" name="Group 9"/>
          <p:cNvGrpSpPr>
            <a:grpSpLocks/>
          </p:cNvGrpSpPr>
          <p:nvPr/>
        </p:nvGrpSpPr>
        <p:grpSpPr bwMode="auto">
          <a:xfrm>
            <a:off x="4679950" y="2649538"/>
            <a:ext cx="3575050" cy="1801812"/>
            <a:chOff x="2858" y="421"/>
            <a:chExt cx="2252" cy="1135"/>
          </a:xfrm>
        </p:grpSpPr>
        <p:sp>
          <p:nvSpPr>
            <p:cNvPr id="288786" name="Rectangle 10"/>
            <p:cNvSpPr>
              <a:spLocks noChangeArrowheads="1"/>
            </p:cNvSpPr>
            <p:nvPr/>
          </p:nvSpPr>
          <p:spPr bwMode="auto">
            <a:xfrm>
              <a:off x="2864" y="421"/>
              <a:ext cx="2206" cy="10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88787" name="Rectangle 11"/>
            <p:cNvSpPr>
              <a:spLocks noChangeArrowheads="1"/>
            </p:cNvSpPr>
            <p:nvPr/>
          </p:nvSpPr>
          <p:spPr bwMode="auto">
            <a:xfrm>
              <a:off x="2922" y="454"/>
              <a:ext cx="211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Measure</a:t>
              </a:r>
            </a:p>
          </p:txBody>
        </p:sp>
        <p:graphicFrame>
          <p:nvGraphicFramePr>
            <p:cNvPr id="288788" name="Object 12"/>
            <p:cNvGraphicFramePr>
              <a:graphicFrameLocks/>
            </p:cNvGraphicFramePr>
            <p:nvPr/>
          </p:nvGraphicFramePr>
          <p:xfrm>
            <a:off x="2858" y="585"/>
            <a:ext cx="2252" cy="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572256" imgH="1543507" progId="MSGraph.Chart.8">
                    <p:embed followColorScheme="full"/>
                  </p:oleObj>
                </mc:Choice>
                <mc:Fallback>
                  <p:oleObj name="Chart" r:id="rId5" imgW="3572256" imgH="1543507" progId="MSGraph.Chart.8">
                    <p:embed followColorScheme="full"/>
                    <p:pic>
                      <p:nvPicPr>
                        <p:cNvPr id="288788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2858" y="585"/>
                          <a:ext cx="2252" cy="9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8776" name="Group 13"/>
          <p:cNvGrpSpPr>
            <a:grpSpLocks/>
          </p:cNvGrpSpPr>
          <p:nvPr/>
        </p:nvGrpSpPr>
        <p:grpSpPr bwMode="auto">
          <a:xfrm>
            <a:off x="4679950" y="4473575"/>
            <a:ext cx="3575050" cy="1801813"/>
            <a:chOff x="2858" y="421"/>
            <a:chExt cx="2252" cy="1135"/>
          </a:xfrm>
        </p:grpSpPr>
        <p:sp>
          <p:nvSpPr>
            <p:cNvPr id="288783" name="Rectangle 14"/>
            <p:cNvSpPr>
              <a:spLocks noChangeArrowheads="1"/>
            </p:cNvSpPr>
            <p:nvPr/>
          </p:nvSpPr>
          <p:spPr bwMode="auto">
            <a:xfrm>
              <a:off x="2864" y="421"/>
              <a:ext cx="2206" cy="10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PT"/>
            </a:p>
          </p:txBody>
        </p:sp>
        <p:sp>
          <p:nvSpPr>
            <p:cNvPr id="288784" name="Rectangle 15"/>
            <p:cNvSpPr>
              <a:spLocks noChangeArrowheads="1"/>
            </p:cNvSpPr>
            <p:nvPr/>
          </p:nvSpPr>
          <p:spPr bwMode="auto">
            <a:xfrm>
              <a:off x="2922" y="454"/>
              <a:ext cx="211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10" tIns="0" rIns="3810" bIns="0" anchor="b">
              <a:spAutoFit/>
            </a:bodyPr>
            <a:lstStyle/>
            <a:p>
              <a:pPr defTabSz="895350">
                <a:buSzPct val="120000"/>
              </a:pPr>
              <a:r>
                <a:rPr lang="en-US" altLang="ko-KR" sz="1000" b="1">
                  <a:ea typeface="Gulim" pitchFamily="34" charset="-127"/>
                </a:rPr>
                <a:t>Title</a:t>
              </a:r>
            </a:p>
            <a:p>
              <a:pPr defTabSz="895350">
                <a:buSzPct val="120000"/>
              </a:pPr>
              <a:r>
                <a:rPr lang="en-US" altLang="ko-KR" sz="1000">
                  <a:ea typeface="Gulim" pitchFamily="34" charset="-127"/>
                </a:rPr>
                <a:t>Measure</a:t>
              </a:r>
            </a:p>
          </p:txBody>
        </p:sp>
        <p:graphicFrame>
          <p:nvGraphicFramePr>
            <p:cNvPr id="288785" name="Object 16"/>
            <p:cNvGraphicFramePr>
              <a:graphicFrameLocks/>
            </p:cNvGraphicFramePr>
            <p:nvPr/>
          </p:nvGraphicFramePr>
          <p:xfrm>
            <a:off x="2858" y="585"/>
            <a:ext cx="2252" cy="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7" imgW="3572256" imgH="1543507" progId="MSGraph.Chart.8">
                    <p:embed followColorScheme="full"/>
                  </p:oleObj>
                </mc:Choice>
                <mc:Fallback>
                  <p:oleObj name="Chart" r:id="rId7" imgW="3572256" imgH="1543507" progId="MSGraph.Chart.8">
                    <p:embed followColorScheme="full"/>
                    <p:pic>
                      <p:nvPicPr>
                        <p:cNvPr id="288785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2858" y="585"/>
                          <a:ext cx="2252" cy="9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8777" name="Rectangle 17"/>
          <p:cNvSpPr>
            <a:spLocks noChangeArrowheads="1"/>
          </p:cNvSpPr>
          <p:nvPr/>
        </p:nvSpPr>
        <p:spPr bwMode="auto">
          <a:xfrm>
            <a:off x="563563" y="2324100"/>
            <a:ext cx="3500437" cy="23574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8778" name="Rectangle 18"/>
          <p:cNvSpPr>
            <a:spLocks noChangeArrowheads="1"/>
          </p:cNvSpPr>
          <p:nvPr/>
        </p:nvSpPr>
        <p:spPr bwMode="auto">
          <a:xfrm>
            <a:off x="654050" y="2376488"/>
            <a:ext cx="3354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000">
                <a:ea typeface="Gulim" pitchFamily="34" charset="-127"/>
              </a:rPr>
              <a:t>Measure</a:t>
            </a:r>
          </a:p>
        </p:txBody>
      </p:sp>
      <p:graphicFrame>
        <p:nvGraphicFramePr>
          <p:cNvPr id="288779" name="Object 19"/>
          <p:cNvGraphicFramePr>
            <a:graphicFrameLocks/>
          </p:cNvGraphicFramePr>
          <p:nvPr/>
        </p:nvGraphicFramePr>
        <p:xfrm>
          <a:off x="549275" y="2673350"/>
          <a:ext cx="3576638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3572256" imgH="2048256" progId="MSGraph.Chart.8">
                  <p:embed followColorScheme="full"/>
                </p:oleObj>
              </mc:Choice>
              <mc:Fallback>
                <p:oleObj name="Chart" r:id="rId9" imgW="3572256" imgH="2048256" progId="MSGraph.Chart.8">
                  <p:embed followColorScheme="full"/>
                  <p:pic>
                    <p:nvPicPr>
                      <p:cNvPr id="288779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49275" y="2673350"/>
                        <a:ext cx="3576638" cy="205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8780" name="AutoShape 20"/>
          <p:cNvCxnSpPr>
            <a:cxnSpLocks noChangeShapeType="1"/>
            <a:stCxn id="288777" idx="3"/>
            <a:endCxn id="288789" idx="1"/>
          </p:cNvCxnSpPr>
          <p:nvPr/>
        </p:nvCxnSpPr>
        <p:spPr bwMode="auto">
          <a:xfrm flipV="1">
            <a:off x="4064000" y="1681163"/>
            <a:ext cx="625475" cy="18224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88781" name="AutoShape 21"/>
          <p:cNvCxnSpPr>
            <a:cxnSpLocks noChangeShapeType="1"/>
            <a:stCxn id="288777" idx="3"/>
            <a:endCxn id="288786" idx="1"/>
          </p:cNvCxnSpPr>
          <p:nvPr/>
        </p:nvCxnSpPr>
        <p:spPr bwMode="auto">
          <a:xfrm>
            <a:off x="4064000" y="3503613"/>
            <a:ext cx="6254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88782" name="AutoShape 22"/>
          <p:cNvCxnSpPr>
            <a:cxnSpLocks noChangeShapeType="1"/>
            <a:stCxn id="288777" idx="3"/>
            <a:endCxn id="288783" idx="1"/>
          </p:cNvCxnSpPr>
          <p:nvPr/>
        </p:nvCxnSpPr>
        <p:spPr bwMode="auto">
          <a:xfrm>
            <a:off x="4064000" y="3503613"/>
            <a:ext cx="625475" cy="182403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pPr defTabSz="895350"/>
            <a:fld id="{80192625-E471-4D83-A314-09496600043F}" type="slidenum">
              <a:rPr lang="zh-CN" altLang="en-US" smtClean="0"/>
              <a:pPr defTabSz="895350"/>
              <a:t>280</a:t>
            </a:fld>
            <a:endParaRPr lang="en-US" altLang="zh-CN"/>
          </a:p>
        </p:txBody>
      </p:sp>
      <p:sp>
        <p:nvSpPr>
          <p:cNvPr id="289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89796" name="McK Measure"/>
          <p:cNvSpPr txBox="1">
            <a:spLocks noChangeArrowheads="1"/>
          </p:cNvSpPr>
          <p:nvPr/>
        </p:nvSpPr>
        <p:spPr bwMode="auto">
          <a:xfrm>
            <a:off x="122238" y="531813"/>
            <a:ext cx="8618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95350"/>
            <a:r>
              <a:rPr lang="en-US" altLang="zh-CN">
                <a:ea typeface="宋体" pitchFamily="2" charset="-122"/>
              </a:rPr>
              <a:t>Unit of measure</a:t>
            </a:r>
          </a:p>
        </p:txBody>
      </p:sp>
      <p:sp>
        <p:nvSpPr>
          <p:cNvPr id="289797" name="McK Footnote"/>
          <p:cNvSpPr txBox="1">
            <a:spLocks noChangeArrowheads="1"/>
          </p:cNvSpPr>
          <p:nvPr/>
        </p:nvSpPr>
        <p:spPr bwMode="auto">
          <a:xfrm>
            <a:off x="125413" y="6359525"/>
            <a:ext cx="8167687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574675" indent="-574675" defTabSz="895350">
              <a:tabLst>
                <a:tab pos="533400" algn="r"/>
              </a:tabLst>
            </a:pPr>
            <a:r>
              <a:rPr lang="zh-CN" altLang="en-US" sz="1000">
                <a:solidFill>
                  <a:srgbClr val="000000"/>
                </a:solidFill>
                <a:ea typeface="宋体" pitchFamily="2" charset="-122"/>
              </a:rPr>
              <a:t>	*	</a:t>
            </a: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Footnote</a:t>
            </a:r>
          </a:p>
          <a:p>
            <a:pPr marL="574675" indent="-574675" defTabSz="895350">
              <a:spcBef>
                <a:spcPct val="20000"/>
              </a:spcBef>
              <a:tabLst>
                <a:tab pos="533400" algn="r"/>
              </a:tabLst>
            </a:pPr>
            <a:r>
              <a:rPr lang="en-US" altLang="zh-CN" sz="1000">
                <a:solidFill>
                  <a:srgbClr val="000000"/>
                </a:solidFill>
                <a:ea typeface="宋体" pitchFamily="2" charset="-122"/>
              </a:rPr>
              <a:t>	Source:	Source</a:t>
            </a:r>
          </a:p>
        </p:txBody>
      </p:sp>
      <p:sp>
        <p:nvSpPr>
          <p:cNvPr id="289798" name="Rectangle 5"/>
          <p:cNvSpPr>
            <a:spLocks noChangeArrowheads="1"/>
          </p:cNvSpPr>
          <p:nvPr/>
        </p:nvSpPr>
        <p:spPr bwMode="auto">
          <a:xfrm>
            <a:off x="4727575" y="630238"/>
            <a:ext cx="3502025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9799" name="Rectangle 6"/>
          <p:cNvSpPr>
            <a:spLocks noChangeArrowheads="1"/>
          </p:cNvSpPr>
          <p:nvPr/>
        </p:nvSpPr>
        <p:spPr bwMode="auto">
          <a:xfrm>
            <a:off x="4795838" y="684213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89800" name="Object 7"/>
          <p:cNvGraphicFramePr>
            <a:graphicFrameLocks/>
          </p:cNvGraphicFramePr>
          <p:nvPr/>
        </p:nvGraphicFramePr>
        <p:xfrm>
          <a:off x="4716463" y="750888"/>
          <a:ext cx="35718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572256" imgH="1372006" progId="MSGraph.Chart.8">
                  <p:embed followColorScheme="full"/>
                </p:oleObj>
              </mc:Choice>
              <mc:Fallback>
                <p:oleObj name="Chart" r:id="rId3" imgW="3572256" imgH="1372006" progId="MSGraph.Chart.8">
                  <p:embed followColorScheme="full"/>
                  <p:pic>
                    <p:nvPicPr>
                      <p:cNvPr id="28980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716463" y="750888"/>
                        <a:ext cx="3571875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1" name="Rectangle 8"/>
          <p:cNvSpPr>
            <a:spLocks noChangeArrowheads="1"/>
          </p:cNvSpPr>
          <p:nvPr/>
        </p:nvSpPr>
        <p:spPr bwMode="auto">
          <a:xfrm>
            <a:off x="601663" y="2325688"/>
            <a:ext cx="3500437" cy="23574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9802" name="Rectangle 9"/>
          <p:cNvSpPr>
            <a:spLocks noChangeArrowheads="1"/>
          </p:cNvSpPr>
          <p:nvPr/>
        </p:nvSpPr>
        <p:spPr bwMode="auto">
          <a:xfrm>
            <a:off x="692150" y="2378075"/>
            <a:ext cx="3354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</a:t>
            </a:r>
          </a:p>
          <a:p>
            <a:pPr defTabSz="895350">
              <a:buSzPct val="120000"/>
            </a:pPr>
            <a:r>
              <a:rPr lang="en-US" altLang="ko-KR" sz="1000">
                <a:ea typeface="Gulim" pitchFamily="34" charset="-127"/>
              </a:rPr>
              <a:t>Measure</a:t>
            </a:r>
          </a:p>
        </p:txBody>
      </p:sp>
      <p:graphicFrame>
        <p:nvGraphicFramePr>
          <p:cNvPr id="289803" name="Object 10"/>
          <p:cNvGraphicFramePr>
            <a:graphicFrameLocks/>
          </p:cNvGraphicFramePr>
          <p:nvPr/>
        </p:nvGraphicFramePr>
        <p:xfrm>
          <a:off x="587375" y="2674938"/>
          <a:ext cx="3576638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572256" imgH="2048256" progId="MSGraph.Chart.8">
                  <p:embed followColorScheme="full"/>
                </p:oleObj>
              </mc:Choice>
              <mc:Fallback>
                <p:oleObj name="Chart" r:id="rId5" imgW="3572256" imgH="2048256" progId="MSGraph.Chart.8">
                  <p:embed followColorScheme="full"/>
                  <p:pic>
                    <p:nvPicPr>
                      <p:cNvPr id="289803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87375" y="2674938"/>
                        <a:ext cx="3576638" cy="205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9804" name="AutoShape 11"/>
          <p:cNvCxnSpPr>
            <a:cxnSpLocks noChangeShapeType="1"/>
            <a:stCxn id="289801" idx="3"/>
            <a:endCxn id="289798" idx="1"/>
          </p:cNvCxnSpPr>
          <p:nvPr/>
        </p:nvCxnSpPr>
        <p:spPr bwMode="auto">
          <a:xfrm flipV="1">
            <a:off x="4102100" y="1317625"/>
            <a:ext cx="625475" cy="21875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89805" name="AutoShape 12"/>
          <p:cNvCxnSpPr>
            <a:cxnSpLocks noChangeShapeType="1"/>
            <a:stCxn id="289801" idx="3"/>
            <a:endCxn id="289807" idx="1"/>
          </p:cNvCxnSpPr>
          <p:nvPr/>
        </p:nvCxnSpPr>
        <p:spPr bwMode="auto">
          <a:xfrm flipV="1">
            <a:off x="4102100" y="2770188"/>
            <a:ext cx="625475" cy="73501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89806" name="AutoShape 13"/>
          <p:cNvCxnSpPr>
            <a:cxnSpLocks noChangeShapeType="1"/>
            <a:stCxn id="289801" idx="3"/>
            <a:endCxn id="289810" idx="1"/>
          </p:cNvCxnSpPr>
          <p:nvPr/>
        </p:nvCxnSpPr>
        <p:spPr bwMode="auto">
          <a:xfrm>
            <a:off x="4102100" y="3505200"/>
            <a:ext cx="625475" cy="71755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89807" name="Rectangle 14"/>
          <p:cNvSpPr>
            <a:spLocks noChangeArrowheads="1"/>
          </p:cNvSpPr>
          <p:nvPr/>
        </p:nvSpPr>
        <p:spPr bwMode="auto">
          <a:xfrm>
            <a:off x="4727575" y="2082800"/>
            <a:ext cx="3502025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9808" name="Rectangle 15"/>
          <p:cNvSpPr>
            <a:spLocks noChangeArrowheads="1"/>
          </p:cNvSpPr>
          <p:nvPr/>
        </p:nvSpPr>
        <p:spPr bwMode="auto">
          <a:xfrm>
            <a:off x="4795838" y="2136775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89809" name="Object 16"/>
          <p:cNvGraphicFramePr>
            <a:graphicFrameLocks/>
          </p:cNvGraphicFramePr>
          <p:nvPr/>
        </p:nvGraphicFramePr>
        <p:xfrm>
          <a:off x="4714875" y="2203450"/>
          <a:ext cx="35718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572256" imgH="1372006" progId="MSGraph.Chart.8">
                  <p:embed followColorScheme="full"/>
                </p:oleObj>
              </mc:Choice>
              <mc:Fallback>
                <p:oleObj name="Chart" r:id="rId7" imgW="3572256" imgH="1372006" progId="MSGraph.Chart.8">
                  <p:embed followColorScheme="full"/>
                  <p:pic>
                    <p:nvPicPr>
                      <p:cNvPr id="289809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714875" y="2203450"/>
                        <a:ext cx="3571875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10" name="Rectangle 17"/>
          <p:cNvSpPr>
            <a:spLocks noChangeArrowheads="1"/>
          </p:cNvSpPr>
          <p:nvPr/>
        </p:nvSpPr>
        <p:spPr bwMode="auto">
          <a:xfrm>
            <a:off x="4727575" y="3535363"/>
            <a:ext cx="3502025" cy="1373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9811" name="Rectangle 18"/>
          <p:cNvSpPr>
            <a:spLocks noChangeArrowheads="1"/>
          </p:cNvSpPr>
          <p:nvPr/>
        </p:nvSpPr>
        <p:spPr bwMode="auto">
          <a:xfrm>
            <a:off x="4795838" y="3589338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89812" name="Object 19"/>
          <p:cNvGraphicFramePr>
            <a:graphicFrameLocks/>
          </p:cNvGraphicFramePr>
          <p:nvPr/>
        </p:nvGraphicFramePr>
        <p:xfrm>
          <a:off x="4716463" y="3656013"/>
          <a:ext cx="35718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9" imgW="3572256" imgH="1372006" progId="MSGraph.Chart.8">
                  <p:embed followColorScheme="full"/>
                </p:oleObj>
              </mc:Choice>
              <mc:Fallback>
                <p:oleObj name="Chart" r:id="rId9" imgW="3572256" imgH="1372006" progId="MSGraph.Chart.8">
                  <p:embed followColorScheme="full"/>
                  <p:pic>
                    <p:nvPicPr>
                      <p:cNvPr id="289812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716463" y="3656013"/>
                        <a:ext cx="3571875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13" name="Rectangle 20"/>
          <p:cNvSpPr>
            <a:spLocks noChangeArrowheads="1"/>
          </p:cNvSpPr>
          <p:nvPr/>
        </p:nvSpPr>
        <p:spPr bwMode="auto">
          <a:xfrm>
            <a:off x="4727575" y="4987925"/>
            <a:ext cx="3502025" cy="1373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PT"/>
          </a:p>
        </p:txBody>
      </p:sp>
      <p:sp>
        <p:nvSpPr>
          <p:cNvPr id="289814" name="Rectangle 21"/>
          <p:cNvSpPr>
            <a:spLocks noChangeArrowheads="1"/>
          </p:cNvSpPr>
          <p:nvPr/>
        </p:nvSpPr>
        <p:spPr bwMode="auto">
          <a:xfrm>
            <a:off x="4795838" y="5041900"/>
            <a:ext cx="3354387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" tIns="0" rIns="3810" bIns="0" anchor="b">
            <a:spAutoFit/>
          </a:bodyPr>
          <a:lstStyle/>
          <a:p>
            <a:pPr defTabSz="895350">
              <a:buSzPct val="120000"/>
            </a:pPr>
            <a:r>
              <a:rPr lang="en-US" altLang="ko-KR" sz="1000" b="1">
                <a:ea typeface="Gulim" pitchFamily="34" charset="-127"/>
              </a:rPr>
              <a:t>Title </a:t>
            </a:r>
            <a:r>
              <a:rPr lang="en-US" altLang="ko-KR" sz="1000">
                <a:ea typeface="Gulim" pitchFamily="34" charset="-127"/>
              </a:rPr>
              <a:t>(Measure)</a:t>
            </a:r>
          </a:p>
        </p:txBody>
      </p:sp>
      <p:graphicFrame>
        <p:nvGraphicFramePr>
          <p:cNvPr id="289815" name="Object 22"/>
          <p:cNvGraphicFramePr>
            <a:graphicFrameLocks/>
          </p:cNvGraphicFramePr>
          <p:nvPr/>
        </p:nvGraphicFramePr>
        <p:xfrm>
          <a:off x="4716463" y="5108575"/>
          <a:ext cx="35718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11" imgW="3572256" imgH="1372006" progId="MSGraph.Chart.8">
                  <p:embed followColorScheme="full"/>
                </p:oleObj>
              </mc:Choice>
              <mc:Fallback>
                <p:oleObj name="Chart" r:id="rId11" imgW="3572256" imgH="1372006" progId="MSGraph.Chart.8">
                  <p:embed followColorScheme="full"/>
                  <p:pic>
                    <p:nvPicPr>
                      <p:cNvPr id="289815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716463" y="5108575"/>
                        <a:ext cx="3571875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9816" name="AutoShape 23"/>
          <p:cNvCxnSpPr>
            <a:cxnSpLocks noChangeShapeType="1"/>
            <a:stCxn id="289801" idx="3"/>
            <a:endCxn id="289813" idx="1"/>
          </p:cNvCxnSpPr>
          <p:nvPr/>
        </p:nvCxnSpPr>
        <p:spPr bwMode="auto">
          <a:xfrm>
            <a:off x="4102100" y="3505200"/>
            <a:ext cx="625475" cy="217011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12419407"/>
  <p:tag name="FILLLINECOLOR2" val="15853019"/>
  <p:tag name="FILLLINECOLOR3" val="14994616"/>
  <p:tag name="FILLLINECOLOR4" val="14136213"/>
  <p:tag name="FILLLINECOLOR5" val="9592886"/>
  <p:tag name="FILLLINECOLOR6" val="6373412"/>
  <p:tag name="FILLLINECOLOR7" val="5880731"/>
  <p:tag name="FILLLINECOLOR8" val="14545387"/>
  <p:tag name="FILLLINECOLOR9" val="12379095"/>
  <p:tag name="FILLLINECOLOR10" val="10213059"/>
  <p:tag name="FILLLINECOLOR11" val="3969654"/>
  <p:tag name="FILLLINECOLOR12" val="2646351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12419407"/>
  <p:tag name="FONTCOLOR2" val="5880731"/>
  <p:tag name="FONTCOLOR3" val="12566463"/>
  <p:tag name="FONTCOLOR4" val="8355711"/>
  <p:tag name="FONTCOLOR5" val="0"/>
  <p:tag name="FONTCOLOR6" val="167772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37.25"/>
  <p:tag name="LLEFT" val=" 202"/>
  <p:tag name="NAME" val="Arro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392.25"/>
  <p:tag name="LLEFT" val=" 290.25"/>
  <p:tag name="NAME" val="Arro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64"/>
  <p:tag name="LLEFT" val=" 304.375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339"/>
  <p:tag name="LLEFT" val=" 301.375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188.25"/>
  <p:tag name="LLEFT" val=" 290.25"/>
  <p:tag name="NAME" val="Arro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DoubleBoa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DoubleBoa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 143.875"/>
  <p:tag name="TOP" val=" 207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204"/>
  <p:tag name="LTOP" val=" 143.625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2.5"/>
  <p:tag name="LTOP" val=" 169.75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2.5"/>
  <p:tag name="LTOP" val=" 223.37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2.5"/>
  <p:tag name="LTOP" val=" 280.62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2.5"/>
  <p:tag name="LTOP" val=" 337.75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2.5"/>
  <p:tag name="LTOP" val=" 394.5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302.875"/>
  <p:tag name="LTOP" val=" 195.625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62.625"/>
  <p:tag name="LTOP" val=" 76.125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76.75"/>
  <p:tag name="LTOP" val=" 419.37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250.75"/>
  <p:tag name="LTOP" val=" 419.375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322.625"/>
  <p:tag name="LTOP" val=" 419.375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393.625"/>
  <p:tag name="LTOP" val=" 419.375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465.625"/>
  <p:tag name="LTOP" val=" 419.375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228"/>
  <p:tag name="LTOP" val=" 334.7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84.875"/>
  <p:tag name="LTOP" val=" 317.25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351.375"/>
  <p:tag name="LTOP" val=" 280.5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17.875"/>
  <p:tag name="LTOP" val=" 239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66"/>
  <p:tag name="LTOP" val=" 238.75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69.75"/>
  <p:tag name="LTOP" val=" 200.87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00.875"/>
  <p:tag name="LLEFT" val=" 169.75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69.75"/>
  <p:tag name="LTOP" val=" 200.875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00.875"/>
  <p:tag name="LLEFT" val=" 169.75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281.875"/>
  <p:tag name="ORIGTOP" val="237.125"/>
  <p:tag name="ORIGHEIGHT" val="178.125"/>
  <p:tag name="ORIGWIDTH" val="267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69.75"/>
  <p:tag name="LTOP" val=" 200.875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3.875"/>
  <p:tag name="LTOP" val=" 208.75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08.75"/>
  <p:tag name="LLEFT" val=" 143.875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3.875"/>
  <p:tag name="LTOP" val=" 208.75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08.75"/>
  <p:tag name="LLEFT" val=" 143.875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3.875"/>
  <p:tag name="LTOP" val=" 208.75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08.75"/>
  <p:tag name="LLEFT" val=" 143.875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149.875"/>
  <p:tag name="LLEFT" val=" 209.25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149.875"/>
  <p:tag name="LLEFT" val=" 209.25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150.875"/>
  <p:tag name="LLEFT" val=" 79.625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14.125"/>
  <p:tag name="LLEFT" val=" 80.125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14.125"/>
  <p:tag name="LLEFT" val=" 225.625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14.125"/>
  <p:tag name="LLEFT" val=" 371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214.125"/>
  <p:tag name="LLEFT" val=" 516.5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Shap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Text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heme/theme1.xml><?xml version="1.0" encoding="utf-8"?>
<a:theme xmlns:a="http://schemas.openxmlformats.org/drawingml/2006/main" name="U_Template 2000_K">
  <a:themeElements>
    <a:clrScheme name="U_Template 2000_K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U_Template 2000_K">
      <a:majorFont>
        <a:latin typeface="Arial"/>
        <a:ea typeface="-윤고딕150"/>
        <a:cs typeface=""/>
      </a:majorFont>
      <a:minorFont>
        <a:latin typeface="Arial"/>
        <a:ea typeface="-윤고딕13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_Template 2000_K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_Template 2000_K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_Template 2000_K 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FFFFFF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_Template 2000_K 4">
        <a:dk1>
          <a:srgbClr val="000000"/>
        </a:dk1>
        <a:lt1>
          <a:srgbClr val="FFFFFF"/>
        </a:lt1>
        <a:dk2>
          <a:srgbClr val="0000FE"/>
        </a:dk2>
        <a:lt2>
          <a:srgbClr val="000000"/>
        </a:lt2>
        <a:accent1>
          <a:srgbClr val="6598FF"/>
        </a:accent1>
        <a:accent2>
          <a:srgbClr val="FF8700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E77A00"/>
        </a:accent6>
        <a:hlink>
          <a:srgbClr val="33CB33"/>
        </a:hlink>
        <a:folHlink>
          <a:srgbClr val="0000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_Template 2000_K 5">
        <a:dk1>
          <a:srgbClr val="000000"/>
        </a:dk1>
        <a:lt1>
          <a:srgbClr val="FFFFFF"/>
        </a:lt1>
        <a:dk2>
          <a:srgbClr val="0000FE"/>
        </a:dk2>
        <a:lt2>
          <a:srgbClr val="000000"/>
        </a:lt2>
        <a:accent1>
          <a:srgbClr val="6598FF"/>
        </a:accent1>
        <a:accent2>
          <a:srgbClr val="FEFB00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E6E300"/>
        </a:accent6>
        <a:hlink>
          <a:srgbClr val="33CB33"/>
        </a:hlink>
        <a:folHlink>
          <a:srgbClr val="0000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_Template 2000_K 6">
        <a:dk1>
          <a:srgbClr val="6598FF"/>
        </a:dk1>
        <a:lt1>
          <a:srgbClr val="FFFFFF"/>
        </a:lt1>
        <a:dk2>
          <a:srgbClr val="000000"/>
        </a:dk2>
        <a:lt2>
          <a:srgbClr val="FEFB00"/>
        </a:lt2>
        <a:accent1>
          <a:srgbClr val="0000FE"/>
        </a:accent1>
        <a:accent2>
          <a:srgbClr val="6598FF"/>
        </a:accent2>
        <a:accent3>
          <a:srgbClr val="AAAAAA"/>
        </a:accent3>
        <a:accent4>
          <a:srgbClr val="DADADA"/>
        </a:accent4>
        <a:accent5>
          <a:srgbClr val="AAAAFE"/>
        </a:accent5>
        <a:accent6>
          <a:srgbClr val="5B89E7"/>
        </a:accent6>
        <a:hlink>
          <a:srgbClr val="33CB33"/>
        </a:hlink>
        <a:folHlink>
          <a:srgbClr val="FF87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_Template 2000_K 7">
        <a:dk1>
          <a:srgbClr val="000000"/>
        </a:dk1>
        <a:lt1>
          <a:srgbClr val="FFFFFF"/>
        </a:lt1>
        <a:dk2>
          <a:srgbClr val="000000"/>
        </a:dk2>
        <a:lt2>
          <a:srgbClr val="FEFB00"/>
        </a:lt2>
        <a:accent1>
          <a:srgbClr val="0000FE"/>
        </a:accent1>
        <a:accent2>
          <a:srgbClr val="6598FF"/>
        </a:accent2>
        <a:accent3>
          <a:srgbClr val="AAAAAA"/>
        </a:accent3>
        <a:accent4>
          <a:srgbClr val="DADADA"/>
        </a:accent4>
        <a:accent5>
          <a:srgbClr val="AAAAFE"/>
        </a:accent5>
        <a:accent6>
          <a:srgbClr val="5B89E7"/>
        </a:accent6>
        <a:hlink>
          <a:srgbClr val="33CB33"/>
        </a:hlink>
        <a:folHlink>
          <a:srgbClr val="FEFB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U_Template 2000_K 1">
    <a:dk1>
      <a:srgbClr val="000000"/>
    </a:dk1>
    <a:lt1>
      <a:srgbClr val="FFFFFF"/>
    </a:lt1>
    <a:dk2>
      <a:srgbClr val="000000"/>
    </a:dk2>
    <a:lt2>
      <a:srgbClr val="000000"/>
    </a:lt2>
    <a:accent1>
      <a:srgbClr val="FFFFFF"/>
    </a:accent1>
    <a:accent2>
      <a:srgbClr val="D0D0D0"/>
    </a:accent2>
    <a:accent3>
      <a:srgbClr val="FFFFFF"/>
    </a:accent3>
    <a:accent4>
      <a:srgbClr val="000000"/>
    </a:accent4>
    <a:accent5>
      <a:srgbClr val="FFFFFF"/>
    </a:accent5>
    <a:accent6>
      <a:srgbClr val="BCBCBC"/>
    </a:accent6>
    <a:hlink>
      <a:srgbClr val="909090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U_Template 2000_K 1">
    <a:dk1>
      <a:srgbClr val="000000"/>
    </a:dk1>
    <a:lt1>
      <a:srgbClr val="FFFFFF"/>
    </a:lt1>
    <a:dk2>
      <a:srgbClr val="000000"/>
    </a:dk2>
    <a:lt2>
      <a:srgbClr val="000000"/>
    </a:lt2>
    <a:accent1>
      <a:srgbClr val="FFFFFF"/>
    </a:accent1>
    <a:accent2>
      <a:srgbClr val="D0D0D0"/>
    </a:accent2>
    <a:accent3>
      <a:srgbClr val="FFFFFF"/>
    </a:accent3>
    <a:accent4>
      <a:srgbClr val="000000"/>
    </a:accent4>
    <a:accent5>
      <a:srgbClr val="FFFFFF"/>
    </a:accent5>
    <a:accent6>
      <a:srgbClr val="BCBCBC"/>
    </a:accent6>
    <a:hlink>
      <a:srgbClr val="909090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9E37A61AF954A92546B7EA577A930" ma:contentTypeVersion="7" ma:contentTypeDescription="Create a new document." ma:contentTypeScope="" ma:versionID="34d7926f1dc66f9d970bbaf38171237c">
  <xsd:schema xmlns:xsd="http://www.w3.org/2001/XMLSchema" xmlns:xs="http://www.w3.org/2001/XMLSchema" xmlns:p="http://schemas.microsoft.com/office/2006/metadata/properties" xmlns:ns2="c117099f-3274-47d3-a331-57749d93a4ca" targetNamespace="http://schemas.microsoft.com/office/2006/metadata/properties" ma:root="true" ma:fieldsID="86dfcc33178ba28dd3ebbeb2c633f112" ns2:_="">
    <xsd:import namespace="c117099f-3274-47d3-a331-57749d93a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7099f-3274-47d3-a331-57749d93a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98120D-B7C9-4815-84FC-5E0017D01962}"/>
</file>

<file path=customXml/itemProps2.xml><?xml version="1.0" encoding="utf-8"?>
<ds:datastoreItem xmlns:ds="http://schemas.openxmlformats.org/officeDocument/2006/customXml" ds:itemID="{68F15FB5-AEEE-4E8F-B725-8EA6AA2E2636}"/>
</file>

<file path=customXml/itemProps3.xml><?xml version="1.0" encoding="utf-8"?>
<ds:datastoreItem xmlns:ds="http://schemas.openxmlformats.org/officeDocument/2006/customXml" ds:itemID="{DFB50C14-B4FA-476B-9C8C-FFEB738AAB6C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Office\Templates\U_Template 2000_K.pot</Template>
  <TotalTime>1542</TotalTime>
  <Words>8321</Words>
  <Application>Microsoft Office PowerPoint</Application>
  <PresentationFormat>Custom</PresentationFormat>
  <Paragraphs>4611</Paragraphs>
  <Slides>281</Slides>
  <Notes>281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281</vt:i4>
      </vt:variant>
    </vt:vector>
  </HeadingPairs>
  <TitlesOfParts>
    <vt:vector size="287" baseType="lpstr">
      <vt:lpstr>Arial</vt:lpstr>
      <vt:lpstr>Arial Black</vt:lpstr>
      <vt:lpstr>Helvetica</vt:lpstr>
      <vt:lpstr>Times New Roman</vt:lpstr>
      <vt:lpstr>U_Template 2000_K</vt:lpstr>
      <vt:lpstr>Chart</vt:lpstr>
      <vt:lpstr>Powerpoint Templates </vt:lpstr>
      <vt:lpstr>5PS MARKETING</vt:lpstr>
      <vt:lpstr>ARROW 3D</vt:lpstr>
      <vt:lpstr>CUTOUT 3D</vt:lpstr>
      <vt:lpstr>FORCES AT WORK</vt:lpstr>
      <vt:lpstr>JOINT</vt:lpstr>
      <vt:lpstr>LEVEL SEPARATE 4</vt:lpstr>
      <vt:lpstr>LINEAR A 3D</vt:lpstr>
      <vt:lpstr>LINEAR B 3D</vt:lpstr>
      <vt:lpstr>LINEAR C 3D</vt:lpstr>
      <vt:lpstr>LINEAR D 3D</vt:lpstr>
      <vt:lpstr>LINEAR E 3D</vt:lpstr>
      <vt:lpstr>LINEAR G 3D</vt:lpstr>
      <vt:lpstr>LINEAR I 3D</vt:lpstr>
      <vt:lpstr>LINEAR J 3D</vt:lpstr>
      <vt:lpstr>LINEAR N 3D</vt:lpstr>
      <vt:lpstr>LINEAR P 3D</vt:lpstr>
      <vt:lpstr>LINEAR Q 3D</vt:lpstr>
      <vt:lpstr>LINEAR Q 3D</vt:lpstr>
      <vt:lpstr>LINKS 3</vt:lpstr>
      <vt:lpstr>PROPELLER 3D</vt:lpstr>
      <vt:lpstr>RINGS 3D</vt:lpstr>
      <vt:lpstr>SCALE</vt:lpstr>
      <vt:lpstr>SCALES</vt:lpstr>
      <vt:lpstr>SIZES IN</vt:lpstr>
      <vt:lpstr>SPIRAL1 3D</vt:lpstr>
      <vt:lpstr>SPIRAL2 3D</vt:lpstr>
      <vt:lpstr>SPOTLIGHT</vt:lpstr>
      <vt:lpstr>STAIRCASE</vt:lpstr>
      <vt:lpstr>WIRE CUBES</vt:lpstr>
      <vt:lpstr>ARROWS</vt:lpstr>
      <vt:lpstr>LEVEL 1</vt:lpstr>
      <vt:lpstr>LEVEL 2</vt:lpstr>
      <vt:lpstr>LEVEL 3</vt:lpstr>
      <vt:lpstr>LEVEL 4</vt:lpstr>
      <vt:lpstr>LEVEL 5</vt:lpstr>
      <vt:lpstr>LEVEL 6</vt:lpstr>
      <vt:lpstr>FLOW 2</vt:lpstr>
      <vt:lpstr>FLOW 2 TITLE</vt:lpstr>
      <vt:lpstr>FLOW 3</vt:lpstr>
      <vt:lpstr>FLOW 3 TITLE</vt:lpstr>
      <vt:lpstr>FLOW 4</vt:lpstr>
      <vt:lpstr>FLOW 4 TITLE</vt:lpstr>
      <vt:lpstr>FLOW 5</vt:lpstr>
      <vt:lpstr>FLOW 5 TITLE</vt:lpstr>
      <vt:lpstr>FLOW 6</vt:lpstr>
      <vt:lpstr>FLOW 6 TITLE</vt:lpstr>
      <vt:lpstr>BLADES</vt:lpstr>
      <vt:lpstr>BOX</vt:lpstr>
      <vt:lpstr>BOX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</vt:lpstr>
      <vt:lpstr>INCOMING</vt:lpstr>
      <vt:lpstr>RIBBON</vt:lpstr>
      <vt:lpstr>RING</vt:lpstr>
      <vt:lpstr>UPON 2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BUSS PORTFOLIO</vt:lpstr>
      <vt:lpstr>CHANGE BOARD</vt:lpstr>
      <vt:lpstr>DELTA P</vt:lpstr>
      <vt:lpstr>MACS</vt:lpstr>
      <vt:lpstr>MANUFACTURING STRATEGY</vt:lpstr>
      <vt:lpstr>PENTAGON</vt:lpstr>
      <vt:lpstr>PRICE BENEFIT</vt:lpstr>
      <vt:lpstr>SMILE CHART</vt:lpstr>
      <vt:lpstr>STRAT GAMEBOARD</vt:lpstr>
      <vt:lpstr>STRAT MANAGE</vt:lpstr>
      <vt:lpstr>TREE PRODUCTIVITY</vt:lpstr>
      <vt:lpstr>VALUE CREATION</vt:lpstr>
      <vt:lpstr>VALUE SOURCES</vt:lpstr>
      <vt:lpstr>GANTT10</vt:lpstr>
      <vt:lpstr>GANTT15</vt:lpstr>
      <vt:lpstr>VENN 2</vt:lpstr>
      <vt:lpstr>VENN 3</vt:lpstr>
      <vt:lpstr>Powerpoint Templates </vt:lpstr>
      <vt:lpstr>AREA</vt:lpstr>
      <vt:lpstr>BAR</vt:lpstr>
      <vt:lpstr>BAR 2</vt:lpstr>
      <vt:lpstr>BAR BUTTED</vt:lpstr>
      <vt:lpstr>BAR STACKED</vt:lpstr>
      <vt:lpstr>BAR STACKED 100%</vt:lpstr>
      <vt:lpstr>BUBBLE</vt:lpstr>
      <vt:lpstr>COLUMN</vt:lpstr>
      <vt:lpstr>COLUMN 2</vt:lpstr>
      <vt:lpstr>COLUMN BUTTED</vt:lpstr>
      <vt:lpstr>COLUMN STACKED</vt:lpstr>
      <vt:lpstr>COLUMN STACKED 100%</vt:lpstr>
      <vt:lpstr>COMBO PIE SEGMENT COLUMN</vt:lpstr>
      <vt:lpstr>COST CURVE</vt:lpstr>
      <vt:lpstr>DUAL COLUMN LINE</vt:lpstr>
      <vt:lpstr>DUAL LINE</vt:lpstr>
      <vt:lpstr>LINE</vt:lpstr>
      <vt:lpstr>PIE</vt:lpstr>
      <vt:lpstr>PIE 2</vt:lpstr>
      <vt:lpstr>RANGE HIGH LOW</vt:lpstr>
      <vt:lpstr>SCATTER X &amp; Y</vt:lpstr>
      <vt:lpstr>WATERFALL BAR</vt:lpstr>
      <vt:lpstr>WATERFALL COLUMN</vt:lpstr>
      <vt:lpstr>Powerpoint Template </vt:lpstr>
      <vt:lpstr>ARROWS</vt:lpstr>
      <vt:lpstr>MOONS</vt:lpstr>
      <vt:lpstr>STICKER</vt:lpstr>
      <vt:lpstr>STICKER  OTHER</vt:lpstr>
      <vt:lpstr>Powerpoint Templates </vt:lpstr>
      <vt:lpstr>PPT TABLE 2</vt:lpstr>
      <vt:lpstr>PPT TABLE 3</vt:lpstr>
      <vt:lpstr>PPT TABLE 4</vt:lpstr>
      <vt:lpstr>PPT TABLE 5</vt:lpstr>
      <vt:lpstr>PPT TABLE 6</vt:lpstr>
      <vt:lpstr>Frequently Used Template </vt:lpstr>
      <vt:lpstr>PowerPoint Presentation</vt:lpstr>
      <vt:lpstr>PowerPoint Presentation</vt:lpstr>
      <vt:lpstr>PowerPoint Presentation</vt:lpstr>
      <vt:lpstr>EXHIBIT TITLE</vt:lpstr>
      <vt:lpstr>EXHIBIT TITLE</vt:lpstr>
      <vt:lpstr>EXHIBIT TITLE</vt:lpstr>
      <vt:lpstr>EXHIBIT TITLE</vt:lpstr>
      <vt:lpstr>2 COLUMN </vt:lpstr>
      <vt:lpstr>3 COLUMN</vt:lpstr>
      <vt:lpstr>4 COLUMN</vt:lpstr>
      <vt:lpstr>5 COLUMN</vt:lpstr>
      <vt:lpstr>6 COLUMN</vt:lpstr>
      <vt:lpstr>7 COLUMN</vt:lpstr>
      <vt:lpstr>8 COLUMN</vt:lpstr>
      <vt:lpstr>3-STEP </vt:lpstr>
      <vt:lpstr>4-STEP</vt:lpstr>
      <vt:lpstr>5-STEP</vt:lpstr>
      <vt:lpstr>3 HORIZONTAL </vt:lpstr>
      <vt:lpstr>4 HORIZONTAL</vt:lpstr>
      <vt:lpstr>5 HORIZONTAL</vt:lpstr>
      <vt:lpstr>4-STEP </vt:lpstr>
      <vt:lpstr>FLOW 2</vt:lpstr>
      <vt:lpstr>FLOW 2 TITLE</vt:lpstr>
      <vt:lpstr>FLOW 3</vt:lpstr>
      <vt:lpstr>FLOW 3 TITLE</vt:lpstr>
      <vt:lpstr>FLOW 4</vt:lpstr>
      <vt:lpstr>FLOW 4 TITLE</vt:lpstr>
      <vt:lpstr>FLOW 5</vt:lpstr>
      <vt:lpstr>FLOW 5 TITLE</vt:lpstr>
      <vt:lpstr>HORIZONTAL FLOW 3</vt:lpstr>
      <vt:lpstr>HORIZONTAL FLOW 4</vt:lpstr>
      <vt:lpstr>HORIZONTAL FLOW 5</vt:lpstr>
      <vt:lpstr>HORIZONTAL FLOW 6</vt:lpstr>
      <vt:lpstr>HORIZONTAL FLOW 7</vt:lpstr>
      <vt:lpstr>FLOW WITH SHOCK 1</vt:lpstr>
      <vt:lpstr>FLOW WITH SHOCK 2</vt:lpstr>
      <vt:lpstr>FLOW WITH 3 COLUMN </vt:lpstr>
      <vt:lpstr>FLOW WITH 2 COLUMN</vt:lpstr>
      <vt:lpstr>SQUARE FLOW </vt:lpstr>
      <vt:lpstr>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STRUCTURE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CYCLE 2</vt:lpstr>
      <vt:lpstr>CYCLE 2</vt:lpstr>
      <vt:lpstr>CYCLE 3</vt:lpstr>
      <vt:lpstr>CYCLE 3</vt:lpstr>
      <vt:lpstr>CYCLE 4</vt:lpstr>
      <vt:lpstr>CYCLE 4</vt:lpstr>
      <vt:lpstr>CYCLE 5</vt:lpstr>
      <vt:lpstr>CYCLE 5</vt:lpstr>
      <vt:lpstr>CYCLE 6</vt:lpstr>
      <vt:lpstr>CYCLE 6</vt:lpstr>
      <vt:lpstr>FORCES AT WORK</vt:lpstr>
      <vt:lpstr>2 BY 2 MATRIX</vt:lpstr>
      <vt:lpstr>2 BY 3 MATRIX</vt:lpstr>
      <vt:lpstr>3 BY 3 MATRIX</vt:lpstr>
      <vt:lpstr>4 BY 3 MATRIX</vt:lpstr>
      <vt:lpstr>4 BY 3 MATRIX</vt:lpstr>
      <vt:lpstr>STUDY OBJECTIVE</vt:lpstr>
      <vt:lpstr>LEVEL 03</vt:lpstr>
      <vt:lpstr>LEVEL 04</vt:lpstr>
      <vt:lpstr>LEVEL 09</vt:lpstr>
      <vt:lpstr>GANTT – 4 WEEK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EXHIBIT TITLE</vt:lpstr>
      <vt:lpstr>EXHIBIT TITLE</vt:lpstr>
      <vt:lpstr>EXHIBIT TITLE</vt:lpstr>
      <vt:lpstr>EXHIBIT TITLE</vt:lpstr>
      <vt:lpstr>EXHIBIT TITLE</vt:lpstr>
      <vt:lpstr>EXHIBIT TITLE</vt:lpstr>
      <vt:lpstr>EXHIBIT TITLE</vt:lpstr>
      <vt:lpstr>EXHIBIT TITLE</vt:lpstr>
      <vt:lpstr>EXHIBIT TITLE</vt:lpstr>
      <vt:lpstr>EXHIBIT TITLE</vt:lpstr>
      <vt:lpstr>PowerPoint Presentation</vt:lpstr>
      <vt:lpstr>PowerPoint Presentation</vt:lpstr>
      <vt:lpstr>ROIC TREE ANALYSIS</vt:lpstr>
      <vt:lpstr>EXHIBIT TITLE</vt:lpstr>
      <vt:lpstr>EXHIBIT TITLE</vt:lpstr>
      <vt:lpstr>EXHIBIT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</dc:title>
  <dc:creator>User</dc:creator>
  <cp:lastModifiedBy>Catarina Holstein</cp:lastModifiedBy>
  <cp:revision>22</cp:revision>
  <dcterms:created xsi:type="dcterms:W3CDTF">2003-01-20T02:30:23Z</dcterms:created>
  <dcterms:modified xsi:type="dcterms:W3CDTF">2022-12-27T20:16:21Z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niversal Objects">
    <vt:bool>true</vt:bool>
  </property>
  <property fmtid="{D5CDD505-2E9C-101B-9397-08002B2CF9AE}" pid="3" name="McKPaperSize">
    <vt:lpwstr>A4</vt:lpwstr>
  </property>
  <property fmtid="{D5CDD505-2E9C-101B-9397-08002B2CF9AE}" pid="4" name="NotesPageLayout">
    <vt:lpwstr>Message</vt:lpwstr>
  </property>
  <property fmtid="{D5CDD505-2E9C-101B-9397-08002B2CF9AE}" pid="5" name="DocID">
    <vt:lpwstr/>
  </property>
  <property fmtid="{D5CDD505-2E9C-101B-9397-08002B2CF9AE}" pid="6" name="DocIDPosition">
    <vt:i4>0</vt:i4>
  </property>
  <property fmtid="{D5CDD505-2E9C-101B-9397-08002B2CF9AE}" pid="7" name="DocIDinTitle">
    <vt:bool>true</vt:bool>
  </property>
  <property fmtid="{D5CDD505-2E9C-101B-9397-08002B2CF9AE}" pid="8" name="DocIDinSlide">
    <vt:bool>true</vt:bool>
  </property>
  <property fmtid="{D5CDD505-2E9C-101B-9397-08002B2CF9AE}" pid="9" name="ContentTypeId">
    <vt:lpwstr>0x010100EB19E37A61AF954A92546B7EA577A930</vt:lpwstr>
  </property>
</Properties>
</file>