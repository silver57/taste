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  <p:sldMasterId id="2147483753" r:id="rId2"/>
  </p:sldMasterIdLst>
  <p:notesMasterIdLst>
    <p:notesMasterId r:id="rId25"/>
  </p:notesMasterIdLst>
  <p:handoutMasterIdLst>
    <p:handoutMasterId r:id="rId26"/>
  </p:handoutMasterIdLst>
  <p:sldIdLst>
    <p:sldId id="863" r:id="rId3"/>
    <p:sldId id="927" r:id="rId4"/>
    <p:sldId id="934" r:id="rId5"/>
    <p:sldId id="907" r:id="rId6"/>
    <p:sldId id="906" r:id="rId7"/>
    <p:sldId id="908" r:id="rId8"/>
    <p:sldId id="932" r:id="rId9"/>
    <p:sldId id="910" r:id="rId10"/>
    <p:sldId id="911" r:id="rId11"/>
    <p:sldId id="913" r:id="rId12"/>
    <p:sldId id="914" r:id="rId13"/>
    <p:sldId id="915" r:id="rId14"/>
    <p:sldId id="916" r:id="rId15"/>
    <p:sldId id="917" r:id="rId16"/>
    <p:sldId id="920" r:id="rId17"/>
    <p:sldId id="921" r:id="rId18"/>
    <p:sldId id="923" r:id="rId19"/>
    <p:sldId id="926" r:id="rId20"/>
    <p:sldId id="924" r:id="rId21"/>
    <p:sldId id="933" r:id="rId22"/>
    <p:sldId id="787" r:id="rId23"/>
    <p:sldId id="758" r:id="rId24"/>
  </p:sldIdLst>
  <p:sldSz cx="12192000" cy="6858000"/>
  <p:notesSz cx="6858000" cy="9144000"/>
  <p:defaultTextStyle>
    <a:defPPr>
      <a:defRPr lang="fr-FR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HOWEET" id="{D34E524A-D6EF-4CBC-A13A-51C3740B0549}">
          <p14:sldIdLst>
            <p14:sldId id="863"/>
            <p14:sldId id="927"/>
            <p14:sldId id="934"/>
            <p14:sldId id="907"/>
            <p14:sldId id="906"/>
            <p14:sldId id="908"/>
            <p14:sldId id="932"/>
            <p14:sldId id="910"/>
            <p14:sldId id="911"/>
            <p14:sldId id="913"/>
            <p14:sldId id="914"/>
            <p14:sldId id="915"/>
            <p14:sldId id="916"/>
            <p14:sldId id="917"/>
            <p14:sldId id="920"/>
            <p14:sldId id="921"/>
            <p14:sldId id="923"/>
            <p14:sldId id="926"/>
            <p14:sldId id="924"/>
            <p14:sldId id="933"/>
          </p14:sldIdLst>
        </p14:section>
        <p14:section name="CREDITS &amp; COPYRIGHTS" id="{96A22112-93F8-4FC4-92DC-51B794962ED1}">
          <p14:sldIdLst>
            <p14:sldId id="787"/>
            <p14:sldId id="7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3" orient="horz" pos="3159" userDrawn="1">
          <p15:clr>
            <a:srgbClr val="A4A3A4"/>
          </p15:clr>
        </p15:guide>
        <p15:guide id="5" orient="horz" pos="981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575" userDrawn="1">
          <p15:clr>
            <a:srgbClr val="A4A3A4"/>
          </p15:clr>
        </p15:guide>
        <p15:guide id="8" pos="7105" userDrawn="1">
          <p15:clr>
            <a:srgbClr val="A4A3A4"/>
          </p15:clr>
        </p15:guide>
        <p15:guide id="9" pos="7408" userDrawn="1">
          <p15:clr>
            <a:srgbClr val="A4A3A4"/>
          </p15:clr>
        </p15:guide>
        <p15:guide id="10" pos="303" userDrawn="1">
          <p15:clr>
            <a:srgbClr val="A4A3A4"/>
          </p15:clr>
        </p15:guide>
        <p15:guide id="11" pos="1965" userDrawn="1">
          <p15:clr>
            <a:srgbClr val="A4A3A4"/>
          </p15:clr>
        </p15:guide>
        <p15:guide id="12" pos="5715" userDrawn="1">
          <p15:clr>
            <a:srgbClr val="A4A3A4"/>
          </p15:clr>
        </p15:guide>
        <p15:guide id="13" pos="4384" userDrawn="1">
          <p15:clr>
            <a:srgbClr val="A4A3A4"/>
          </p15:clr>
        </p15:guide>
        <p15:guide id="14" orient="horz" pos="3295" userDrawn="1">
          <p15:clr>
            <a:srgbClr val="A4A3A4"/>
          </p15:clr>
        </p15:guide>
        <p15:guide id="15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4759"/>
    <a:srgbClr val="AE3B2F"/>
    <a:srgbClr val="DA8E19"/>
    <a:srgbClr val="1D927D"/>
    <a:srgbClr val="2D77A8"/>
    <a:srgbClr val="2F3F4F"/>
    <a:srgbClr val="B3B2B8"/>
    <a:srgbClr val="C7561A"/>
    <a:srgbClr val="D9D9D9"/>
    <a:srgbClr val="C0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88" autoAdjust="0"/>
    <p:restoredTop sz="94848" autoAdjust="0"/>
  </p:normalViewPr>
  <p:slideViewPr>
    <p:cSldViewPr>
      <p:cViewPr varScale="1">
        <p:scale>
          <a:sx n="40" d="100"/>
          <a:sy n="40" d="100"/>
        </p:scale>
        <p:origin x="6" y="1608"/>
      </p:cViewPr>
      <p:guideLst>
        <p:guide orient="horz" pos="2251"/>
        <p:guide orient="horz" pos="3159"/>
        <p:guide orient="horz" pos="981"/>
        <p:guide pos="3840"/>
        <p:guide pos="575"/>
        <p:guide pos="7105"/>
        <p:guide pos="7408"/>
        <p:guide pos="303"/>
        <p:guide pos="1965"/>
        <p:guide pos="5715"/>
        <p:guide pos="4384"/>
        <p:guide orient="horz" pos="3295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292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3B4B9-AFB0-43EB-82AF-ED70AC262E4F}" type="datetimeFigureOut">
              <a:rPr lang="en-US" smtClean="0"/>
              <a:pPr/>
              <a:t>12/27/2017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72C8F-9949-4688-BFEB-F813D79CFC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992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1E77A-DD07-4A76-801D-B4BF4990C412}" type="datetimeFigureOut">
              <a:rPr lang="en-US" smtClean="0"/>
              <a:pPr/>
              <a:t>12/27/2017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3AB2B-189A-4C92-A457-C6A383363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8983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039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71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6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4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9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2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803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56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17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94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447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611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74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190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29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582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539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415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521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A3AB2B-189A-4C92-A457-C6A3833631A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156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A3AB2B-189A-4C92-A457-C6A383363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9663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black"/>
                </a:solidFill>
              </a:rPr>
              <a:t>© Copyright Showeet.com – Creative &amp; Free PowerPoint Templates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A3AB2B-189A-4C92-A457-C6A383363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045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showeet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showeet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4569" y="137160"/>
            <a:ext cx="9797831" cy="70788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4569" y="845046"/>
            <a:ext cx="9797831" cy="523220"/>
          </a:xfrm>
        </p:spPr>
        <p:txBody>
          <a:bodyPr wrap="square">
            <a:spAutoFit/>
          </a:bodyPr>
          <a:lstStyle>
            <a:lvl1pPr marL="0" indent="0" algn="r">
              <a:buNone/>
              <a:defRPr sz="2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328169" y="6237312"/>
            <a:ext cx="439241" cy="439240"/>
            <a:chOff x="186858" y="6096003"/>
            <a:chExt cx="580550" cy="580549"/>
          </a:xfrm>
          <a:solidFill>
            <a:schemeClr val="bg1">
              <a:lumMod val="75000"/>
              <a:alpha val="25000"/>
            </a:schemeClr>
          </a:solidFill>
        </p:grpSpPr>
        <p:sp>
          <p:nvSpPr>
            <p:cNvPr id="7" name="Rectangle 6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latin typeface="GeosansLight" panose="02000603020000020003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8169" y="6237312"/>
            <a:ext cx="439241" cy="390437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rgbClr val="2F3A46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6796" y="229538"/>
            <a:ext cx="1627773" cy="45114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173936" y="95859"/>
            <a:ext cx="1593494" cy="72008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9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37160"/>
            <a:ext cx="9797831" cy="707886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 wrap="square">
            <a:spAutoFit/>
          </a:bodyPr>
          <a:lstStyle>
            <a:lvl1pPr marL="0" indent="0" algn="l">
              <a:buNone/>
              <a:defRPr sz="28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328169" y="6237312"/>
            <a:ext cx="439241" cy="439240"/>
            <a:chOff x="186858" y="6096003"/>
            <a:chExt cx="580550" cy="580549"/>
          </a:xfrm>
          <a:solidFill>
            <a:schemeClr val="bg1">
              <a:lumMod val="75000"/>
              <a:alpha val="25000"/>
            </a:schemeClr>
          </a:solidFill>
        </p:grpSpPr>
        <p:sp>
          <p:nvSpPr>
            <p:cNvPr id="7" name="Rectangle 6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latin typeface="GeosansLight" panose="02000603020000020003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8169" y="6237312"/>
            <a:ext cx="439241" cy="390437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rgbClr val="2F3A46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88488" y="229538"/>
            <a:ext cx="1627773" cy="45114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10522767" y="95859"/>
            <a:ext cx="1593494" cy="72008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3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Right (dark)"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4569" y="137160"/>
            <a:ext cx="9797831" cy="7078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4569" y="845046"/>
            <a:ext cx="9797831" cy="523220"/>
          </a:xfrm>
        </p:spPr>
        <p:txBody>
          <a:bodyPr wrap="square">
            <a:spAutoFit/>
          </a:bodyPr>
          <a:lstStyle>
            <a:lvl1pPr marL="0" indent="0" algn="r">
              <a:buNone/>
              <a:defRPr sz="2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>
            <a:off x="328166" y="6237312"/>
            <a:ext cx="439241" cy="439240"/>
            <a:chOff x="186858" y="6096003"/>
            <a:chExt cx="580550" cy="580549"/>
          </a:xfrm>
          <a:solidFill>
            <a:schemeClr val="bg1">
              <a:lumMod val="95000"/>
              <a:alpha val="25000"/>
            </a:schemeClr>
          </a:solidFill>
        </p:grpSpPr>
        <p:sp>
          <p:nvSpPr>
            <p:cNvPr id="13" name="Rectangle 12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latin typeface="GeosansLight" panose="02000603020000020003"/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8169" y="6237312"/>
            <a:ext cx="439241" cy="3904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6796" y="229538"/>
            <a:ext cx="1622504" cy="44805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173936" y="95859"/>
            <a:ext cx="1593494" cy="720080"/>
          </a:xfrm>
          <a:prstGeom prst="rect">
            <a:avLst/>
          </a:prstGeom>
          <a:solidFill>
            <a:srgbClr val="222A35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4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Left (dark)"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37160"/>
            <a:ext cx="9797831" cy="70788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 wrap="square">
            <a:sp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  <p:grpSp>
        <p:nvGrpSpPr>
          <p:cNvPr id="13" name="Group 12"/>
          <p:cNvGrpSpPr/>
          <p:nvPr userDrawn="1"/>
        </p:nvGrpSpPr>
        <p:grpSpPr>
          <a:xfrm>
            <a:off x="328166" y="6237312"/>
            <a:ext cx="439241" cy="439240"/>
            <a:chOff x="186858" y="6096003"/>
            <a:chExt cx="580550" cy="580549"/>
          </a:xfrm>
          <a:solidFill>
            <a:schemeClr val="bg1">
              <a:lumMod val="95000"/>
              <a:alpha val="25000"/>
            </a:schemeClr>
          </a:solidFill>
        </p:grpSpPr>
        <p:sp>
          <p:nvSpPr>
            <p:cNvPr id="14" name="Rectangle 13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latin typeface="GeosansLight" panose="02000603020000020003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8169" y="6237312"/>
            <a:ext cx="439241" cy="3904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3757" y="229538"/>
            <a:ext cx="1622504" cy="44805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10522767" y="95859"/>
            <a:ext cx="1593494" cy="720080"/>
          </a:xfrm>
          <a:prstGeom prst="rect">
            <a:avLst/>
          </a:prstGeom>
          <a:solidFill>
            <a:srgbClr val="222A35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89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- Left (dark)"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37160"/>
            <a:ext cx="9797831" cy="707886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 wrap="square">
            <a:sp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  <p:grpSp>
        <p:nvGrpSpPr>
          <p:cNvPr id="13" name="Group 12"/>
          <p:cNvGrpSpPr/>
          <p:nvPr userDrawn="1"/>
        </p:nvGrpSpPr>
        <p:grpSpPr>
          <a:xfrm>
            <a:off x="328166" y="6237312"/>
            <a:ext cx="439241" cy="439240"/>
            <a:chOff x="186858" y="6096003"/>
            <a:chExt cx="580550" cy="580549"/>
          </a:xfrm>
          <a:solidFill>
            <a:schemeClr val="bg1">
              <a:lumMod val="95000"/>
              <a:alpha val="25000"/>
            </a:schemeClr>
          </a:solidFill>
        </p:grpSpPr>
        <p:sp>
          <p:nvSpPr>
            <p:cNvPr id="14" name="Rectangle 13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latin typeface="GeosansLight" panose="02000603020000020003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</p:grp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8169" y="6237312"/>
            <a:ext cx="439241" cy="3904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93757" y="229538"/>
            <a:ext cx="1622504" cy="44805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10522767" y="95859"/>
            <a:ext cx="1593494" cy="720080"/>
          </a:xfrm>
          <a:prstGeom prst="rect">
            <a:avLst/>
          </a:prstGeom>
          <a:solidFill>
            <a:schemeClr val="tx1">
              <a:lumMod val="7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73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ransition"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6021288"/>
            <a:ext cx="12192000" cy="83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hlinkClick r:id="rId2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0456" y="6214072"/>
            <a:ext cx="1627773" cy="4511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4937768"/>
            <a:ext cx="1095488" cy="1083520"/>
          </a:xfrm>
          <a:prstGeom prst="rect">
            <a:avLst/>
          </a:prstGeom>
        </p:spPr>
      </p:pic>
      <p:grpSp>
        <p:nvGrpSpPr>
          <p:cNvPr id="11" name="Group 10"/>
          <p:cNvGrpSpPr/>
          <p:nvPr userDrawn="1"/>
        </p:nvGrpSpPr>
        <p:grpSpPr>
          <a:xfrm>
            <a:off x="8704796" y="6336792"/>
            <a:ext cx="1470980" cy="307777"/>
            <a:chOff x="8616280" y="6285754"/>
            <a:chExt cx="1470980" cy="307777"/>
          </a:xfrm>
        </p:grpSpPr>
        <p:sp>
          <p:nvSpPr>
            <p:cNvPr id="12" name="TextBox 11"/>
            <p:cNvSpPr txBox="1"/>
            <p:nvPr userDrawn="1"/>
          </p:nvSpPr>
          <p:spPr>
            <a:xfrm>
              <a:off x="8616280" y="6285754"/>
              <a:ext cx="14709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tx1"/>
                  </a:solidFill>
                </a:rPr>
                <a:t>Made with       by </a:t>
              </a:r>
            </a:p>
          </p:txBody>
        </p:sp>
        <p:sp>
          <p:nvSpPr>
            <p:cNvPr id="13" name="Freeform 290"/>
            <p:cNvSpPr/>
            <p:nvPr userDrawn="1"/>
          </p:nvSpPr>
          <p:spPr>
            <a:xfrm>
              <a:off x="9544347" y="6374509"/>
              <a:ext cx="152053" cy="130265"/>
            </a:xfrm>
            <a:custGeom>
              <a:avLst/>
              <a:gdLst/>
              <a:ahLst/>
              <a:cxnLst/>
              <a:rect l="l" t="t" r="r" b="b"/>
              <a:pathLst>
                <a:path w="504825" h="432707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9368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rgbClr val="222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9376" y="228855"/>
            <a:ext cx="11233248" cy="954108"/>
          </a:xfrm>
        </p:spPr>
        <p:txBody>
          <a:bodyPr wrap="square" anchor="b">
            <a:sp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6021288"/>
            <a:ext cx="12192000" cy="83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pic>
        <p:nvPicPr>
          <p:cNvPr id="8" name="Picture 7">
            <a:hlinkClick r:id="rId2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0456" y="6214075"/>
            <a:ext cx="1627773" cy="4511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94" y="1426467"/>
            <a:ext cx="6338473" cy="523874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1489943" y="1700811"/>
            <a:ext cx="5616575" cy="31680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4937768"/>
            <a:ext cx="1095488" cy="10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8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we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3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137160"/>
            <a:ext cx="10972800" cy="70788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/>
        </p:nvSpPr>
        <p:spPr>
          <a:xfrm rot="5400000">
            <a:off x="11604686" y="5799924"/>
            <a:ext cx="1839158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/>
                </a:solidFill>
              </a:rPr>
              <a:t>© Copyright Showeet.com</a:t>
            </a:r>
          </a:p>
        </p:txBody>
      </p:sp>
    </p:spTree>
    <p:extLst>
      <p:ext uri="{BB962C8B-B14F-4D97-AF65-F5344CB8AC3E}">
        <p14:creationId xmlns:p14="http://schemas.microsoft.com/office/powerpoint/2010/main" val="397476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1" r:id="rId2"/>
    <p:sldLayoutId id="2147483770" r:id="rId3"/>
    <p:sldLayoutId id="2147483772" r:id="rId4"/>
    <p:sldLayoutId id="2147483775" r:id="rId5"/>
    <p:sldLayoutId id="2147483751" r:id="rId6"/>
    <p:sldLayoutId id="2147483774" r:id="rId7"/>
    <p:sldLayoutId id="2147483750" r:id="rId8"/>
  </p:sldLayoutIdLst>
  <p:hf hdr="0" ftr="0" dt="0"/>
  <p:txStyles>
    <p:titleStyle>
      <a:lvl1pPr algn="r" defTabSz="914354" rtl="0" eaLnBrk="1" latinLnBrk="0" hangingPunct="1">
        <a:spcBef>
          <a:spcPct val="0"/>
        </a:spcBef>
        <a:buNone/>
        <a:defRPr lang="en-US" sz="4000" b="1" kern="1200" cap="all" normalizeH="0" baseline="0" dirty="0">
          <a:solidFill>
            <a:srgbClr val="2F3A46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882" indent="-342882" algn="l" defTabSz="91435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13" indent="-285737" algn="l" defTabSz="91435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4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20" indent="-228589" algn="l" defTabSz="91435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298" indent="-228589" algn="l" defTabSz="91435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7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E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38930" y="341031"/>
            <a:ext cx="2914141" cy="80474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185947" y="2158991"/>
            <a:ext cx="7820106" cy="34163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 defTabSz="914354"/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Free </a:t>
            </a:r>
            <a:r>
              <a:rPr lang="en-US" sz="5400">
                <a:solidFill>
                  <a:schemeClr val="bg1"/>
                </a:solidFill>
                <a:latin typeface="Calibri Light" panose="020F0302020204030204" pitchFamily="34" charset="0"/>
              </a:rPr>
              <a:t>creative templates</a:t>
            </a:r>
            <a:r>
              <a:rPr lang="en-US" sz="5400" dirty="0">
                <a:solidFill>
                  <a:schemeClr val="bg1"/>
                </a:solidFill>
                <a:latin typeface="Calibri Light" panose="020F0302020204030204" pitchFamily="34" charset="0"/>
              </a:rPr>
              <a:t>, charts, diagrams and maps for your outstanding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80082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</p:sldLayoutIdLst>
  <p:hf hd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7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7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7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7.png"/><Relationship Id="rId3" Type="http://schemas.openxmlformats.org/officeDocument/2006/relationships/image" Target="../media/image22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13" Type="http://schemas.openxmlformats.org/officeDocument/2006/relationships/image" Target="../media/image28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svg"/><Relationship Id="rId11" Type="http://schemas.openxmlformats.org/officeDocument/2006/relationships/image" Target="../media/image44.pn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28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sv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28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12" Type="http://schemas.openxmlformats.org/officeDocument/2006/relationships/image" Target="../media/image7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sv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svg"/><Relationship Id="rId4" Type="http://schemas.openxmlformats.org/officeDocument/2006/relationships/image" Target="../media/image68.svg"/><Relationship Id="rId9" Type="http://schemas.openxmlformats.org/officeDocument/2006/relationships/image" Target="../media/image7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sv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sv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7.png"/><Relationship Id="rId10" Type="http://schemas.openxmlformats.org/officeDocument/2006/relationships/image" Target="../media/image84.svg"/><Relationship Id="rId4" Type="http://schemas.openxmlformats.org/officeDocument/2006/relationships/image" Target="../media/image78.svg"/><Relationship Id="rId9" Type="http://schemas.openxmlformats.org/officeDocument/2006/relationships/image" Target="../media/image83.png"/><Relationship Id="rId14" Type="http://schemas.openxmlformats.org/officeDocument/2006/relationships/image" Target="../media/image8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13" Type="http://schemas.openxmlformats.org/officeDocument/2006/relationships/image" Target="../media/image97.png"/><Relationship Id="rId3" Type="http://schemas.openxmlformats.org/officeDocument/2006/relationships/image" Target="../media/image77.png"/><Relationship Id="rId7" Type="http://schemas.openxmlformats.org/officeDocument/2006/relationships/image" Target="../media/image91.png"/><Relationship Id="rId12" Type="http://schemas.openxmlformats.org/officeDocument/2006/relationships/image" Target="../media/image9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sv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7.png"/><Relationship Id="rId10" Type="http://schemas.openxmlformats.org/officeDocument/2006/relationships/image" Target="../media/image94.svg"/><Relationship Id="rId4" Type="http://schemas.openxmlformats.org/officeDocument/2006/relationships/image" Target="../media/image78.svg"/><Relationship Id="rId9" Type="http://schemas.openxmlformats.org/officeDocument/2006/relationships/image" Target="../media/image93.png"/><Relationship Id="rId14" Type="http://schemas.openxmlformats.org/officeDocument/2006/relationships/image" Target="../media/image9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99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howeet.com/" TargetMode="External"/><Relationship Id="rId7" Type="http://schemas.openxmlformats.org/officeDocument/2006/relationships/hyperlink" Target="http://twitter.com/showee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://pinterest.com/showeet/pins" TargetMode="External"/><Relationship Id="rId5" Type="http://schemas.openxmlformats.org/officeDocument/2006/relationships/hyperlink" Target="http://www.facebook.com/showeetcom" TargetMode="External"/><Relationship Id="rId4" Type="http://schemas.openxmlformats.org/officeDocument/2006/relationships/hyperlink" Target="http://plus.google.com/10642216161307107930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351966"/>
            <a:ext cx="12192000" cy="830997"/>
          </a:xfrm>
          <a:prstGeom prst="rect">
            <a:avLst/>
          </a:prstGeom>
        </p:spPr>
        <p:txBody>
          <a:bodyPr/>
          <a:lstStyle/>
          <a:p>
            <a:r>
              <a:rPr lang="en-US" sz="4800"/>
              <a:t>3D Stairs</a:t>
            </a:r>
            <a:endParaRPr lang="en-US" sz="4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7" name="Freeform 13"/>
          <p:cNvSpPr/>
          <p:nvPr/>
        </p:nvSpPr>
        <p:spPr>
          <a:xfrm>
            <a:off x="5087888" y="1426467"/>
            <a:ext cx="2379576" cy="3789040"/>
          </a:xfrm>
          <a:custGeom>
            <a:avLst/>
            <a:gdLst>
              <a:gd name="connsiteX0" fmla="*/ 0 w 2379576"/>
              <a:gd name="connsiteY0" fmla="*/ 0 h 3789040"/>
              <a:gd name="connsiteX1" fmla="*/ 2214084 w 2379576"/>
              <a:gd name="connsiteY1" fmla="*/ 0 h 3789040"/>
              <a:gd name="connsiteX2" fmla="*/ 2379576 w 2379576"/>
              <a:gd name="connsiteY2" fmla="*/ 165492 h 3789040"/>
              <a:gd name="connsiteX3" fmla="*/ 2379576 w 2379576"/>
              <a:gd name="connsiteY3" fmla="*/ 3709249 h 3789040"/>
              <a:gd name="connsiteX4" fmla="*/ 2366571 w 2379576"/>
              <a:gd name="connsiteY4" fmla="*/ 3773666 h 3789040"/>
              <a:gd name="connsiteX5" fmla="*/ 2356205 w 2379576"/>
              <a:gd name="connsiteY5" fmla="*/ 3789040 h 3789040"/>
              <a:gd name="connsiteX6" fmla="*/ 1654973 w 2379576"/>
              <a:gd name="connsiteY6" fmla="*/ 3789040 h 378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79576" h="3789040">
                <a:moveTo>
                  <a:pt x="0" y="0"/>
                </a:moveTo>
                <a:lnTo>
                  <a:pt x="2214084" y="0"/>
                </a:lnTo>
                <a:cubicBezTo>
                  <a:pt x="2305483" y="0"/>
                  <a:pt x="2379576" y="74093"/>
                  <a:pt x="2379576" y="165492"/>
                </a:cubicBezTo>
                <a:lnTo>
                  <a:pt x="2379576" y="3709249"/>
                </a:lnTo>
                <a:cubicBezTo>
                  <a:pt x="2379576" y="3732099"/>
                  <a:pt x="2374945" y="3753867"/>
                  <a:pt x="2366571" y="3773666"/>
                </a:cubicBezTo>
                <a:lnTo>
                  <a:pt x="2356205" y="3789040"/>
                </a:lnTo>
                <a:lnTo>
                  <a:pt x="1654973" y="378904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34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1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7780888-BBD5-4FB4-BCE0-633ED589F0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" r="147"/>
          <a:stretch>
            <a:fillRect/>
          </a:stretch>
        </p:blipFill>
        <p:spPr/>
      </p:pic>
      <p:sp>
        <p:nvSpPr>
          <p:cNvPr id="61" name="TextBox 60"/>
          <p:cNvSpPr txBox="1"/>
          <p:nvPr/>
        </p:nvSpPr>
        <p:spPr>
          <a:xfrm>
            <a:off x="8010115" y="1909354"/>
            <a:ext cx="3981475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800" b="1">
                <a:solidFill>
                  <a:srgbClr val="63BB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19</a:t>
            </a:r>
            <a:r>
              <a:rPr lang="en-US" sz="2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Unique PPTX Slides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10115" y="2468782"/>
            <a:ext cx="3953133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800" b="1" dirty="0">
                <a:solidFill>
                  <a:srgbClr val="63BB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16:9 </a:t>
            </a:r>
            <a:r>
              <a:rPr lang="en-US" sz="2800" b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Screen Template</a:t>
            </a:r>
            <a:endParaRPr lang="en-US" sz="28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010115" y="3028210"/>
            <a:ext cx="2250937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sz="2800" b="1" dirty="0">
                <a:solidFill>
                  <a:srgbClr val="63BB4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to edit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6603427" y="4100972"/>
            <a:ext cx="3265747" cy="2516758"/>
            <a:chOff x="4143800" y="4432170"/>
            <a:chExt cx="2549278" cy="1964609"/>
          </a:xfrm>
        </p:grpSpPr>
        <p:grpSp>
          <p:nvGrpSpPr>
            <p:cNvPr id="74" name="Group 73"/>
            <p:cNvGrpSpPr/>
            <p:nvPr/>
          </p:nvGrpSpPr>
          <p:grpSpPr>
            <a:xfrm>
              <a:off x="4211959" y="4509120"/>
              <a:ext cx="1772023" cy="1682218"/>
              <a:chOff x="3340621" y="2731741"/>
              <a:chExt cx="5513832" cy="2726371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3340621" y="2731741"/>
                <a:ext cx="5513832" cy="2726371"/>
              </a:xfrm>
              <a:prstGeom prst="rect">
                <a:avLst/>
              </a:prstGeom>
              <a:ln>
                <a:noFill/>
              </a:ln>
              <a:effectLst>
                <a:outerShdw blurRad="571500" dist="241300" dir="102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3340621" y="2731741"/>
                <a:ext cx="5513832" cy="2726371"/>
              </a:xfrm>
              <a:prstGeom prst="rect">
                <a:avLst/>
              </a:prstGeom>
              <a:ln>
                <a:noFill/>
              </a:ln>
              <a:effectLst>
                <a:outerShdw blurRad="571500" dist="292100" dir="2154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5" name="Rounded Rectangle 74"/>
            <p:cNvSpPr/>
            <p:nvPr/>
          </p:nvSpPr>
          <p:spPr>
            <a:xfrm rot="16200000">
              <a:off x="4436134" y="4139836"/>
              <a:ext cx="1964609" cy="2549278"/>
            </a:xfrm>
            <a:prstGeom prst="roundRect">
              <a:avLst>
                <a:gd name="adj" fmla="val 5238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 rot="16200000">
              <a:off x="4627827" y="4346004"/>
              <a:ext cx="1576179" cy="2114488"/>
            </a:xfrm>
            <a:prstGeom prst="rect">
              <a:avLst/>
            </a:prstGeom>
            <a:blipFill dpi="0" rotWithShape="0">
              <a:blip r:embed="rId4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2400" b="1" dirty="0"/>
            </a:p>
          </p:txBody>
        </p:sp>
        <p:grpSp>
          <p:nvGrpSpPr>
            <p:cNvPr id="77" name="Group 76"/>
            <p:cNvGrpSpPr/>
            <p:nvPr/>
          </p:nvGrpSpPr>
          <p:grpSpPr>
            <a:xfrm rot="16200000">
              <a:off x="6513179" y="5349079"/>
              <a:ext cx="139880" cy="138308"/>
              <a:chOff x="4446940" y="5280381"/>
              <a:chExt cx="237363" cy="234696"/>
            </a:xfrm>
          </p:grpSpPr>
          <p:sp>
            <p:nvSpPr>
              <p:cNvPr id="79" name="Oval 78"/>
              <p:cNvSpPr>
                <a:spLocks noChangeArrowheads="1"/>
              </p:cNvSpPr>
              <p:nvPr/>
            </p:nvSpPr>
            <p:spPr bwMode="auto">
              <a:xfrm>
                <a:off x="4446940" y="5280381"/>
                <a:ext cx="237363" cy="234696"/>
              </a:xfrm>
              <a:prstGeom prst="ellipse">
                <a:avLst/>
              </a:prstGeom>
              <a:gradFill flip="none" rotWithShape="1">
                <a:gsLst>
                  <a:gs pos="29000">
                    <a:schemeClr val="tx1"/>
                  </a:gs>
                  <a:gs pos="73000">
                    <a:schemeClr val="tx1">
                      <a:lumMod val="65000"/>
                      <a:lumOff val="3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schemeClr val="lt1"/>
                  </a:solidFill>
                </a:endParaRPr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4515460" y="5356864"/>
                <a:ext cx="100323" cy="100323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8" name="Freeform 77"/>
            <p:cNvSpPr/>
            <p:nvPr/>
          </p:nvSpPr>
          <p:spPr>
            <a:xfrm>
              <a:off x="5339707" y="4432170"/>
              <a:ext cx="1353371" cy="1712789"/>
            </a:xfrm>
            <a:custGeom>
              <a:avLst/>
              <a:gdLst>
                <a:gd name="connsiteX0" fmla="*/ 0 w 2296537"/>
                <a:gd name="connsiteY0" fmla="*/ 0 h 2906437"/>
                <a:gd name="connsiteX1" fmla="*/ 2121915 w 2296537"/>
                <a:gd name="connsiteY1" fmla="*/ 0 h 2906437"/>
                <a:gd name="connsiteX2" fmla="*/ 2296537 w 2296537"/>
                <a:gd name="connsiteY2" fmla="*/ 174622 h 2906437"/>
                <a:gd name="connsiteX3" fmla="*/ 2296537 w 2296537"/>
                <a:gd name="connsiteY3" fmla="*/ 2906437 h 2906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537" h="2906437">
                  <a:moveTo>
                    <a:pt x="0" y="0"/>
                  </a:moveTo>
                  <a:lnTo>
                    <a:pt x="2121915" y="0"/>
                  </a:lnTo>
                  <a:cubicBezTo>
                    <a:pt x="2218356" y="0"/>
                    <a:pt x="2296537" y="78181"/>
                    <a:pt x="2296537" y="174622"/>
                  </a:cubicBezTo>
                  <a:lnTo>
                    <a:pt x="2296537" y="2906437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34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351"/>
            </a:p>
          </p:txBody>
        </p:sp>
      </p:grpSp>
    </p:spTree>
    <p:extLst>
      <p:ext uri="{BB962C8B-B14F-4D97-AF65-F5344CB8AC3E}">
        <p14:creationId xmlns:p14="http://schemas.microsoft.com/office/powerpoint/2010/main" val="61602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43E1-2D38-45F6-8580-93394AD1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FAE0E-C54B-4569-B004-8BB052EA63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3 Trapezoid Stairs and Ladders (3-D Rotation Effect)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92C0C-4C02-4F38-925F-12EA0DCA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6449ECDE-9DEE-474C-A730-48CF4C187E66}"/>
              </a:ext>
            </a:extLst>
          </p:cNvPr>
          <p:cNvSpPr/>
          <p:nvPr/>
        </p:nvSpPr>
        <p:spPr>
          <a:xfrm>
            <a:off x="4908846" y="2148653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4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1414F4E-7087-45B5-9F3E-AD70CA88ED3A}"/>
              </a:ext>
            </a:extLst>
          </p:cNvPr>
          <p:cNvSpPr/>
          <p:nvPr/>
        </p:nvSpPr>
        <p:spPr>
          <a:xfrm>
            <a:off x="5460492" y="2385379"/>
            <a:ext cx="1271016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igure">
            <a:extLst>
              <a:ext uri="{FF2B5EF4-FFF2-40B4-BE49-F238E27FC236}">
                <a16:creationId xmlns:a16="http://schemas.microsoft.com/office/drawing/2014/main" id="{8EB53984-9999-4325-8782-92458E6526D0}"/>
              </a:ext>
            </a:extLst>
          </p:cNvPr>
          <p:cNvSpPr/>
          <p:nvPr/>
        </p:nvSpPr>
        <p:spPr>
          <a:xfrm>
            <a:off x="5894186" y="2445841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B1DA9BF7-B95E-4CF9-840F-1C8394FD47FC}"/>
              </a:ext>
            </a:extLst>
          </p:cNvPr>
          <p:cNvSpPr/>
          <p:nvPr/>
        </p:nvSpPr>
        <p:spPr>
          <a:xfrm>
            <a:off x="4908846" y="3680555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3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2D16A88-DB3B-4E6A-BEFD-0789482F6589}"/>
              </a:ext>
            </a:extLst>
          </p:cNvPr>
          <p:cNvSpPr/>
          <p:nvPr/>
        </p:nvSpPr>
        <p:spPr>
          <a:xfrm>
            <a:off x="5460492" y="3917281"/>
            <a:ext cx="1271016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igure">
            <a:extLst>
              <a:ext uri="{FF2B5EF4-FFF2-40B4-BE49-F238E27FC236}">
                <a16:creationId xmlns:a16="http://schemas.microsoft.com/office/drawing/2014/main" id="{93904987-9F39-4D42-86E7-98CA8C3F69CF}"/>
              </a:ext>
            </a:extLst>
          </p:cNvPr>
          <p:cNvSpPr/>
          <p:nvPr/>
        </p:nvSpPr>
        <p:spPr>
          <a:xfrm>
            <a:off x="5894186" y="3986305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1" name="Trapezoid 30">
            <a:extLst>
              <a:ext uri="{FF2B5EF4-FFF2-40B4-BE49-F238E27FC236}">
                <a16:creationId xmlns:a16="http://schemas.microsoft.com/office/drawing/2014/main" id="{34199F36-4D93-4094-BD64-C351F83158D8}"/>
              </a:ext>
            </a:extLst>
          </p:cNvPr>
          <p:cNvSpPr/>
          <p:nvPr/>
        </p:nvSpPr>
        <p:spPr>
          <a:xfrm>
            <a:off x="4908846" y="5212457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1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F112DFF-8A60-4EB0-9520-B58A254FBC82}"/>
              </a:ext>
            </a:extLst>
          </p:cNvPr>
          <p:cNvSpPr/>
          <p:nvPr/>
        </p:nvSpPr>
        <p:spPr>
          <a:xfrm>
            <a:off x="5461156" y="5449183"/>
            <a:ext cx="1269689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igure">
            <a:extLst>
              <a:ext uri="{FF2B5EF4-FFF2-40B4-BE49-F238E27FC236}">
                <a16:creationId xmlns:a16="http://schemas.microsoft.com/office/drawing/2014/main" id="{3B878E60-299D-44F5-A33C-35C443F0A023}"/>
              </a:ext>
            </a:extLst>
          </p:cNvPr>
          <p:cNvSpPr/>
          <p:nvPr/>
        </p:nvSpPr>
        <p:spPr>
          <a:xfrm>
            <a:off x="5894186" y="5509645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F3BAFDB-1D3A-4F9B-9892-1AC926818A7D}"/>
              </a:ext>
            </a:extLst>
          </p:cNvPr>
          <p:cNvGrpSpPr/>
          <p:nvPr/>
        </p:nvGrpSpPr>
        <p:grpSpPr>
          <a:xfrm>
            <a:off x="1502508" y="4699771"/>
            <a:ext cx="2834640" cy="1388638"/>
            <a:chOff x="8821387" y="2778360"/>
            <a:chExt cx="2834640" cy="1388638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77A616D-7D1E-4E7E-8982-6559F970E486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1"/>
                  </a:solidFill>
                </a:rPr>
                <a:t>Lorem ipsum</a:t>
              </a:r>
              <a:endParaRPr lang="en-US" sz="2000" b="1" cap="all">
                <a:solidFill>
                  <a:schemeClr val="accent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A0E8C01-5CD8-4D93-8FA1-B80C5D179F8F}"/>
                </a:ext>
              </a:extLst>
            </p:cNvPr>
            <p:cNvSpPr/>
            <p:nvPr/>
          </p:nvSpPr>
          <p:spPr>
            <a:xfrm>
              <a:off x="8821387" y="3151335"/>
              <a:ext cx="28346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1948A33-218C-4F0F-8BBC-4F7A9909D577}"/>
              </a:ext>
            </a:extLst>
          </p:cNvPr>
          <p:cNvGrpSpPr/>
          <p:nvPr/>
        </p:nvGrpSpPr>
        <p:grpSpPr>
          <a:xfrm>
            <a:off x="1502508" y="1602923"/>
            <a:ext cx="2834640" cy="1388638"/>
            <a:chOff x="8821387" y="2778360"/>
            <a:chExt cx="2834640" cy="138863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69E6CBC-B67C-48AC-8A13-CB61B77A09FB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4"/>
                  </a:solidFill>
                </a:rPr>
                <a:t>Lorem ipsum</a:t>
              </a:r>
              <a:endParaRPr lang="en-US" sz="2000" b="1" cap="all">
                <a:solidFill>
                  <a:schemeClr val="accent4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1850666-E1E1-489C-A176-BFEFCB0B551E}"/>
                </a:ext>
              </a:extLst>
            </p:cNvPr>
            <p:cNvSpPr/>
            <p:nvPr/>
          </p:nvSpPr>
          <p:spPr>
            <a:xfrm>
              <a:off x="8821387" y="3151335"/>
              <a:ext cx="28346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B68426C-BA70-4A66-A811-172C57A33291}"/>
              </a:ext>
            </a:extLst>
          </p:cNvPr>
          <p:cNvGrpSpPr/>
          <p:nvPr/>
        </p:nvGrpSpPr>
        <p:grpSpPr>
          <a:xfrm>
            <a:off x="1502508" y="3151347"/>
            <a:ext cx="2834640" cy="1388638"/>
            <a:chOff x="8821387" y="2778360"/>
            <a:chExt cx="2834640" cy="138863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1989B20-8760-4342-BA8C-DEE5D440A506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3"/>
                  </a:solidFill>
                </a:rPr>
                <a:t>Lorem ipsum</a:t>
              </a:r>
              <a:endParaRPr lang="en-US" sz="2000" b="1" cap="all">
                <a:solidFill>
                  <a:schemeClr val="accent3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33BFFE2-9450-4B1E-9B72-8F948ACA1308}"/>
                </a:ext>
              </a:extLst>
            </p:cNvPr>
            <p:cNvSpPr/>
            <p:nvPr/>
          </p:nvSpPr>
          <p:spPr>
            <a:xfrm>
              <a:off x="8821387" y="3151335"/>
              <a:ext cx="28346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1AB202E-2685-4D6E-9D53-1071F9B8337D}"/>
              </a:ext>
            </a:extLst>
          </p:cNvPr>
          <p:cNvGrpSpPr/>
          <p:nvPr/>
        </p:nvGrpSpPr>
        <p:grpSpPr>
          <a:xfrm>
            <a:off x="7804036" y="2200808"/>
            <a:ext cx="1172283" cy="3011649"/>
            <a:chOff x="7804037" y="2200808"/>
            <a:chExt cx="928914" cy="3011649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EB4CEA5-2446-44E5-9D3D-C0EDA03847EE}"/>
                </a:ext>
              </a:extLst>
            </p:cNvPr>
            <p:cNvCxnSpPr/>
            <p:nvPr/>
          </p:nvCxnSpPr>
          <p:spPr>
            <a:xfrm flipH="1">
              <a:off x="7804037" y="2200808"/>
              <a:ext cx="928914" cy="0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13C4E18-4425-4345-A095-B35067E1F946}"/>
                </a:ext>
              </a:extLst>
            </p:cNvPr>
            <p:cNvCxnSpPr/>
            <p:nvPr/>
          </p:nvCxnSpPr>
          <p:spPr>
            <a:xfrm flipH="1">
              <a:off x="7804037" y="3706633"/>
              <a:ext cx="928914" cy="0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F173E1A-5CC6-4A69-AB0D-B398EA0EDD8C}"/>
                </a:ext>
              </a:extLst>
            </p:cNvPr>
            <p:cNvCxnSpPr/>
            <p:nvPr/>
          </p:nvCxnSpPr>
          <p:spPr>
            <a:xfrm flipH="1">
              <a:off x="7804037" y="5212457"/>
              <a:ext cx="928914" cy="0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8C5E564A-1C6C-493E-9FDB-FBC403932EE8}"/>
              </a:ext>
            </a:extLst>
          </p:cNvPr>
          <p:cNvSpPr txBox="1"/>
          <p:nvPr/>
        </p:nvSpPr>
        <p:spPr>
          <a:xfrm>
            <a:off x="5769869" y="4785359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0A4CB04-D61B-4DC7-AE05-A234179B4660}"/>
              </a:ext>
            </a:extLst>
          </p:cNvPr>
          <p:cNvSpPr txBox="1"/>
          <p:nvPr/>
        </p:nvSpPr>
        <p:spPr>
          <a:xfrm>
            <a:off x="5795277" y="3271501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9D169E0-721D-421E-A79D-3D4E10D8B0B5}"/>
              </a:ext>
            </a:extLst>
          </p:cNvPr>
          <p:cNvSpPr txBox="1"/>
          <p:nvPr/>
        </p:nvSpPr>
        <p:spPr>
          <a:xfrm>
            <a:off x="5795277" y="1757643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B4FBC5B-5934-4C85-8C42-E2BD38F91DA5}"/>
              </a:ext>
            </a:extLst>
          </p:cNvPr>
          <p:cNvSpPr txBox="1"/>
          <p:nvPr/>
        </p:nvSpPr>
        <p:spPr>
          <a:xfrm>
            <a:off x="9019422" y="4793522"/>
            <a:ext cx="125066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800" b="1">
                <a:solidFill>
                  <a:schemeClr val="accent1"/>
                </a:solidFill>
              </a:rPr>
              <a:t>25%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F4446E2-C495-4D5D-8769-C60F6CF7ECDD}"/>
              </a:ext>
            </a:extLst>
          </p:cNvPr>
          <p:cNvSpPr txBox="1"/>
          <p:nvPr/>
        </p:nvSpPr>
        <p:spPr>
          <a:xfrm>
            <a:off x="9019422" y="3289417"/>
            <a:ext cx="125066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800" b="1">
                <a:solidFill>
                  <a:schemeClr val="accent3"/>
                </a:solidFill>
              </a:rPr>
              <a:t>45%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EE3F73-B143-45A2-A093-78049C65DABD}"/>
              </a:ext>
            </a:extLst>
          </p:cNvPr>
          <p:cNvSpPr txBox="1"/>
          <p:nvPr/>
        </p:nvSpPr>
        <p:spPr>
          <a:xfrm>
            <a:off x="9019422" y="1785312"/>
            <a:ext cx="125066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800" b="1">
                <a:solidFill>
                  <a:schemeClr val="accent4"/>
                </a:solidFill>
              </a:rPr>
              <a:t>60%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B24222-4338-4ACE-B8C8-31CED4ECA086}"/>
              </a:ext>
            </a:extLst>
          </p:cNvPr>
          <p:cNvGrpSpPr/>
          <p:nvPr/>
        </p:nvGrpSpPr>
        <p:grpSpPr>
          <a:xfrm>
            <a:off x="8592474" y="6176859"/>
            <a:ext cx="2104558" cy="542591"/>
            <a:chOff x="5853028" y="6176859"/>
            <a:chExt cx="2104558" cy="54259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92A0C8-CAD7-4AAF-B760-DB5624643B5F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03D0D61-1E69-44D2-BDA9-2FA568D24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34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43E1-2D38-45F6-8580-93394AD1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FAE0E-C54B-4569-B004-8BB052EA63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3 Trapezoid Stairs and Ladders (Editable)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92C0C-4C02-4F38-925F-12EA0DCA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F3BAFDB-1D3A-4F9B-9892-1AC926818A7D}"/>
              </a:ext>
            </a:extLst>
          </p:cNvPr>
          <p:cNvGrpSpPr/>
          <p:nvPr/>
        </p:nvGrpSpPr>
        <p:grpSpPr>
          <a:xfrm>
            <a:off x="1502508" y="4699771"/>
            <a:ext cx="2834640" cy="1388638"/>
            <a:chOff x="8821387" y="2778360"/>
            <a:chExt cx="2834640" cy="1388638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77A616D-7D1E-4E7E-8982-6559F970E486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1"/>
                  </a:solidFill>
                </a:rPr>
                <a:t>Lorem ipsum</a:t>
              </a:r>
              <a:endParaRPr lang="en-US" sz="2000" b="1" cap="all">
                <a:solidFill>
                  <a:schemeClr val="accent1"/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A0E8C01-5CD8-4D93-8FA1-B80C5D179F8F}"/>
                </a:ext>
              </a:extLst>
            </p:cNvPr>
            <p:cNvSpPr/>
            <p:nvPr/>
          </p:nvSpPr>
          <p:spPr>
            <a:xfrm>
              <a:off x="8821387" y="3151335"/>
              <a:ext cx="28346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1948A33-218C-4F0F-8BBC-4F7A9909D577}"/>
              </a:ext>
            </a:extLst>
          </p:cNvPr>
          <p:cNvGrpSpPr/>
          <p:nvPr/>
        </p:nvGrpSpPr>
        <p:grpSpPr>
          <a:xfrm>
            <a:off x="1502508" y="1602923"/>
            <a:ext cx="2834640" cy="1388638"/>
            <a:chOff x="8821387" y="2778360"/>
            <a:chExt cx="2834640" cy="1388638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69E6CBC-B67C-48AC-8A13-CB61B77A09FB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4"/>
                  </a:solidFill>
                </a:rPr>
                <a:t>Lorem ipsum</a:t>
              </a:r>
              <a:endParaRPr lang="en-US" sz="2000" b="1" cap="all">
                <a:solidFill>
                  <a:schemeClr val="accent4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1850666-E1E1-489C-A176-BFEFCB0B551E}"/>
                </a:ext>
              </a:extLst>
            </p:cNvPr>
            <p:cNvSpPr/>
            <p:nvPr/>
          </p:nvSpPr>
          <p:spPr>
            <a:xfrm>
              <a:off x="8821387" y="3151335"/>
              <a:ext cx="28346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B68426C-BA70-4A66-A811-172C57A33291}"/>
              </a:ext>
            </a:extLst>
          </p:cNvPr>
          <p:cNvGrpSpPr/>
          <p:nvPr/>
        </p:nvGrpSpPr>
        <p:grpSpPr>
          <a:xfrm>
            <a:off x="1502508" y="3151347"/>
            <a:ext cx="2834640" cy="1388638"/>
            <a:chOff x="8821387" y="2778360"/>
            <a:chExt cx="2834640" cy="1388638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1989B20-8760-4342-BA8C-DEE5D440A506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3"/>
                  </a:solidFill>
                </a:rPr>
                <a:t>Lorem ipsum</a:t>
              </a:r>
              <a:endParaRPr lang="en-US" sz="2000" b="1" cap="all">
                <a:solidFill>
                  <a:schemeClr val="accent3"/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33BFFE2-9450-4B1E-9B72-8F948ACA1308}"/>
                </a:ext>
              </a:extLst>
            </p:cNvPr>
            <p:cNvSpPr/>
            <p:nvPr/>
          </p:nvSpPr>
          <p:spPr>
            <a:xfrm>
              <a:off x="8821387" y="3151335"/>
              <a:ext cx="28346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1AB202E-2685-4D6E-9D53-1071F9B8337D}"/>
              </a:ext>
            </a:extLst>
          </p:cNvPr>
          <p:cNvGrpSpPr/>
          <p:nvPr/>
        </p:nvGrpSpPr>
        <p:grpSpPr>
          <a:xfrm>
            <a:off x="7804036" y="2200808"/>
            <a:ext cx="1172283" cy="3011649"/>
            <a:chOff x="7804037" y="2200808"/>
            <a:chExt cx="928914" cy="3011649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EB4CEA5-2446-44E5-9D3D-C0EDA03847EE}"/>
                </a:ext>
              </a:extLst>
            </p:cNvPr>
            <p:cNvCxnSpPr/>
            <p:nvPr/>
          </p:nvCxnSpPr>
          <p:spPr>
            <a:xfrm flipH="1">
              <a:off x="7804037" y="2200808"/>
              <a:ext cx="928914" cy="0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13C4E18-4425-4345-A095-B35067E1F946}"/>
                </a:ext>
              </a:extLst>
            </p:cNvPr>
            <p:cNvCxnSpPr/>
            <p:nvPr/>
          </p:nvCxnSpPr>
          <p:spPr>
            <a:xfrm flipH="1">
              <a:off x="7804037" y="3706633"/>
              <a:ext cx="928914" cy="0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F173E1A-5CC6-4A69-AB0D-B398EA0EDD8C}"/>
                </a:ext>
              </a:extLst>
            </p:cNvPr>
            <p:cNvCxnSpPr/>
            <p:nvPr/>
          </p:nvCxnSpPr>
          <p:spPr>
            <a:xfrm flipH="1">
              <a:off x="7804037" y="5212457"/>
              <a:ext cx="928914" cy="0"/>
            </a:xfrm>
            <a:prstGeom prst="line">
              <a:avLst/>
            </a:prstGeom>
            <a:ln w="19050">
              <a:solidFill>
                <a:schemeClr val="tx1">
                  <a:lumMod val="60000"/>
                  <a:lumOff val="40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5B4FBC5B-5934-4C85-8C42-E2BD38F91DA5}"/>
              </a:ext>
            </a:extLst>
          </p:cNvPr>
          <p:cNvSpPr txBox="1"/>
          <p:nvPr/>
        </p:nvSpPr>
        <p:spPr>
          <a:xfrm>
            <a:off x="9019422" y="4793522"/>
            <a:ext cx="125066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800" b="1">
                <a:solidFill>
                  <a:schemeClr val="accent1"/>
                </a:solidFill>
              </a:rPr>
              <a:t>25%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F4446E2-C495-4D5D-8769-C60F6CF7ECDD}"/>
              </a:ext>
            </a:extLst>
          </p:cNvPr>
          <p:cNvSpPr txBox="1"/>
          <p:nvPr/>
        </p:nvSpPr>
        <p:spPr>
          <a:xfrm>
            <a:off x="9019422" y="3289417"/>
            <a:ext cx="125066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800" b="1">
                <a:solidFill>
                  <a:schemeClr val="accent3"/>
                </a:solidFill>
              </a:rPr>
              <a:t>45%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EE3F73-B143-45A2-A093-78049C65DABD}"/>
              </a:ext>
            </a:extLst>
          </p:cNvPr>
          <p:cNvSpPr txBox="1"/>
          <p:nvPr/>
        </p:nvSpPr>
        <p:spPr>
          <a:xfrm>
            <a:off x="9019422" y="1785312"/>
            <a:ext cx="1250663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800" b="1">
                <a:solidFill>
                  <a:schemeClr val="accent4"/>
                </a:solidFill>
              </a:rPr>
              <a:t>60%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AB24222-4338-4ACE-B8C8-31CED4ECA086}"/>
              </a:ext>
            </a:extLst>
          </p:cNvPr>
          <p:cNvGrpSpPr/>
          <p:nvPr/>
        </p:nvGrpSpPr>
        <p:grpSpPr>
          <a:xfrm>
            <a:off x="8592474" y="6176859"/>
            <a:ext cx="2104558" cy="542591"/>
            <a:chOff x="5853028" y="6176859"/>
            <a:chExt cx="2104558" cy="54259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C92A0C8-CAD7-4AAF-B760-DB5624643B5F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03D0D61-1E69-44D2-BDA9-2FA568D24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89DDA49-75B4-4EFB-AEC8-406CC53A09C5}"/>
              </a:ext>
            </a:extLst>
          </p:cNvPr>
          <p:cNvGrpSpPr/>
          <p:nvPr/>
        </p:nvGrpSpPr>
        <p:grpSpPr>
          <a:xfrm>
            <a:off x="4908846" y="1721029"/>
            <a:ext cx="2374308" cy="865735"/>
            <a:chOff x="2253876" y="1333851"/>
            <a:chExt cx="8581893" cy="3129184"/>
          </a:xfrm>
          <a:solidFill>
            <a:srgbClr val="222A35"/>
          </a:solidFill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3E295DE-7E7B-4BB1-BEA3-84791726B7CC}"/>
                </a:ext>
              </a:extLst>
            </p:cNvPr>
            <p:cNvSpPr/>
            <p:nvPr/>
          </p:nvSpPr>
          <p:spPr>
            <a:xfrm>
              <a:off x="3430742" y="1333851"/>
              <a:ext cx="6233804" cy="2100433"/>
            </a:xfrm>
            <a:prstGeom prst="rect">
              <a:avLst/>
            </a:prstGeom>
            <a:solidFill>
              <a:schemeClr val="accent4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7334F400-ECB2-4BED-8EDF-7B66AD81E6A1}"/>
                </a:ext>
              </a:extLst>
            </p:cNvPr>
            <p:cNvSpPr/>
            <p:nvPr/>
          </p:nvSpPr>
          <p:spPr>
            <a:xfrm rot="16200000" flipH="1">
              <a:off x="1276065" y="2311664"/>
              <a:ext cx="3129180" cy="1173556"/>
            </a:xfrm>
            <a:prstGeom prst="parallelogram">
              <a:avLst>
                <a:gd name="adj" fmla="val 88301"/>
              </a:avLst>
            </a:prstGeom>
            <a:solidFill>
              <a:schemeClr val="accent4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apezoid 59">
              <a:extLst>
                <a:ext uri="{FF2B5EF4-FFF2-40B4-BE49-F238E27FC236}">
                  <a16:creationId xmlns:a16="http://schemas.microsoft.com/office/drawing/2014/main" id="{CB3ECCEB-E181-46AD-A434-F3D36281087B}"/>
                </a:ext>
              </a:extLst>
            </p:cNvPr>
            <p:cNvSpPr/>
            <p:nvPr/>
          </p:nvSpPr>
          <p:spPr>
            <a:xfrm>
              <a:off x="2253876" y="3429000"/>
              <a:ext cx="8581893" cy="1034035"/>
            </a:xfrm>
            <a:prstGeom prst="trapezoid">
              <a:avLst>
                <a:gd name="adj" fmla="val 114174"/>
              </a:avLst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ADE3E540-7346-4EE3-B0E1-ACA0FA999905}"/>
                </a:ext>
              </a:extLst>
            </p:cNvPr>
            <p:cNvSpPr/>
            <p:nvPr/>
          </p:nvSpPr>
          <p:spPr>
            <a:xfrm rot="16200000" flipH="1" flipV="1">
              <a:off x="8685963" y="2313225"/>
              <a:ext cx="3129180" cy="1170432"/>
            </a:xfrm>
            <a:prstGeom prst="parallelogram">
              <a:avLst>
                <a:gd name="adj" fmla="val 88301"/>
              </a:avLst>
            </a:prstGeom>
            <a:solidFill>
              <a:schemeClr val="accent4">
                <a:lumMod val="60000"/>
                <a:lumOff val="4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Oval 46">
            <a:extLst>
              <a:ext uri="{FF2B5EF4-FFF2-40B4-BE49-F238E27FC236}">
                <a16:creationId xmlns:a16="http://schemas.microsoft.com/office/drawing/2014/main" id="{61414F4E-7087-45B5-9F3E-AD70CA88ED3A}"/>
              </a:ext>
            </a:extLst>
          </p:cNvPr>
          <p:cNvSpPr/>
          <p:nvPr/>
        </p:nvSpPr>
        <p:spPr>
          <a:xfrm>
            <a:off x="5460492" y="2385379"/>
            <a:ext cx="1271016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igure">
            <a:extLst>
              <a:ext uri="{FF2B5EF4-FFF2-40B4-BE49-F238E27FC236}">
                <a16:creationId xmlns:a16="http://schemas.microsoft.com/office/drawing/2014/main" id="{8EB53984-9999-4325-8782-92458E6526D0}"/>
              </a:ext>
            </a:extLst>
          </p:cNvPr>
          <p:cNvSpPr/>
          <p:nvPr/>
        </p:nvSpPr>
        <p:spPr>
          <a:xfrm>
            <a:off x="5894186" y="2445841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9D169E0-721D-421E-A79D-3D4E10D8B0B5}"/>
              </a:ext>
            </a:extLst>
          </p:cNvPr>
          <p:cNvSpPr txBox="1"/>
          <p:nvPr/>
        </p:nvSpPr>
        <p:spPr>
          <a:xfrm>
            <a:off x="5795277" y="1757643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EC05C7A-323D-4B0C-B254-36AFCBA81DE6}"/>
              </a:ext>
            </a:extLst>
          </p:cNvPr>
          <p:cNvGrpSpPr/>
          <p:nvPr/>
        </p:nvGrpSpPr>
        <p:grpSpPr>
          <a:xfrm>
            <a:off x="4908846" y="3257276"/>
            <a:ext cx="2374308" cy="865735"/>
            <a:chOff x="2253876" y="1333851"/>
            <a:chExt cx="8581893" cy="3129184"/>
          </a:xfrm>
          <a:solidFill>
            <a:srgbClr val="222A35"/>
          </a:solidFill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D26D3AA-799A-4D50-8B46-550B824271D3}"/>
                </a:ext>
              </a:extLst>
            </p:cNvPr>
            <p:cNvSpPr/>
            <p:nvPr/>
          </p:nvSpPr>
          <p:spPr>
            <a:xfrm>
              <a:off x="3430742" y="1333851"/>
              <a:ext cx="6233804" cy="2100433"/>
            </a:xfrm>
            <a:prstGeom prst="rect">
              <a:avLst/>
            </a:prstGeom>
            <a:solidFill>
              <a:schemeClr val="accent3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D51FB48A-8B2B-4B14-9F84-64C62B239ECA}"/>
                </a:ext>
              </a:extLst>
            </p:cNvPr>
            <p:cNvSpPr/>
            <p:nvPr/>
          </p:nvSpPr>
          <p:spPr>
            <a:xfrm rot="16200000" flipH="1">
              <a:off x="1276065" y="2311664"/>
              <a:ext cx="3129180" cy="1173556"/>
            </a:xfrm>
            <a:prstGeom prst="parallelogram">
              <a:avLst>
                <a:gd name="adj" fmla="val 88301"/>
              </a:avLst>
            </a:prstGeom>
            <a:solidFill>
              <a:schemeClr val="accent3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rapezoid 70">
              <a:extLst>
                <a:ext uri="{FF2B5EF4-FFF2-40B4-BE49-F238E27FC236}">
                  <a16:creationId xmlns:a16="http://schemas.microsoft.com/office/drawing/2014/main" id="{4D9224A3-BB2E-459F-8234-1E39C92FDF60}"/>
                </a:ext>
              </a:extLst>
            </p:cNvPr>
            <p:cNvSpPr/>
            <p:nvPr/>
          </p:nvSpPr>
          <p:spPr>
            <a:xfrm>
              <a:off x="2253876" y="3429000"/>
              <a:ext cx="8581893" cy="1034035"/>
            </a:xfrm>
            <a:prstGeom prst="trapezoid">
              <a:avLst>
                <a:gd name="adj" fmla="val 114174"/>
              </a:avLst>
            </a:prstGeom>
            <a:solidFill>
              <a:schemeClr val="accent3">
                <a:lumMod val="7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A3B0DAAB-6482-43A9-B53D-126CBD2B81FE}"/>
                </a:ext>
              </a:extLst>
            </p:cNvPr>
            <p:cNvSpPr/>
            <p:nvPr/>
          </p:nvSpPr>
          <p:spPr>
            <a:xfrm rot="16200000" flipH="1" flipV="1">
              <a:off x="8685963" y="2313225"/>
              <a:ext cx="3129180" cy="1170432"/>
            </a:xfrm>
            <a:prstGeom prst="parallelogram">
              <a:avLst>
                <a:gd name="adj" fmla="val 88301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22D16A88-DB3B-4E6A-BEFD-0789482F6589}"/>
              </a:ext>
            </a:extLst>
          </p:cNvPr>
          <p:cNvSpPr/>
          <p:nvPr/>
        </p:nvSpPr>
        <p:spPr>
          <a:xfrm>
            <a:off x="5460492" y="3917281"/>
            <a:ext cx="1271016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igure">
            <a:extLst>
              <a:ext uri="{FF2B5EF4-FFF2-40B4-BE49-F238E27FC236}">
                <a16:creationId xmlns:a16="http://schemas.microsoft.com/office/drawing/2014/main" id="{93904987-9F39-4D42-86E7-98CA8C3F69CF}"/>
              </a:ext>
            </a:extLst>
          </p:cNvPr>
          <p:cNvSpPr/>
          <p:nvPr/>
        </p:nvSpPr>
        <p:spPr>
          <a:xfrm>
            <a:off x="5894186" y="3986305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0A4CB04-D61B-4DC7-AE05-A234179B4660}"/>
              </a:ext>
            </a:extLst>
          </p:cNvPr>
          <p:cNvSpPr txBox="1"/>
          <p:nvPr/>
        </p:nvSpPr>
        <p:spPr>
          <a:xfrm>
            <a:off x="5795277" y="3271501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02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FE89A13-41AB-41FE-B1D9-599AB6112CDE}"/>
              </a:ext>
            </a:extLst>
          </p:cNvPr>
          <p:cNvGrpSpPr/>
          <p:nvPr/>
        </p:nvGrpSpPr>
        <p:grpSpPr>
          <a:xfrm>
            <a:off x="4908846" y="4793522"/>
            <a:ext cx="2374308" cy="865735"/>
            <a:chOff x="2253876" y="1333851"/>
            <a:chExt cx="8581893" cy="3129184"/>
          </a:xfrm>
          <a:solidFill>
            <a:srgbClr val="222A35"/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D3A2493-9023-483B-A442-EA0114D5E751}"/>
                </a:ext>
              </a:extLst>
            </p:cNvPr>
            <p:cNvSpPr/>
            <p:nvPr/>
          </p:nvSpPr>
          <p:spPr>
            <a:xfrm>
              <a:off x="3430742" y="1333851"/>
              <a:ext cx="6233804" cy="2100433"/>
            </a:xfrm>
            <a:prstGeom prst="rect">
              <a:avLst/>
            </a:prstGeom>
            <a:solidFill>
              <a:schemeClr val="accent1"/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88BD511E-9D2E-425E-BD4E-2EB83DD8C310}"/>
                </a:ext>
              </a:extLst>
            </p:cNvPr>
            <p:cNvSpPr/>
            <p:nvPr/>
          </p:nvSpPr>
          <p:spPr>
            <a:xfrm rot="16200000" flipH="1">
              <a:off x="1276065" y="2311664"/>
              <a:ext cx="3129180" cy="1173556"/>
            </a:xfrm>
            <a:prstGeom prst="parallelogram">
              <a:avLst>
                <a:gd name="adj" fmla="val 88301"/>
              </a:avLst>
            </a:prstGeom>
            <a:solidFill>
              <a:schemeClr val="accent1">
                <a:lumMod val="5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rapezoid 75">
              <a:extLst>
                <a:ext uri="{FF2B5EF4-FFF2-40B4-BE49-F238E27FC236}">
                  <a16:creationId xmlns:a16="http://schemas.microsoft.com/office/drawing/2014/main" id="{AA4717DF-01DC-4A32-994B-9C544F60CE8F}"/>
                </a:ext>
              </a:extLst>
            </p:cNvPr>
            <p:cNvSpPr/>
            <p:nvPr/>
          </p:nvSpPr>
          <p:spPr>
            <a:xfrm>
              <a:off x="2253876" y="3429000"/>
              <a:ext cx="8581893" cy="1034035"/>
            </a:xfrm>
            <a:prstGeom prst="trapezoid">
              <a:avLst>
                <a:gd name="adj" fmla="val 114174"/>
              </a:avLst>
            </a:prstGeom>
            <a:solidFill>
              <a:schemeClr val="accent1">
                <a:lumMod val="7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F27697F8-D0AF-40B5-AEC4-E85A58B96BF3}"/>
                </a:ext>
              </a:extLst>
            </p:cNvPr>
            <p:cNvSpPr/>
            <p:nvPr/>
          </p:nvSpPr>
          <p:spPr>
            <a:xfrm rot="16200000" flipH="1" flipV="1">
              <a:off x="8685963" y="2313225"/>
              <a:ext cx="3129180" cy="1170432"/>
            </a:xfrm>
            <a:prstGeom prst="parallelogram">
              <a:avLst>
                <a:gd name="adj" fmla="val 88301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9F112DFF-8A60-4EB0-9520-B58A254FBC82}"/>
              </a:ext>
            </a:extLst>
          </p:cNvPr>
          <p:cNvSpPr/>
          <p:nvPr/>
        </p:nvSpPr>
        <p:spPr>
          <a:xfrm>
            <a:off x="5461156" y="5449183"/>
            <a:ext cx="1269689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igure">
            <a:extLst>
              <a:ext uri="{FF2B5EF4-FFF2-40B4-BE49-F238E27FC236}">
                <a16:creationId xmlns:a16="http://schemas.microsoft.com/office/drawing/2014/main" id="{3B878E60-299D-44F5-A33C-35C443F0A023}"/>
              </a:ext>
            </a:extLst>
          </p:cNvPr>
          <p:cNvSpPr/>
          <p:nvPr/>
        </p:nvSpPr>
        <p:spPr>
          <a:xfrm>
            <a:off x="5894186" y="5509645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C5E564A-1C6C-493E-9FDB-FBC403932EE8}"/>
              </a:ext>
            </a:extLst>
          </p:cNvPr>
          <p:cNvSpPr txBox="1"/>
          <p:nvPr/>
        </p:nvSpPr>
        <p:spPr>
          <a:xfrm>
            <a:off x="5769869" y="4785359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5648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43E1-2D38-45F6-8580-93394AD1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FAE0E-C54B-4569-B004-8BB052EA6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5 Trapezoid Stairs and Ladders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92C0C-4C02-4F38-925F-12EA0DCA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2893187A-2F88-41A7-9D17-8AAD25AA6282}"/>
              </a:ext>
            </a:extLst>
          </p:cNvPr>
          <p:cNvSpPr/>
          <p:nvPr/>
        </p:nvSpPr>
        <p:spPr>
          <a:xfrm>
            <a:off x="7512538" y="2148653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tx1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6449ECDE-9DEE-474C-A730-48CF4C187E66}"/>
              </a:ext>
            </a:extLst>
          </p:cNvPr>
          <p:cNvSpPr/>
          <p:nvPr/>
        </p:nvSpPr>
        <p:spPr>
          <a:xfrm>
            <a:off x="2305155" y="2148653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4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CB43C24-9B9D-4B0C-9F07-63CF7432D9E1}"/>
              </a:ext>
            </a:extLst>
          </p:cNvPr>
          <p:cNvSpPr/>
          <p:nvPr/>
        </p:nvSpPr>
        <p:spPr>
          <a:xfrm>
            <a:off x="7805920" y="2385379"/>
            <a:ext cx="867524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1414F4E-7087-45B5-9F3E-AD70CA88ED3A}"/>
              </a:ext>
            </a:extLst>
          </p:cNvPr>
          <p:cNvSpPr/>
          <p:nvPr/>
        </p:nvSpPr>
        <p:spPr>
          <a:xfrm>
            <a:off x="3518556" y="2385379"/>
            <a:ext cx="867524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igure">
            <a:extLst>
              <a:ext uri="{FF2B5EF4-FFF2-40B4-BE49-F238E27FC236}">
                <a16:creationId xmlns:a16="http://schemas.microsoft.com/office/drawing/2014/main" id="{9316C530-035C-4DE3-A7EC-ADEB99B49E3F}"/>
              </a:ext>
            </a:extLst>
          </p:cNvPr>
          <p:cNvSpPr/>
          <p:nvPr/>
        </p:nvSpPr>
        <p:spPr>
          <a:xfrm>
            <a:off x="7970302" y="2445841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8" name="Figure">
            <a:extLst>
              <a:ext uri="{FF2B5EF4-FFF2-40B4-BE49-F238E27FC236}">
                <a16:creationId xmlns:a16="http://schemas.microsoft.com/office/drawing/2014/main" id="{8EB53984-9999-4325-8782-92458E6526D0}"/>
              </a:ext>
            </a:extLst>
          </p:cNvPr>
          <p:cNvSpPr/>
          <p:nvPr/>
        </p:nvSpPr>
        <p:spPr>
          <a:xfrm>
            <a:off x="3818070" y="2445841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B1DA9BF7-B95E-4CF9-840F-1C8394FD47FC}"/>
              </a:ext>
            </a:extLst>
          </p:cNvPr>
          <p:cNvSpPr/>
          <p:nvPr/>
        </p:nvSpPr>
        <p:spPr>
          <a:xfrm>
            <a:off x="3622826" y="3689116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3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Trapezoid 36">
            <a:extLst>
              <a:ext uri="{FF2B5EF4-FFF2-40B4-BE49-F238E27FC236}">
                <a16:creationId xmlns:a16="http://schemas.microsoft.com/office/drawing/2014/main" id="{650AFEEC-9D18-422A-B5EF-F821C2C7CB18}"/>
              </a:ext>
            </a:extLst>
          </p:cNvPr>
          <p:cNvSpPr/>
          <p:nvPr/>
        </p:nvSpPr>
        <p:spPr>
          <a:xfrm>
            <a:off x="6194867" y="3689116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2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2D16A88-DB3B-4E6A-BEFD-0789482F6589}"/>
              </a:ext>
            </a:extLst>
          </p:cNvPr>
          <p:cNvSpPr/>
          <p:nvPr/>
        </p:nvSpPr>
        <p:spPr>
          <a:xfrm>
            <a:off x="4823861" y="3925842"/>
            <a:ext cx="867524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EC920CF-5836-432D-857D-17B27889279F}"/>
              </a:ext>
            </a:extLst>
          </p:cNvPr>
          <p:cNvSpPr/>
          <p:nvPr/>
        </p:nvSpPr>
        <p:spPr>
          <a:xfrm>
            <a:off x="6500617" y="3925843"/>
            <a:ext cx="867523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igure">
            <a:extLst>
              <a:ext uri="{FF2B5EF4-FFF2-40B4-BE49-F238E27FC236}">
                <a16:creationId xmlns:a16="http://schemas.microsoft.com/office/drawing/2014/main" id="{93904987-9F39-4D42-86E7-98CA8C3F69CF}"/>
              </a:ext>
            </a:extLst>
          </p:cNvPr>
          <p:cNvSpPr/>
          <p:nvPr/>
        </p:nvSpPr>
        <p:spPr>
          <a:xfrm>
            <a:off x="5135740" y="3986305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6" name="Figure">
            <a:extLst>
              <a:ext uri="{FF2B5EF4-FFF2-40B4-BE49-F238E27FC236}">
                <a16:creationId xmlns:a16="http://schemas.microsoft.com/office/drawing/2014/main" id="{7670812F-0CF2-45BB-A35E-2A08921D6DB1}"/>
              </a:ext>
            </a:extLst>
          </p:cNvPr>
          <p:cNvSpPr/>
          <p:nvPr/>
        </p:nvSpPr>
        <p:spPr>
          <a:xfrm>
            <a:off x="6652631" y="3986305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1" name="Trapezoid 30">
            <a:extLst>
              <a:ext uri="{FF2B5EF4-FFF2-40B4-BE49-F238E27FC236}">
                <a16:creationId xmlns:a16="http://schemas.microsoft.com/office/drawing/2014/main" id="{34199F36-4D93-4094-BD64-C351F83158D8}"/>
              </a:ext>
            </a:extLst>
          </p:cNvPr>
          <p:cNvSpPr/>
          <p:nvPr/>
        </p:nvSpPr>
        <p:spPr>
          <a:xfrm>
            <a:off x="4908846" y="5212457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1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F112DFF-8A60-4EB0-9520-B58A254FBC82}"/>
              </a:ext>
            </a:extLst>
          </p:cNvPr>
          <p:cNvSpPr/>
          <p:nvPr/>
        </p:nvSpPr>
        <p:spPr>
          <a:xfrm>
            <a:off x="5461156" y="5449183"/>
            <a:ext cx="1269689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igure">
            <a:extLst>
              <a:ext uri="{FF2B5EF4-FFF2-40B4-BE49-F238E27FC236}">
                <a16:creationId xmlns:a16="http://schemas.microsoft.com/office/drawing/2014/main" id="{3B878E60-299D-44F5-A33C-35C443F0A023}"/>
              </a:ext>
            </a:extLst>
          </p:cNvPr>
          <p:cNvSpPr/>
          <p:nvPr/>
        </p:nvSpPr>
        <p:spPr>
          <a:xfrm>
            <a:off x="5894186" y="5509645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4FCC099-54B4-48A6-A83B-27575FC31FE7}"/>
              </a:ext>
            </a:extLst>
          </p:cNvPr>
          <p:cNvGrpSpPr/>
          <p:nvPr/>
        </p:nvGrpSpPr>
        <p:grpSpPr>
          <a:xfrm>
            <a:off x="7701898" y="4299784"/>
            <a:ext cx="2834640" cy="1388638"/>
            <a:chOff x="8821387" y="2778360"/>
            <a:chExt cx="2834640" cy="1388638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890CA3F-EE38-4A51-B21D-98007201A24B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2"/>
                  </a:solidFill>
                </a:rPr>
                <a:t>Lorem ipsum</a:t>
              </a:r>
              <a:endParaRPr lang="en-US" sz="2000" b="1" cap="all">
                <a:solidFill>
                  <a:schemeClr val="accent2"/>
                </a:solidFill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3E59D7D-92E6-4D09-9415-3E30900FB3EF}"/>
                </a:ext>
              </a:extLst>
            </p:cNvPr>
            <p:cNvSpPr/>
            <p:nvPr/>
          </p:nvSpPr>
          <p:spPr>
            <a:xfrm>
              <a:off x="8821387" y="3151335"/>
              <a:ext cx="28346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F3BAFDB-1D3A-4F9B-9892-1AC926818A7D}"/>
              </a:ext>
            </a:extLst>
          </p:cNvPr>
          <p:cNvGrpSpPr/>
          <p:nvPr/>
        </p:nvGrpSpPr>
        <p:grpSpPr>
          <a:xfrm>
            <a:off x="1655463" y="4299784"/>
            <a:ext cx="2834640" cy="1388638"/>
            <a:chOff x="8821387" y="2778360"/>
            <a:chExt cx="2834640" cy="1388638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77A616D-7D1E-4E7E-8982-6559F970E486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3">
                      <a:lumMod val="75000"/>
                    </a:schemeClr>
                  </a:solidFill>
                </a:rPr>
                <a:t>Lorem ipsum</a:t>
              </a:r>
              <a:endParaRPr lang="en-US" sz="2000" b="1" cap="all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A0E8C01-5CD8-4D93-8FA1-B80C5D179F8F}"/>
                </a:ext>
              </a:extLst>
            </p:cNvPr>
            <p:cNvSpPr/>
            <p:nvPr/>
          </p:nvSpPr>
          <p:spPr>
            <a:xfrm>
              <a:off x="8821387" y="3151335"/>
              <a:ext cx="28346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321CF28-BDA1-4180-AAAF-32FF68CB1FBD}"/>
              </a:ext>
            </a:extLst>
          </p:cNvPr>
          <p:cNvGrpSpPr/>
          <p:nvPr/>
        </p:nvGrpSpPr>
        <p:grpSpPr>
          <a:xfrm>
            <a:off x="8977968" y="2743029"/>
            <a:ext cx="2834640" cy="1388638"/>
            <a:chOff x="8821387" y="2778360"/>
            <a:chExt cx="2834640" cy="138863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5B5A221-3E79-4AAC-985A-40A5BBDD5BF3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/>
                <a:t>Lorem ipsum</a:t>
              </a:r>
              <a:endParaRPr lang="en-US" sz="2000" b="1" cap="all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A89B6C-ABA5-47B3-8D0A-0ED976FD6B2F}"/>
                </a:ext>
              </a:extLst>
            </p:cNvPr>
            <p:cNvSpPr/>
            <p:nvPr/>
          </p:nvSpPr>
          <p:spPr>
            <a:xfrm>
              <a:off x="8821387" y="3151335"/>
              <a:ext cx="283464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469E6CBC-B67C-48AC-8A13-CB61B77A09FB}"/>
              </a:ext>
            </a:extLst>
          </p:cNvPr>
          <p:cNvSpPr/>
          <p:nvPr/>
        </p:nvSpPr>
        <p:spPr>
          <a:xfrm>
            <a:off x="379393" y="2743029"/>
            <a:ext cx="2834640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da-DK" sz="2000" b="1" cap="all">
                <a:solidFill>
                  <a:schemeClr val="accent4"/>
                </a:solidFill>
              </a:rPr>
              <a:t>Lorem ipsum</a:t>
            </a:r>
            <a:endParaRPr lang="en-US" sz="2000" b="1" cap="all">
              <a:solidFill>
                <a:schemeClr val="accent4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1850666-E1E1-489C-A176-BFEFCB0B551E}"/>
              </a:ext>
            </a:extLst>
          </p:cNvPr>
          <p:cNvSpPr/>
          <p:nvPr/>
        </p:nvSpPr>
        <p:spPr>
          <a:xfrm>
            <a:off x="379393" y="3116004"/>
            <a:ext cx="28346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 nisl mi egestas lacus pharetra eu diamet.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8" name="Graphic 77" descr="Users">
            <a:extLst>
              <a:ext uri="{FF2B5EF4-FFF2-40B4-BE49-F238E27FC236}">
                <a16:creationId xmlns:a16="http://schemas.microsoft.com/office/drawing/2014/main" id="{82632FD9-B174-4708-964D-6D66C9043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7273" y="4262578"/>
            <a:ext cx="653620" cy="653620"/>
          </a:xfrm>
          <a:prstGeom prst="rect">
            <a:avLst/>
          </a:prstGeom>
        </p:spPr>
      </p:pic>
      <p:pic>
        <p:nvPicPr>
          <p:cNvPr id="80" name="Graphic 79" descr="Bullseye">
            <a:extLst>
              <a:ext uri="{FF2B5EF4-FFF2-40B4-BE49-F238E27FC236}">
                <a16:creationId xmlns:a16="http://schemas.microsoft.com/office/drawing/2014/main" id="{0FC6E955-17D0-4754-9BEE-D4E73477AE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2732" y="3036365"/>
            <a:ext cx="653620" cy="653620"/>
          </a:xfrm>
          <a:prstGeom prst="rect">
            <a:avLst/>
          </a:prstGeom>
        </p:spPr>
      </p:pic>
      <p:pic>
        <p:nvPicPr>
          <p:cNvPr id="84" name="Graphic 83" descr="Puzzle">
            <a:extLst>
              <a:ext uri="{FF2B5EF4-FFF2-40B4-BE49-F238E27FC236}">
                <a16:creationId xmlns:a16="http://schemas.microsoft.com/office/drawing/2014/main" id="{57532519-842B-4112-9EA8-AE0581EF72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15648" y="3019204"/>
            <a:ext cx="653620" cy="653620"/>
          </a:xfrm>
          <a:prstGeom prst="rect">
            <a:avLst/>
          </a:prstGeom>
        </p:spPr>
      </p:pic>
      <p:pic>
        <p:nvPicPr>
          <p:cNvPr id="82" name="Graphic 81" descr="Head with Gears">
            <a:extLst>
              <a:ext uri="{FF2B5EF4-FFF2-40B4-BE49-F238E27FC236}">
                <a16:creationId xmlns:a16="http://schemas.microsoft.com/office/drawing/2014/main" id="{521C2495-13EB-4F54-8A61-5C73228CFA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45972" y="1516413"/>
            <a:ext cx="653620" cy="653620"/>
          </a:xfrm>
          <a:prstGeom prst="rect">
            <a:avLst/>
          </a:prstGeom>
        </p:spPr>
      </p:pic>
      <p:pic>
        <p:nvPicPr>
          <p:cNvPr id="86" name="Graphic 85" descr="Database">
            <a:extLst>
              <a:ext uri="{FF2B5EF4-FFF2-40B4-BE49-F238E27FC236}">
                <a16:creationId xmlns:a16="http://schemas.microsoft.com/office/drawing/2014/main" id="{CD3F4515-DB22-41A1-A05C-5388F24E1E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92408" y="1516413"/>
            <a:ext cx="653620" cy="65362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475FBA6B-59FC-42E2-89D9-DB771D2812FB}"/>
              </a:ext>
            </a:extLst>
          </p:cNvPr>
          <p:cNvSpPr txBox="1"/>
          <p:nvPr/>
        </p:nvSpPr>
        <p:spPr>
          <a:xfrm>
            <a:off x="5769869" y="4785359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94504C-A80B-48DA-84B7-4C25594C9B66}"/>
              </a:ext>
            </a:extLst>
          </p:cNvPr>
          <p:cNvSpPr txBox="1"/>
          <p:nvPr/>
        </p:nvSpPr>
        <p:spPr>
          <a:xfrm>
            <a:off x="4116468" y="3287966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24319E-222D-445D-841C-DC73C28CBEB5}"/>
              </a:ext>
            </a:extLst>
          </p:cNvPr>
          <p:cNvSpPr txBox="1"/>
          <p:nvPr/>
        </p:nvSpPr>
        <p:spPr>
          <a:xfrm>
            <a:off x="7474085" y="3287966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0564D6-65B8-4313-AC8C-7A846850AE6E}"/>
              </a:ext>
            </a:extLst>
          </p:cNvPr>
          <p:cNvSpPr txBox="1"/>
          <p:nvPr/>
        </p:nvSpPr>
        <p:spPr>
          <a:xfrm>
            <a:off x="3637211" y="1724687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C1C9136-87B8-4F78-A98F-7084EAD0BD64}"/>
              </a:ext>
            </a:extLst>
          </p:cNvPr>
          <p:cNvSpPr txBox="1"/>
          <p:nvPr/>
        </p:nvSpPr>
        <p:spPr>
          <a:xfrm>
            <a:off x="7953343" y="1724687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C5537A-635C-453F-931A-BBABEFB1F305}"/>
              </a:ext>
            </a:extLst>
          </p:cNvPr>
          <p:cNvGrpSpPr/>
          <p:nvPr/>
        </p:nvGrpSpPr>
        <p:grpSpPr>
          <a:xfrm>
            <a:off x="8592474" y="6176859"/>
            <a:ext cx="2104558" cy="542591"/>
            <a:chOff x="5853028" y="6176859"/>
            <a:chExt cx="2104558" cy="54259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946B057-4951-4EAF-9EC2-E2B50A2043EF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938DEF87-864D-4D87-8DA1-9116259B1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615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C43E1-2D38-45F6-8580-93394AD1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FAE0E-C54B-4569-B004-8BB052EA6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6 Trapezoid Stairs and Ladders</a:t>
            </a:r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330EB979-B77A-4110-9E58-9EFF4BCA56EF}"/>
              </a:ext>
            </a:extLst>
          </p:cNvPr>
          <p:cNvSpPr/>
          <p:nvPr/>
        </p:nvSpPr>
        <p:spPr>
          <a:xfrm>
            <a:off x="1019134" y="2016771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5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D2AD0E7-625B-4481-A03C-78C16D324671}"/>
              </a:ext>
            </a:extLst>
          </p:cNvPr>
          <p:cNvSpPr/>
          <p:nvPr/>
        </p:nvSpPr>
        <p:spPr>
          <a:xfrm>
            <a:off x="2220169" y="2253497"/>
            <a:ext cx="867524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igure">
            <a:extLst>
              <a:ext uri="{FF2B5EF4-FFF2-40B4-BE49-F238E27FC236}">
                <a16:creationId xmlns:a16="http://schemas.microsoft.com/office/drawing/2014/main" id="{B6A94210-0B40-4BD1-9582-AEF82FBEA117}"/>
              </a:ext>
            </a:extLst>
          </p:cNvPr>
          <p:cNvSpPr/>
          <p:nvPr/>
        </p:nvSpPr>
        <p:spPr>
          <a:xfrm>
            <a:off x="2532048" y="2313960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73" name="Trapezoid 72">
            <a:extLst>
              <a:ext uri="{FF2B5EF4-FFF2-40B4-BE49-F238E27FC236}">
                <a16:creationId xmlns:a16="http://schemas.microsoft.com/office/drawing/2014/main" id="{E1B9AFDF-A626-4631-B94C-C5AF58FEA2D6}"/>
              </a:ext>
            </a:extLst>
          </p:cNvPr>
          <p:cNvSpPr/>
          <p:nvPr/>
        </p:nvSpPr>
        <p:spPr>
          <a:xfrm>
            <a:off x="8798558" y="2016771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1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6911A03-E644-45C9-A69C-9713750F686C}"/>
              </a:ext>
            </a:extLst>
          </p:cNvPr>
          <p:cNvSpPr/>
          <p:nvPr/>
        </p:nvSpPr>
        <p:spPr>
          <a:xfrm>
            <a:off x="9104308" y="2253498"/>
            <a:ext cx="867523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igure">
            <a:extLst>
              <a:ext uri="{FF2B5EF4-FFF2-40B4-BE49-F238E27FC236}">
                <a16:creationId xmlns:a16="http://schemas.microsoft.com/office/drawing/2014/main" id="{F42B1C3A-FB31-4113-B21E-84EBE685B942}"/>
              </a:ext>
            </a:extLst>
          </p:cNvPr>
          <p:cNvSpPr/>
          <p:nvPr/>
        </p:nvSpPr>
        <p:spPr>
          <a:xfrm>
            <a:off x="9256322" y="2313960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5EB89AC-65AD-4FF7-8F17-0134DAD8FDD1}"/>
              </a:ext>
            </a:extLst>
          </p:cNvPr>
          <p:cNvGrpSpPr/>
          <p:nvPr/>
        </p:nvGrpSpPr>
        <p:grpSpPr>
          <a:xfrm>
            <a:off x="6200248" y="1504082"/>
            <a:ext cx="2256257" cy="1619470"/>
            <a:chOff x="8821387" y="2778360"/>
            <a:chExt cx="2834640" cy="161947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282F646-E371-4528-8A6C-CC17BEE872EE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3">
                      <a:lumMod val="75000"/>
                    </a:schemeClr>
                  </a:solidFill>
                </a:rPr>
                <a:t>Lorem ipsum</a:t>
              </a:r>
              <a:endParaRPr lang="en-US" sz="2000" b="1" cap="all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BB94A1C-F149-48EC-9405-17E0C37F0BD3}"/>
                </a:ext>
              </a:extLst>
            </p:cNvPr>
            <p:cNvSpPr/>
            <p:nvPr/>
          </p:nvSpPr>
          <p:spPr>
            <a:xfrm>
              <a:off x="8821387" y="3151335"/>
              <a:ext cx="2834640" cy="12464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D2E8CF5-EDFF-4DE3-9BC9-BDAB6D24B08B}"/>
              </a:ext>
            </a:extLst>
          </p:cNvPr>
          <p:cNvGrpSpPr/>
          <p:nvPr/>
        </p:nvGrpSpPr>
        <p:grpSpPr>
          <a:xfrm>
            <a:off x="3735496" y="1504363"/>
            <a:ext cx="2256257" cy="1619470"/>
            <a:chOff x="8821387" y="2778360"/>
            <a:chExt cx="2834640" cy="161947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96AACB2-50F9-4191-8714-9BFAE1C3ABC1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2"/>
                  </a:solidFill>
                </a:rPr>
                <a:t>Lorem ipsum</a:t>
              </a:r>
              <a:endParaRPr lang="en-US" sz="2000" b="1" cap="all">
                <a:solidFill>
                  <a:schemeClr val="accent2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78435B8-73A6-468B-BE8E-481183858588}"/>
                </a:ext>
              </a:extLst>
            </p:cNvPr>
            <p:cNvSpPr/>
            <p:nvPr/>
          </p:nvSpPr>
          <p:spPr>
            <a:xfrm>
              <a:off x="8821387" y="3151335"/>
              <a:ext cx="2834640" cy="12464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92C0C-4C02-4F38-925F-12EA0DCAA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2893187A-2F88-41A7-9D17-8AAD25AA6282}"/>
              </a:ext>
            </a:extLst>
          </p:cNvPr>
          <p:cNvSpPr/>
          <p:nvPr/>
        </p:nvSpPr>
        <p:spPr>
          <a:xfrm>
            <a:off x="7512538" y="3645024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tx1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6449ECDE-9DEE-474C-A730-48CF4C187E66}"/>
              </a:ext>
            </a:extLst>
          </p:cNvPr>
          <p:cNvSpPr/>
          <p:nvPr/>
        </p:nvSpPr>
        <p:spPr>
          <a:xfrm>
            <a:off x="2305155" y="3645024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4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CB43C24-9B9D-4B0C-9F07-63CF7432D9E1}"/>
              </a:ext>
            </a:extLst>
          </p:cNvPr>
          <p:cNvSpPr/>
          <p:nvPr/>
        </p:nvSpPr>
        <p:spPr>
          <a:xfrm>
            <a:off x="7805920" y="3881750"/>
            <a:ext cx="867524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1414F4E-7087-45B5-9F3E-AD70CA88ED3A}"/>
              </a:ext>
            </a:extLst>
          </p:cNvPr>
          <p:cNvSpPr/>
          <p:nvPr/>
        </p:nvSpPr>
        <p:spPr>
          <a:xfrm>
            <a:off x="3518556" y="3881750"/>
            <a:ext cx="867524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igure">
            <a:extLst>
              <a:ext uri="{FF2B5EF4-FFF2-40B4-BE49-F238E27FC236}">
                <a16:creationId xmlns:a16="http://schemas.microsoft.com/office/drawing/2014/main" id="{9316C530-035C-4DE3-A7EC-ADEB99B49E3F}"/>
              </a:ext>
            </a:extLst>
          </p:cNvPr>
          <p:cNvSpPr/>
          <p:nvPr/>
        </p:nvSpPr>
        <p:spPr>
          <a:xfrm>
            <a:off x="7970302" y="3942212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8" name="Figure">
            <a:extLst>
              <a:ext uri="{FF2B5EF4-FFF2-40B4-BE49-F238E27FC236}">
                <a16:creationId xmlns:a16="http://schemas.microsoft.com/office/drawing/2014/main" id="{8EB53984-9999-4325-8782-92458E6526D0}"/>
              </a:ext>
            </a:extLst>
          </p:cNvPr>
          <p:cNvSpPr/>
          <p:nvPr/>
        </p:nvSpPr>
        <p:spPr>
          <a:xfrm>
            <a:off x="3818070" y="3942212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B1DA9BF7-B95E-4CF9-840F-1C8394FD47FC}"/>
              </a:ext>
            </a:extLst>
          </p:cNvPr>
          <p:cNvSpPr/>
          <p:nvPr/>
        </p:nvSpPr>
        <p:spPr>
          <a:xfrm>
            <a:off x="3622826" y="5185487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3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Trapezoid 36">
            <a:extLst>
              <a:ext uri="{FF2B5EF4-FFF2-40B4-BE49-F238E27FC236}">
                <a16:creationId xmlns:a16="http://schemas.microsoft.com/office/drawing/2014/main" id="{650AFEEC-9D18-422A-B5EF-F821C2C7CB18}"/>
              </a:ext>
            </a:extLst>
          </p:cNvPr>
          <p:cNvSpPr/>
          <p:nvPr/>
        </p:nvSpPr>
        <p:spPr>
          <a:xfrm>
            <a:off x="6194867" y="5185487"/>
            <a:ext cx="2374308" cy="594376"/>
          </a:xfrm>
          <a:prstGeom prst="trapezoid">
            <a:avLst>
              <a:gd name="adj" fmla="val 56067"/>
            </a:avLst>
          </a:prstGeom>
          <a:solidFill>
            <a:schemeClr val="accent2"/>
          </a:solidFill>
          <a:ln>
            <a:noFill/>
          </a:ln>
          <a:scene3d>
            <a:camera prst="orthographicFront">
              <a:rot lat="3600000" lon="0" rev="0"/>
            </a:camera>
            <a:lightRig rig="soft" dir="t"/>
          </a:scene3d>
          <a:sp3d extrusionH="635000" contourW="63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2D16A88-DB3B-4E6A-BEFD-0789482F6589}"/>
              </a:ext>
            </a:extLst>
          </p:cNvPr>
          <p:cNvSpPr/>
          <p:nvPr/>
        </p:nvSpPr>
        <p:spPr>
          <a:xfrm>
            <a:off x="4823861" y="5422213"/>
            <a:ext cx="867524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EC920CF-5836-432D-857D-17B27889279F}"/>
              </a:ext>
            </a:extLst>
          </p:cNvPr>
          <p:cNvSpPr/>
          <p:nvPr/>
        </p:nvSpPr>
        <p:spPr>
          <a:xfrm>
            <a:off x="6500617" y="5422214"/>
            <a:ext cx="867523" cy="120923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igure">
            <a:extLst>
              <a:ext uri="{FF2B5EF4-FFF2-40B4-BE49-F238E27FC236}">
                <a16:creationId xmlns:a16="http://schemas.microsoft.com/office/drawing/2014/main" id="{93904987-9F39-4D42-86E7-98CA8C3F69CF}"/>
              </a:ext>
            </a:extLst>
          </p:cNvPr>
          <p:cNvSpPr/>
          <p:nvPr/>
        </p:nvSpPr>
        <p:spPr>
          <a:xfrm>
            <a:off x="5054205" y="5482676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6" name="Figure">
            <a:extLst>
              <a:ext uri="{FF2B5EF4-FFF2-40B4-BE49-F238E27FC236}">
                <a16:creationId xmlns:a16="http://schemas.microsoft.com/office/drawing/2014/main" id="{7670812F-0CF2-45BB-A35E-2A08921D6DB1}"/>
              </a:ext>
            </a:extLst>
          </p:cNvPr>
          <p:cNvSpPr/>
          <p:nvPr/>
        </p:nvSpPr>
        <p:spPr>
          <a:xfrm>
            <a:off x="6734167" y="5482676"/>
            <a:ext cx="403629" cy="1091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2" y="0"/>
                </a:moveTo>
                <a:cubicBezTo>
                  <a:pt x="19341" y="0"/>
                  <a:pt x="18680" y="245"/>
                  <a:pt x="18680" y="530"/>
                </a:cubicBezTo>
                <a:lnTo>
                  <a:pt x="18680" y="3811"/>
                </a:lnTo>
                <a:lnTo>
                  <a:pt x="2865" y="3811"/>
                </a:lnTo>
                <a:lnTo>
                  <a:pt x="2865" y="530"/>
                </a:lnTo>
                <a:cubicBezTo>
                  <a:pt x="2865" y="245"/>
                  <a:pt x="2204" y="0"/>
                  <a:pt x="1433" y="0"/>
                </a:cubicBezTo>
                <a:cubicBezTo>
                  <a:pt x="661" y="0"/>
                  <a:pt x="0" y="245"/>
                  <a:pt x="0" y="530"/>
                </a:cubicBezTo>
                <a:lnTo>
                  <a:pt x="0" y="21070"/>
                </a:lnTo>
                <a:cubicBezTo>
                  <a:pt x="0" y="21355"/>
                  <a:pt x="661" y="21600"/>
                  <a:pt x="1433" y="21600"/>
                </a:cubicBezTo>
                <a:cubicBezTo>
                  <a:pt x="2204" y="21600"/>
                  <a:pt x="2865" y="21355"/>
                  <a:pt x="2865" y="21070"/>
                </a:cubicBezTo>
                <a:lnTo>
                  <a:pt x="2865" y="17789"/>
                </a:lnTo>
                <a:lnTo>
                  <a:pt x="18735" y="17789"/>
                </a:lnTo>
                <a:lnTo>
                  <a:pt x="18735" y="21070"/>
                </a:lnTo>
                <a:cubicBezTo>
                  <a:pt x="18735" y="21355"/>
                  <a:pt x="19396" y="21600"/>
                  <a:pt x="20167" y="21600"/>
                </a:cubicBezTo>
                <a:cubicBezTo>
                  <a:pt x="20939" y="21600"/>
                  <a:pt x="21600" y="21355"/>
                  <a:pt x="21600" y="21070"/>
                </a:cubicBezTo>
                <a:lnTo>
                  <a:pt x="21600" y="530"/>
                </a:lnTo>
                <a:cubicBezTo>
                  <a:pt x="21545" y="245"/>
                  <a:pt x="20939" y="0"/>
                  <a:pt x="20112" y="0"/>
                </a:cubicBezTo>
                <a:close/>
                <a:moveTo>
                  <a:pt x="2865" y="9170"/>
                </a:moveTo>
                <a:lnTo>
                  <a:pt x="18735" y="9170"/>
                </a:lnTo>
                <a:lnTo>
                  <a:pt x="18735" y="12430"/>
                </a:lnTo>
                <a:lnTo>
                  <a:pt x="2865" y="12430"/>
                </a:lnTo>
                <a:lnTo>
                  <a:pt x="2865" y="9170"/>
                </a:lnTo>
                <a:close/>
                <a:moveTo>
                  <a:pt x="18735" y="4870"/>
                </a:moveTo>
                <a:lnTo>
                  <a:pt x="18735" y="8131"/>
                </a:lnTo>
                <a:lnTo>
                  <a:pt x="2865" y="8131"/>
                </a:lnTo>
                <a:lnTo>
                  <a:pt x="2865" y="4870"/>
                </a:lnTo>
                <a:lnTo>
                  <a:pt x="18735" y="4870"/>
                </a:lnTo>
                <a:close/>
                <a:moveTo>
                  <a:pt x="2865" y="16750"/>
                </a:moveTo>
                <a:lnTo>
                  <a:pt x="2865" y="13490"/>
                </a:lnTo>
                <a:lnTo>
                  <a:pt x="18735" y="13490"/>
                </a:lnTo>
                <a:lnTo>
                  <a:pt x="18735" y="16750"/>
                </a:lnTo>
                <a:lnTo>
                  <a:pt x="2865" y="16750"/>
                </a:ln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5B5A221-3E79-4AAC-985A-40A5BBDD5BF3}"/>
              </a:ext>
            </a:extLst>
          </p:cNvPr>
          <p:cNvSpPr/>
          <p:nvPr/>
        </p:nvSpPr>
        <p:spPr>
          <a:xfrm>
            <a:off x="8977968" y="4721140"/>
            <a:ext cx="2834640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da-DK" sz="2000" b="1" cap="all"/>
              <a:t>Lorem ipsum</a:t>
            </a:r>
            <a:endParaRPr lang="en-US" sz="2000" b="1" cap="all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DA89B6C-ABA5-47B3-8D0A-0ED976FD6B2F}"/>
              </a:ext>
            </a:extLst>
          </p:cNvPr>
          <p:cNvSpPr/>
          <p:nvPr/>
        </p:nvSpPr>
        <p:spPr>
          <a:xfrm>
            <a:off x="8977968" y="5094115"/>
            <a:ext cx="28346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 nisl mi egestas lacus pharetra eu diamet.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69E6CBC-B67C-48AC-8A13-CB61B77A09FB}"/>
              </a:ext>
            </a:extLst>
          </p:cNvPr>
          <p:cNvSpPr/>
          <p:nvPr/>
        </p:nvSpPr>
        <p:spPr>
          <a:xfrm>
            <a:off x="379393" y="4721140"/>
            <a:ext cx="2834640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da-DK" sz="2000" b="1" cap="all">
                <a:solidFill>
                  <a:schemeClr val="accent4"/>
                </a:solidFill>
              </a:rPr>
              <a:t>Lorem ipsum</a:t>
            </a:r>
            <a:endParaRPr lang="en-US" sz="2000" b="1" cap="all">
              <a:solidFill>
                <a:schemeClr val="accent4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1850666-E1E1-489C-A176-BFEFCB0B551E}"/>
              </a:ext>
            </a:extLst>
          </p:cNvPr>
          <p:cNvSpPr/>
          <p:nvPr/>
        </p:nvSpPr>
        <p:spPr>
          <a:xfrm>
            <a:off x="379393" y="5094115"/>
            <a:ext cx="28346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 nisl mi egestas lacus pharetra eu diamet.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B111AD5-FFAE-429F-B1A7-99DE1325C7DE}"/>
              </a:ext>
            </a:extLst>
          </p:cNvPr>
          <p:cNvGrpSpPr/>
          <p:nvPr/>
        </p:nvGrpSpPr>
        <p:grpSpPr>
          <a:xfrm>
            <a:off x="9935743" y="3026127"/>
            <a:ext cx="2256257" cy="1619470"/>
            <a:chOff x="8821387" y="2778360"/>
            <a:chExt cx="2834640" cy="161947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E08030A6-9E98-4F02-A4C0-F13BB00D3F9E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2"/>
                  </a:solidFill>
                </a:rPr>
                <a:t>Lorem ipsum</a:t>
              </a:r>
              <a:endParaRPr lang="en-US" sz="2000" b="1" cap="all">
                <a:solidFill>
                  <a:schemeClr val="accent2"/>
                </a:solidFill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B89D554-87F1-4034-8C35-3B2D76FA148A}"/>
                </a:ext>
              </a:extLst>
            </p:cNvPr>
            <p:cNvSpPr/>
            <p:nvPr/>
          </p:nvSpPr>
          <p:spPr>
            <a:xfrm>
              <a:off x="8821387" y="3151335"/>
              <a:ext cx="2834640" cy="12464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3ABCFBE-4812-492F-BF52-6AF09BC27F48}"/>
              </a:ext>
            </a:extLst>
          </p:cNvPr>
          <p:cNvGrpSpPr/>
          <p:nvPr/>
        </p:nvGrpSpPr>
        <p:grpSpPr>
          <a:xfrm>
            <a:off x="0" y="3026127"/>
            <a:ext cx="2256257" cy="1609147"/>
            <a:chOff x="8821387" y="2778360"/>
            <a:chExt cx="2834640" cy="1609147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C88F7D1F-BC44-4984-A00C-314A8AF49439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3">
                      <a:lumMod val="75000"/>
                    </a:schemeClr>
                  </a:solidFill>
                </a:rPr>
                <a:t>Lorem ipsum</a:t>
              </a:r>
              <a:endParaRPr lang="en-US" sz="2000" b="1" cap="all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13996FED-4235-4242-BB36-1DFFA83ADD36}"/>
                </a:ext>
              </a:extLst>
            </p:cNvPr>
            <p:cNvSpPr/>
            <p:nvPr/>
          </p:nvSpPr>
          <p:spPr>
            <a:xfrm>
              <a:off x="8821387" y="3151335"/>
              <a:ext cx="2834640" cy="123617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2" name="Graphic 91" descr="Users">
            <a:extLst>
              <a:ext uri="{FF2B5EF4-FFF2-40B4-BE49-F238E27FC236}">
                <a16:creationId xmlns:a16="http://schemas.microsoft.com/office/drawing/2014/main" id="{31A66328-2BB8-4469-9994-BE5F5065D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29210" y="4541814"/>
            <a:ext cx="653620" cy="653620"/>
          </a:xfrm>
          <a:prstGeom prst="rect">
            <a:avLst/>
          </a:prstGeom>
        </p:spPr>
      </p:pic>
      <p:pic>
        <p:nvPicPr>
          <p:cNvPr id="93" name="Graphic 92" descr="Bullseye">
            <a:extLst>
              <a:ext uri="{FF2B5EF4-FFF2-40B4-BE49-F238E27FC236}">
                <a16:creationId xmlns:a16="http://schemas.microsoft.com/office/drawing/2014/main" id="{F8491860-3C40-47B1-8511-8A3B76D515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1848" y="3036365"/>
            <a:ext cx="653620" cy="653620"/>
          </a:xfrm>
          <a:prstGeom prst="rect">
            <a:avLst/>
          </a:prstGeom>
        </p:spPr>
      </p:pic>
      <p:pic>
        <p:nvPicPr>
          <p:cNvPr id="94" name="Graphic 93" descr="Puzzle">
            <a:extLst>
              <a:ext uri="{FF2B5EF4-FFF2-40B4-BE49-F238E27FC236}">
                <a16:creationId xmlns:a16="http://schemas.microsoft.com/office/drawing/2014/main" id="{8931B5FF-B776-4A48-9E2B-A6B7907A9B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6531" y="3019204"/>
            <a:ext cx="653620" cy="653620"/>
          </a:xfrm>
          <a:prstGeom prst="rect">
            <a:avLst/>
          </a:prstGeom>
        </p:spPr>
      </p:pic>
      <p:pic>
        <p:nvPicPr>
          <p:cNvPr id="95" name="Graphic 94" descr="Head with Gears">
            <a:extLst>
              <a:ext uri="{FF2B5EF4-FFF2-40B4-BE49-F238E27FC236}">
                <a16:creationId xmlns:a16="http://schemas.microsoft.com/office/drawing/2014/main" id="{1503FA2E-312A-4B8E-B4D0-2F74C2DAF2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3472" y="1377051"/>
            <a:ext cx="653620" cy="653620"/>
          </a:xfrm>
          <a:prstGeom prst="rect">
            <a:avLst/>
          </a:prstGeom>
        </p:spPr>
      </p:pic>
      <p:pic>
        <p:nvPicPr>
          <p:cNvPr id="96" name="Graphic 95" descr="Database">
            <a:extLst>
              <a:ext uri="{FF2B5EF4-FFF2-40B4-BE49-F238E27FC236}">
                <a16:creationId xmlns:a16="http://schemas.microsoft.com/office/drawing/2014/main" id="{480C28FB-BDAD-42D8-AE35-480721EECA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94909" y="1377051"/>
            <a:ext cx="653620" cy="653620"/>
          </a:xfrm>
          <a:prstGeom prst="rect">
            <a:avLst/>
          </a:prstGeom>
        </p:spPr>
      </p:pic>
      <p:pic>
        <p:nvPicPr>
          <p:cNvPr id="11" name="Graphic 10" descr="Box trolley">
            <a:extLst>
              <a:ext uri="{FF2B5EF4-FFF2-40B4-BE49-F238E27FC236}">
                <a16:creationId xmlns:a16="http://schemas.microsoft.com/office/drawing/2014/main" id="{AB827177-4D89-42A0-AA7F-C3B35428F7E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5194" y="4541814"/>
            <a:ext cx="658368" cy="658368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0C890CD6-0AA3-437F-A17E-CA66EC5F2F0D}"/>
              </a:ext>
            </a:extLst>
          </p:cNvPr>
          <p:cNvSpPr txBox="1"/>
          <p:nvPr/>
        </p:nvSpPr>
        <p:spPr>
          <a:xfrm>
            <a:off x="4245572" y="4785359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B63C0A-F33C-4954-9050-AE4F99C16636}"/>
              </a:ext>
            </a:extLst>
          </p:cNvPr>
          <p:cNvSpPr txBox="1"/>
          <p:nvPr/>
        </p:nvSpPr>
        <p:spPr>
          <a:xfrm>
            <a:off x="3010635" y="3224968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6DDDD49-1BC4-4A4C-BB5D-9954F976098D}"/>
              </a:ext>
            </a:extLst>
          </p:cNvPr>
          <p:cNvSpPr txBox="1"/>
          <p:nvPr/>
        </p:nvSpPr>
        <p:spPr>
          <a:xfrm>
            <a:off x="8583026" y="3224968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4C41831-0ECB-43AF-A151-2BCD8033CCA7}"/>
              </a:ext>
            </a:extLst>
          </p:cNvPr>
          <p:cNvSpPr txBox="1"/>
          <p:nvPr/>
        </p:nvSpPr>
        <p:spPr>
          <a:xfrm>
            <a:off x="2207568" y="1607655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46B70DA-0752-4CDF-972B-94FEF6858263}"/>
              </a:ext>
            </a:extLst>
          </p:cNvPr>
          <p:cNvSpPr txBox="1"/>
          <p:nvPr/>
        </p:nvSpPr>
        <p:spPr>
          <a:xfrm>
            <a:off x="9382985" y="1607655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870CAB1-254A-4BA7-923C-263BB59FE1AF}"/>
              </a:ext>
            </a:extLst>
          </p:cNvPr>
          <p:cNvSpPr txBox="1"/>
          <p:nvPr/>
        </p:nvSpPr>
        <p:spPr>
          <a:xfrm>
            <a:off x="7409494" y="4785359"/>
            <a:ext cx="601447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AA13C21-9FB8-4D4D-A4A3-62EF9C931F10}"/>
              </a:ext>
            </a:extLst>
          </p:cNvPr>
          <p:cNvGrpSpPr/>
          <p:nvPr/>
        </p:nvGrpSpPr>
        <p:grpSpPr>
          <a:xfrm>
            <a:off x="8592474" y="6176859"/>
            <a:ext cx="2104558" cy="542591"/>
            <a:chOff x="5853028" y="6176859"/>
            <a:chExt cx="2104558" cy="542591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055D9E3-9B08-40B1-8160-7DF8F18AFA20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CDB91744-5568-4766-95E0-C2688ACE4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5445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BB63808B-C70F-4126-8CC7-BE6254A69393}"/>
              </a:ext>
            </a:extLst>
          </p:cNvPr>
          <p:cNvGrpSpPr/>
          <p:nvPr/>
        </p:nvGrpSpPr>
        <p:grpSpPr>
          <a:xfrm>
            <a:off x="4583832" y="1509118"/>
            <a:ext cx="3226525" cy="5029008"/>
            <a:chOff x="4583832" y="1509118"/>
            <a:chExt cx="3226525" cy="5029008"/>
          </a:xfrm>
          <a:solidFill>
            <a:schemeClr val="bg1"/>
          </a:solidFill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2981FE6-E5EC-451E-BBD7-E6A9739E7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0919" y="1509118"/>
              <a:ext cx="2109438" cy="4199249"/>
            </a:xfrm>
            <a:custGeom>
              <a:avLst/>
              <a:gdLst>
                <a:gd name="connsiteX0" fmla="*/ 1352563 w 2109438"/>
                <a:gd name="connsiteY0" fmla="*/ 0 h 4199249"/>
                <a:gd name="connsiteX1" fmla="*/ 1352564 w 2109438"/>
                <a:gd name="connsiteY1" fmla="*/ 1 h 4199249"/>
                <a:gd name="connsiteX2" fmla="*/ 1352564 w 2109438"/>
                <a:gd name="connsiteY2" fmla="*/ 1 h 4199249"/>
                <a:gd name="connsiteX3" fmla="*/ 2109438 w 2109438"/>
                <a:gd name="connsiteY3" fmla="*/ 1747820 h 4199249"/>
                <a:gd name="connsiteX4" fmla="*/ 1794073 w 2109438"/>
                <a:gd name="connsiteY4" fmla="*/ 1918201 h 4199249"/>
                <a:gd name="connsiteX5" fmla="*/ 1794073 w 2109438"/>
                <a:gd name="connsiteY5" fmla="*/ 3920327 h 4199249"/>
                <a:gd name="connsiteX6" fmla="*/ 1296499 w 2109438"/>
                <a:gd name="connsiteY6" fmla="*/ 4199249 h 4199249"/>
                <a:gd name="connsiteX7" fmla="*/ 1296499 w 2109438"/>
                <a:gd name="connsiteY7" fmla="*/ 4199248 h 4199249"/>
                <a:gd name="connsiteX8" fmla="*/ 1296498 w 2109438"/>
                <a:gd name="connsiteY8" fmla="*/ 4199248 h 4199249"/>
                <a:gd name="connsiteX9" fmla="*/ 1296498 w 2109438"/>
                <a:gd name="connsiteY9" fmla="*/ 4199249 h 4199249"/>
                <a:gd name="connsiteX10" fmla="*/ 374233 w 2109438"/>
                <a:gd name="connsiteY10" fmla="*/ 3728305 h 4199249"/>
                <a:gd name="connsiteX11" fmla="*/ 374233 w 2109438"/>
                <a:gd name="connsiteY11" fmla="*/ 1300702 h 4199249"/>
                <a:gd name="connsiteX12" fmla="*/ 0 w 2109438"/>
                <a:gd name="connsiteY12" fmla="*/ 1111484 h 4199249"/>
                <a:gd name="connsiteX13" fmla="*/ 944691 w 2109438"/>
                <a:gd name="connsiteY13" fmla="*/ 225661 h 4199249"/>
                <a:gd name="connsiteX14" fmla="*/ 1298563 w 2109438"/>
                <a:gd name="connsiteY14" fmla="*/ 1053574 h 4199249"/>
                <a:gd name="connsiteX15" fmla="*/ 1691754 w 2109438"/>
                <a:gd name="connsiteY15" fmla="*/ 1973479 h 4199249"/>
                <a:gd name="connsiteX16" fmla="*/ 1691754 w 2109438"/>
                <a:gd name="connsiteY16" fmla="*/ 1973478 h 4199249"/>
                <a:gd name="connsiteX17" fmla="*/ 1298563 w 2109438"/>
                <a:gd name="connsiteY17" fmla="*/ 1053574 h 4199249"/>
                <a:gd name="connsiteX18" fmla="*/ 944691 w 2109438"/>
                <a:gd name="connsiteY18" fmla="*/ 225660 h 419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09438" h="4199249">
                  <a:moveTo>
                    <a:pt x="1352563" y="0"/>
                  </a:moveTo>
                  <a:lnTo>
                    <a:pt x="1352564" y="1"/>
                  </a:lnTo>
                  <a:lnTo>
                    <a:pt x="1352564" y="1"/>
                  </a:lnTo>
                  <a:lnTo>
                    <a:pt x="2109438" y="1747820"/>
                  </a:lnTo>
                  <a:lnTo>
                    <a:pt x="1794073" y="1918201"/>
                  </a:lnTo>
                  <a:lnTo>
                    <a:pt x="1794073" y="3920327"/>
                  </a:lnTo>
                  <a:lnTo>
                    <a:pt x="1296499" y="4199249"/>
                  </a:lnTo>
                  <a:lnTo>
                    <a:pt x="1296499" y="4199248"/>
                  </a:lnTo>
                  <a:lnTo>
                    <a:pt x="1296498" y="4199248"/>
                  </a:lnTo>
                  <a:lnTo>
                    <a:pt x="1296498" y="4199249"/>
                  </a:lnTo>
                  <a:lnTo>
                    <a:pt x="374233" y="3728305"/>
                  </a:lnTo>
                  <a:lnTo>
                    <a:pt x="374233" y="1300702"/>
                  </a:lnTo>
                  <a:lnTo>
                    <a:pt x="0" y="1111484"/>
                  </a:lnTo>
                  <a:lnTo>
                    <a:pt x="944691" y="225661"/>
                  </a:lnTo>
                  <a:lnTo>
                    <a:pt x="1298563" y="1053574"/>
                  </a:lnTo>
                  <a:lnTo>
                    <a:pt x="1691754" y="1973479"/>
                  </a:lnTo>
                  <a:lnTo>
                    <a:pt x="1691754" y="1973478"/>
                  </a:lnTo>
                  <a:lnTo>
                    <a:pt x="1298563" y="1053574"/>
                  </a:lnTo>
                  <a:lnTo>
                    <a:pt x="944691" y="22566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2540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/>
              <a:endParaRPr lang="en-US" baseline="-2500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B882B4D-4CC3-4A86-A0C7-CE6CFE646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8982" y="3548474"/>
              <a:ext cx="1418439" cy="2436013"/>
            </a:xfrm>
            <a:custGeom>
              <a:avLst/>
              <a:gdLst>
                <a:gd name="connsiteX0" fmla="*/ 496174 w 1418439"/>
                <a:gd name="connsiteY0" fmla="*/ 0 h 2436013"/>
                <a:gd name="connsiteX1" fmla="*/ 1418439 w 1418439"/>
                <a:gd name="connsiteY1" fmla="*/ 468140 h 2436013"/>
                <a:gd name="connsiteX2" fmla="*/ 1418439 w 1418439"/>
                <a:gd name="connsiteY2" fmla="*/ 468141 h 2436013"/>
                <a:gd name="connsiteX3" fmla="*/ 1418437 w 1418439"/>
                <a:gd name="connsiteY3" fmla="*/ 468142 h 2436013"/>
                <a:gd name="connsiteX4" fmla="*/ 1418437 w 1418439"/>
                <a:gd name="connsiteY4" fmla="*/ 2159893 h 2436013"/>
                <a:gd name="connsiteX5" fmla="*/ 920865 w 1418439"/>
                <a:gd name="connsiteY5" fmla="*/ 2436011 h 2436013"/>
                <a:gd name="connsiteX6" fmla="*/ 920865 w 1418439"/>
                <a:gd name="connsiteY6" fmla="*/ 2436013 h 2436013"/>
                <a:gd name="connsiteX7" fmla="*/ 920863 w 1418439"/>
                <a:gd name="connsiteY7" fmla="*/ 2436012 h 2436013"/>
                <a:gd name="connsiteX8" fmla="*/ 0 w 1418439"/>
                <a:gd name="connsiteY8" fmla="*/ 1965070 h 2436013"/>
                <a:gd name="connsiteX9" fmla="*/ 0 w 1418439"/>
                <a:gd name="connsiteY9" fmla="*/ 271914 h 2436013"/>
                <a:gd name="connsiteX10" fmla="*/ 1 w 1418439"/>
                <a:gd name="connsiteY10" fmla="*/ 271914 h 2436013"/>
                <a:gd name="connsiteX11" fmla="*/ 0 w 1418439"/>
                <a:gd name="connsiteY11" fmla="*/ 271914 h 2436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439" h="2436013">
                  <a:moveTo>
                    <a:pt x="496174" y="0"/>
                  </a:moveTo>
                  <a:lnTo>
                    <a:pt x="1418439" y="468140"/>
                  </a:lnTo>
                  <a:lnTo>
                    <a:pt x="1418439" y="468141"/>
                  </a:lnTo>
                  <a:lnTo>
                    <a:pt x="1418437" y="468142"/>
                  </a:lnTo>
                  <a:lnTo>
                    <a:pt x="1418437" y="2159893"/>
                  </a:lnTo>
                  <a:lnTo>
                    <a:pt x="920865" y="2436011"/>
                  </a:lnTo>
                  <a:lnTo>
                    <a:pt x="920865" y="2436013"/>
                  </a:lnTo>
                  <a:lnTo>
                    <a:pt x="920863" y="2436012"/>
                  </a:lnTo>
                  <a:lnTo>
                    <a:pt x="0" y="1965070"/>
                  </a:lnTo>
                  <a:lnTo>
                    <a:pt x="0" y="271914"/>
                  </a:lnTo>
                  <a:lnTo>
                    <a:pt x="1" y="271914"/>
                  </a:lnTo>
                  <a:lnTo>
                    <a:pt x="0" y="271914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2540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/>
              <a:endParaRPr lang="en-US" baseline="-2500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D452412-10B9-4149-8EDC-2B68D364F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405" y="4229661"/>
              <a:ext cx="1418440" cy="2029543"/>
            </a:xfrm>
            <a:custGeom>
              <a:avLst/>
              <a:gdLst>
                <a:gd name="connsiteX0" fmla="*/ 497575 w 1418440"/>
                <a:gd name="connsiteY0" fmla="*/ 0 h 2029543"/>
                <a:gd name="connsiteX1" fmla="*/ 497576 w 1418440"/>
                <a:gd name="connsiteY1" fmla="*/ 0 h 2029543"/>
                <a:gd name="connsiteX2" fmla="*/ 804570 w 1418440"/>
                <a:gd name="connsiteY2" fmla="*/ 155600 h 2029543"/>
                <a:gd name="connsiteX3" fmla="*/ 1418439 w 1418440"/>
                <a:gd name="connsiteY3" fmla="*/ 466739 h 2029543"/>
                <a:gd name="connsiteX4" fmla="*/ 1418439 w 1418440"/>
                <a:gd name="connsiteY4" fmla="*/ 466740 h 2029543"/>
                <a:gd name="connsiteX5" fmla="*/ 1276361 w 1418440"/>
                <a:gd name="connsiteY5" fmla="*/ 545583 h 2029543"/>
                <a:gd name="connsiteX6" fmla="*/ 1331665 w 1418440"/>
                <a:gd name="connsiteY6" fmla="*/ 514894 h 2029543"/>
                <a:gd name="connsiteX7" fmla="*/ 1418439 w 1418440"/>
                <a:gd name="connsiteY7" fmla="*/ 466740 h 2029543"/>
                <a:gd name="connsiteX8" fmla="*/ 1418439 w 1418440"/>
                <a:gd name="connsiteY8" fmla="*/ 466740 h 2029543"/>
                <a:gd name="connsiteX9" fmla="*/ 1418440 w 1418440"/>
                <a:gd name="connsiteY9" fmla="*/ 466739 h 2029543"/>
                <a:gd name="connsiteX10" fmla="*/ 1418440 w 1418440"/>
                <a:gd name="connsiteY10" fmla="*/ 466739 h 2029543"/>
                <a:gd name="connsiteX11" fmla="*/ 1418440 w 1418440"/>
                <a:gd name="connsiteY11" fmla="*/ 1754826 h 2029543"/>
                <a:gd name="connsiteX12" fmla="*/ 920866 w 1418440"/>
                <a:gd name="connsiteY12" fmla="*/ 2029543 h 2029543"/>
                <a:gd name="connsiteX13" fmla="*/ 920866 w 1418440"/>
                <a:gd name="connsiteY13" fmla="*/ 2029543 h 2029543"/>
                <a:gd name="connsiteX14" fmla="*/ 920866 w 1418440"/>
                <a:gd name="connsiteY14" fmla="*/ 2029543 h 2029543"/>
                <a:gd name="connsiteX15" fmla="*/ 920866 w 1418440"/>
                <a:gd name="connsiteY15" fmla="*/ 742858 h 2029543"/>
                <a:gd name="connsiteX16" fmla="*/ 920865 w 1418440"/>
                <a:gd name="connsiteY16" fmla="*/ 742859 h 2029543"/>
                <a:gd name="connsiteX17" fmla="*/ 920865 w 1418440"/>
                <a:gd name="connsiteY17" fmla="*/ 2029543 h 2029543"/>
                <a:gd name="connsiteX18" fmla="*/ 0 w 1418440"/>
                <a:gd name="connsiteY18" fmla="*/ 1562805 h 2029543"/>
                <a:gd name="connsiteX19" fmla="*/ 0 w 1418440"/>
                <a:gd name="connsiteY19" fmla="*/ 274718 h 2029543"/>
                <a:gd name="connsiteX20" fmla="*/ 0 w 1418440"/>
                <a:gd name="connsiteY20" fmla="*/ 274718 h 2029543"/>
                <a:gd name="connsiteX21" fmla="*/ 0 w 1418440"/>
                <a:gd name="connsiteY21" fmla="*/ 274717 h 2029543"/>
                <a:gd name="connsiteX22" fmla="*/ 1 w 1418440"/>
                <a:gd name="connsiteY22" fmla="*/ 274718 h 2029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8440" h="2029543">
                  <a:moveTo>
                    <a:pt x="497575" y="0"/>
                  </a:moveTo>
                  <a:lnTo>
                    <a:pt x="497576" y="0"/>
                  </a:lnTo>
                  <a:lnTo>
                    <a:pt x="804570" y="155600"/>
                  </a:lnTo>
                  <a:lnTo>
                    <a:pt x="1418439" y="466739"/>
                  </a:lnTo>
                  <a:lnTo>
                    <a:pt x="1418439" y="466740"/>
                  </a:lnTo>
                  <a:lnTo>
                    <a:pt x="1276361" y="545583"/>
                  </a:lnTo>
                  <a:lnTo>
                    <a:pt x="1331665" y="514894"/>
                  </a:lnTo>
                  <a:lnTo>
                    <a:pt x="1418439" y="466740"/>
                  </a:lnTo>
                  <a:lnTo>
                    <a:pt x="1418439" y="466740"/>
                  </a:lnTo>
                  <a:lnTo>
                    <a:pt x="1418440" y="466739"/>
                  </a:lnTo>
                  <a:lnTo>
                    <a:pt x="1418440" y="466739"/>
                  </a:lnTo>
                  <a:lnTo>
                    <a:pt x="1418440" y="1754826"/>
                  </a:lnTo>
                  <a:lnTo>
                    <a:pt x="920866" y="2029543"/>
                  </a:lnTo>
                  <a:lnTo>
                    <a:pt x="920866" y="2029543"/>
                  </a:lnTo>
                  <a:lnTo>
                    <a:pt x="920866" y="2029543"/>
                  </a:lnTo>
                  <a:lnTo>
                    <a:pt x="920866" y="742858"/>
                  </a:lnTo>
                  <a:lnTo>
                    <a:pt x="920865" y="742859"/>
                  </a:lnTo>
                  <a:lnTo>
                    <a:pt x="920865" y="2029543"/>
                  </a:lnTo>
                  <a:lnTo>
                    <a:pt x="0" y="1562805"/>
                  </a:lnTo>
                  <a:lnTo>
                    <a:pt x="0" y="274718"/>
                  </a:lnTo>
                  <a:lnTo>
                    <a:pt x="0" y="274718"/>
                  </a:lnTo>
                  <a:lnTo>
                    <a:pt x="0" y="274717"/>
                  </a:lnTo>
                  <a:lnTo>
                    <a:pt x="1" y="274718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2540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/>
              <a:endParaRPr lang="en-US" baseline="-250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DF19808-A2D5-4341-8D1A-1E42E5CA1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3832" y="4916453"/>
              <a:ext cx="1418439" cy="1621673"/>
            </a:xfrm>
            <a:custGeom>
              <a:avLst/>
              <a:gdLst>
                <a:gd name="connsiteX0" fmla="*/ 497575 w 1418439"/>
                <a:gd name="connsiteY0" fmla="*/ 0 h 1621673"/>
                <a:gd name="connsiteX1" fmla="*/ 497576 w 1418439"/>
                <a:gd name="connsiteY1" fmla="*/ 0 h 1621673"/>
                <a:gd name="connsiteX2" fmla="*/ 1418439 w 1418439"/>
                <a:gd name="connsiteY2" fmla="*/ 470944 h 1621673"/>
                <a:gd name="connsiteX3" fmla="*/ 1418439 w 1418439"/>
                <a:gd name="connsiteY3" fmla="*/ 1342751 h 1621673"/>
                <a:gd name="connsiteX4" fmla="*/ 1418439 w 1418439"/>
                <a:gd name="connsiteY4" fmla="*/ 1342752 h 1621673"/>
                <a:gd name="connsiteX5" fmla="*/ 922266 w 1418439"/>
                <a:gd name="connsiteY5" fmla="*/ 1621673 h 1621673"/>
                <a:gd name="connsiteX6" fmla="*/ 922265 w 1418439"/>
                <a:gd name="connsiteY6" fmla="*/ 1621673 h 1621673"/>
                <a:gd name="connsiteX7" fmla="*/ 922265 w 1418439"/>
                <a:gd name="connsiteY7" fmla="*/ 1621673 h 1621673"/>
                <a:gd name="connsiteX8" fmla="*/ 922265 w 1418439"/>
                <a:gd name="connsiteY8" fmla="*/ 1621673 h 1621673"/>
                <a:gd name="connsiteX9" fmla="*/ 0 w 1418439"/>
                <a:gd name="connsiteY9" fmla="*/ 1150729 h 1621673"/>
                <a:gd name="connsiteX10" fmla="*/ 0 w 1418439"/>
                <a:gd name="connsiteY10" fmla="*/ 274718 h 1621673"/>
                <a:gd name="connsiteX11" fmla="*/ 0 w 1418439"/>
                <a:gd name="connsiteY11" fmla="*/ 274717 h 1621673"/>
                <a:gd name="connsiteX12" fmla="*/ 1 w 1418439"/>
                <a:gd name="connsiteY12" fmla="*/ 274718 h 1621673"/>
                <a:gd name="connsiteX13" fmla="*/ 2 w 1418439"/>
                <a:gd name="connsiteY13" fmla="*/ 274718 h 1621673"/>
                <a:gd name="connsiteX14" fmla="*/ 0 w 1418439"/>
                <a:gd name="connsiteY14" fmla="*/ 274717 h 1621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8439" h="1621673">
                  <a:moveTo>
                    <a:pt x="497575" y="0"/>
                  </a:moveTo>
                  <a:lnTo>
                    <a:pt x="497576" y="0"/>
                  </a:lnTo>
                  <a:lnTo>
                    <a:pt x="1418439" y="470944"/>
                  </a:lnTo>
                  <a:lnTo>
                    <a:pt x="1418439" y="1342751"/>
                  </a:lnTo>
                  <a:lnTo>
                    <a:pt x="1418439" y="1342752"/>
                  </a:lnTo>
                  <a:lnTo>
                    <a:pt x="922266" y="1621673"/>
                  </a:lnTo>
                  <a:lnTo>
                    <a:pt x="922265" y="1621673"/>
                  </a:lnTo>
                  <a:lnTo>
                    <a:pt x="922265" y="1621673"/>
                  </a:lnTo>
                  <a:lnTo>
                    <a:pt x="922265" y="1621673"/>
                  </a:lnTo>
                  <a:lnTo>
                    <a:pt x="0" y="1150729"/>
                  </a:lnTo>
                  <a:lnTo>
                    <a:pt x="0" y="274718"/>
                  </a:lnTo>
                  <a:lnTo>
                    <a:pt x="0" y="274717"/>
                  </a:lnTo>
                  <a:lnTo>
                    <a:pt x="1" y="274718"/>
                  </a:lnTo>
                  <a:lnTo>
                    <a:pt x="2" y="274718"/>
                  </a:lnTo>
                  <a:lnTo>
                    <a:pt x="0" y="274717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2540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/>
              <a:endParaRPr lang="en-US" baseline="-25000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EAF166B-9EEB-40B9-821A-F43D17DA55D1}"/>
              </a:ext>
            </a:extLst>
          </p:cNvPr>
          <p:cNvGrpSpPr/>
          <p:nvPr/>
        </p:nvGrpSpPr>
        <p:grpSpPr>
          <a:xfrm>
            <a:off x="4583832" y="1509118"/>
            <a:ext cx="3226526" cy="5029008"/>
            <a:chOff x="4597666" y="1772326"/>
            <a:chExt cx="2996668" cy="4670741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C8E5F80B-2FB1-4596-9170-DD40AAB30ACD}"/>
                </a:ext>
              </a:extLst>
            </p:cNvPr>
            <p:cNvGrpSpPr/>
            <p:nvPr/>
          </p:nvGrpSpPr>
          <p:grpSpPr>
            <a:xfrm>
              <a:off x="5635173" y="1772326"/>
              <a:ext cx="1959161" cy="3900094"/>
              <a:chOff x="5635173" y="1772326"/>
              <a:chExt cx="1959161" cy="3900094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43EF9C7-3340-49E6-84DF-6F3178B656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5173" y="1772326"/>
                <a:ext cx="1959160" cy="3900094"/>
              </a:xfrm>
              <a:custGeom>
                <a:avLst/>
                <a:gdLst>
                  <a:gd name="connsiteX0" fmla="*/ 1256206 w 1959160"/>
                  <a:gd name="connsiteY0" fmla="*/ 0 h 3900094"/>
                  <a:gd name="connsiteX1" fmla="*/ 1959160 w 1959160"/>
                  <a:gd name="connsiteY1" fmla="*/ 1623304 h 3900094"/>
                  <a:gd name="connsiteX2" fmla="*/ 1666262 w 1959160"/>
                  <a:gd name="connsiteY2" fmla="*/ 1781547 h 3900094"/>
                  <a:gd name="connsiteX3" fmla="*/ 1666262 w 1959160"/>
                  <a:gd name="connsiteY3" fmla="*/ 3641042 h 3900094"/>
                  <a:gd name="connsiteX4" fmla="*/ 1204135 w 1959160"/>
                  <a:gd name="connsiteY4" fmla="*/ 3900093 h 3900094"/>
                  <a:gd name="connsiteX5" fmla="*/ 1204135 w 1959160"/>
                  <a:gd name="connsiteY5" fmla="*/ 1645434 h 3900094"/>
                  <a:gd name="connsiteX6" fmla="*/ 1204135 w 1959160"/>
                  <a:gd name="connsiteY6" fmla="*/ 1645434 h 3900094"/>
                  <a:gd name="connsiteX7" fmla="*/ 1204135 w 1959160"/>
                  <a:gd name="connsiteY7" fmla="*/ 3900094 h 3900094"/>
                  <a:gd name="connsiteX8" fmla="*/ 347572 w 1959160"/>
                  <a:gd name="connsiteY8" fmla="*/ 3462700 h 3900094"/>
                  <a:gd name="connsiteX9" fmla="*/ 347572 w 1959160"/>
                  <a:gd name="connsiteY9" fmla="*/ 1208040 h 3900094"/>
                  <a:gd name="connsiteX10" fmla="*/ 0 w 1959160"/>
                  <a:gd name="connsiteY10" fmla="*/ 1032302 h 3900094"/>
                  <a:gd name="connsiteX11" fmla="*/ 877391 w 1959160"/>
                  <a:gd name="connsiteY11" fmla="*/ 209585 h 3900094"/>
                  <a:gd name="connsiteX12" fmla="*/ 1571233 w 1959160"/>
                  <a:gd name="connsiteY12" fmla="*/ 1832887 h 3900094"/>
                  <a:gd name="connsiteX13" fmla="*/ 1571233 w 1959160"/>
                  <a:gd name="connsiteY13" fmla="*/ 1832888 h 3900094"/>
                  <a:gd name="connsiteX14" fmla="*/ 877391 w 1959160"/>
                  <a:gd name="connsiteY14" fmla="*/ 209584 h 3900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59160" h="3900094">
                    <a:moveTo>
                      <a:pt x="1256206" y="0"/>
                    </a:moveTo>
                    <a:lnTo>
                      <a:pt x="1959160" y="1623304"/>
                    </a:lnTo>
                    <a:lnTo>
                      <a:pt x="1666262" y="1781547"/>
                    </a:lnTo>
                    <a:lnTo>
                      <a:pt x="1666262" y="3641042"/>
                    </a:lnTo>
                    <a:lnTo>
                      <a:pt x="1204135" y="3900093"/>
                    </a:lnTo>
                    <a:lnTo>
                      <a:pt x="1204135" y="1645434"/>
                    </a:lnTo>
                    <a:lnTo>
                      <a:pt x="1204135" y="1645434"/>
                    </a:lnTo>
                    <a:lnTo>
                      <a:pt x="1204135" y="3900094"/>
                    </a:lnTo>
                    <a:lnTo>
                      <a:pt x="347572" y="3462700"/>
                    </a:lnTo>
                    <a:lnTo>
                      <a:pt x="347572" y="1208040"/>
                    </a:lnTo>
                    <a:lnTo>
                      <a:pt x="0" y="1032302"/>
                    </a:lnTo>
                    <a:lnTo>
                      <a:pt x="877391" y="209585"/>
                    </a:lnTo>
                    <a:lnTo>
                      <a:pt x="1571233" y="1832887"/>
                    </a:lnTo>
                    <a:lnTo>
                      <a:pt x="1571233" y="1832888"/>
                    </a:lnTo>
                    <a:lnTo>
                      <a:pt x="877391" y="20958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95" name="Freeform 9">
                <a:extLst>
                  <a:ext uri="{FF2B5EF4-FFF2-40B4-BE49-F238E27FC236}">
                    <a16:creationId xmlns:a16="http://schemas.microsoft.com/office/drawing/2014/main" id="{116B2BD2-FD1D-42C7-AF2F-135D009AD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39309" y="3417760"/>
                <a:ext cx="462127" cy="2254660"/>
              </a:xfrm>
              <a:custGeom>
                <a:avLst/>
                <a:gdLst>
                  <a:gd name="T0" fmla="*/ 355 w 355"/>
                  <a:gd name="T1" fmla="*/ 1533 h 1732"/>
                  <a:gd name="T2" fmla="*/ 355 w 355"/>
                  <a:gd name="T3" fmla="*/ 104 h 1732"/>
                  <a:gd name="T4" fmla="*/ 282 w 355"/>
                  <a:gd name="T5" fmla="*/ 144 h 1732"/>
                  <a:gd name="T6" fmla="*/ 0 w 355"/>
                  <a:gd name="T7" fmla="*/ 0 h 1732"/>
                  <a:gd name="T8" fmla="*/ 0 w 355"/>
                  <a:gd name="T9" fmla="*/ 1732 h 1732"/>
                  <a:gd name="T10" fmla="*/ 355 w 355"/>
                  <a:gd name="T11" fmla="*/ 1533 h 1732"/>
                  <a:gd name="T12" fmla="*/ 355 w 355"/>
                  <a:gd name="T13" fmla="*/ 1533 h 17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5" h="1732">
                    <a:moveTo>
                      <a:pt x="355" y="1533"/>
                    </a:moveTo>
                    <a:lnTo>
                      <a:pt x="355" y="104"/>
                    </a:lnTo>
                    <a:lnTo>
                      <a:pt x="282" y="144"/>
                    </a:lnTo>
                    <a:lnTo>
                      <a:pt x="0" y="0"/>
                    </a:lnTo>
                    <a:lnTo>
                      <a:pt x="0" y="1732"/>
                    </a:lnTo>
                    <a:lnTo>
                      <a:pt x="355" y="1533"/>
                    </a:lnTo>
                    <a:lnTo>
                      <a:pt x="355" y="1533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0">
                <a:extLst>
                  <a:ext uri="{FF2B5EF4-FFF2-40B4-BE49-F238E27FC236}">
                    <a16:creationId xmlns:a16="http://schemas.microsoft.com/office/drawing/2014/main" id="{DE9BA2D5-06FC-4726-B97D-10F05F245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12565" y="1772327"/>
                <a:ext cx="1081769" cy="1832888"/>
              </a:xfrm>
              <a:custGeom>
                <a:avLst/>
                <a:gdLst>
                  <a:gd name="T0" fmla="*/ 291 w 831"/>
                  <a:gd name="T1" fmla="*/ 0 h 1408"/>
                  <a:gd name="T2" fmla="*/ 0 w 831"/>
                  <a:gd name="T3" fmla="*/ 161 h 1408"/>
                  <a:gd name="T4" fmla="*/ 533 w 831"/>
                  <a:gd name="T5" fmla="*/ 1408 h 1408"/>
                  <a:gd name="T6" fmla="*/ 831 w 831"/>
                  <a:gd name="T7" fmla="*/ 1247 h 1408"/>
                  <a:gd name="T8" fmla="*/ 291 w 831"/>
                  <a:gd name="T9" fmla="*/ 0 h 1408"/>
                  <a:gd name="T10" fmla="*/ 291 w 831"/>
                  <a:gd name="T11" fmla="*/ 0 h 14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1" h="1408">
                    <a:moveTo>
                      <a:pt x="291" y="0"/>
                    </a:moveTo>
                    <a:lnTo>
                      <a:pt x="0" y="161"/>
                    </a:lnTo>
                    <a:lnTo>
                      <a:pt x="533" y="1408"/>
                    </a:lnTo>
                    <a:lnTo>
                      <a:pt x="831" y="1247"/>
                    </a:lnTo>
                    <a:lnTo>
                      <a:pt x="291" y="0"/>
                    </a:lnTo>
                    <a:lnTo>
                      <a:pt x="291" y="0"/>
                    </a:ln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7F032E05-17AE-403F-912B-CBB199D9BE13}"/>
                </a:ext>
              </a:extLst>
            </p:cNvPr>
            <p:cNvGrpSpPr/>
            <p:nvPr/>
          </p:nvGrpSpPr>
          <p:grpSpPr>
            <a:xfrm>
              <a:off x="5521921" y="3666398"/>
              <a:ext cx="1317389" cy="2262471"/>
              <a:chOff x="5521921" y="3666398"/>
              <a:chExt cx="1317389" cy="2262471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ABF2BFAF-6DDD-4268-AF16-284A467BC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1921" y="3666398"/>
                <a:ext cx="1317389" cy="2262471"/>
              </a:xfrm>
              <a:custGeom>
                <a:avLst/>
                <a:gdLst>
                  <a:gd name="connsiteX0" fmla="*/ 460826 w 1317389"/>
                  <a:gd name="connsiteY0" fmla="*/ 0 h 2262471"/>
                  <a:gd name="connsiteX1" fmla="*/ 1317389 w 1317389"/>
                  <a:gd name="connsiteY1" fmla="*/ 434790 h 2262471"/>
                  <a:gd name="connsiteX2" fmla="*/ 1317387 w 1317389"/>
                  <a:gd name="connsiteY2" fmla="*/ 434791 h 2262471"/>
                  <a:gd name="connsiteX3" fmla="*/ 1317387 w 1317389"/>
                  <a:gd name="connsiteY3" fmla="*/ 2006022 h 2262471"/>
                  <a:gd name="connsiteX4" fmla="*/ 855262 w 1317389"/>
                  <a:gd name="connsiteY4" fmla="*/ 2262469 h 2262471"/>
                  <a:gd name="connsiteX5" fmla="*/ 855262 w 1317389"/>
                  <a:gd name="connsiteY5" fmla="*/ 2262471 h 2262471"/>
                  <a:gd name="connsiteX6" fmla="*/ 855260 w 1317389"/>
                  <a:gd name="connsiteY6" fmla="*/ 2262470 h 2262471"/>
                  <a:gd name="connsiteX7" fmla="*/ 855260 w 1317389"/>
                  <a:gd name="connsiteY7" fmla="*/ 2262470 h 2262471"/>
                  <a:gd name="connsiteX8" fmla="*/ 855260 w 1317389"/>
                  <a:gd name="connsiteY8" fmla="*/ 2262470 h 2262471"/>
                  <a:gd name="connsiteX9" fmla="*/ 0 w 1317389"/>
                  <a:gd name="connsiteY9" fmla="*/ 1825078 h 2262471"/>
                  <a:gd name="connsiteX10" fmla="*/ 0 w 1317389"/>
                  <a:gd name="connsiteY10" fmla="*/ 252543 h 2262471"/>
                  <a:gd name="connsiteX11" fmla="*/ 855261 w 1317389"/>
                  <a:gd name="connsiteY11" fmla="*/ 691238 h 2262471"/>
                  <a:gd name="connsiteX12" fmla="*/ 855261 w 1317389"/>
                  <a:gd name="connsiteY12" fmla="*/ 691238 h 2262471"/>
                  <a:gd name="connsiteX13" fmla="*/ 0 w 1317389"/>
                  <a:gd name="connsiteY13" fmla="*/ 252543 h 2262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17389" h="2262471">
                    <a:moveTo>
                      <a:pt x="460826" y="0"/>
                    </a:moveTo>
                    <a:lnTo>
                      <a:pt x="1317389" y="434790"/>
                    </a:lnTo>
                    <a:lnTo>
                      <a:pt x="1317387" y="434791"/>
                    </a:lnTo>
                    <a:lnTo>
                      <a:pt x="1317387" y="2006022"/>
                    </a:lnTo>
                    <a:lnTo>
                      <a:pt x="855262" y="2262469"/>
                    </a:lnTo>
                    <a:lnTo>
                      <a:pt x="855262" y="2262471"/>
                    </a:lnTo>
                    <a:lnTo>
                      <a:pt x="855260" y="2262470"/>
                    </a:lnTo>
                    <a:lnTo>
                      <a:pt x="855260" y="2262470"/>
                    </a:lnTo>
                    <a:lnTo>
                      <a:pt x="855260" y="2262470"/>
                    </a:lnTo>
                    <a:lnTo>
                      <a:pt x="0" y="1825078"/>
                    </a:lnTo>
                    <a:lnTo>
                      <a:pt x="0" y="252543"/>
                    </a:lnTo>
                    <a:lnTo>
                      <a:pt x="855261" y="691238"/>
                    </a:lnTo>
                    <a:lnTo>
                      <a:pt x="855261" y="691238"/>
                    </a:lnTo>
                    <a:lnTo>
                      <a:pt x="0" y="2525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91" name="Freeform 12">
                <a:extLst>
                  <a:ext uri="{FF2B5EF4-FFF2-40B4-BE49-F238E27FC236}">
                    <a16:creationId xmlns:a16="http://schemas.microsoft.com/office/drawing/2014/main" id="{506B71F1-EC01-4904-8CA9-DC01679BE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1921" y="3666398"/>
                <a:ext cx="1317389" cy="691238"/>
              </a:xfrm>
              <a:custGeom>
                <a:avLst/>
                <a:gdLst>
                  <a:gd name="T0" fmla="*/ 1012 w 1012"/>
                  <a:gd name="T1" fmla="*/ 334 h 531"/>
                  <a:gd name="T2" fmla="*/ 354 w 1012"/>
                  <a:gd name="T3" fmla="*/ 0 h 531"/>
                  <a:gd name="T4" fmla="*/ 0 w 1012"/>
                  <a:gd name="T5" fmla="*/ 194 h 531"/>
                  <a:gd name="T6" fmla="*/ 657 w 1012"/>
                  <a:gd name="T7" fmla="*/ 531 h 531"/>
                  <a:gd name="T8" fmla="*/ 1012 w 1012"/>
                  <a:gd name="T9" fmla="*/ 334 h 531"/>
                  <a:gd name="T10" fmla="*/ 1012 w 1012"/>
                  <a:gd name="T11" fmla="*/ 334 h 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12" h="531">
                    <a:moveTo>
                      <a:pt x="1012" y="334"/>
                    </a:moveTo>
                    <a:lnTo>
                      <a:pt x="354" y="0"/>
                    </a:lnTo>
                    <a:lnTo>
                      <a:pt x="0" y="194"/>
                    </a:lnTo>
                    <a:lnTo>
                      <a:pt x="657" y="531"/>
                    </a:lnTo>
                    <a:lnTo>
                      <a:pt x="1012" y="334"/>
                    </a:lnTo>
                    <a:lnTo>
                      <a:pt x="1012" y="334"/>
                    </a:ln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4">
                <a:extLst>
                  <a:ext uri="{FF2B5EF4-FFF2-40B4-BE49-F238E27FC236}">
                    <a16:creationId xmlns:a16="http://schemas.microsoft.com/office/drawing/2014/main" id="{16BB68BB-4A4F-4F8E-973C-5964CD1786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7181" y="4101188"/>
                <a:ext cx="462127" cy="1827680"/>
              </a:xfrm>
              <a:custGeom>
                <a:avLst/>
                <a:gdLst>
                  <a:gd name="T0" fmla="*/ 355 w 355"/>
                  <a:gd name="T1" fmla="*/ 1207 h 1404"/>
                  <a:gd name="T2" fmla="*/ 355 w 355"/>
                  <a:gd name="T3" fmla="*/ 0 h 1404"/>
                  <a:gd name="T4" fmla="*/ 0 w 355"/>
                  <a:gd name="T5" fmla="*/ 197 h 1404"/>
                  <a:gd name="T6" fmla="*/ 0 w 355"/>
                  <a:gd name="T7" fmla="*/ 1404 h 1404"/>
                  <a:gd name="T8" fmla="*/ 355 w 355"/>
                  <a:gd name="T9" fmla="*/ 1207 h 1404"/>
                  <a:gd name="T10" fmla="*/ 355 w 355"/>
                  <a:gd name="T11" fmla="*/ 1207 h 14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5" h="1404">
                    <a:moveTo>
                      <a:pt x="355" y="1207"/>
                    </a:moveTo>
                    <a:lnTo>
                      <a:pt x="355" y="0"/>
                    </a:lnTo>
                    <a:lnTo>
                      <a:pt x="0" y="197"/>
                    </a:lnTo>
                    <a:lnTo>
                      <a:pt x="0" y="1404"/>
                    </a:lnTo>
                    <a:lnTo>
                      <a:pt x="355" y="1207"/>
                    </a:lnTo>
                    <a:lnTo>
                      <a:pt x="355" y="1207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46CEFBB-70D4-4499-9AC6-9C871CFDF51D}"/>
                </a:ext>
              </a:extLst>
            </p:cNvPr>
            <p:cNvGrpSpPr/>
            <p:nvPr/>
          </p:nvGrpSpPr>
          <p:grpSpPr>
            <a:xfrm>
              <a:off x="5059792" y="4299057"/>
              <a:ext cx="1317390" cy="1884958"/>
              <a:chOff x="5059792" y="4299057"/>
              <a:chExt cx="1317390" cy="1884958"/>
            </a:xfrm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53B7C93-B2A0-4404-99AE-13F5A82A2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9792" y="4299057"/>
                <a:ext cx="1317390" cy="1884958"/>
              </a:xfrm>
              <a:custGeom>
                <a:avLst/>
                <a:gdLst>
                  <a:gd name="connsiteX0" fmla="*/ 462128 w 1317390"/>
                  <a:gd name="connsiteY0" fmla="*/ 0 h 1884958"/>
                  <a:gd name="connsiteX1" fmla="*/ 1317389 w 1317390"/>
                  <a:gd name="connsiteY1" fmla="*/ 433489 h 1884958"/>
                  <a:gd name="connsiteX2" fmla="*/ 1173315 w 1317390"/>
                  <a:gd name="connsiteY2" fmla="*/ 513440 h 1884958"/>
                  <a:gd name="connsiteX3" fmla="*/ 1317390 w 1317390"/>
                  <a:gd name="connsiteY3" fmla="*/ 433488 h 1884958"/>
                  <a:gd name="connsiteX4" fmla="*/ 1317390 w 1317390"/>
                  <a:gd name="connsiteY4" fmla="*/ 1629812 h 1884958"/>
                  <a:gd name="connsiteX5" fmla="*/ 855263 w 1317390"/>
                  <a:gd name="connsiteY5" fmla="*/ 1884958 h 1884958"/>
                  <a:gd name="connsiteX6" fmla="*/ 855263 w 1317390"/>
                  <a:gd name="connsiteY6" fmla="*/ 689936 h 1884958"/>
                  <a:gd name="connsiteX7" fmla="*/ 855262 w 1317390"/>
                  <a:gd name="connsiteY7" fmla="*/ 689937 h 1884958"/>
                  <a:gd name="connsiteX8" fmla="*/ 855262 w 1317390"/>
                  <a:gd name="connsiteY8" fmla="*/ 1884958 h 1884958"/>
                  <a:gd name="connsiteX9" fmla="*/ 0 w 1317390"/>
                  <a:gd name="connsiteY9" fmla="*/ 1451470 h 1884958"/>
                  <a:gd name="connsiteX10" fmla="*/ 0 w 1317390"/>
                  <a:gd name="connsiteY10" fmla="*/ 255147 h 1884958"/>
                  <a:gd name="connsiteX11" fmla="*/ 0 w 1317390"/>
                  <a:gd name="connsiteY11" fmla="*/ 255146 h 1884958"/>
                  <a:gd name="connsiteX12" fmla="*/ 1 w 1317390"/>
                  <a:gd name="connsiteY12" fmla="*/ 255147 h 188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17390" h="1884958">
                    <a:moveTo>
                      <a:pt x="462128" y="0"/>
                    </a:moveTo>
                    <a:lnTo>
                      <a:pt x="1317389" y="433489"/>
                    </a:lnTo>
                    <a:lnTo>
                      <a:pt x="1173315" y="513440"/>
                    </a:lnTo>
                    <a:lnTo>
                      <a:pt x="1317390" y="433488"/>
                    </a:lnTo>
                    <a:lnTo>
                      <a:pt x="1317390" y="1629812"/>
                    </a:lnTo>
                    <a:lnTo>
                      <a:pt x="855263" y="1884958"/>
                    </a:lnTo>
                    <a:lnTo>
                      <a:pt x="855263" y="689936"/>
                    </a:lnTo>
                    <a:lnTo>
                      <a:pt x="855262" y="689937"/>
                    </a:lnTo>
                    <a:lnTo>
                      <a:pt x="855262" y="1884958"/>
                    </a:lnTo>
                    <a:lnTo>
                      <a:pt x="0" y="1451470"/>
                    </a:lnTo>
                    <a:lnTo>
                      <a:pt x="0" y="255147"/>
                    </a:lnTo>
                    <a:lnTo>
                      <a:pt x="0" y="255146"/>
                    </a:lnTo>
                    <a:lnTo>
                      <a:pt x="1" y="25514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449B307C-FABE-49DE-B3EE-73585AD989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59792" y="4299057"/>
                <a:ext cx="1317389" cy="689937"/>
              </a:xfrm>
              <a:custGeom>
                <a:avLst/>
                <a:gdLst>
                  <a:gd name="T0" fmla="*/ 1012 w 1012"/>
                  <a:gd name="T1" fmla="*/ 333 h 530"/>
                  <a:gd name="T2" fmla="*/ 355 w 1012"/>
                  <a:gd name="T3" fmla="*/ 0 h 530"/>
                  <a:gd name="T4" fmla="*/ 0 w 1012"/>
                  <a:gd name="T5" fmla="*/ 196 h 530"/>
                  <a:gd name="T6" fmla="*/ 657 w 1012"/>
                  <a:gd name="T7" fmla="*/ 530 h 530"/>
                  <a:gd name="T8" fmla="*/ 1012 w 1012"/>
                  <a:gd name="T9" fmla="*/ 333 h 530"/>
                  <a:gd name="T10" fmla="*/ 1012 w 1012"/>
                  <a:gd name="T11" fmla="*/ 333 h 5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12" h="530">
                    <a:moveTo>
                      <a:pt x="1012" y="333"/>
                    </a:moveTo>
                    <a:lnTo>
                      <a:pt x="355" y="0"/>
                    </a:lnTo>
                    <a:lnTo>
                      <a:pt x="0" y="196"/>
                    </a:lnTo>
                    <a:lnTo>
                      <a:pt x="657" y="530"/>
                    </a:lnTo>
                    <a:lnTo>
                      <a:pt x="1012" y="333"/>
                    </a:lnTo>
                    <a:lnTo>
                      <a:pt x="1012" y="333"/>
                    </a:ln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E3134B7F-4809-404F-ACE7-09CB117071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5055" y="4732545"/>
                <a:ext cx="462127" cy="1451470"/>
              </a:xfrm>
              <a:custGeom>
                <a:avLst/>
                <a:gdLst>
                  <a:gd name="T0" fmla="*/ 355 w 355"/>
                  <a:gd name="T1" fmla="*/ 919 h 1115"/>
                  <a:gd name="T2" fmla="*/ 355 w 355"/>
                  <a:gd name="T3" fmla="*/ 0 h 1115"/>
                  <a:gd name="T4" fmla="*/ 0 w 355"/>
                  <a:gd name="T5" fmla="*/ 197 h 1115"/>
                  <a:gd name="T6" fmla="*/ 0 w 355"/>
                  <a:gd name="T7" fmla="*/ 1115 h 1115"/>
                  <a:gd name="T8" fmla="*/ 355 w 355"/>
                  <a:gd name="T9" fmla="*/ 919 h 1115"/>
                  <a:gd name="T10" fmla="*/ 355 w 355"/>
                  <a:gd name="T11" fmla="*/ 919 h 1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5" h="1115">
                    <a:moveTo>
                      <a:pt x="355" y="919"/>
                    </a:moveTo>
                    <a:lnTo>
                      <a:pt x="355" y="0"/>
                    </a:lnTo>
                    <a:lnTo>
                      <a:pt x="0" y="197"/>
                    </a:lnTo>
                    <a:lnTo>
                      <a:pt x="0" y="1115"/>
                    </a:lnTo>
                    <a:lnTo>
                      <a:pt x="355" y="919"/>
                    </a:lnTo>
                    <a:lnTo>
                      <a:pt x="355" y="919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62AFA01-FF28-435A-8843-C245D16FF11E}"/>
                </a:ext>
              </a:extLst>
            </p:cNvPr>
            <p:cNvGrpSpPr/>
            <p:nvPr/>
          </p:nvGrpSpPr>
          <p:grpSpPr>
            <a:xfrm>
              <a:off x="4597666" y="4936922"/>
              <a:ext cx="1317389" cy="1506145"/>
              <a:chOff x="4597666" y="4936922"/>
              <a:chExt cx="1317389" cy="1506145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A5BD708B-FF1C-45AD-A968-A76EA675B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7666" y="4936922"/>
                <a:ext cx="1317389" cy="1506145"/>
              </a:xfrm>
              <a:custGeom>
                <a:avLst/>
                <a:gdLst>
                  <a:gd name="connsiteX0" fmla="*/ 462128 w 1317389"/>
                  <a:gd name="connsiteY0" fmla="*/ 0 h 1506145"/>
                  <a:gd name="connsiteX1" fmla="*/ 1317389 w 1317389"/>
                  <a:gd name="connsiteY1" fmla="*/ 437394 h 1506145"/>
                  <a:gd name="connsiteX2" fmla="*/ 856563 w 1317389"/>
                  <a:gd name="connsiteY2" fmla="*/ 692540 h 1506145"/>
                  <a:gd name="connsiteX3" fmla="*/ 856563 w 1317389"/>
                  <a:gd name="connsiteY3" fmla="*/ 692541 h 1506145"/>
                  <a:gd name="connsiteX4" fmla="*/ 1317389 w 1317389"/>
                  <a:gd name="connsiteY4" fmla="*/ 437394 h 1506145"/>
                  <a:gd name="connsiteX5" fmla="*/ 1317389 w 1317389"/>
                  <a:gd name="connsiteY5" fmla="*/ 1247094 h 1506145"/>
                  <a:gd name="connsiteX6" fmla="*/ 856563 w 1317389"/>
                  <a:gd name="connsiteY6" fmla="*/ 1506145 h 1506145"/>
                  <a:gd name="connsiteX7" fmla="*/ 0 w 1317389"/>
                  <a:gd name="connsiteY7" fmla="*/ 1068751 h 1506145"/>
                  <a:gd name="connsiteX8" fmla="*/ 0 w 1317389"/>
                  <a:gd name="connsiteY8" fmla="*/ 255147 h 1506145"/>
                  <a:gd name="connsiteX9" fmla="*/ 0 w 1317389"/>
                  <a:gd name="connsiteY9" fmla="*/ 255146 h 1506145"/>
                  <a:gd name="connsiteX10" fmla="*/ 1 w 1317389"/>
                  <a:gd name="connsiteY10" fmla="*/ 255147 h 1506145"/>
                  <a:gd name="connsiteX0" fmla="*/ 462128 w 1317389"/>
                  <a:gd name="connsiteY0" fmla="*/ 0 h 1506145"/>
                  <a:gd name="connsiteX1" fmla="*/ 1317389 w 1317389"/>
                  <a:gd name="connsiteY1" fmla="*/ 437394 h 1506145"/>
                  <a:gd name="connsiteX2" fmla="*/ 856563 w 1317389"/>
                  <a:gd name="connsiteY2" fmla="*/ 692540 h 1506145"/>
                  <a:gd name="connsiteX3" fmla="*/ 1317389 w 1317389"/>
                  <a:gd name="connsiteY3" fmla="*/ 437394 h 1506145"/>
                  <a:gd name="connsiteX4" fmla="*/ 1317389 w 1317389"/>
                  <a:gd name="connsiteY4" fmla="*/ 1247094 h 1506145"/>
                  <a:gd name="connsiteX5" fmla="*/ 856563 w 1317389"/>
                  <a:gd name="connsiteY5" fmla="*/ 1506145 h 1506145"/>
                  <a:gd name="connsiteX6" fmla="*/ 0 w 1317389"/>
                  <a:gd name="connsiteY6" fmla="*/ 1068751 h 1506145"/>
                  <a:gd name="connsiteX7" fmla="*/ 0 w 1317389"/>
                  <a:gd name="connsiteY7" fmla="*/ 255147 h 1506145"/>
                  <a:gd name="connsiteX8" fmla="*/ 0 w 1317389"/>
                  <a:gd name="connsiteY8" fmla="*/ 255146 h 1506145"/>
                  <a:gd name="connsiteX9" fmla="*/ 1 w 1317389"/>
                  <a:gd name="connsiteY9" fmla="*/ 255147 h 1506145"/>
                  <a:gd name="connsiteX10" fmla="*/ 462128 w 1317389"/>
                  <a:gd name="connsiteY10" fmla="*/ 0 h 1506145"/>
                  <a:gd name="connsiteX0" fmla="*/ 462128 w 1317389"/>
                  <a:gd name="connsiteY0" fmla="*/ 0 h 1506145"/>
                  <a:gd name="connsiteX1" fmla="*/ 1317389 w 1317389"/>
                  <a:gd name="connsiteY1" fmla="*/ 437394 h 1506145"/>
                  <a:gd name="connsiteX2" fmla="*/ 1317389 w 1317389"/>
                  <a:gd name="connsiteY2" fmla="*/ 437394 h 1506145"/>
                  <a:gd name="connsiteX3" fmla="*/ 1317389 w 1317389"/>
                  <a:gd name="connsiteY3" fmla="*/ 1247094 h 1506145"/>
                  <a:gd name="connsiteX4" fmla="*/ 856563 w 1317389"/>
                  <a:gd name="connsiteY4" fmla="*/ 1506145 h 1506145"/>
                  <a:gd name="connsiteX5" fmla="*/ 0 w 1317389"/>
                  <a:gd name="connsiteY5" fmla="*/ 1068751 h 1506145"/>
                  <a:gd name="connsiteX6" fmla="*/ 0 w 1317389"/>
                  <a:gd name="connsiteY6" fmla="*/ 255147 h 1506145"/>
                  <a:gd name="connsiteX7" fmla="*/ 0 w 1317389"/>
                  <a:gd name="connsiteY7" fmla="*/ 255146 h 1506145"/>
                  <a:gd name="connsiteX8" fmla="*/ 1 w 1317389"/>
                  <a:gd name="connsiteY8" fmla="*/ 255147 h 1506145"/>
                  <a:gd name="connsiteX9" fmla="*/ 462128 w 1317389"/>
                  <a:gd name="connsiteY9" fmla="*/ 0 h 1506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17389" h="1506145">
                    <a:moveTo>
                      <a:pt x="462128" y="0"/>
                    </a:moveTo>
                    <a:lnTo>
                      <a:pt x="1317389" y="437394"/>
                    </a:lnTo>
                    <a:lnTo>
                      <a:pt x="1317389" y="437394"/>
                    </a:lnTo>
                    <a:lnTo>
                      <a:pt x="1317389" y="1247094"/>
                    </a:lnTo>
                    <a:lnTo>
                      <a:pt x="856563" y="1506145"/>
                    </a:lnTo>
                    <a:lnTo>
                      <a:pt x="0" y="1068751"/>
                    </a:lnTo>
                    <a:lnTo>
                      <a:pt x="0" y="255147"/>
                    </a:lnTo>
                    <a:lnTo>
                      <a:pt x="0" y="255146"/>
                    </a:lnTo>
                    <a:lnTo>
                      <a:pt x="1" y="255147"/>
                    </a:lnTo>
                    <a:lnTo>
                      <a:pt x="462128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7" name="Freeform 18">
                <a:extLst>
                  <a:ext uri="{FF2B5EF4-FFF2-40B4-BE49-F238E27FC236}">
                    <a16:creationId xmlns:a16="http://schemas.microsoft.com/office/drawing/2014/main" id="{61EF2717-32B9-4630-A218-68082FE26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7666" y="4936922"/>
                <a:ext cx="1317389" cy="692540"/>
              </a:xfrm>
              <a:custGeom>
                <a:avLst/>
                <a:gdLst>
                  <a:gd name="T0" fmla="*/ 1012 w 1012"/>
                  <a:gd name="T1" fmla="*/ 336 h 532"/>
                  <a:gd name="T2" fmla="*/ 355 w 1012"/>
                  <a:gd name="T3" fmla="*/ 0 h 532"/>
                  <a:gd name="T4" fmla="*/ 0 w 1012"/>
                  <a:gd name="T5" fmla="*/ 196 h 532"/>
                  <a:gd name="T6" fmla="*/ 658 w 1012"/>
                  <a:gd name="T7" fmla="*/ 532 h 532"/>
                  <a:gd name="T8" fmla="*/ 1012 w 1012"/>
                  <a:gd name="T9" fmla="*/ 336 h 532"/>
                  <a:gd name="T10" fmla="*/ 1012 w 1012"/>
                  <a:gd name="T11" fmla="*/ 336 h 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12" h="532">
                    <a:moveTo>
                      <a:pt x="1012" y="336"/>
                    </a:moveTo>
                    <a:lnTo>
                      <a:pt x="355" y="0"/>
                    </a:lnTo>
                    <a:lnTo>
                      <a:pt x="0" y="196"/>
                    </a:lnTo>
                    <a:lnTo>
                      <a:pt x="658" y="532"/>
                    </a:lnTo>
                    <a:lnTo>
                      <a:pt x="1012" y="336"/>
                    </a:lnTo>
                    <a:lnTo>
                      <a:pt x="1012" y="336"/>
                    </a:ln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9">
                <a:extLst>
                  <a:ext uri="{FF2B5EF4-FFF2-40B4-BE49-F238E27FC236}">
                    <a16:creationId xmlns:a16="http://schemas.microsoft.com/office/drawing/2014/main" id="{6CAF5B21-6BCB-4368-A000-84F34136AD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54229" y="5374316"/>
                <a:ext cx="460826" cy="1068751"/>
              </a:xfrm>
              <a:custGeom>
                <a:avLst/>
                <a:gdLst>
                  <a:gd name="T0" fmla="*/ 354 w 354"/>
                  <a:gd name="T1" fmla="*/ 622 h 821"/>
                  <a:gd name="T2" fmla="*/ 354 w 354"/>
                  <a:gd name="T3" fmla="*/ 0 h 821"/>
                  <a:gd name="T4" fmla="*/ 0 w 354"/>
                  <a:gd name="T5" fmla="*/ 196 h 821"/>
                  <a:gd name="T6" fmla="*/ 0 w 354"/>
                  <a:gd name="T7" fmla="*/ 821 h 821"/>
                  <a:gd name="T8" fmla="*/ 354 w 354"/>
                  <a:gd name="T9" fmla="*/ 622 h 821"/>
                  <a:gd name="T10" fmla="*/ 354 w 354"/>
                  <a:gd name="T11" fmla="*/ 622 h 8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4" h="821">
                    <a:moveTo>
                      <a:pt x="354" y="622"/>
                    </a:moveTo>
                    <a:lnTo>
                      <a:pt x="354" y="0"/>
                    </a:lnTo>
                    <a:lnTo>
                      <a:pt x="0" y="196"/>
                    </a:lnTo>
                    <a:lnTo>
                      <a:pt x="0" y="821"/>
                    </a:lnTo>
                    <a:lnTo>
                      <a:pt x="354" y="622"/>
                    </a:lnTo>
                    <a:lnTo>
                      <a:pt x="354" y="622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41AC4E-1F4D-4978-A254-52E3C0C00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3AFEE-0C3F-49EB-A60A-CBD53D717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3 Cubes and Arrow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4DD3B-BC57-4D81-9421-5C88BA786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2A17720-CFF1-4B81-9B55-8BA16DCFE4DC}"/>
              </a:ext>
            </a:extLst>
          </p:cNvPr>
          <p:cNvGrpSpPr/>
          <p:nvPr/>
        </p:nvGrpSpPr>
        <p:grpSpPr>
          <a:xfrm>
            <a:off x="328169" y="4831881"/>
            <a:ext cx="3664857" cy="1157805"/>
            <a:chOff x="8821387" y="2778360"/>
            <a:chExt cx="2834640" cy="115780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BDBDDB6-7CDB-4B23-AACC-D98C73F115FC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tx2"/>
                  </a:solidFill>
                </a:rPr>
                <a:t>Lorem ipsum</a:t>
              </a:r>
              <a:endParaRPr lang="en-US" sz="2000" b="1" cap="all">
                <a:solidFill>
                  <a:schemeClr val="tx2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16333BC7-4B1F-4DCD-B13C-873697FC2CFA}"/>
                </a:ext>
              </a:extLst>
            </p:cNvPr>
            <p:cNvSpPr/>
            <p:nvPr/>
          </p:nvSpPr>
          <p:spPr>
            <a:xfrm>
              <a:off x="8821387" y="3151335"/>
              <a:ext cx="2834640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eusti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1E384BA-C815-481C-B05E-01F2C48E6E7D}"/>
              </a:ext>
            </a:extLst>
          </p:cNvPr>
          <p:cNvGrpSpPr/>
          <p:nvPr/>
        </p:nvGrpSpPr>
        <p:grpSpPr>
          <a:xfrm>
            <a:off x="328169" y="3491790"/>
            <a:ext cx="3664857" cy="1157805"/>
            <a:chOff x="8821387" y="2778360"/>
            <a:chExt cx="2834640" cy="1157805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6F0A938F-51D2-4CE5-B49A-B37707F001B3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1"/>
                  </a:solidFill>
                </a:rPr>
                <a:t>Lorem ipsum</a:t>
              </a:r>
              <a:endParaRPr lang="en-US" sz="2000" b="1" cap="all">
                <a:solidFill>
                  <a:schemeClr val="accent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1E9F07F-425F-4C42-A257-DE64DEF633ED}"/>
                </a:ext>
              </a:extLst>
            </p:cNvPr>
            <p:cNvSpPr/>
            <p:nvPr/>
          </p:nvSpPr>
          <p:spPr>
            <a:xfrm>
              <a:off x="8821387" y="3151335"/>
              <a:ext cx="2834640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eusti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01C4512-27CC-4CD7-B3A1-2BFEDCD9D167}"/>
              </a:ext>
            </a:extLst>
          </p:cNvPr>
          <p:cNvGrpSpPr/>
          <p:nvPr/>
        </p:nvGrpSpPr>
        <p:grpSpPr>
          <a:xfrm>
            <a:off x="328169" y="2151700"/>
            <a:ext cx="3664857" cy="1157805"/>
            <a:chOff x="8821387" y="2778360"/>
            <a:chExt cx="2834640" cy="1157805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A44346A-50AA-4767-ACB7-CB51F4AB3ECA}"/>
                </a:ext>
              </a:extLst>
            </p:cNvPr>
            <p:cNvSpPr/>
            <p:nvPr/>
          </p:nvSpPr>
          <p:spPr>
            <a:xfrm>
              <a:off x="8821387" y="2778360"/>
              <a:ext cx="2834640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3">
                      <a:lumMod val="75000"/>
                    </a:schemeClr>
                  </a:solidFill>
                </a:rPr>
                <a:t>Lorem ipsum</a:t>
              </a:r>
              <a:endParaRPr lang="en-US" sz="2000" b="1" cap="all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29386BF-CC1E-45C8-81C4-982D636C69E1}"/>
                </a:ext>
              </a:extLst>
            </p:cNvPr>
            <p:cNvSpPr/>
            <p:nvPr/>
          </p:nvSpPr>
          <p:spPr>
            <a:xfrm>
              <a:off x="8821387" y="3151335"/>
              <a:ext cx="2834640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eusti diamet.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1A6C89E-4340-4D5C-995D-754D19CC3608}"/>
              </a:ext>
            </a:extLst>
          </p:cNvPr>
          <p:cNvGrpSpPr/>
          <p:nvPr/>
        </p:nvGrpSpPr>
        <p:grpSpPr>
          <a:xfrm>
            <a:off x="8141258" y="2608260"/>
            <a:ext cx="3664857" cy="2446823"/>
            <a:chOff x="8141258" y="2059395"/>
            <a:chExt cx="3664857" cy="2446823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F124F1E2-72FF-4BBF-AA5C-E6537C456E26}"/>
                </a:ext>
              </a:extLst>
            </p:cNvPr>
            <p:cNvSpPr/>
            <p:nvPr/>
          </p:nvSpPr>
          <p:spPr>
            <a:xfrm>
              <a:off x="8141258" y="2059395"/>
              <a:ext cx="3664857" cy="58477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3200" b="1" cap="all">
                  <a:solidFill>
                    <a:schemeClr val="accent4"/>
                  </a:solidFill>
                </a:rPr>
                <a:t>Lorem ipsum</a:t>
              </a:r>
              <a:endParaRPr lang="en-US" sz="3200" b="1" cap="all">
                <a:solidFill>
                  <a:schemeClr val="accent4"/>
                </a:solidFill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5C538B4-893F-4C02-97B7-07B0781CF697}"/>
                </a:ext>
              </a:extLst>
            </p:cNvPr>
            <p:cNvSpPr/>
            <p:nvPr/>
          </p:nvSpPr>
          <p:spPr>
            <a:xfrm>
              <a:off x="8141258" y="2644170"/>
              <a:ext cx="3664857" cy="18620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</a:p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en-US" sz="1400">
                  <a:solidFill>
                    <a:schemeClr val="bg1">
                      <a:lumMod val="50000"/>
                    </a:schemeClr>
                  </a:solidFill>
                </a:rPr>
                <a:t>Ut mauris, nunc donec maecenas nulla vitae tempor, ultrices sem suscipit mi quis semper quam. Nulla nulla, ac elit nullam nonummy suscipit quis, id placerat neque.</a:t>
              </a:r>
            </a:p>
          </p:txBody>
        </p:sp>
      </p:grpSp>
      <p:pic>
        <p:nvPicPr>
          <p:cNvPr id="115" name="Graphic 114" descr="Trophy">
            <a:extLst>
              <a:ext uri="{FF2B5EF4-FFF2-40B4-BE49-F238E27FC236}">
                <a16:creationId xmlns:a16="http://schemas.microsoft.com/office/drawing/2014/main" id="{F1AC21C5-D303-41B6-9EFC-EC106305D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857" y="2320026"/>
            <a:ext cx="914400" cy="914400"/>
          </a:xfrm>
          <a:prstGeom prst="rect">
            <a:avLst/>
          </a:prstGeom>
          <a:scene3d>
            <a:camera prst="perspectiveHeroicExtremeLeftFacing" fov="1200000">
              <a:rot lat="761422" lon="3001956" rev="0"/>
            </a:camera>
            <a:lightRig rig="threePt" dir="t"/>
          </a:scene3d>
          <a:sp3d/>
        </p:spPr>
      </p:pic>
      <p:pic>
        <p:nvPicPr>
          <p:cNvPr id="117" name="Graphic 116" descr="Rocket">
            <a:extLst>
              <a:ext uri="{FF2B5EF4-FFF2-40B4-BE49-F238E27FC236}">
                <a16:creationId xmlns:a16="http://schemas.microsoft.com/office/drawing/2014/main" id="{AD12A8BC-F80B-4667-9A76-515A4C7158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4897" y="5488480"/>
            <a:ext cx="740768" cy="740768"/>
          </a:xfrm>
          <a:prstGeom prst="rect">
            <a:avLst/>
          </a:prstGeom>
          <a:scene3d>
            <a:camera prst="perspectiveHeroicExtremeLeftFacing" fov="1200000">
              <a:rot lat="761422" lon="3001956" rev="0"/>
            </a:camera>
            <a:lightRig rig="threePt" dir="t"/>
          </a:scene3d>
          <a:sp3d/>
        </p:spPr>
      </p:pic>
      <p:pic>
        <p:nvPicPr>
          <p:cNvPr id="121" name="Graphic 120" descr="Magnifying glass">
            <a:extLst>
              <a:ext uri="{FF2B5EF4-FFF2-40B4-BE49-F238E27FC236}">
                <a16:creationId xmlns:a16="http://schemas.microsoft.com/office/drawing/2014/main" id="{7CFA7614-CD80-4083-82B2-B58CF309144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0624" y="4031661"/>
            <a:ext cx="390394" cy="390394"/>
          </a:xfrm>
          <a:prstGeom prst="rect">
            <a:avLst/>
          </a:prstGeom>
          <a:scene3d>
            <a:camera prst="perspectiveHeroicExtremeLeftFacing" fov="1200000">
              <a:rot lat="761422" lon="3001956" rev="0"/>
            </a:camera>
            <a:lightRig rig="threePt" dir="t"/>
          </a:scene3d>
          <a:sp3d/>
        </p:spPr>
      </p:pic>
      <p:pic>
        <p:nvPicPr>
          <p:cNvPr id="122" name="Graphic 121" descr="Single gear">
            <a:extLst>
              <a:ext uri="{FF2B5EF4-FFF2-40B4-BE49-F238E27FC236}">
                <a16:creationId xmlns:a16="http://schemas.microsoft.com/office/drawing/2014/main" id="{5623D94C-36AB-4244-B28A-F0CBE7E739C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07146" y="4744866"/>
            <a:ext cx="393773" cy="393773"/>
          </a:xfrm>
          <a:prstGeom prst="rect">
            <a:avLst/>
          </a:prstGeom>
          <a:scene3d>
            <a:camera prst="perspectiveHeroicExtremeLeftFacing" fov="1200000">
              <a:rot lat="761422" lon="3001956" rev="0"/>
            </a:camera>
            <a:lightRig rig="threePt" dir="t"/>
          </a:scene3d>
          <a:sp3d/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A20F0E62-9484-440D-B591-704B564058A4}"/>
              </a:ext>
            </a:extLst>
          </p:cNvPr>
          <p:cNvGrpSpPr/>
          <p:nvPr/>
        </p:nvGrpSpPr>
        <p:grpSpPr>
          <a:xfrm>
            <a:off x="8544272" y="6161946"/>
            <a:ext cx="2103348" cy="517042"/>
            <a:chOff x="5853028" y="6161946"/>
            <a:chExt cx="2103348" cy="51704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3BAC42A-C091-40AD-A08A-0FA0975DE9D9}"/>
                </a:ext>
              </a:extLst>
            </p:cNvPr>
            <p:cNvSpPr txBox="1"/>
            <p:nvPr/>
          </p:nvSpPr>
          <p:spPr>
            <a:xfrm>
              <a:off x="6199925" y="6217323"/>
              <a:ext cx="175645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i="1"/>
                <a:t>Editable</a:t>
              </a:r>
              <a:r>
                <a:rPr lang="en-US" sz="1200" i="1"/>
                <a:t> but </a:t>
              </a:r>
              <a:r>
                <a:rPr lang="en-US" sz="1200" b="1" i="1"/>
                <a:t>doesn’t</a:t>
              </a:r>
              <a:r>
                <a:rPr lang="en-US" sz="1200" i="1"/>
                <a:t> use 3-D Rotation Effect 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975CC4CF-3F57-44CF-BB2B-3409160CF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853028" y="6161946"/>
              <a:ext cx="339838" cy="461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9357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F41B-3C74-43D4-BCE0-057C7021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2CA18-0BCE-4020-86A5-08D728FD5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3 Cubes and Arrow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24FE5-BDEB-419C-9D88-204EA5F1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19E09F-D003-4BAE-B3B9-B85C5C0FE18D}"/>
              </a:ext>
            </a:extLst>
          </p:cNvPr>
          <p:cNvGrpSpPr/>
          <p:nvPr/>
        </p:nvGrpSpPr>
        <p:grpSpPr>
          <a:xfrm>
            <a:off x="3182039" y="3129775"/>
            <a:ext cx="5857876" cy="3352007"/>
            <a:chOff x="3841750" y="2876550"/>
            <a:chExt cx="5857876" cy="3352007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D3D24B7-08F6-41C6-84CF-09E94B7758AD}"/>
                </a:ext>
              </a:extLst>
            </p:cNvPr>
            <p:cNvSpPr/>
            <p:nvPr/>
          </p:nvSpPr>
          <p:spPr>
            <a:xfrm>
              <a:off x="6502261" y="3775080"/>
              <a:ext cx="1140384" cy="2013739"/>
            </a:xfrm>
            <a:custGeom>
              <a:avLst/>
              <a:gdLst>
                <a:gd name="connsiteX0" fmla="*/ 1140384 w 1140384"/>
                <a:gd name="connsiteY0" fmla="*/ 0 h 2013739"/>
                <a:gd name="connsiteX1" fmla="*/ 1140384 w 1140384"/>
                <a:gd name="connsiteY1" fmla="*/ 1719088 h 2013739"/>
                <a:gd name="connsiteX2" fmla="*/ 1122502 w 1140384"/>
                <a:gd name="connsiteY2" fmla="*/ 1713702 h 2013739"/>
                <a:gd name="connsiteX3" fmla="*/ 1120121 w 1140384"/>
                <a:gd name="connsiteY3" fmla="*/ 1825620 h 2013739"/>
                <a:gd name="connsiteX4" fmla="*/ 281920 w 1140384"/>
                <a:gd name="connsiteY4" fmla="*/ 2013739 h 2013739"/>
                <a:gd name="connsiteX5" fmla="*/ 0 w 1140384"/>
                <a:gd name="connsiteY5" fmla="*/ 1931689 h 2013739"/>
                <a:gd name="connsiteX6" fmla="*/ 0 w 1140384"/>
                <a:gd name="connsiteY6" fmla="*/ 502017 h 2013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0384" h="2013739">
                  <a:moveTo>
                    <a:pt x="1140384" y="0"/>
                  </a:moveTo>
                  <a:lnTo>
                    <a:pt x="1140384" y="1719088"/>
                  </a:lnTo>
                  <a:lnTo>
                    <a:pt x="1122502" y="1713702"/>
                  </a:lnTo>
                  <a:cubicBezTo>
                    <a:pt x="1121708" y="1751008"/>
                    <a:pt x="1120915" y="1788314"/>
                    <a:pt x="1120121" y="1825620"/>
                  </a:cubicBezTo>
                  <a:lnTo>
                    <a:pt x="281920" y="2013739"/>
                  </a:lnTo>
                  <a:lnTo>
                    <a:pt x="0" y="1931689"/>
                  </a:lnTo>
                  <a:lnTo>
                    <a:pt x="0" y="5020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540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/>
              <a:endParaRPr lang="en-US" baseline="-25000">
                <a:solidFill>
                  <a:schemeClr val="tx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710560D-FC20-4C3A-A724-24C9E9E8B097}"/>
                </a:ext>
              </a:extLst>
            </p:cNvPr>
            <p:cNvSpPr/>
            <p:nvPr/>
          </p:nvSpPr>
          <p:spPr>
            <a:xfrm>
              <a:off x="7639562" y="3317684"/>
              <a:ext cx="1042107" cy="2230629"/>
            </a:xfrm>
            <a:custGeom>
              <a:avLst/>
              <a:gdLst>
                <a:gd name="connsiteX0" fmla="*/ 1042107 w 1042107"/>
                <a:gd name="connsiteY0" fmla="*/ 0 h 2230629"/>
                <a:gd name="connsiteX1" fmla="*/ 1042107 w 1042107"/>
                <a:gd name="connsiteY1" fmla="*/ 1902164 h 2230629"/>
                <a:gd name="connsiteX2" fmla="*/ 1025808 w 1042107"/>
                <a:gd name="connsiteY2" fmla="*/ 1897254 h 2230629"/>
                <a:gd name="connsiteX3" fmla="*/ 1018665 w 1042107"/>
                <a:gd name="connsiteY3" fmla="*/ 2037747 h 2230629"/>
                <a:gd name="connsiteX4" fmla="*/ 182845 w 1042107"/>
                <a:gd name="connsiteY4" fmla="*/ 2230629 h 2230629"/>
                <a:gd name="connsiteX5" fmla="*/ 0 w 1042107"/>
                <a:gd name="connsiteY5" fmla="*/ 2175555 h 2230629"/>
                <a:gd name="connsiteX6" fmla="*/ 0 w 1042107"/>
                <a:gd name="connsiteY6" fmla="*/ 458754 h 2230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42107" h="2230629">
                  <a:moveTo>
                    <a:pt x="1042107" y="0"/>
                  </a:moveTo>
                  <a:lnTo>
                    <a:pt x="1042107" y="1902164"/>
                  </a:lnTo>
                  <a:lnTo>
                    <a:pt x="1025808" y="1897254"/>
                  </a:lnTo>
                  <a:lnTo>
                    <a:pt x="1018665" y="2037747"/>
                  </a:lnTo>
                  <a:lnTo>
                    <a:pt x="182845" y="2230629"/>
                  </a:lnTo>
                  <a:lnTo>
                    <a:pt x="0" y="2175555"/>
                  </a:lnTo>
                  <a:lnTo>
                    <a:pt x="0" y="45875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540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/>
              <a:endParaRPr lang="en-US" baseline="-2500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36B8777-6DE7-4547-9635-EE6CB68E15E7}"/>
                </a:ext>
              </a:extLst>
            </p:cNvPr>
            <p:cNvSpPr/>
            <p:nvPr/>
          </p:nvSpPr>
          <p:spPr>
            <a:xfrm>
              <a:off x="8688289" y="2876550"/>
              <a:ext cx="1011337" cy="2397918"/>
            </a:xfrm>
            <a:custGeom>
              <a:avLst/>
              <a:gdLst>
                <a:gd name="connsiteX0" fmla="*/ 995462 w 1011337"/>
                <a:gd name="connsiteY0" fmla="*/ 0 h 2397918"/>
                <a:gd name="connsiteX1" fmla="*/ 1011337 w 1011337"/>
                <a:gd name="connsiteY1" fmla="*/ 2193925 h 2397918"/>
                <a:gd name="connsiteX2" fmla="*/ 174724 w 1011337"/>
                <a:gd name="connsiteY2" fmla="*/ 2397918 h 2397918"/>
                <a:gd name="connsiteX3" fmla="*/ 0 w 1011337"/>
                <a:gd name="connsiteY3" fmla="*/ 2345291 h 2397918"/>
                <a:gd name="connsiteX4" fmla="*/ 0 w 1011337"/>
                <a:gd name="connsiteY4" fmla="*/ 438220 h 2397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1337" h="2397918">
                  <a:moveTo>
                    <a:pt x="995462" y="0"/>
                  </a:moveTo>
                  <a:cubicBezTo>
                    <a:pt x="997579" y="728133"/>
                    <a:pt x="1009220" y="1465792"/>
                    <a:pt x="1011337" y="2193925"/>
                  </a:cubicBezTo>
                  <a:lnTo>
                    <a:pt x="174724" y="2397918"/>
                  </a:lnTo>
                  <a:lnTo>
                    <a:pt x="0" y="2345291"/>
                  </a:lnTo>
                  <a:lnTo>
                    <a:pt x="0" y="4382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540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/>
              <a:endParaRPr lang="en-US" baseline="-25000">
                <a:solidFill>
                  <a:schemeClr val="tx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727369D-6C12-4E7D-A48B-8A591A5302E3}"/>
                </a:ext>
              </a:extLst>
            </p:cNvPr>
            <p:cNvSpPr/>
            <p:nvPr/>
          </p:nvSpPr>
          <p:spPr>
            <a:xfrm>
              <a:off x="5482752" y="4279518"/>
              <a:ext cx="973695" cy="1736570"/>
            </a:xfrm>
            <a:custGeom>
              <a:avLst/>
              <a:gdLst>
                <a:gd name="connsiteX0" fmla="*/ 973695 w 973695"/>
                <a:gd name="connsiteY0" fmla="*/ 0 h 1736570"/>
                <a:gd name="connsiteX1" fmla="*/ 973695 w 973695"/>
                <a:gd name="connsiteY1" fmla="*/ 1411574 h 1736570"/>
                <a:gd name="connsiteX2" fmla="*/ 961275 w 973695"/>
                <a:gd name="connsiteY2" fmla="*/ 1407959 h 1736570"/>
                <a:gd name="connsiteX3" fmla="*/ 961276 w 973695"/>
                <a:gd name="connsiteY3" fmla="*/ 1603221 h 1736570"/>
                <a:gd name="connsiteX4" fmla="*/ 296907 w 973695"/>
                <a:gd name="connsiteY4" fmla="*/ 1736570 h 1736570"/>
                <a:gd name="connsiteX5" fmla="*/ 0 w 973695"/>
                <a:gd name="connsiteY5" fmla="*/ 1649973 h 1736570"/>
                <a:gd name="connsiteX6" fmla="*/ 0 w 973695"/>
                <a:gd name="connsiteY6" fmla="*/ 428637 h 1736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3695" h="1736570">
                  <a:moveTo>
                    <a:pt x="973695" y="0"/>
                  </a:moveTo>
                  <a:lnTo>
                    <a:pt x="973695" y="1411574"/>
                  </a:lnTo>
                  <a:lnTo>
                    <a:pt x="961275" y="1407959"/>
                  </a:lnTo>
                  <a:cubicBezTo>
                    <a:pt x="962069" y="1477809"/>
                    <a:pt x="960482" y="1533371"/>
                    <a:pt x="961276" y="1603221"/>
                  </a:cubicBezTo>
                  <a:lnTo>
                    <a:pt x="296907" y="1736570"/>
                  </a:lnTo>
                  <a:lnTo>
                    <a:pt x="0" y="1649973"/>
                  </a:lnTo>
                  <a:lnTo>
                    <a:pt x="0" y="42863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540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/>
              <a:endParaRPr lang="en-US" baseline="-25000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59071E5-1C47-422C-9557-BBDA0794B810}"/>
                </a:ext>
              </a:extLst>
            </p:cNvPr>
            <p:cNvSpPr/>
            <p:nvPr/>
          </p:nvSpPr>
          <p:spPr>
            <a:xfrm>
              <a:off x="3841750" y="4743555"/>
              <a:ext cx="1600904" cy="1485002"/>
            </a:xfrm>
            <a:custGeom>
              <a:avLst/>
              <a:gdLst>
                <a:gd name="connsiteX0" fmla="*/ 1600904 w 1600904"/>
                <a:gd name="connsiteY0" fmla="*/ 0 h 1485002"/>
                <a:gd name="connsiteX1" fmla="*/ 1600904 w 1600904"/>
                <a:gd name="connsiteY1" fmla="*/ 1377534 h 1485002"/>
                <a:gd name="connsiteX2" fmla="*/ 1060450 w 1600904"/>
                <a:gd name="connsiteY2" fmla="*/ 1485002 h 1485002"/>
                <a:gd name="connsiteX3" fmla="*/ 0 w 1600904"/>
                <a:gd name="connsiteY3" fmla="*/ 1180995 h 1485002"/>
                <a:gd name="connsiteX4" fmla="*/ 0 w 1600904"/>
                <a:gd name="connsiteY4" fmla="*/ 704745 h 148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0904" h="1485002">
                  <a:moveTo>
                    <a:pt x="1600904" y="0"/>
                  </a:moveTo>
                  <a:lnTo>
                    <a:pt x="1600904" y="1377534"/>
                  </a:lnTo>
                  <a:lnTo>
                    <a:pt x="1060450" y="1485002"/>
                  </a:lnTo>
                  <a:lnTo>
                    <a:pt x="0" y="1180995"/>
                  </a:lnTo>
                  <a:lnTo>
                    <a:pt x="0" y="70474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54000" dir="18900000" sy="23000" kx="-1200000" algn="bl" rotWithShape="0">
                <a:prstClr val="black">
                  <a:alpha val="2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/>
              <a:endParaRPr lang="en-US" baseline="-25000">
                <a:solidFill>
                  <a:schemeClr val="tx1"/>
                </a:solidFill>
              </a:endParaRPr>
            </a:p>
          </p:txBody>
        </p:sp>
      </p:grpSp>
      <p:sp>
        <p:nvSpPr>
          <p:cNvPr id="6" name="Arrow: Up 5">
            <a:extLst>
              <a:ext uri="{FF2B5EF4-FFF2-40B4-BE49-F238E27FC236}">
                <a16:creationId xmlns:a16="http://schemas.microsoft.com/office/drawing/2014/main" id="{093C8AB2-6B09-4E0B-844A-5DC152056913}"/>
              </a:ext>
            </a:extLst>
          </p:cNvPr>
          <p:cNvSpPr/>
          <p:nvPr/>
        </p:nvSpPr>
        <p:spPr>
          <a:xfrm>
            <a:off x="6012353" y="1478283"/>
            <a:ext cx="3312368" cy="3964300"/>
          </a:xfrm>
          <a:prstGeom prst="upArrow">
            <a:avLst>
              <a:gd name="adj1" fmla="val 50000"/>
              <a:gd name="adj2" fmla="val 41661"/>
            </a:avLst>
          </a:prstGeom>
          <a:solidFill>
            <a:schemeClr val="accent4"/>
          </a:solidFill>
          <a:ln>
            <a:noFill/>
          </a:ln>
          <a:scene3d>
            <a:camera prst="perspectiveHeroicExtremeLeftFacing" fov="1200000">
              <a:rot lat="761422" lon="3001956" rev="0"/>
            </a:camera>
            <a:lightRig rig="balanced" dir="t"/>
          </a:scene3d>
          <a:sp3d extrusionH="1143000">
            <a:extrusionClr>
              <a:schemeClr val="accent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400" b="1"/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BD015-48D8-4CBD-BA4A-023C758601D8}"/>
              </a:ext>
            </a:extLst>
          </p:cNvPr>
          <p:cNvSpPr/>
          <p:nvPr/>
        </p:nvSpPr>
        <p:spPr>
          <a:xfrm>
            <a:off x="5796736" y="3276549"/>
            <a:ext cx="1656184" cy="2408417"/>
          </a:xfrm>
          <a:prstGeom prst="rect">
            <a:avLst/>
          </a:prstGeom>
          <a:solidFill>
            <a:schemeClr val="accent3"/>
          </a:solidFill>
          <a:ln>
            <a:noFill/>
          </a:ln>
          <a:scene3d>
            <a:camera prst="perspectiveHeroicExtremeLeftFacing" fov="1200000">
              <a:rot lat="761422" lon="3001956" rev="0"/>
            </a:camera>
            <a:lightRig rig="harsh" dir="t">
              <a:rot lat="0" lon="0" rev="7800000"/>
            </a:lightRig>
          </a:scene3d>
          <a:sp3d extrusionH="1143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/>
          <a:lstStyle/>
          <a:p>
            <a:pPr algn="ctr"/>
            <a:r>
              <a:rPr lang="en-US" sz="3200" b="1"/>
              <a:t>04</a:t>
            </a:r>
          </a:p>
        </p:txBody>
      </p:sp>
      <p:pic>
        <p:nvPicPr>
          <p:cNvPr id="23" name="Graphic 22" descr="Puzzle">
            <a:extLst>
              <a:ext uri="{FF2B5EF4-FFF2-40B4-BE49-F238E27FC236}">
                <a16:creationId xmlns:a16="http://schemas.microsoft.com/office/drawing/2014/main" id="{AC5DCE2B-854A-4468-AFBC-341FB22A0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2157" y="4851835"/>
            <a:ext cx="731520" cy="731520"/>
          </a:xfrm>
          <a:prstGeom prst="rect">
            <a:avLst/>
          </a:prstGeom>
          <a:scene3d>
            <a:camera prst="isometricOffAxis1Right">
              <a:rot lat="1080000" lon="19200000" rev="0"/>
            </a:camera>
            <a:lightRig rig="threePt" dir="t"/>
          </a:scene3d>
          <a:sp3d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2F6BF0E-8D7A-44C5-853C-58DAF1C3BD40}"/>
              </a:ext>
            </a:extLst>
          </p:cNvPr>
          <p:cNvSpPr/>
          <p:nvPr/>
        </p:nvSpPr>
        <p:spPr>
          <a:xfrm>
            <a:off x="4754629" y="3938390"/>
            <a:ext cx="1655064" cy="1981843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 fov="1200000">
              <a:rot lat="761422" lon="3001956" rev="0"/>
            </a:camera>
            <a:lightRig rig="harsh" dir="t">
              <a:rot lat="0" lon="0" rev="7800000"/>
            </a:lightRig>
          </a:scene3d>
          <a:sp3d extrusionH="1143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/>
          <a:lstStyle/>
          <a:p>
            <a:pPr algn="ctr"/>
            <a:r>
              <a:rPr lang="en-US" sz="3200" b="1"/>
              <a:t>03</a:t>
            </a:r>
          </a:p>
        </p:txBody>
      </p:sp>
      <p:pic>
        <p:nvPicPr>
          <p:cNvPr id="17" name="Graphic 16" descr="Magnifying glass">
            <a:extLst>
              <a:ext uri="{FF2B5EF4-FFF2-40B4-BE49-F238E27FC236}">
                <a16:creationId xmlns:a16="http://schemas.microsoft.com/office/drawing/2014/main" id="{FD5450D7-C466-442F-9258-BC1AB9000D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736" y="4972649"/>
            <a:ext cx="731520" cy="731520"/>
          </a:xfrm>
          <a:prstGeom prst="rect">
            <a:avLst/>
          </a:prstGeom>
          <a:scene3d>
            <a:camera prst="perspectiveHeroicExtremeLeftFacing" fov="1200000">
              <a:rot lat="761422" lon="3001956" rev="0"/>
            </a:camera>
            <a:lightRig rig="threePt" dir="t"/>
          </a:scene3d>
          <a:sp3d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37004D2-6CBE-4540-97E3-FA440F5770A8}"/>
              </a:ext>
            </a:extLst>
          </p:cNvPr>
          <p:cNvSpPr/>
          <p:nvPr/>
        </p:nvSpPr>
        <p:spPr>
          <a:xfrm>
            <a:off x="3775352" y="4661594"/>
            <a:ext cx="1656184" cy="1501632"/>
          </a:xfrm>
          <a:prstGeom prst="rect">
            <a:avLst/>
          </a:prstGeom>
          <a:ln>
            <a:noFill/>
          </a:ln>
          <a:effectLst/>
          <a:scene3d>
            <a:camera prst="perspectiveHeroicExtremeLeftFacing" fov="1200000">
              <a:rot lat="761422" lon="3001956" rev="0"/>
            </a:camera>
            <a:lightRig rig="harsh" dir="t">
              <a:rot lat="0" lon="0" rev="7800000"/>
            </a:lightRig>
          </a:scene3d>
          <a:sp3d extrusionH="889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t"/>
          <a:lstStyle/>
          <a:p>
            <a:pPr algn="ctr"/>
            <a:r>
              <a:rPr lang="en-US" sz="3200" b="1"/>
              <a:t>02</a:t>
            </a:r>
          </a:p>
        </p:txBody>
      </p:sp>
      <p:pic>
        <p:nvPicPr>
          <p:cNvPr id="18" name="Graphic 17" descr="Single gear">
            <a:extLst>
              <a:ext uri="{FF2B5EF4-FFF2-40B4-BE49-F238E27FC236}">
                <a16:creationId xmlns:a16="http://schemas.microsoft.com/office/drawing/2014/main" id="{78A3DC01-0949-4765-9850-798B7F61617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9485" y="5420670"/>
            <a:ext cx="731520" cy="731520"/>
          </a:xfrm>
          <a:prstGeom prst="rect">
            <a:avLst/>
          </a:prstGeom>
          <a:scene3d>
            <a:camera prst="isometricOffAxis1Right">
              <a:rot lat="1080000" lon="18600000" rev="0"/>
            </a:camera>
            <a:lightRig rig="threePt" dir="t"/>
          </a:scene3d>
          <a:sp3d/>
        </p:spPr>
      </p:pic>
      <p:pic>
        <p:nvPicPr>
          <p:cNvPr id="15" name="Graphic 14" descr="Trophy">
            <a:extLst>
              <a:ext uri="{FF2B5EF4-FFF2-40B4-BE49-F238E27FC236}">
                <a16:creationId xmlns:a16="http://schemas.microsoft.com/office/drawing/2014/main" id="{53449C2E-3776-4A6E-ACFB-AD8BB64E78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5472" y="4335571"/>
            <a:ext cx="914400" cy="914400"/>
          </a:xfrm>
          <a:prstGeom prst="rect">
            <a:avLst/>
          </a:prstGeom>
          <a:scene3d>
            <a:camera prst="isometricOffAxis1Right">
              <a:rot lat="1080000" lon="19200000" rev="0"/>
            </a:camera>
            <a:lightRig rig="threePt" dir="t"/>
          </a:scene3d>
          <a:sp3d/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87025E-D2B1-49E6-BD8A-69A9BB84F8B1}"/>
              </a:ext>
            </a:extLst>
          </p:cNvPr>
          <p:cNvSpPr/>
          <p:nvPr/>
        </p:nvSpPr>
        <p:spPr>
          <a:xfrm>
            <a:off x="2867279" y="5338409"/>
            <a:ext cx="1656184" cy="1027745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perspectiveHeroicExtremeLeftFacing" fov="1200000">
              <a:rot lat="761422" lon="3001956" rev="0"/>
            </a:camera>
            <a:lightRig rig="harsh" dir="t">
              <a:rot lat="0" lon="0" rev="7800000"/>
            </a:lightRig>
          </a:scene3d>
          <a:sp3d extrusionH="762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/>
            <a:r>
              <a:rPr lang="en-US" sz="3200" b="1"/>
              <a:t>01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6F34D65-6AE2-4649-BDF1-FC45B25FD764}"/>
              </a:ext>
            </a:extLst>
          </p:cNvPr>
          <p:cNvSpPr/>
          <p:nvPr/>
        </p:nvSpPr>
        <p:spPr>
          <a:xfrm>
            <a:off x="249984" y="4194012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da-DK" sz="2000" b="1" cap="all">
                <a:solidFill>
                  <a:schemeClr val="tx2"/>
                </a:solidFill>
              </a:rPr>
              <a:t>Lorem ipsum</a:t>
            </a:r>
            <a:endParaRPr lang="en-US" sz="2000" b="1" cap="all">
              <a:solidFill>
                <a:schemeClr val="tx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AB4FEC-4DD0-4D2A-93A3-C1C16205D1BC}"/>
              </a:ext>
            </a:extLst>
          </p:cNvPr>
          <p:cNvSpPr/>
          <p:nvPr/>
        </p:nvSpPr>
        <p:spPr>
          <a:xfrm>
            <a:off x="249983" y="4566987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205624F-96B0-4081-B4BD-9FFB485D6048}"/>
              </a:ext>
            </a:extLst>
          </p:cNvPr>
          <p:cNvSpPr/>
          <p:nvPr/>
        </p:nvSpPr>
        <p:spPr>
          <a:xfrm>
            <a:off x="249983" y="2853921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da-DK" sz="2000" b="1" cap="all">
                <a:solidFill>
                  <a:schemeClr val="accent1"/>
                </a:solidFill>
              </a:rPr>
              <a:t>Lorem ipsum</a:t>
            </a:r>
            <a:endParaRPr lang="en-US" sz="2000" b="1" cap="all">
              <a:solidFill>
                <a:schemeClr val="accent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494E180-C701-46CA-B31D-D4C5EDC03D72}"/>
              </a:ext>
            </a:extLst>
          </p:cNvPr>
          <p:cNvSpPr/>
          <p:nvPr/>
        </p:nvSpPr>
        <p:spPr>
          <a:xfrm>
            <a:off x="249983" y="3226896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71BA2F-BE1C-48CC-9488-1310EE25E294}"/>
              </a:ext>
            </a:extLst>
          </p:cNvPr>
          <p:cNvSpPr/>
          <p:nvPr/>
        </p:nvSpPr>
        <p:spPr>
          <a:xfrm>
            <a:off x="249983" y="1513831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da-DK" sz="2000" b="1" cap="all">
                <a:solidFill>
                  <a:schemeClr val="accent2"/>
                </a:solidFill>
              </a:rPr>
              <a:t>Lorem ipsum</a:t>
            </a:r>
            <a:endParaRPr lang="en-US" sz="2000" b="1" cap="all">
              <a:solidFill>
                <a:schemeClr val="accent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9EFEAF1-A9EC-45B7-9D87-76CE0D1E3464}"/>
              </a:ext>
            </a:extLst>
          </p:cNvPr>
          <p:cNvSpPr/>
          <p:nvPr/>
        </p:nvSpPr>
        <p:spPr>
          <a:xfrm>
            <a:off x="249983" y="1886806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D7A479B-A548-4613-9996-85292D7CFF23}"/>
              </a:ext>
            </a:extLst>
          </p:cNvPr>
          <p:cNvSpPr/>
          <p:nvPr/>
        </p:nvSpPr>
        <p:spPr>
          <a:xfrm>
            <a:off x="9293377" y="4563577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da-DK" sz="2000" b="1" cap="all">
                <a:solidFill>
                  <a:schemeClr val="accent3"/>
                </a:solidFill>
              </a:rPr>
              <a:t>Lorem ipsum</a:t>
            </a:r>
            <a:endParaRPr lang="en-US" sz="2000" b="1" cap="all">
              <a:solidFill>
                <a:schemeClr val="accent3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3437C4-B609-4E10-A808-7DF8F896B486}"/>
              </a:ext>
            </a:extLst>
          </p:cNvPr>
          <p:cNvSpPr/>
          <p:nvPr/>
        </p:nvSpPr>
        <p:spPr>
          <a:xfrm>
            <a:off x="9293377" y="4931313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4502B8-7587-4C2D-B719-7EF47B348963}"/>
              </a:ext>
            </a:extLst>
          </p:cNvPr>
          <p:cNvSpPr/>
          <p:nvPr/>
        </p:nvSpPr>
        <p:spPr>
          <a:xfrm>
            <a:off x="9293377" y="3314896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da-DK" sz="2000" b="1" cap="all">
                <a:solidFill>
                  <a:schemeClr val="accent4"/>
                </a:solidFill>
              </a:rPr>
              <a:t>Lorem ipsum</a:t>
            </a:r>
            <a:endParaRPr lang="en-US" sz="2000" b="1" cap="all">
              <a:solidFill>
                <a:schemeClr val="accent4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716CBD2-3156-43DD-8CD7-A7F604212F70}"/>
              </a:ext>
            </a:extLst>
          </p:cNvPr>
          <p:cNvSpPr/>
          <p:nvPr/>
        </p:nvSpPr>
        <p:spPr>
          <a:xfrm>
            <a:off x="9293377" y="3687871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31F0FA73-3DDC-453E-BCE2-021C733BE834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2890721" y="4394067"/>
            <a:ext cx="723524" cy="689637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CB4FE04C-FD75-49C2-934E-40767D7F5972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2890720" y="3053976"/>
            <a:ext cx="1684286" cy="1276723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0DC4D3A-94B4-42E2-AC51-90010D7A5EE6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2890720" y="1713886"/>
            <a:ext cx="2847207" cy="1916183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B0E64FF-83B3-47F3-BBA5-0AE98C3A11B5}"/>
              </a:ext>
            </a:extLst>
          </p:cNvPr>
          <p:cNvCxnSpPr>
            <a:cxnSpLocks/>
            <a:stCxn id="47" idx="1"/>
          </p:cNvCxnSpPr>
          <p:nvPr/>
        </p:nvCxnSpPr>
        <p:spPr>
          <a:xfrm flipH="1">
            <a:off x="8631369" y="3514951"/>
            <a:ext cx="662008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6768E4C-712B-4D75-B3A6-D547531E5764}"/>
              </a:ext>
            </a:extLst>
          </p:cNvPr>
          <p:cNvCxnSpPr>
            <a:cxnSpLocks/>
          </p:cNvCxnSpPr>
          <p:nvPr/>
        </p:nvCxnSpPr>
        <p:spPr>
          <a:xfrm flipH="1">
            <a:off x="7471833" y="4761012"/>
            <a:ext cx="1821544" cy="524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 descr="Rocket">
            <a:extLst>
              <a:ext uri="{FF2B5EF4-FFF2-40B4-BE49-F238E27FC236}">
                <a16:creationId xmlns:a16="http://schemas.microsoft.com/office/drawing/2014/main" id="{B6D4EC54-406D-42FB-B7B0-8EAA27D663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06141" y="5742388"/>
            <a:ext cx="623766" cy="623766"/>
          </a:xfrm>
          <a:prstGeom prst="rect">
            <a:avLst/>
          </a:prstGeom>
          <a:scene3d>
            <a:camera prst="isometricOffAxis1Right">
              <a:rot lat="1080000" lon="18600000" rev="0"/>
            </a:camera>
            <a:lightRig rig="threePt" dir="t"/>
          </a:scene3d>
          <a:sp3d/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C9772A75-4BBC-4ECB-84D5-9C46E9E72DA0}"/>
              </a:ext>
            </a:extLst>
          </p:cNvPr>
          <p:cNvGrpSpPr/>
          <p:nvPr/>
        </p:nvGrpSpPr>
        <p:grpSpPr>
          <a:xfrm>
            <a:off x="8592474" y="6176859"/>
            <a:ext cx="2104558" cy="542591"/>
            <a:chOff x="5853028" y="6176859"/>
            <a:chExt cx="2104558" cy="54259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2386ED9-25C1-4FD1-A4F5-675799494A23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63FE00D0-D93B-431B-978B-453F6B5E0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0745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7CD7DDE-84D7-474F-A8F9-7C8229DB035A}"/>
              </a:ext>
            </a:extLst>
          </p:cNvPr>
          <p:cNvSpPr/>
          <p:nvPr/>
        </p:nvSpPr>
        <p:spPr>
          <a:xfrm>
            <a:off x="4010159" y="4819959"/>
            <a:ext cx="1234449" cy="1424497"/>
          </a:xfrm>
          <a:custGeom>
            <a:avLst/>
            <a:gdLst>
              <a:gd name="connsiteX0" fmla="*/ 1475715 w 2417275"/>
              <a:gd name="connsiteY0" fmla="*/ 3612333 h 3612333"/>
              <a:gd name="connsiteX1" fmla="*/ 117695 w 2417275"/>
              <a:gd name="connsiteY1" fmla="*/ 3213980 h 3612333"/>
              <a:gd name="connsiteX2" fmla="*/ 0 w 2417275"/>
              <a:gd name="connsiteY2" fmla="*/ 162962 h 3612333"/>
              <a:gd name="connsiteX3" fmla="*/ 878186 w 2417275"/>
              <a:gd name="connsiteY3" fmla="*/ 0 h 3612333"/>
              <a:gd name="connsiteX4" fmla="*/ 2417275 w 2417275"/>
              <a:gd name="connsiteY4" fmla="*/ 298764 h 3612333"/>
              <a:gd name="connsiteX5" fmla="*/ 2408222 w 2417275"/>
              <a:gd name="connsiteY5" fmla="*/ 3404103 h 3612333"/>
              <a:gd name="connsiteX6" fmla="*/ 1475715 w 2417275"/>
              <a:gd name="connsiteY6" fmla="*/ 3612333 h 3612333"/>
              <a:gd name="connsiteX0" fmla="*/ 1475715 w 2417275"/>
              <a:gd name="connsiteY0" fmla="*/ 3639494 h 3639494"/>
              <a:gd name="connsiteX1" fmla="*/ 117695 w 2417275"/>
              <a:gd name="connsiteY1" fmla="*/ 3213980 h 3639494"/>
              <a:gd name="connsiteX2" fmla="*/ 0 w 2417275"/>
              <a:gd name="connsiteY2" fmla="*/ 162962 h 3639494"/>
              <a:gd name="connsiteX3" fmla="*/ 878186 w 2417275"/>
              <a:gd name="connsiteY3" fmla="*/ 0 h 3639494"/>
              <a:gd name="connsiteX4" fmla="*/ 2417275 w 2417275"/>
              <a:gd name="connsiteY4" fmla="*/ 298764 h 3639494"/>
              <a:gd name="connsiteX5" fmla="*/ 2408222 w 2417275"/>
              <a:gd name="connsiteY5" fmla="*/ 3404103 h 3639494"/>
              <a:gd name="connsiteX6" fmla="*/ 1475715 w 2417275"/>
              <a:gd name="connsiteY6" fmla="*/ 3639494 h 3639494"/>
              <a:gd name="connsiteX0" fmla="*/ 1303236 w 2417275"/>
              <a:gd name="connsiteY0" fmla="*/ 3704548 h 3704548"/>
              <a:gd name="connsiteX1" fmla="*/ 117695 w 2417275"/>
              <a:gd name="connsiteY1" fmla="*/ 3213980 h 3704548"/>
              <a:gd name="connsiteX2" fmla="*/ 0 w 2417275"/>
              <a:gd name="connsiteY2" fmla="*/ 162962 h 3704548"/>
              <a:gd name="connsiteX3" fmla="*/ 878186 w 2417275"/>
              <a:gd name="connsiteY3" fmla="*/ 0 h 3704548"/>
              <a:gd name="connsiteX4" fmla="*/ 2417275 w 2417275"/>
              <a:gd name="connsiteY4" fmla="*/ 298764 h 3704548"/>
              <a:gd name="connsiteX5" fmla="*/ 2408222 w 2417275"/>
              <a:gd name="connsiteY5" fmla="*/ 3404103 h 3704548"/>
              <a:gd name="connsiteX6" fmla="*/ 1303236 w 2417275"/>
              <a:gd name="connsiteY6" fmla="*/ 3704548 h 3704548"/>
              <a:gd name="connsiteX0" fmla="*/ 1303236 w 2408342"/>
              <a:gd name="connsiteY0" fmla="*/ 3704548 h 3704548"/>
              <a:gd name="connsiteX1" fmla="*/ 117695 w 2408342"/>
              <a:gd name="connsiteY1" fmla="*/ 3213980 h 3704548"/>
              <a:gd name="connsiteX2" fmla="*/ 0 w 2408342"/>
              <a:gd name="connsiteY2" fmla="*/ 162962 h 3704548"/>
              <a:gd name="connsiteX3" fmla="*/ 878186 w 2408342"/>
              <a:gd name="connsiteY3" fmla="*/ 0 h 3704548"/>
              <a:gd name="connsiteX4" fmla="*/ 2359782 w 2408342"/>
              <a:gd name="connsiteY4" fmla="*/ 315026 h 3704548"/>
              <a:gd name="connsiteX5" fmla="*/ 2408222 w 2408342"/>
              <a:gd name="connsiteY5" fmla="*/ 3404103 h 3704548"/>
              <a:gd name="connsiteX6" fmla="*/ 1303236 w 2408342"/>
              <a:gd name="connsiteY6" fmla="*/ 3704548 h 3704548"/>
              <a:gd name="connsiteX0" fmla="*/ 1303236 w 2437047"/>
              <a:gd name="connsiteY0" fmla="*/ 3704548 h 3704548"/>
              <a:gd name="connsiteX1" fmla="*/ 117695 w 2437047"/>
              <a:gd name="connsiteY1" fmla="*/ 3213980 h 3704548"/>
              <a:gd name="connsiteX2" fmla="*/ 0 w 2437047"/>
              <a:gd name="connsiteY2" fmla="*/ 162962 h 3704548"/>
              <a:gd name="connsiteX3" fmla="*/ 878186 w 2437047"/>
              <a:gd name="connsiteY3" fmla="*/ 0 h 3704548"/>
              <a:gd name="connsiteX4" fmla="*/ 2359782 w 2437047"/>
              <a:gd name="connsiteY4" fmla="*/ 315026 h 3704548"/>
              <a:gd name="connsiteX5" fmla="*/ 2436968 w 2437047"/>
              <a:gd name="connsiteY5" fmla="*/ 3371576 h 3704548"/>
              <a:gd name="connsiteX6" fmla="*/ 1303236 w 2437047"/>
              <a:gd name="connsiteY6" fmla="*/ 3704548 h 3704548"/>
              <a:gd name="connsiteX0" fmla="*/ 1303236 w 2491060"/>
              <a:gd name="connsiteY0" fmla="*/ 3704548 h 3704548"/>
              <a:gd name="connsiteX1" fmla="*/ 117695 w 2491060"/>
              <a:gd name="connsiteY1" fmla="*/ 3213980 h 3704548"/>
              <a:gd name="connsiteX2" fmla="*/ 0 w 2491060"/>
              <a:gd name="connsiteY2" fmla="*/ 162962 h 3704548"/>
              <a:gd name="connsiteX3" fmla="*/ 878186 w 2491060"/>
              <a:gd name="connsiteY3" fmla="*/ 0 h 3704548"/>
              <a:gd name="connsiteX4" fmla="*/ 2491060 w 2491060"/>
              <a:gd name="connsiteY4" fmla="*/ 185317 h 3704548"/>
              <a:gd name="connsiteX5" fmla="*/ 2436968 w 2491060"/>
              <a:gd name="connsiteY5" fmla="*/ 3371576 h 3704548"/>
              <a:gd name="connsiteX6" fmla="*/ 1303236 w 2491060"/>
              <a:gd name="connsiteY6" fmla="*/ 3704548 h 3704548"/>
              <a:gd name="connsiteX0" fmla="*/ 1303236 w 2505351"/>
              <a:gd name="connsiteY0" fmla="*/ 3704548 h 3704548"/>
              <a:gd name="connsiteX1" fmla="*/ 117695 w 2505351"/>
              <a:gd name="connsiteY1" fmla="*/ 3213980 h 3704548"/>
              <a:gd name="connsiteX2" fmla="*/ 0 w 2505351"/>
              <a:gd name="connsiteY2" fmla="*/ 162962 h 3704548"/>
              <a:gd name="connsiteX3" fmla="*/ 878186 w 2505351"/>
              <a:gd name="connsiteY3" fmla="*/ 0 h 3704548"/>
              <a:gd name="connsiteX4" fmla="*/ 2491060 w 2505351"/>
              <a:gd name="connsiteY4" fmla="*/ 185317 h 3704548"/>
              <a:gd name="connsiteX5" fmla="*/ 2505039 w 2505351"/>
              <a:gd name="connsiteY5" fmla="*/ 3384547 h 3704548"/>
              <a:gd name="connsiteX6" fmla="*/ 1303236 w 2505351"/>
              <a:gd name="connsiteY6" fmla="*/ 3704548 h 3704548"/>
              <a:gd name="connsiteX0" fmla="*/ 1157372 w 2505351"/>
              <a:gd name="connsiteY0" fmla="*/ 3724005 h 3724005"/>
              <a:gd name="connsiteX1" fmla="*/ 117695 w 2505351"/>
              <a:gd name="connsiteY1" fmla="*/ 3213980 h 3724005"/>
              <a:gd name="connsiteX2" fmla="*/ 0 w 2505351"/>
              <a:gd name="connsiteY2" fmla="*/ 162962 h 3724005"/>
              <a:gd name="connsiteX3" fmla="*/ 878186 w 2505351"/>
              <a:gd name="connsiteY3" fmla="*/ 0 h 3724005"/>
              <a:gd name="connsiteX4" fmla="*/ 2491060 w 2505351"/>
              <a:gd name="connsiteY4" fmla="*/ 185317 h 3724005"/>
              <a:gd name="connsiteX5" fmla="*/ 2505039 w 2505351"/>
              <a:gd name="connsiteY5" fmla="*/ 3384547 h 3724005"/>
              <a:gd name="connsiteX6" fmla="*/ 1157372 w 2505351"/>
              <a:gd name="connsiteY6" fmla="*/ 3724005 h 3724005"/>
              <a:gd name="connsiteX0" fmla="*/ 1157372 w 2505351"/>
              <a:gd name="connsiteY0" fmla="*/ 3724005 h 3724005"/>
              <a:gd name="connsiteX1" fmla="*/ 30175 w 2505351"/>
              <a:gd name="connsiteY1" fmla="*/ 3298291 h 3724005"/>
              <a:gd name="connsiteX2" fmla="*/ 0 w 2505351"/>
              <a:gd name="connsiteY2" fmla="*/ 162962 h 3724005"/>
              <a:gd name="connsiteX3" fmla="*/ 878186 w 2505351"/>
              <a:gd name="connsiteY3" fmla="*/ 0 h 3724005"/>
              <a:gd name="connsiteX4" fmla="*/ 2491060 w 2505351"/>
              <a:gd name="connsiteY4" fmla="*/ 185317 h 3724005"/>
              <a:gd name="connsiteX5" fmla="*/ 2505039 w 2505351"/>
              <a:gd name="connsiteY5" fmla="*/ 3384547 h 3724005"/>
              <a:gd name="connsiteX6" fmla="*/ 1157372 w 2505351"/>
              <a:gd name="connsiteY6" fmla="*/ 3724005 h 3724005"/>
              <a:gd name="connsiteX0" fmla="*/ 1157372 w 2505351"/>
              <a:gd name="connsiteY0" fmla="*/ 3879655 h 3879655"/>
              <a:gd name="connsiteX1" fmla="*/ 30175 w 2505351"/>
              <a:gd name="connsiteY1" fmla="*/ 3453941 h 3879655"/>
              <a:gd name="connsiteX2" fmla="*/ 0 w 2505351"/>
              <a:gd name="connsiteY2" fmla="*/ 318612 h 3879655"/>
              <a:gd name="connsiteX3" fmla="*/ 1374129 w 2505351"/>
              <a:gd name="connsiteY3" fmla="*/ 0 h 3879655"/>
              <a:gd name="connsiteX4" fmla="*/ 2491060 w 2505351"/>
              <a:gd name="connsiteY4" fmla="*/ 340967 h 3879655"/>
              <a:gd name="connsiteX5" fmla="*/ 2505039 w 2505351"/>
              <a:gd name="connsiteY5" fmla="*/ 3540197 h 3879655"/>
              <a:gd name="connsiteX6" fmla="*/ 1157372 w 2505351"/>
              <a:gd name="connsiteY6" fmla="*/ 3879655 h 3879655"/>
              <a:gd name="connsiteX0" fmla="*/ 1157372 w 2520232"/>
              <a:gd name="connsiteY0" fmla="*/ 3879655 h 3879655"/>
              <a:gd name="connsiteX1" fmla="*/ 30175 w 2520232"/>
              <a:gd name="connsiteY1" fmla="*/ 3453941 h 3879655"/>
              <a:gd name="connsiteX2" fmla="*/ 0 w 2520232"/>
              <a:gd name="connsiteY2" fmla="*/ 318612 h 3879655"/>
              <a:gd name="connsiteX3" fmla="*/ 1374129 w 2520232"/>
              <a:gd name="connsiteY3" fmla="*/ 0 h 3879655"/>
              <a:gd name="connsiteX4" fmla="*/ 2520232 w 2520232"/>
              <a:gd name="connsiteY4" fmla="*/ 340966 h 3879655"/>
              <a:gd name="connsiteX5" fmla="*/ 2505039 w 2520232"/>
              <a:gd name="connsiteY5" fmla="*/ 3540197 h 3879655"/>
              <a:gd name="connsiteX6" fmla="*/ 1157372 w 2520232"/>
              <a:gd name="connsiteY6" fmla="*/ 3879655 h 3879655"/>
              <a:gd name="connsiteX0" fmla="*/ 1157372 w 2520573"/>
              <a:gd name="connsiteY0" fmla="*/ 3879655 h 3879655"/>
              <a:gd name="connsiteX1" fmla="*/ 30175 w 2520573"/>
              <a:gd name="connsiteY1" fmla="*/ 3453941 h 3879655"/>
              <a:gd name="connsiteX2" fmla="*/ 0 w 2520573"/>
              <a:gd name="connsiteY2" fmla="*/ 318612 h 3879655"/>
              <a:gd name="connsiteX3" fmla="*/ 1374129 w 2520573"/>
              <a:gd name="connsiteY3" fmla="*/ 0 h 3879655"/>
              <a:gd name="connsiteX4" fmla="*/ 2520232 w 2520573"/>
              <a:gd name="connsiteY4" fmla="*/ 340966 h 3879655"/>
              <a:gd name="connsiteX5" fmla="*/ 2519626 w 2520573"/>
              <a:gd name="connsiteY5" fmla="*/ 3514256 h 3879655"/>
              <a:gd name="connsiteX6" fmla="*/ 1157372 w 2520573"/>
              <a:gd name="connsiteY6" fmla="*/ 3879655 h 3879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20573" h="3879655">
                <a:moveTo>
                  <a:pt x="1157372" y="3879655"/>
                </a:moveTo>
                <a:lnTo>
                  <a:pt x="30175" y="3453941"/>
                </a:lnTo>
                <a:lnTo>
                  <a:pt x="0" y="318612"/>
                </a:lnTo>
                <a:lnTo>
                  <a:pt x="1374129" y="0"/>
                </a:lnTo>
                <a:lnTo>
                  <a:pt x="2520232" y="340966"/>
                </a:lnTo>
                <a:cubicBezTo>
                  <a:pt x="2517214" y="1376079"/>
                  <a:pt x="2522644" y="2479143"/>
                  <a:pt x="2519626" y="3514256"/>
                </a:cubicBezTo>
                <a:lnTo>
                  <a:pt x="1157372" y="387965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540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en-US" baseline="-2500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EC4821-A602-45BF-A4B2-53291082E737}"/>
              </a:ext>
            </a:extLst>
          </p:cNvPr>
          <p:cNvSpPr/>
          <p:nvPr/>
        </p:nvSpPr>
        <p:spPr>
          <a:xfrm>
            <a:off x="3327218" y="5503514"/>
            <a:ext cx="932709" cy="933777"/>
          </a:xfrm>
          <a:custGeom>
            <a:avLst/>
            <a:gdLst>
              <a:gd name="connsiteX0" fmla="*/ 1475715 w 2417275"/>
              <a:gd name="connsiteY0" fmla="*/ 3612333 h 3612333"/>
              <a:gd name="connsiteX1" fmla="*/ 117695 w 2417275"/>
              <a:gd name="connsiteY1" fmla="*/ 3213980 h 3612333"/>
              <a:gd name="connsiteX2" fmla="*/ 0 w 2417275"/>
              <a:gd name="connsiteY2" fmla="*/ 162962 h 3612333"/>
              <a:gd name="connsiteX3" fmla="*/ 878186 w 2417275"/>
              <a:gd name="connsiteY3" fmla="*/ 0 h 3612333"/>
              <a:gd name="connsiteX4" fmla="*/ 2417275 w 2417275"/>
              <a:gd name="connsiteY4" fmla="*/ 298764 h 3612333"/>
              <a:gd name="connsiteX5" fmla="*/ 2408222 w 2417275"/>
              <a:gd name="connsiteY5" fmla="*/ 3404103 h 3612333"/>
              <a:gd name="connsiteX6" fmla="*/ 1475715 w 2417275"/>
              <a:gd name="connsiteY6" fmla="*/ 3612333 h 3612333"/>
              <a:gd name="connsiteX0" fmla="*/ 1475715 w 2417275"/>
              <a:gd name="connsiteY0" fmla="*/ 3639494 h 3639494"/>
              <a:gd name="connsiteX1" fmla="*/ 117695 w 2417275"/>
              <a:gd name="connsiteY1" fmla="*/ 3213980 h 3639494"/>
              <a:gd name="connsiteX2" fmla="*/ 0 w 2417275"/>
              <a:gd name="connsiteY2" fmla="*/ 162962 h 3639494"/>
              <a:gd name="connsiteX3" fmla="*/ 878186 w 2417275"/>
              <a:gd name="connsiteY3" fmla="*/ 0 h 3639494"/>
              <a:gd name="connsiteX4" fmla="*/ 2417275 w 2417275"/>
              <a:gd name="connsiteY4" fmla="*/ 298764 h 3639494"/>
              <a:gd name="connsiteX5" fmla="*/ 2408222 w 2417275"/>
              <a:gd name="connsiteY5" fmla="*/ 3404103 h 3639494"/>
              <a:gd name="connsiteX6" fmla="*/ 1475715 w 2417275"/>
              <a:gd name="connsiteY6" fmla="*/ 3639494 h 3639494"/>
              <a:gd name="connsiteX0" fmla="*/ 1303236 w 2417275"/>
              <a:gd name="connsiteY0" fmla="*/ 3704548 h 3704548"/>
              <a:gd name="connsiteX1" fmla="*/ 117695 w 2417275"/>
              <a:gd name="connsiteY1" fmla="*/ 3213980 h 3704548"/>
              <a:gd name="connsiteX2" fmla="*/ 0 w 2417275"/>
              <a:gd name="connsiteY2" fmla="*/ 162962 h 3704548"/>
              <a:gd name="connsiteX3" fmla="*/ 878186 w 2417275"/>
              <a:gd name="connsiteY3" fmla="*/ 0 h 3704548"/>
              <a:gd name="connsiteX4" fmla="*/ 2417275 w 2417275"/>
              <a:gd name="connsiteY4" fmla="*/ 298764 h 3704548"/>
              <a:gd name="connsiteX5" fmla="*/ 2408222 w 2417275"/>
              <a:gd name="connsiteY5" fmla="*/ 3404103 h 3704548"/>
              <a:gd name="connsiteX6" fmla="*/ 1303236 w 2417275"/>
              <a:gd name="connsiteY6" fmla="*/ 3704548 h 3704548"/>
              <a:gd name="connsiteX0" fmla="*/ 1303236 w 2408342"/>
              <a:gd name="connsiteY0" fmla="*/ 3704548 h 3704548"/>
              <a:gd name="connsiteX1" fmla="*/ 117695 w 2408342"/>
              <a:gd name="connsiteY1" fmla="*/ 3213980 h 3704548"/>
              <a:gd name="connsiteX2" fmla="*/ 0 w 2408342"/>
              <a:gd name="connsiteY2" fmla="*/ 162962 h 3704548"/>
              <a:gd name="connsiteX3" fmla="*/ 878186 w 2408342"/>
              <a:gd name="connsiteY3" fmla="*/ 0 h 3704548"/>
              <a:gd name="connsiteX4" fmla="*/ 2359782 w 2408342"/>
              <a:gd name="connsiteY4" fmla="*/ 315026 h 3704548"/>
              <a:gd name="connsiteX5" fmla="*/ 2408222 w 2408342"/>
              <a:gd name="connsiteY5" fmla="*/ 3404103 h 3704548"/>
              <a:gd name="connsiteX6" fmla="*/ 1303236 w 2408342"/>
              <a:gd name="connsiteY6" fmla="*/ 3704548 h 3704548"/>
              <a:gd name="connsiteX0" fmla="*/ 1303236 w 2437047"/>
              <a:gd name="connsiteY0" fmla="*/ 3704548 h 3704548"/>
              <a:gd name="connsiteX1" fmla="*/ 117695 w 2437047"/>
              <a:gd name="connsiteY1" fmla="*/ 3213980 h 3704548"/>
              <a:gd name="connsiteX2" fmla="*/ 0 w 2437047"/>
              <a:gd name="connsiteY2" fmla="*/ 162962 h 3704548"/>
              <a:gd name="connsiteX3" fmla="*/ 878186 w 2437047"/>
              <a:gd name="connsiteY3" fmla="*/ 0 h 3704548"/>
              <a:gd name="connsiteX4" fmla="*/ 2359782 w 2437047"/>
              <a:gd name="connsiteY4" fmla="*/ 315026 h 3704548"/>
              <a:gd name="connsiteX5" fmla="*/ 2436968 w 2437047"/>
              <a:gd name="connsiteY5" fmla="*/ 3371576 h 3704548"/>
              <a:gd name="connsiteX6" fmla="*/ 1303236 w 2437047"/>
              <a:gd name="connsiteY6" fmla="*/ 3704548 h 3704548"/>
              <a:gd name="connsiteX0" fmla="*/ 1303236 w 2491060"/>
              <a:gd name="connsiteY0" fmla="*/ 3704548 h 3704548"/>
              <a:gd name="connsiteX1" fmla="*/ 117695 w 2491060"/>
              <a:gd name="connsiteY1" fmla="*/ 3213980 h 3704548"/>
              <a:gd name="connsiteX2" fmla="*/ 0 w 2491060"/>
              <a:gd name="connsiteY2" fmla="*/ 162962 h 3704548"/>
              <a:gd name="connsiteX3" fmla="*/ 878186 w 2491060"/>
              <a:gd name="connsiteY3" fmla="*/ 0 h 3704548"/>
              <a:gd name="connsiteX4" fmla="*/ 2491060 w 2491060"/>
              <a:gd name="connsiteY4" fmla="*/ 185317 h 3704548"/>
              <a:gd name="connsiteX5" fmla="*/ 2436968 w 2491060"/>
              <a:gd name="connsiteY5" fmla="*/ 3371576 h 3704548"/>
              <a:gd name="connsiteX6" fmla="*/ 1303236 w 2491060"/>
              <a:gd name="connsiteY6" fmla="*/ 3704548 h 3704548"/>
              <a:gd name="connsiteX0" fmla="*/ 1303236 w 2505351"/>
              <a:gd name="connsiteY0" fmla="*/ 3704548 h 3704548"/>
              <a:gd name="connsiteX1" fmla="*/ 117695 w 2505351"/>
              <a:gd name="connsiteY1" fmla="*/ 3213980 h 3704548"/>
              <a:gd name="connsiteX2" fmla="*/ 0 w 2505351"/>
              <a:gd name="connsiteY2" fmla="*/ 162962 h 3704548"/>
              <a:gd name="connsiteX3" fmla="*/ 878186 w 2505351"/>
              <a:gd name="connsiteY3" fmla="*/ 0 h 3704548"/>
              <a:gd name="connsiteX4" fmla="*/ 2491060 w 2505351"/>
              <a:gd name="connsiteY4" fmla="*/ 185317 h 3704548"/>
              <a:gd name="connsiteX5" fmla="*/ 2505039 w 2505351"/>
              <a:gd name="connsiteY5" fmla="*/ 3384547 h 3704548"/>
              <a:gd name="connsiteX6" fmla="*/ 1303236 w 2505351"/>
              <a:gd name="connsiteY6" fmla="*/ 3704548 h 3704548"/>
              <a:gd name="connsiteX0" fmla="*/ 1157372 w 2505351"/>
              <a:gd name="connsiteY0" fmla="*/ 3724005 h 3724005"/>
              <a:gd name="connsiteX1" fmla="*/ 117695 w 2505351"/>
              <a:gd name="connsiteY1" fmla="*/ 3213980 h 3724005"/>
              <a:gd name="connsiteX2" fmla="*/ 0 w 2505351"/>
              <a:gd name="connsiteY2" fmla="*/ 162962 h 3724005"/>
              <a:gd name="connsiteX3" fmla="*/ 878186 w 2505351"/>
              <a:gd name="connsiteY3" fmla="*/ 0 h 3724005"/>
              <a:gd name="connsiteX4" fmla="*/ 2491060 w 2505351"/>
              <a:gd name="connsiteY4" fmla="*/ 185317 h 3724005"/>
              <a:gd name="connsiteX5" fmla="*/ 2505039 w 2505351"/>
              <a:gd name="connsiteY5" fmla="*/ 3384547 h 3724005"/>
              <a:gd name="connsiteX6" fmla="*/ 1157372 w 2505351"/>
              <a:gd name="connsiteY6" fmla="*/ 3724005 h 3724005"/>
              <a:gd name="connsiteX0" fmla="*/ 1157372 w 2505351"/>
              <a:gd name="connsiteY0" fmla="*/ 3724005 h 3724005"/>
              <a:gd name="connsiteX1" fmla="*/ 30175 w 2505351"/>
              <a:gd name="connsiteY1" fmla="*/ 3298291 h 3724005"/>
              <a:gd name="connsiteX2" fmla="*/ 0 w 2505351"/>
              <a:gd name="connsiteY2" fmla="*/ 162962 h 3724005"/>
              <a:gd name="connsiteX3" fmla="*/ 878186 w 2505351"/>
              <a:gd name="connsiteY3" fmla="*/ 0 h 3724005"/>
              <a:gd name="connsiteX4" fmla="*/ 2491060 w 2505351"/>
              <a:gd name="connsiteY4" fmla="*/ 185317 h 3724005"/>
              <a:gd name="connsiteX5" fmla="*/ 2505039 w 2505351"/>
              <a:gd name="connsiteY5" fmla="*/ 3384547 h 3724005"/>
              <a:gd name="connsiteX6" fmla="*/ 1157372 w 2505351"/>
              <a:gd name="connsiteY6" fmla="*/ 3724005 h 3724005"/>
              <a:gd name="connsiteX0" fmla="*/ 1157372 w 2505351"/>
              <a:gd name="connsiteY0" fmla="*/ 3724005 h 3724005"/>
              <a:gd name="connsiteX1" fmla="*/ 30175 w 2505351"/>
              <a:gd name="connsiteY1" fmla="*/ 3298291 h 3724005"/>
              <a:gd name="connsiteX2" fmla="*/ 0 w 2505351"/>
              <a:gd name="connsiteY2" fmla="*/ 162962 h 3724005"/>
              <a:gd name="connsiteX3" fmla="*/ 878186 w 2505351"/>
              <a:gd name="connsiteY3" fmla="*/ 0 h 3724005"/>
              <a:gd name="connsiteX4" fmla="*/ 2491060 w 2505351"/>
              <a:gd name="connsiteY4" fmla="*/ 185317 h 3724005"/>
              <a:gd name="connsiteX5" fmla="*/ 2505039 w 2505351"/>
              <a:gd name="connsiteY5" fmla="*/ 3268874 h 3724005"/>
              <a:gd name="connsiteX6" fmla="*/ 1157372 w 2505351"/>
              <a:gd name="connsiteY6" fmla="*/ 3724005 h 3724005"/>
              <a:gd name="connsiteX0" fmla="*/ 1024071 w 2505351"/>
              <a:gd name="connsiteY0" fmla="*/ 3745034 h 3745034"/>
              <a:gd name="connsiteX1" fmla="*/ 30175 w 2505351"/>
              <a:gd name="connsiteY1" fmla="*/ 3298291 h 3745034"/>
              <a:gd name="connsiteX2" fmla="*/ 0 w 2505351"/>
              <a:gd name="connsiteY2" fmla="*/ 162962 h 3745034"/>
              <a:gd name="connsiteX3" fmla="*/ 878186 w 2505351"/>
              <a:gd name="connsiteY3" fmla="*/ 0 h 3745034"/>
              <a:gd name="connsiteX4" fmla="*/ 2491060 w 2505351"/>
              <a:gd name="connsiteY4" fmla="*/ 185317 h 3745034"/>
              <a:gd name="connsiteX5" fmla="*/ 2505039 w 2505351"/>
              <a:gd name="connsiteY5" fmla="*/ 3268874 h 3745034"/>
              <a:gd name="connsiteX6" fmla="*/ 1024071 w 2505351"/>
              <a:gd name="connsiteY6" fmla="*/ 3745034 h 3745034"/>
              <a:gd name="connsiteX0" fmla="*/ 993896 w 2475176"/>
              <a:gd name="connsiteY0" fmla="*/ 3745034 h 3745034"/>
              <a:gd name="connsiteX1" fmla="*/ 0 w 2475176"/>
              <a:gd name="connsiteY1" fmla="*/ 3298291 h 3745034"/>
              <a:gd name="connsiteX2" fmla="*/ 7912 w 2475176"/>
              <a:gd name="connsiteY2" fmla="*/ 47287 h 3745034"/>
              <a:gd name="connsiteX3" fmla="*/ 848011 w 2475176"/>
              <a:gd name="connsiteY3" fmla="*/ 0 h 3745034"/>
              <a:gd name="connsiteX4" fmla="*/ 2460885 w 2475176"/>
              <a:gd name="connsiteY4" fmla="*/ 185317 h 3745034"/>
              <a:gd name="connsiteX5" fmla="*/ 2474864 w 2475176"/>
              <a:gd name="connsiteY5" fmla="*/ 3268874 h 3745034"/>
              <a:gd name="connsiteX6" fmla="*/ 993896 w 2475176"/>
              <a:gd name="connsiteY6" fmla="*/ 3745034 h 3745034"/>
              <a:gd name="connsiteX0" fmla="*/ 993896 w 2475176"/>
              <a:gd name="connsiteY0" fmla="*/ 4123599 h 4123599"/>
              <a:gd name="connsiteX1" fmla="*/ 0 w 2475176"/>
              <a:gd name="connsiteY1" fmla="*/ 3676856 h 4123599"/>
              <a:gd name="connsiteX2" fmla="*/ 7912 w 2475176"/>
              <a:gd name="connsiteY2" fmla="*/ 425852 h 4123599"/>
              <a:gd name="connsiteX3" fmla="*/ 1495462 w 2475176"/>
              <a:gd name="connsiteY3" fmla="*/ 0 h 4123599"/>
              <a:gd name="connsiteX4" fmla="*/ 2460885 w 2475176"/>
              <a:gd name="connsiteY4" fmla="*/ 563882 h 4123599"/>
              <a:gd name="connsiteX5" fmla="*/ 2474864 w 2475176"/>
              <a:gd name="connsiteY5" fmla="*/ 3647439 h 4123599"/>
              <a:gd name="connsiteX6" fmla="*/ 993896 w 2475176"/>
              <a:gd name="connsiteY6" fmla="*/ 4123599 h 4123599"/>
              <a:gd name="connsiteX0" fmla="*/ 993896 w 2486276"/>
              <a:gd name="connsiteY0" fmla="*/ 4123599 h 4123599"/>
              <a:gd name="connsiteX1" fmla="*/ 0 w 2486276"/>
              <a:gd name="connsiteY1" fmla="*/ 3676856 h 4123599"/>
              <a:gd name="connsiteX2" fmla="*/ 7912 w 2486276"/>
              <a:gd name="connsiteY2" fmla="*/ 425852 h 4123599"/>
              <a:gd name="connsiteX3" fmla="*/ 1495462 w 2486276"/>
              <a:gd name="connsiteY3" fmla="*/ 0 h 4123599"/>
              <a:gd name="connsiteX4" fmla="*/ 2486276 w 2486276"/>
              <a:gd name="connsiteY4" fmla="*/ 553365 h 4123599"/>
              <a:gd name="connsiteX5" fmla="*/ 2474864 w 2486276"/>
              <a:gd name="connsiteY5" fmla="*/ 3647439 h 4123599"/>
              <a:gd name="connsiteX6" fmla="*/ 993896 w 2486276"/>
              <a:gd name="connsiteY6" fmla="*/ 4123599 h 4123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86276" h="4123599">
                <a:moveTo>
                  <a:pt x="993896" y="4123599"/>
                </a:moveTo>
                <a:lnTo>
                  <a:pt x="0" y="3676856"/>
                </a:lnTo>
                <a:cubicBezTo>
                  <a:pt x="2637" y="2593188"/>
                  <a:pt x="5275" y="1509520"/>
                  <a:pt x="7912" y="425852"/>
                </a:cubicBezTo>
                <a:lnTo>
                  <a:pt x="1495462" y="0"/>
                </a:lnTo>
                <a:lnTo>
                  <a:pt x="2486276" y="553365"/>
                </a:lnTo>
                <a:cubicBezTo>
                  <a:pt x="2483258" y="1588478"/>
                  <a:pt x="2477882" y="2612326"/>
                  <a:pt x="2474864" y="3647439"/>
                </a:cubicBezTo>
                <a:lnTo>
                  <a:pt x="993896" y="412359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540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en-US" baseline="-2500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C69CE83-7420-440A-9A3B-09FAC87AD321}"/>
              </a:ext>
            </a:extLst>
          </p:cNvPr>
          <p:cNvSpPr/>
          <p:nvPr/>
        </p:nvSpPr>
        <p:spPr>
          <a:xfrm>
            <a:off x="4781773" y="3960132"/>
            <a:ext cx="1535050" cy="2062238"/>
          </a:xfrm>
          <a:custGeom>
            <a:avLst/>
            <a:gdLst>
              <a:gd name="connsiteX0" fmla="*/ 1475715 w 2417275"/>
              <a:gd name="connsiteY0" fmla="*/ 3612333 h 3612333"/>
              <a:gd name="connsiteX1" fmla="*/ 117695 w 2417275"/>
              <a:gd name="connsiteY1" fmla="*/ 3213980 h 3612333"/>
              <a:gd name="connsiteX2" fmla="*/ 0 w 2417275"/>
              <a:gd name="connsiteY2" fmla="*/ 162962 h 3612333"/>
              <a:gd name="connsiteX3" fmla="*/ 878186 w 2417275"/>
              <a:gd name="connsiteY3" fmla="*/ 0 h 3612333"/>
              <a:gd name="connsiteX4" fmla="*/ 2417275 w 2417275"/>
              <a:gd name="connsiteY4" fmla="*/ 298764 h 3612333"/>
              <a:gd name="connsiteX5" fmla="*/ 2408222 w 2417275"/>
              <a:gd name="connsiteY5" fmla="*/ 3404103 h 3612333"/>
              <a:gd name="connsiteX6" fmla="*/ 1475715 w 2417275"/>
              <a:gd name="connsiteY6" fmla="*/ 3612333 h 3612333"/>
              <a:gd name="connsiteX0" fmla="*/ 1475715 w 2417275"/>
              <a:gd name="connsiteY0" fmla="*/ 3639494 h 3639494"/>
              <a:gd name="connsiteX1" fmla="*/ 117695 w 2417275"/>
              <a:gd name="connsiteY1" fmla="*/ 3213980 h 3639494"/>
              <a:gd name="connsiteX2" fmla="*/ 0 w 2417275"/>
              <a:gd name="connsiteY2" fmla="*/ 162962 h 3639494"/>
              <a:gd name="connsiteX3" fmla="*/ 878186 w 2417275"/>
              <a:gd name="connsiteY3" fmla="*/ 0 h 3639494"/>
              <a:gd name="connsiteX4" fmla="*/ 2417275 w 2417275"/>
              <a:gd name="connsiteY4" fmla="*/ 298764 h 3639494"/>
              <a:gd name="connsiteX5" fmla="*/ 2408222 w 2417275"/>
              <a:gd name="connsiteY5" fmla="*/ 3404103 h 3639494"/>
              <a:gd name="connsiteX6" fmla="*/ 1475715 w 2417275"/>
              <a:gd name="connsiteY6" fmla="*/ 3639494 h 3639494"/>
              <a:gd name="connsiteX0" fmla="*/ 1303236 w 2417275"/>
              <a:gd name="connsiteY0" fmla="*/ 3704548 h 3704548"/>
              <a:gd name="connsiteX1" fmla="*/ 117695 w 2417275"/>
              <a:gd name="connsiteY1" fmla="*/ 3213980 h 3704548"/>
              <a:gd name="connsiteX2" fmla="*/ 0 w 2417275"/>
              <a:gd name="connsiteY2" fmla="*/ 162962 h 3704548"/>
              <a:gd name="connsiteX3" fmla="*/ 878186 w 2417275"/>
              <a:gd name="connsiteY3" fmla="*/ 0 h 3704548"/>
              <a:gd name="connsiteX4" fmla="*/ 2417275 w 2417275"/>
              <a:gd name="connsiteY4" fmla="*/ 298764 h 3704548"/>
              <a:gd name="connsiteX5" fmla="*/ 2408222 w 2417275"/>
              <a:gd name="connsiteY5" fmla="*/ 3404103 h 3704548"/>
              <a:gd name="connsiteX6" fmla="*/ 1303236 w 2417275"/>
              <a:gd name="connsiteY6" fmla="*/ 3704548 h 3704548"/>
              <a:gd name="connsiteX0" fmla="*/ 1303236 w 2408342"/>
              <a:gd name="connsiteY0" fmla="*/ 3704548 h 3704548"/>
              <a:gd name="connsiteX1" fmla="*/ 117695 w 2408342"/>
              <a:gd name="connsiteY1" fmla="*/ 3213980 h 3704548"/>
              <a:gd name="connsiteX2" fmla="*/ 0 w 2408342"/>
              <a:gd name="connsiteY2" fmla="*/ 162962 h 3704548"/>
              <a:gd name="connsiteX3" fmla="*/ 878186 w 2408342"/>
              <a:gd name="connsiteY3" fmla="*/ 0 h 3704548"/>
              <a:gd name="connsiteX4" fmla="*/ 2359782 w 2408342"/>
              <a:gd name="connsiteY4" fmla="*/ 315026 h 3704548"/>
              <a:gd name="connsiteX5" fmla="*/ 2408222 w 2408342"/>
              <a:gd name="connsiteY5" fmla="*/ 3404103 h 3704548"/>
              <a:gd name="connsiteX6" fmla="*/ 1303236 w 2408342"/>
              <a:gd name="connsiteY6" fmla="*/ 3704548 h 3704548"/>
              <a:gd name="connsiteX0" fmla="*/ 1303236 w 2437047"/>
              <a:gd name="connsiteY0" fmla="*/ 3704548 h 3704548"/>
              <a:gd name="connsiteX1" fmla="*/ 117695 w 2437047"/>
              <a:gd name="connsiteY1" fmla="*/ 3213980 h 3704548"/>
              <a:gd name="connsiteX2" fmla="*/ 0 w 2437047"/>
              <a:gd name="connsiteY2" fmla="*/ 162962 h 3704548"/>
              <a:gd name="connsiteX3" fmla="*/ 878186 w 2437047"/>
              <a:gd name="connsiteY3" fmla="*/ 0 h 3704548"/>
              <a:gd name="connsiteX4" fmla="*/ 2359782 w 2437047"/>
              <a:gd name="connsiteY4" fmla="*/ 315026 h 3704548"/>
              <a:gd name="connsiteX5" fmla="*/ 2436968 w 2437047"/>
              <a:gd name="connsiteY5" fmla="*/ 3371576 h 3704548"/>
              <a:gd name="connsiteX6" fmla="*/ 1303236 w 2437047"/>
              <a:gd name="connsiteY6" fmla="*/ 3704548 h 3704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37047" h="3704548">
                <a:moveTo>
                  <a:pt x="1303236" y="3704548"/>
                </a:moveTo>
                <a:lnTo>
                  <a:pt x="117695" y="3213980"/>
                </a:lnTo>
                <a:lnTo>
                  <a:pt x="0" y="162962"/>
                </a:lnTo>
                <a:lnTo>
                  <a:pt x="878186" y="0"/>
                </a:lnTo>
                <a:lnTo>
                  <a:pt x="2359782" y="315026"/>
                </a:lnTo>
                <a:cubicBezTo>
                  <a:pt x="2356764" y="1350139"/>
                  <a:pt x="2439986" y="2336463"/>
                  <a:pt x="2436968" y="3371576"/>
                </a:cubicBezTo>
                <a:lnTo>
                  <a:pt x="1303236" y="370454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540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en-US" baseline="-2500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05951DF-8C68-4496-8AA0-34E2BB798091}"/>
              </a:ext>
            </a:extLst>
          </p:cNvPr>
          <p:cNvSpPr/>
          <p:nvPr/>
        </p:nvSpPr>
        <p:spPr>
          <a:xfrm>
            <a:off x="5733880" y="2935209"/>
            <a:ext cx="1910488" cy="2826419"/>
          </a:xfrm>
          <a:custGeom>
            <a:avLst/>
            <a:gdLst>
              <a:gd name="connsiteX0" fmla="*/ 1475715 w 2417275"/>
              <a:gd name="connsiteY0" fmla="*/ 3612333 h 3612333"/>
              <a:gd name="connsiteX1" fmla="*/ 117695 w 2417275"/>
              <a:gd name="connsiteY1" fmla="*/ 3213980 h 3612333"/>
              <a:gd name="connsiteX2" fmla="*/ 0 w 2417275"/>
              <a:gd name="connsiteY2" fmla="*/ 162962 h 3612333"/>
              <a:gd name="connsiteX3" fmla="*/ 878186 w 2417275"/>
              <a:gd name="connsiteY3" fmla="*/ 0 h 3612333"/>
              <a:gd name="connsiteX4" fmla="*/ 2417275 w 2417275"/>
              <a:gd name="connsiteY4" fmla="*/ 298764 h 3612333"/>
              <a:gd name="connsiteX5" fmla="*/ 2408222 w 2417275"/>
              <a:gd name="connsiteY5" fmla="*/ 3404103 h 3612333"/>
              <a:gd name="connsiteX6" fmla="*/ 1475715 w 2417275"/>
              <a:gd name="connsiteY6" fmla="*/ 3612333 h 3612333"/>
              <a:gd name="connsiteX0" fmla="*/ 1475715 w 2417275"/>
              <a:gd name="connsiteY0" fmla="*/ 3639494 h 3639494"/>
              <a:gd name="connsiteX1" fmla="*/ 117695 w 2417275"/>
              <a:gd name="connsiteY1" fmla="*/ 3213980 h 3639494"/>
              <a:gd name="connsiteX2" fmla="*/ 0 w 2417275"/>
              <a:gd name="connsiteY2" fmla="*/ 162962 h 3639494"/>
              <a:gd name="connsiteX3" fmla="*/ 878186 w 2417275"/>
              <a:gd name="connsiteY3" fmla="*/ 0 h 3639494"/>
              <a:gd name="connsiteX4" fmla="*/ 2417275 w 2417275"/>
              <a:gd name="connsiteY4" fmla="*/ 298764 h 3639494"/>
              <a:gd name="connsiteX5" fmla="*/ 2408222 w 2417275"/>
              <a:gd name="connsiteY5" fmla="*/ 3404103 h 3639494"/>
              <a:gd name="connsiteX6" fmla="*/ 1475715 w 2417275"/>
              <a:gd name="connsiteY6" fmla="*/ 3639494 h 3639494"/>
              <a:gd name="connsiteX0" fmla="*/ 1475715 w 2475940"/>
              <a:gd name="connsiteY0" fmla="*/ 3639494 h 3639494"/>
              <a:gd name="connsiteX1" fmla="*/ 117695 w 2475940"/>
              <a:gd name="connsiteY1" fmla="*/ 3213980 h 3639494"/>
              <a:gd name="connsiteX2" fmla="*/ 0 w 2475940"/>
              <a:gd name="connsiteY2" fmla="*/ 162962 h 3639494"/>
              <a:gd name="connsiteX3" fmla="*/ 878186 w 2475940"/>
              <a:gd name="connsiteY3" fmla="*/ 0 h 3639494"/>
              <a:gd name="connsiteX4" fmla="*/ 2475940 w 2475940"/>
              <a:gd name="connsiteY4" fmla="*/ 228366 h 3639494"/>
              <a:gd name="connsiteX5" fmla="*/ 2408222 w 2475940"/>
              <a:gd name="connsiteY5" fmla="*/ 3404103 h 3639494"/>
              <a:gd name="connsiteX6" fmla="*/ 1475715 w 2475940"/>
              <a:gd name="connsiteY6" fmla="*/ 3639494 h 3639494"/>
              <a:gd name="connsiteX0" fmla="*/ 1381850 w 2475940"/>
              <a:gd name="connsiteY0" fmla="*/ 3662960 h 3662960"/>
              <a:gd name="connsiteX1" fmla="*/ 117695 w 2475940"/>
              <a:gd name="connsiteY1" fmla="*/ 3213980 h 3662960"/>
              <a:gd name="connsiteX2" fmla="*/ 0 w 2475940"/>
              <a:gd name="connsiteY2" fmla="*/ 162962 h 3662960"/>
              <a:gd name="connsiteX3" fmla="*/ 878186 w 2475940"/>
              <a:gd name="connsiteY3" fmla="*/ 0 h 3662960"/>
              <a:gd name="connsiteX4" fmla="*/ 2475940 w 2475940"/>
              <a:gd name="connsiteY4" fmla="*/ 228366 h 3662960"/>
              <a:gd name="connsiteX5" fmla="*/ 2408222 w 2475940"/>
              <a:gd name="connsiteY5" fmla="*/ 3404103 h 3662960"/>
              <a:gd name="connsiteX6" fmla="*/ 1381850 w 2475940"/>
              <a:gd name="connsiteY6" fmla="*/ 3662960 h 366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75940" h="3662960">
                <a:moveTo>
                  <a:pt x="1381850" y="3662960"/>
                </a:moveTo>
                <a:lnTo>
                  <a:pt x="117695" y="3213980"/>
                </a:lnTo>
                <a:lnTo>
                  <a:pt x="0" y="162962"/>
                </a:lnTo>
                <a:lnTo>
                  <a:pt x="878186" y="0"/>
                </a:lnTo>
                <a:lnTo>
                  <a:pt x="2475940" y="228366"/>
                </a:lnTo>
                <a:cubicBezTo>
                  <a:pt x="2472922" y="1263479"/>
                  <a:pt x="2411240" y="2368990"/>
                  <a:pt x="2408222" y="3404103"/>
                </a:cubicBezTo>
                <a:lnTo>
                  <a:pt x="1381850" y="366296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54000" dir="21540000" sy="23000" kx="-1200000" algn="b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en-US" baseline="-2500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46D6150-2E84-41F4-B723-7DFB3B013163}"/>
              </a:ext>
            </a:extLst>
          </p:cNvPr>
          <p:cNvSpPr/>
          <p:nvPr/>
        </p:nvSpPr>
        <p:spPr>
          <a:xfrm>
            <a:off x="6572816" y="1810694"/>
            <a:ext cx="2417275" cy="3639494"/>
          </a:xfrm>
          <a:custGeom>
            <a:avLst/>
            <a:gdLst>
              <a:gd name="connsiteX0" fmla="*/ 1475715 w 2417275"/>
              <a:gd name="connsiteY0" fmla="*/ 3612333 h 3612333"/>
              <a:gd name="connsiteX1" fmla="*/ 117695 w 2417275"/>
              <a:gd name="connsiteY1" fmla="*/ 3213980 h 3612333"/>
              <a:gd name="connsiteX2" fmla="*/ 0 w 2417275"/>
              <a:gd name="connsiteY2" fmla="*/ 162962 h 3612333"/>
              <a:gd name="connsiteX3" fmla="*/ 878186 w 2417275"/>
              <a:gd name="connsiteY3" fmla="*/ 0 h 3612333"/>
              <a:gd name="connsiteX4" fmla="*/ 2417275 w 2417275"/>
              <a:gd name="connsiteY4" fmla="*/ 298764 h 3612333"/>
              <a:gd name="connsiteX5" fmla="*/ 2408222 w 2417275"/>
              <a:gd name="connsiteY5" fmla="*/ 3404103 h 3612333"/>
              <a:gd name="connsiteX6" fmla="*/ 1475715 w 2417275"/>
              <a:gd name="connsiteY6" fmla="*/ 3612333 h 3612333"/>
              <a:gd name="connsiteX0" fmla="*/ 1475715 w 2417275"/>
              <a:gd name="connsiteY0" fmla="*/ 3639494 h 3639494"/>
              <a:gd name="connsiteX1" fmla="*/ 117695 w 2417275"/>
              <a:gd name="connsiteY1" fmla="*/ 3213980 h 3639494"/>
              <a:gd name="connsiteX2" fmla="*/ 0 w 2417275"/>
              <a:gd name="connsiteY2" fmla="*/ 162962 h 3639494"/>
              <a:gd name="connsiteX3" fmla="*/ 878186 w 2417275"/>
              <a:gd name="connsiteY3" fmla="*/ 0 h 3639494"/>
              <a:gd name="connsiteX4" fmla="*/ 2417275 w 2417275"/>
              <a:gd name="connsiteY4" fmla="*/ 298764 h 3639494"/>
              <a:gd name="connsiteX5" fmla="*/ 2408222 w 2417275"/>
              <a:gd name="connsiteY5" fmla="*/ 3404103 h 3639494"/>
              <a:gd name="connsiteX6" fmla="*/ 1475715 w 2417275"/>
              <a:gd name="connsiteY6" fmla="*/ 3639494 h 3639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7275" h="3639494">
                <a:moveTo>
                  <a:pt x="1475715" y="3639494"/>
                </a:moveTo>
                <a:lnTo>
                  <a:pt x="117695" y="3213980"/>
                </a:lnTo>
                <a:lnTo>
                  <a:pt x="0" y="162962"/>
                </a:lnTo>
                <a:lnTo>
                  <a:pt x="878186" y="0"/>
                </a:lnTo>
                <a:lnTo>
                  <a:pt x="2417275" y="298764"/>
                </a:lnTo>
                <a:cubicBezTo>
                  <a:pt x="2414257" y="1333877"/>
                  <a:pt x="2411240" y="2368990"/>
                  <a:pt x="2408222" y="3404103"/>
                </a:cubicBezTo>
                <a:lnTo>
                  <a:pt x="1475715" y="363949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540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en-US" baseline="-250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61F554-BFE7-479D-AB66-4FC962EA20BE}"/>
              </a:ext>
            </a:extLst>
          </p:cNvPr>
          <p:cNvSpPr/>
          <p:nvPr/>
        </p:nvSpPr>
        <p:spPr>
          <a:xfrm>
            <a:off x="6096000" y="2045469"/>
            <a:ext cx="2383726" cy="3221666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perspectiveHeroicExtremeLeftFacing" fov="1200000">
              <a:rot lat="761422" lon="3001956" rev="0"/>
            </a:camera>
            <a:lightRig rig="harsh" dir="t">
              <a:rot lat="0" lon="0" rev="7800000"/>
            </a:lightRig>
          </a:scene3d>
          <a:sp3d extrusionH="1270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6000" b="1"/>
              <a:t>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38740-9A28-4E12-B334-A684B261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D89C1-E678-4E97-A388-CA1799D475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5 Cubes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8C087-735C-4D87-9C21-0407D116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998891-6EE0-460C-AE4F-1E9581A1A2C7}"/>
              </a:ext>
            </a:extLst>
          </p:cNvPr>
          <p:cNvSpPr/>
          <p:nvPr/>
        </p:nvSpPr>
        <p:spPr>
          <a:xfrm>
            <a:off x="5246850" y="3052568"/>
            <a:ext cx="1904215" cy="2573594"/>
          </a:xfrm>
          <a:prstGeom prst="rect">
            <a:avLst/>
          </a:prstGeom>
          <a:solidFill>
            <a:schemeClr val="accent3"/>
          </a:solidFill>
          <a:ln>
            <a:noFill/>
          </a:ln>
          <a:scene3d>
            <a:camera prst="perspectiveHeroicExtremeLeftFacing" fov="1200000">
              <a:rot lat="761422" lon="3001956" rev="0"/>
            </a:camera>
            <a:lightRig rig="harsh" dir="t">
              <a:rot lat="0" lon="0" rev="7800000"/>
            </a:lightRig>
          </a:scene3d>
          <a:sp3d extrusionH="1143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6000" b="1"/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CDEC5C-11C9-41B4-86DB-837FA930397A}"/>
              </a:ext>
            </a:extLst>
          </p:cNvPr>
          <p:cNvSpPr/>
          <p:nvPr/>
        </p:nvSpPr>
        <p:spPr>
          <a:xfrm>
            <a:off x="4432084" y="4061693"/>
            <a:ext cx="1385256" cy="1872208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 fov="1200000">
              <a:rot lat="761422" lon="3001956" rev="0"/>
            </a:camera>
            <a:lightRig rig="harsh" dir="t">
              <a:rot lat="0" lon="0" rev="7800000"/>
            </a:lightRig>
          </a:scene3d>
          <a:sp3d extrusionH="1016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5400" b="1"/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70BBFF-825F-472D-B44F-134A487A31B3}"/>
              </a:ext>
            </a:extLst>
          </p:cNvPr>
          <p:cNvSpPr/>
          <p:nvPr/>
        </p:nvSpPr>
        <p:spPr>
          <a:xfrm>
            <a:off x="3842716" y="4973144"/>
            <a:ext cx="900076" cy="1216475"/>
          </a:xfrm>
          <a:prstGeom prst="rect">
            <a:avLst/>
          </a:prstGeom>
          <a:ln>
            <a:noFill/>
          </a:ln>
          <a:effectLst/>
          <a:scene3d>
            <a:camera prst="perspectiveHeroicExtremeLeftFacing" fov="1200000">
              <a:rot lat="761422" lon="3001956" rev="0"/>
            </a:camera>
            <a:lightRig rig="harsh" dir="t">
              <a:rot lat="0" lon="0" rev="7800000"/>
            </a:lightRig>
          </a:scene3d>
          <a:sp3d extrusionH="889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3600" b="1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B5FE0D-5430-41BF-9ACD-BBEE4DC7E0C9}"/>
              </a:ext>
            </a:extLst>
          </p:cNvPr>
          <p:cNvSpPr/>
          <p:nvPr/>
        </p:nvSpPr>
        <p:spPr>
          <a:xfrm>
            <a:off x="3214782" y="5626162"/>
            <a:ext cx="575904" cy="778348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perspectiveHeroicExtremeLeftFacing" fov="1200000">
              <a:rot lat="761422" lon="3001956" rev="0"/>
            </a:camera>
            <a:lightRig rig="harsh" dir="t">
              <a:rot lat="0" lon="0" rev="7800000"/>
            </a:lightRig>
          </a:scene3d>
          <a:sp3d extrusionH="762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1</a:t>
            </a:r>
          </a:p>
        </p:txBody>
      </p:sp>
      <p:pic>
        <p:nvPicPr>
          <p:cNvPr id="22" name="Graphic 21" descr="Rocket">
            <a:extLst>
              <a:ext uri="{FF2B5EF4-FFF2-40B4-BE49-F238E27FC236}">
                <a16:creationId xmlns:a16="http://schemas.microsoft.com/office/drawing/2014/main" id="{C24A95BB-42F1-46D9-81DE-1649425EF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6488" y="3960132"/>
            <a:ext cx="1124594" cy="1124594"/>
          </a:xfrm>
          <a:prstGeom prst="rect">
            <a:avLst/>
          </a:prstGeom>
          <a:scene3d>
            <a:camera prst="perspectiveHeroicExtremeLeftFacing" fov="0">
              <a:rot lat="495912" lon="18543373" rev="0"/>
            </a:camera>
            <a:lightRig rig="threePt" dir="t"/>
          </a:scene3d>
          <a:sp3d/>
        </p:spPr>
      </p:pic>
      <p:pic>
        <p:nvPicPr>
          <p:cNvPr id="24" name="Graphic 23" descr="Factory">
            <a:extLst>
              <a:ext uri="{FF2B5EF4-FFF2-40B4-BE49-F238E27FC236}">
                <a16:creationId xmlns:a16="http://schemas.microsoft.com/office/drawing/2014/main" id="{1148DEA9-EBDF-4192-BE1F-EB4B38486F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73668" y="5683320"/>
            <a:ext cx="630135" cy="630135"/>
          </a:xfrm>
          <a:prstGeom prst="rect">
            <a:avLst/>
          </a:prstGeom>
          <a:scene3d>
            <a:camera prst="perspectiveHeroicExtremeLeftFacing" fov="0">
              <a:rot lat="495912" lon="18543373" rev="0"/>
            </a:camera>
            <a:lightRig rig="threePt" dir="t"/>
          </a:scene3d>
          <a:sp3d/>
        </p:spPr>
      </p:pic>
      <p:pic>
        <p:nvPicPr>
          <p:cNvPr id="26" name="Graphic 25" descr="Head with Gears">
            <a:extLst>
              <a:ext uri="{FF2B5EF4-FFF2-40B4-BE49-F238E27FC236}">
                <a16:creationId xmlns:a16="http://schemas.microsoft.com/office/drawing/2014/main" id="{7D2A2228-F0E1-47E9-9151-FDA6BEA423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8942" y="4293096"/>
            <a:ext cx="1231199" cy="1231199"/>
          </a:xfrm>
          <a:prstGeom prst="rect">
            <a:avLst/>
          </a:prstGeom>
          <a:scene3d>
            <a:camera prst="perspectiveHeroicExtremeLeftFacing" fov="0">
              <a:rot lat="495912" lon="18543373" rev="0"/>
            </a:camera>
            <a:lightRig rig="threePt" dir="t"/>
          </a:scene3d>
          <a:sp3d/>
        </p:spPr>
      </p:pic>
      <p:pic>
        <p:nvPicPr>
          <p:cNvPr id="28" name="Graphic 27" descr="Lightbulb">
            <a:extLst>
              <a:ext uri="{FF2B5EF4-FFF2-40B4-BE49-F238E27FC236}">
                <a16:creationId xmlns:a16="http://schemas.microsoft.com/office/drawing/2014/main" id="{4A2F9C46-CAD3-409B-9FBF-CBD5990A41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13112" y="4706375"/>
            <a:ext cx="1068000" cy="1068000"/>
          </a:xfrm>
          <a:prstGeom prst="rect">
            <a:avLst/>
          </a:prstGeom>
          <a:scene3d>
            <a:camera prst="perspectiveHeroicExtremeLeftFacing" fov="0">
              <a:rot lat="495912" lon="18543373" rev="0"/>
            </a:camera>
            <a:lightRig rig="threePt" dir="t"/>
          </a:scene3d>
          <a:sp3d/>
        </p:spPr>
      </p:pic>
      <p:pic>
        <p:nvPicPr>
          <p:cNvPr id="30" name="Graphic 29" descr="Pie chart">
            <a:extLst>
              <a:ext uri="{FF2B5EF4-FFF2-40B4-BE49-F238E27FC236}">
                <a16:creationId xmlns:a16="http://schemas.microsoft.com/office/drawing/2014/main" id="{62555AD8-FD2C-492A-B53E-0CEC9A3892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79400" y="5267135"/>
            <a:ext cx="819951" cy="819951"/>
          </a:xfrm>
          <a:prstGeom prst="rect">
            <a:avLst/>
          </a:prstGeom>
          <a:scene3d>
            <a:camera prst="perspectiveHeroicExtremeLeftFacing" fov="0">
              <a:rot lat="495912" lon="18543373" rev="0"/>
            </a:camera>
            <a:lightRig rig="threePt" dir="t"/>
          </a:scene3d>
          <a:sp3d/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F4315D9-8D35-431F-A5F8-259A1E3C486B}"/>
              </a:ext>
            </a:extLst>
          </p:cNvPr>
          <p:cNvSpPr/>
          <p:nvPr/>
        </p:nvSpPr>
        <p:spPr>
          <a:xfrm>
            <a:off x="257888" y="4557372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da-DK" sz="2000" b="1" cap="all">
                <a:solidFill>
                  <a:schemeClr val="tx2"/>
                </a:solidFill>
              </a:rPr>
              <a:t>Lorem ipsum</a:t>
            </a:r>
            <a:endParaRPr lang="en-US" sz="2000" b="1" cap="all">
              <a:solidFill>
                <a:schemeClr val="tx2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F72153-B97C-4104-834B-B578576EFDB9}"/>
              </a:ext>
            </a:extLst>
          </p:cNvPr>
          <p:cNvSpPr/>
          <p:nvPr/>
        </p:nvSpPr>
        <p:spPr>
          <a:xfrm>
            <a:off x="257887" y="4930347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816973-F27B-41BC-83D1-88D8AC6409B0}"/>
              </a:ext>
            </a:extLst>
          </p:cNvPr>
          <p:cNvSpPr/>
          <p:nvPr/>
        </p:nvSpPr>
        <p:spPr>
          <a:xfrm>
            <a:off x="257887" y="3217281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da-DK" sz="2000" b="1" cap="all">
                <a:solidFill>
                  <a:schemeClr val="accent1"/>
                </a:solidFill>
              </a:rPr>
              <a:t>Lorem ipsum</a:t>
            </a:r>
            <a:endParaRPr lang="en-US" sz="2000" b="1" cap="all">
              <a:solidFill>
                <a:schemeClr val="accent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4389E6-4472-427B-AE64-68EA95F5C62D}"/>
              </a:ext>
            </a:extLst>
          </p:cNvPr>
          <p:cNvSpPr/>
          <p:nvPr/>
        </p:nvSpPr>
        <p:spPr>
          <a:xfrm>
            <a:off x="257887" y="3590256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0CB451-7A02-499B-A5D9-E87205EB369D}"/>
              </a:ext>
            </a:extLst>
          </p:cNvPr>
          <p:cNvSpPr/>
          <p:nvPr/>
        </p:nvSpPr>
        <p:spPr>
          <a:xfrm>
            <a:off x="257887" y="1877191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r"/>
            <a:r>
              <a:rPr lang="da-DK" sz="2000" b="1" cap="all">
                <a:solidFill>
                  <a:schemeClr val="accent2"/>
                </a:solidFill>
              </a:rPr>
              <a:t>Lorem ipsum</a:t>
            </a:r>
            <a:endParaRPr lang="en-US" sz="2000" b="1" cap="all">
              <a:solidFill>
                <a:schemeClr val="accent2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8363DBE-31A7-472E-899C-FF33B8409C69}"/>
              </a:ext>
            </a:extLst>
          </p:cNvPr>
          <p:cNvSpPr/>
          <p:nvPr/>
        </p:nvSpPr>
        <p:spPr>
          <a:xfrm>
            <a:off x="257887" y="2250166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DA48EF9-5C3D-48FF-967A-73D1CF3F4175}"/>
              </a:ext>
            </a:extLst>
          </p:cNvPr>
          <p:cNvSpPr/>
          <p:nvPr/>
        </p:nvSpPr>
        <p:spPr>
          <a:xfrm>
            <a:off x="9293377" y="3662983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da-DK" sz="2000" b="1" cap="all">
                <a:solidFill>
                  <a:schemeClr val="accent3"/>
                </a:solidFill>
              </a:rPr>
              <a:t>Lorem ipsum</a:t>
            </a:r>
            <a:endParaRPr lang="en-US" sz="2000" b="1" cap="all">
              <a:solidFill>
                <a:schemeClr val="accent3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2EE1D8D-6996-48F3-8DB4-6AD6189B4A95}"/>
              </a:ext>
            </a:extLst>
          </p:cNvPr>
          <p:cNvSpPr/>
          <p:nvPr/>
        </p:nvSpPr>
        <p:spPr>
          <a:xfrm>
            <a:off x="9293377" y="4030719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648DBA3-989C-40EC-AA57-EDD939C358FA}"/>
              </a:ext>
            </a:extLst>
          </p:cNvPr>
          <p:cNvSpPr/>
          <p:nvPr/>
        </p:nvSpPr>
        <p:spPr>
          <a:xfrm>
            <a:off x="9293377" y="2414302"/>
            <a:ext cx="2640737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da-DK" sz="2000" b="1" cap="all">
                <a:solidFill>
                  <a:schemeClr val="accent4"/>
                </a:solidFill>
              </a:rPr>
              <a:t>Lorem ipsum</a:t>
            </a:r>
            <a:endParaRPr lang="en-US" sz="2000" b="1" cap="all">
              <a:solidFill>
                <a:schemeClr val="accent4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DE2B189-B5EC-4652-93E7-AC40B7F6F17A}"/>
              </a:ext>
            </a:extLst>
          </p:cNvPr>
          <p:cNvSpPr/>
          <p:nvPr/>
        </p:nvSpPr>
        <p:spPr>
          <a:xfrm>
            <a:off x="9293377" y="2787277"/>
            <a:ext cx="264073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</a:pPr>
            <a:r>
              <a:rPr lang="da-DK" sz="14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40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1588557A-5859-49AF-BCA5-50990D0FD36D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898625" y="4757427"/>
            <a:ext cx="736394" cy="604226"/>
          </a:xfrm>
          <a:prstGeom prst="bentConnector2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F75CEF31-973D-4F04-865C-C0944738F182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2898624" y="3417336"/>
            <a:ext cx="1459414" cy="1183763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07525F69-FAAB-4C32-B310-DC00F2556A92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898624" y="2077246"/>
            <a:ext cx="2181868" cy="1612402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778C7DB-BCDE-4AF1-8780-57E1330EC1E2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8631369" y="2614357"/>
            <a:ext cx="662008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072424A-554F-4C8A-82FC-439588B94F04}"/>
              </a:ext>
            </a:extLst>
          </p:cNvPr>
          <p:cNvCxnSpPr>
            <a:cxnSpLocks/>
          </p:cNvCxnSpPr>
          <p:nvPr/>
        </p:nvCxnSpPr>
        <p:spPr>
          <a:xfrm flipH="1">
            <a:off x="7471833" y="3860418"/>
            <a:ext cx="1821544" cy="524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546BCB0-09B9-4441-B172-163D05E28E39}"/>
              </a:ext>
            </a:extLst>
          </p:cNvPr>
          <p:cNvGrpSpPr/>
          <p:nvPr/>
        </p:nvGrpSpPr>
        <p:grpSpPr>
          <a:xfrm>
            <a:off x="8592474" y="6176859"/>
            <a:ext cx="2104558" cy="542591"/>
            <a:chOff x="5853028" y="6176859"/>
            <a:chExt cx="2104558" cy="54259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AE9EA36-C989-4480-8EE3-6EBF970A763B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C4763BB-5ABD-4962-80EA-03FC8931F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1989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BD76D34C-7EFA-4F1B-AEFA-D7B99840976E}"/>
              </a:ext>
            </a:extLst>
          </p:cNvPr>
          <p:cNvSpPr>
            <a:spLocks/>
          </p:cNvSpPr>
          <p:nvPr/>
        </p:nvSpPr>
        <p:spPr bwMode="auto">
          <a:xfrm flipH="1">
            <a:off x="2622754" y="1808847"/>
            <a:ext cx="7045121" cy="4612636"/>
          </a:xfrm>
          <a:custGeom>
            <a:avLst/>
            <a:gdLst>
              <a:gd name="connsiteX0" fmla="*/ 6179391 w 7045121"/>
              <a:gd name="connsiteY0" fmla="*/ 4215649 h 4625336"/>
              <a:gd name="connsiteX1" fmla="*/ 6179391 w 7045121"/>
              <a:gd name="connsiteY1" fmla="*/ 4215841 h 4625336"/>
              <a:gd name="connsiteX2" fmla="*/ 6095552 w 7045121"/>
              <a:gd name="connsiteY2" fmla="*/ 4284949 h 4625336"/>
              <a:gd name="connsiteX3" fmla="*/ 428110 w 7045121"/>
              <a:gd name="connsiteY3" fmla="*/ 0 h 4625336"/>
              <a:gd name="connsiteX4" fmla="*/ 0 w 7045121"/>
              <a:gd name="connsiteY4" fmla="*/ 1172478 h 4625336"/>
              <a:gd name="connsiteX5" fmla="*/ 98425 w 7045121"/>
              <a:gd name="connsiteY5" fmla="*/ 1223278 h 4625336"/>
              <a:gd name="connsiteX6" fmla="*/ 204745 w 7045121"/>
              <a:gd name="connsiteY6" fmla="*/ 1136726 h 4625336"/>
              <a:gd name="connsiteX7" fmla="*/ 204745 w 7045121"/>
              <a:gd name="connsiteY7" fmla="*/ 1605859 h 4625336"/>
              <a:gd name="connsiteX8" fmla="*/ 204745 w 7045121"/>
              <a:gd name="connsiteY8" fmla="*/ 1605860 h 4625336"/>
              <a:gd name="connsiteX9" fmla="*/ 204746 w 7045121"/>
              <a:gd name="connsiteY9" fmla="*/ 1605859 h 4625336"/>
              <a:gd name="connsiteX10" fmla="*/ 1383577 w 7045121"/>
              <a:gd name="connsiteY10" fmla="*/ 1756652 h 4625336"/>
              <a:gd name="connsiteX11" fmla="*/ 1472447 w 7045121"/>
              <a:gd name="connsiteY11" fmla="*/ 1682885 h 4625336"/>
              <a:gd name="connsiteX12" fmla="*/ 1472447 w 7045121"/>
              <a:gd name="connsiteY12" fmla="*/ 1682886 h 4625336"/>
              <a:gd name="connsiteX13" fmla="*/ 1383577 w 7045121"/>
              <a:gd name="connsiteY13" fmla="*/ 1756653 h 4625336"/>
              <a:gd name="connsiteX14" fmla="*/ 1383577 w 7045121"/>
              <a:gd name="connsiteY14" fmla="*/ 2240866 h 4625336"/>
              <a:gd name="connsiteX15" fmla="*/ 1481476 w 7045121"/>
              <a:gd name="connsiteY15" fmla="*/ 2161177 h 4625336"/>
              <a:gd name="connsiteX16" fmla="*/ 1383579 w 7045121"/>
              <a:gd name="connsiteY16" fmla="*/ 2240865 h 4625336"/>
              <a:gd name="connsiteX17" fmla="*/ 2562409 w 7045121"/>
              <a:gd name="connsiteY17" fmla="*/ 2391658 h 4625336"/>
              <a:gd name="connsiteX18" fmla="*/ 2562409 w 7045121"/>
              <a:gd name="connsiteY18" fmla="*/ 2875870 h 4625336"/>
              <a:gd name="connsiteX19" fmla="*/ 2562410 w 7045121"/>
              <a:gd name="connsiteY19" fmla="*/ 2879220 h 4625336"/>
              <a:gd name="connsiteX20" fmla="*/ 3737888 w 7045121"/>
              <a:gd name="connsiteY20" fmla="*/ 3030013 h 4625336"/>
              <a:gd name="connsiteX21" fmla="*/ 3826759 w 7045121"/>
              <a:gd name="connsiteY21" fmla="*/ 2956704 h 4625336"/>
              <a:gd name="connsiteX22" fmla="*/ 3826759 w 7045121"/>
              <a:gd name="connsiteY22" fmla="*/ 2956706 h 4625336"/>
              <a:gd name="connsiteX23" fmla="*/ 3737889 w 7045121"/>
              <a:gd name="connsiteY23" fmla="*/ 3030014 h 4625336"/>
              <a:gd name="connsiteX24" fmla="*/ 3737889 w 7045121"/>
              <a:gd name="connsiteY24" fmla="*/ 3507526 h 4625336"/>
              <a:gd name="connsiteX25" fmla="*/ 3737889 w 7045121"/>
              <a:gd name="connsiteY25" fmla="*/ 3510876 h 4625336"/>
              <a:gd name="connsiteX26" fmla="*/ 3741445 w 7045121"/>
              <a:gd name="connsiteY26" fmla="*/ 3507981 h 4625336"/>
              <a:gd name="connsiteX27" fmla="*/ 4916719 w 7045121"/>
              <a:gd name="connsiteY27" fmla="*/ 3658319 h 4625336"/>
              <a:gd name="connsiteX28" fmla="*/ 4916719 w 7045121"/>
              <a:gd name="connsiteY28" fmla="*/ 4137506 h 4625336"/>
              <a:gd name="connsiteX29" fmla="*/ 4920271 w 7045121"/>
              <a:gd name="connsiteY29" fmla="*/ 4134610 h 4625336"/>
              <a:gd name="connsiteX30" fmla="*/ 6090521 w 7045121"/>
              <a:gd name="connsiteY30" fmla="*/ 4284306 h 4625336"/>
              <a:gd name="connsiteX31" fmla="*/ 6089650 w 7045121"/>
              <a:gd name="connsiteY31" fmla="*/ 4531628 h 4625336"/>
              <a:gd name="connsiteX32" fmla="*/ 6089886 w 7045121"/>
              <a:gd name="connsiteY32" fmla="*/ 4576193 h 4625336"/>
              <a:gd name="connsiteX33" fmla="*/ 6181844 w 7045121"/>
              <a:gd name="connsiteY33" fmla="*/ 4625336 h 4625336"/>
              <a:gd name="connsiteX34" fmla="*/ 6188075 w 7045121"/>
              <a:gd name="connsiteY34" fmla="*/ 4620528 h 4625336"/>
              <a:gd name="connsiteX35" fmla="*/ 6955781 w 7045121"/>
              <a:gd name="connsiteY35" fmla="*/ 3947572 h 4625336"/>
              <a:gd name="connsiteX36" fmla="*/ 6955786 w 7045121"/>
              <a:gd name="connsiteY36" fmla="*/ 3943576 h 4625336"/>
              <a:gd name="connsiteX37" fmla="*/ 7044651 w 7045121"/>
              <a:gd name="connsiteY37" fmla="*/ 3866729 h 4625336"/>
              <a:gd name="connsiteX38" fmla="*/ 7045121 w 7045121"/>
              <a:gd name="connsiteY38" fmla="*/ 3494630 h 4625336"/>
              <a:gd name="connsiteX39" fmla="*/ 6947985 w 7045121"/>
              <a:gd name="connsiteY39" fmla="*/ 3574700 h 4625336"/>
              <a:gd name="connsiteX40" fmla="*/ 6946161 w 7045121"/>
              <a:gd name="connsiteY40" fmla="*/ 3574460 h 4625336"/>
              <a:gd name="connsiteX41" fmla="*/ 7042740 w 7045121"/>
              <a:gd name="connsiteY41" fmla="*/ 3494629 h 4625336"/>
              <a:gd name="connsiteX42" fmla="*/ 5874203 w 7045121"/>
              <a:gd name="connsiteY42" fmla="*/ 3341236 h 4625336"/>
              <a:gd name="connsiteX43" fmla="*/ 5870774 w 7045121"/>
              <a:gd name="connsiteY43" fmla="*/ 3344046 h 4625336"/>
              <a:gd name="connsiteX44" fmla="*/ 5865818 w 7045121"/>
              <a:gd name="connsiteY44" fmla="*/ 2862049 h 4625336"/>
              <a:gd name="connsiteX45" fmla="*/ 5865820 w 7045121"/>
              <a:gd name="connsiteY45" fmla="*/ 2862048 h 4625336"/>
              <a:gd name="connsiteX46" fmla="*/ 4695372 w 7045121"/>
              <a:gd name="connsiteY46" fmla="*/ 2714606 h 4625336"/>
              <a:gd name="connsiteX47" fmla="*/ 4695315 w 7045121"/>
              <a:gd name="connsiteY47" fmla="*/ 2714652 h 4625336"/>
              <a:gd name="connsiteX48" fmla="*/ 4692019 w 7045121"/>
              <a:gd name="connsiteY48" fmla="*/ 2235419 h 4625336"/>
              <a:gd name="connsiteX49" fmla="*/ 4595222 w 7045121"/>
              <a:gd name="connsiteY49" fmla="*/ 2315267 h 4625336"/>
              <a:gd name="connsiteX50" fmla="*/ 4595220 w 7045121"/>
              <a:gd name="connsiteY50" fmla="*/ 2315267 h 4625336"/>
              <a:gd name="connsiteX51" fmla="*/ 4692018 w 7045121"/>
              <a:gd name="connsiteY51" fmla="*/ 2235418 h 4625336"/>
              <a:gd name="connsiteX52" fmla="*/ 3516539 w 7045121"/>
              <a:gd name="connsiteY52" fmla="*/ 2087976 h 4625336"/>
              <a:gd name="connsiteX53" fmla="*/ 3513185 w 7045121"/>
              <a:gd name="connsiteY53" fmla="*/ 1600415 h 4625336"/>
              <a:gd name="connsiteX54" fmla="*/ 3513187 w 7045121"/>
              <a:gd name="connsiteY54" fmla="*/ 1600414 h 4625336"/>
              <a:gd name="connsiteX55" fmla="*/ 3513185 w 7045121"/>
              <a:gd name="connsiteY55" fmla="*/ 1600413 h 4625336"/>
              <a:gd name="connsiteX56" fmla="*/ 3513184 w 7045121"/>
              <a:gd name="connsiteY56" fmla="*/ 1600413 h 4625336"/>
              <a:gd name="connsiteX57" fmla="*/ 2341062 w 7045121"/>
              <a:gd name="connsiteY57" fmla="*/ 1452972 h 4625336"/>
              <a:gd name="connsiteX58" fmla="*/ 2252077 w 7045121"/>
              <a:gd name="connsiteY58" fmla="*/ 1525406 h 4625336"/>
              <a:gd name="connsiteX59" fmla="*/ 2341061 w 7045121"/>
              <a:gd name="connsiteY59" fmla="*/ 1452972 h 4625336"/>
              <a:gd name="connsiteX60" fmla="*/ 2334353 w 7045121"/>
              <a:gd name="connsiteY60" fmla="*/ 960382 h 4625336"/>
              <a:gd name="connsiteX61" fmla="*/ 2238070 w 7045121"/>
              <a:gd name="connsiteY61" fmla="*/ 1040302 h 4625336"/>
              <a:gd name="connsiteX62" fmla="*/ 2238069 w 7045121"/>
              <a:gd name="connsiteY62" fmla="*/ 1040302 h 4625336"/>
              <a:gd name="connsiteX63" fmla="*/ 2334353 w 7045121"/>
              <a:gd name="connsiteY63" fmla="*/ 960381 h 4625336"/>
              <a:gd name="connsiteX64" fmla="*/ 1162228 w 7045121"/>
              <a:gd name="connsiteY64" fmla="*/ 814615 h 4625336"/>
              <a:gd name="connsiteX65" fmla="*/ 1133653 w 7045121"/>
              <a:gd name="connsiteY65" fmla="*/ 341986 h 4625336"/>
              <a:gd name="connsiteX66" fmla="*/ 1274578 w 7045121"/>
              <a:gd name="connsiteY66" fmla="*/ 270085 h 4625336"/>
              <a:gd name="connsiteX0" fmla="*/ 6179391 w 7045121"/>
              <a:gd name="connsiteY0" fmla="*/ 4215649 h 4625336"/>
              <a:gd name="connsiteX1" fmla="*/ 6179391 w 7045121"/>
              <a:gd name="connsiteY1" fmla="*/ 4215841 h 4625336"/>
              <a:gd name="connsiteX2" fmla="*/ 6095552 w 7045121"/>
              <a:gd name="connsiteY2" fmla="*/ 4284949 h 4625336"/>
              <a:gd name="connsiteX3" fmla="*/ 6179391 w 7045121"/>
              <a:gd name="connsiteY3" fmla="*/ 4215649 h 4625336"/>
              <a:gd name="connsiteX4" fmla="*/ 428110 w 7045121"/>
              <a:gd name="connsiteY4" fmla="*/ 0 h 4625336"/>
              <a:gd name="connsiteX5" fmla="*/ 0 w 7045121"/>
              <a:gd name="connsiteY5" fmla="*/ 1172478 h 4625336"/>
              <a:gd name="connsiteX6" fmla="*/ 98425 w 7045121"/>
              <a:gd name="connsiteY6" fmla="*/ 1223278 h 4625336"/>
              <a:gd name="connsiteX7" fmla="*/ 204745 w 7045121"/>
              <a:gd name="connsiteY7" fmla="*/ 1136726 h 4625336"/>
              <a:gd name="connsiteX8" fmla="*/ 204745 w 7045121"/>
              <a:gd name="connsiteY8" fmla="*/ 1605859 h 4625336"/>
              <a:gd name="connsiteX9" fmla="*/ 204745 w 7045121"/>
              <a:gd name="connsiteY9" fmla="*/ 1605860 h 4625336"/>
              <a:gd name="connsiteX10" fmla="*/ 204746 w 7045121"/>
              <a:gd name="connsiteY10" fmla="*/ 1605859 h 4625336"/>
              <a:gd name="connsiteX11" fmla="*/ 1383577 w 7045121"/>
              <a:gd name="connsiteY11" fmla="*/ 1756652 h 4625336"/>
              <a:gd name="connsiteX12" fmla="*/ 1472447 w 7045121"/>
              <a:gd name="connsiteY12" fmla="*/ 1682885 h 4625336"/>
              <a:gd name="connsiteX13" fmla="*/ 1472447 w 7045121"/>
              <a:gd name="connsiteY13" fmla="*/ 1682886 h 4625336"/>
              <a:gd name="connsiteX14" fmla="*/ 1383577 w 7045121"/>
              <a:gd name="connsiteY14" fmla="*/ 1756653 h 4625336"/>
              <a:gd name="connsiteX15" fmla="*/ 1383577 w 7045121"/>
              <a:gd name="connsiteY15" fmla="*/ 2240866 h 4625336"/>
              <a:gd name="connsiteX16" fmla="*/ 1481476 w 7045121"/>
              <a:gd name="connsiteY16" fmla="*/ 2161177 h 4625336"/>
              <a:gd name="connsiteX17" fmla="*/ 1383579 w 7045121"/>
              <a:gd name="connsiteY17" fmla="*/ 2240865 h 4625336"/>
              <a:gd name="connsiteX18" fmla="*/ 2562409 w 7045121"/>
              <a:gd name="connsiteY18" fmla="*/ 2391658 h 4625336"/>
              <a:gd name="connsiteX19" fmla="*/ 2562409 w 7045121"/>
              <a:gd name="connsiteY19" fmla="*/ 2875870 h 4625336"/>
              <a:gd name="connsiteX20" fmla="*/ 2562410 w 7045121"/>
              <a:gd name="connsiteY20" fmla="*/ 2879220 h 4625336"/>
              <a:gd name="connsiteX21" fmla="*/ 3737888 w 7045121"/>
              <a:gd name="connsiteY21" fmla="*/ 3030013 h 4625336"/>
              <a:gd name="connsiteX22" fmla="*/ 3826759 w 7045121"/>
              <a:gd name="connsiteY22" fmla="*/ 2956704 h 4625336"/>
              <a:gd name="connsiteX23" fmla="*/ 3826759 w 7045121"/>
              <a:gd name="connsiteY23" fmla="*/ 2956706 h 4625336"/>
              <a:gd name="connsiteX24" fmla="*/ 3737889 w 7045121"/>
              <a:gd name="connsiteY24" fmla="*/ 3030014 h 4625336"/>
              <a:gd name="connsiteX25" fmla="*/ 3737889 w 7045121"/>
              <a:gd name="connsiteY25" fmla="*/ 3507526 h 4625336"/>
              <a:gd name="connsiteX26" fmla="*/ 3737889 w 7045121"/>
              <a:gd name="connsiteY26" fmla="*/ 3510876 h 4625336"/>
              <a:gd name="connsiteX27" fmla="*/ 3741445 w 7045121"/>
              <a:gd name="connsiteY27" fmla="*/ 3507981 h 4625336"/>
              <a:gd name="connsiteX28" fmla="*/ 4916719 w 7045121"/>
              <a:gd name="connsiteY28" fmla="*/ 3658319 h 4625336"/>
              <a:gd name="connsiteX29" fmla="*/ 4916719 w 7045121"/>
              <a:gd name="connsiteY29" fmla="*/ 4137506 h 4625336"/>
              <a:gd name="connsiteX30" fmla="*/ 4920271 w 7045121"/>
              <a:gd name="connsiteY30" fmla="*/ 4134610 h 4625336"/>
              <a:gd name="connsiteX31" fmla="*/ 6090521 w 7045121"/>
              <a:gd name="connsiteY31" fmla="*/ 4284306 h 4625336"/>
              <a:gd name="connsiteX32" fmla="*/ 6089650 w 7045121"/>
              <a:gd name="connsiteY32" fmla="*/ 4531628 h 4625336"/>
              <a:gd name="connsiteX33" fmla="*/ 6089886 w 7045121"/>
              <a:gd name="connsiteY33" fmla="*/ 4576193 h 4625336"/>
              <a:gd name="connsiteX34" fmla="*/ 6181844 w 7045121"/>
              <a:gd name="connsiteY34" fmla="*/ 4625336 h 4625336"/>
              <a:gd name="connsiteX35" fmla="*/ 6184900 w 7045121"/>
              <a:gd name="connsiteY35" fmla="*/ 4598303 h 4625336"/>
              <a:gd name="connsiteX36" fmla="*/ 6955781 w 7045121"/>
              <a:gd name="connsiteY36" fmla="*/ 3947572 h 4625336"/>
              <a:gd name="connsiteX37" fmla="*/ 6955786 w 7045121"/>
              <a:gd name="connsiteY37" fmla="*/ 3943576 h 4625336"/>
              <a:gd name="connsiteX38" fmla="*/ 7044651 w 7045121"/>
              <a:gd name="connsiteY38" fmla="*/ 3866729 h 4625336"/>
              <a:gd name="connsiteX39" fmla="*/ 7045121 w 7045121"/>
              <a:gd name="connsiteY39" fmla="*/ 3494630 h 4625336"/>
              <a:gd name="connsiteX40" fmla="*/ 6947985 w 7045121"/>
              <a:gd name="connsiteY40" fmla="*/ 3574700 h 4625336"/>
              <a:gd name="connsiteX41" fmla="*/ 6946161 w 7045121"/>
              <a:gd name="connsiteY41" fmla="*/ 3574460 h 4625336"/>
              <a:gd name="connsiteX42" fmla="*/ 7042740 w 7045121"/>
              <a:gd name="connsiteY42" fmla="*/ 3494629 h 4625336"/>
              <a:gd name="connsiteX43" fmla="*/ 5874203 w 7045121"/>
              <a:gd name="connsiteY43" fmla="*/ 3341236 h 4625336"/>
              <a:gd name="connsiteX44" fmla="*/ 5870774 w 7045121"/>
              <a:gd name="connsiteY44" fmla="*/ 3344046 h 4625336"/>
              <a:gd name="connsiteX45" fmla="*/ 5865818 w 7045121"/>
              <a:gd name="connsiteY45" fmla="*/ 2862049 h 4625336"/>
              <a:gd name="connsiteX46" fmla="*/ 5865820 w 7045121"/>
              <a:gd name="connsiteY46" fmla="*/ 2862048 h 4625336"/>
              <a:gd name="connsiteX47" fmla="*/ 4695372 w 7045121"/>
              <a:gd name="connsiteY47" fmla="*/ 2714606 h 4625336"/>
              <a:gd name="connsiteX48" fmla="*/ 4695315 w 7045121"/>
              <a:gd name="connsiteY48" fmla="*/ 2714652 h 4625336"/>
              <a:gd name="connsiteX49" fmla="*/ 4692019 w 7045121"/>
              <a:gd name="connsiteY49" fmla="*/ 2235419 h 4625336"/>
              <a:gd name="connsiteX50" fmla="*/ 4595222 w 7045121"/>
              <a:gd name="connsiteY50" fmla="*/ 2315267 h 4625336"/>
              <a:gd name="connsiteX51" fmla="*/ 4595220 w 7045121"/>
              <a:gd name="connsiteY51" fmla="*/ 2315267 h 4625336"/>
              <a:gd name="connsiteX52" fmla="*/ 4692018 w 7045121"/>
              <a:gd name="connsiteY52" fmla="*/ 2235418 h 4625336"/>
              <a:gd name="connsiteX53" fmla="*/ 3516539 w 7045121"/>
              <a:gd name="connsiteY53" fmla="*/ 2087976 h 4625336"/>
              <a:gd name="connsiteX54" fmla="*/ 3513185 w 7045121"/>
              <a:gd name="connsiteY54" fmla="*/ 1600415 h 4625336"/>
              <a:gd name="connsiteX55" fmla="*/ 3513187 w 7045121"/>
              <a:gd name="connsiteY55" fmla="*/ 1600414 h 4625336"/>
              <a:gd name="connsiteX56" fmla="*/ 3513185 w 7045121"/>
              <a:gd name="connsiteY56" fmla="*/ 1600413 h 4625336"/>
              <a:gd name="connsiteX57" fmla="*/ 3513184 w 7045121"/>
              <a:gd name="connsiteY57" fmla="*/ 1600413 h 4625336"/>
              <a:gd name="connsiteX58" fmla="*/ 2341062 w 7045121"/>
              <a:gd name="connsiteY58" fmla="*/ 1452972 h 4625336"/>
              <a:gd name="connsiteX59" fmla="*/ 2252077 w 7045121"/>
              <a:gd name="connsiteY59" fmla="*/ 1525406 h 4625336"/>
              <a:gd name="connsiteX60" fmla="*/ 2341061 w 7045121"/>
              <a:gd name="connsiteY60" fmla="*/ 1452972 h 4625336"/>
              <a:gd name="connsiteX61" fmla="*/ 2334353 w 7045121"/>
              <a:gd name="connsiteY61" fmla="*/ 960382 h 4625336"/>
              <a:gd name="connsiteX62" fmla="*/ 2238070 w 7045121"/>
              <a:gd name="connsiteY62" fmla="*/ 1040302 h 4625336"/>
              <a:gd name="connsiteX63" fmla="*/ 2238069 w 7045121"/>
              <a:gd name="connsiteY63" fmla="*/ 1040302 h 4625336"/>
              <a:gd name="connsiteX64" fmla="*/ 2334353 w 7045121"/>
              <a:gd name="connsiteY64" fmla="*/ 960381 h 4625336"/>
              <a:gd name="connsiteX65" fmla="*/ 1162228 w 7045121"/>
              <a:gd name="connsiteY65" fmla="*/ 814615 h 4625336"/>
              <a:gd name="connsiteX66" fmla="*/ 1133653 w 7045121"/>
              <a:gd name="connsiteY66" fmla="*/ 341986 h 4625336"/>
              <a:gd name="connsiteX67" fmla="*/ 1274578 w 7045121"/>
              <a:gd name="connsiteY67" fmla="*/ 270085 h 4625336"/>
              <a:gd name="connsiteX68" fmla="*/ 428110 w 7045121"/>
              <a:gd name="connsiteY68" fmla="*/ 0 h 4625336"/>
              <a:gd name="connsiteX0" fmla="*/ 6179391 w 7045121"/>
              <a:gd name="connsiteY0" fmla="*/ 4215649 h 4612636"/>
              <a:gd name="connsiteX1" fmla="*/ 6179391 w 7045121"/>
              <a:gd name="connsiteY1" fmla="*/ 4215841 h 4612636"/>
              <a:gd name="connsiteX2" fmla="*/ 6095552 w 7045121"/>
              <a:gd name="connsiteY2" fmla="*/ 4284949 h 4612636"/>
              <a:gd name="connsiteX3" fmla="*/ 6179391 w 7045121"/>
              <a:gd name="connsiteY3" fmla="*/ 4215649 h 4612636"/>
              <a:gd name="connsiteX4" fmla="*/ 428110 w 7045121"/>
              <a:gd name="connsiteY4" fmla="*/ 0 h 4612636"/>
              <a:gd name="connsiteX5" fmla="*/ 0 w 7045121"/>
              <a:gd name="connsiteY5" fmla="*/ 1172478 h 4612636"/>
              <a:gd name="connsiteX6" fmla="*/ 98425 w 7045121"/>
              <a:gd name="connsiteY6" fmla="*/ 1223278 h 4612636"/>
              <a:gd name="connsiteX7" fmla="*/ 204745 w 7045121"/>
              <a:gd name="connsiteY7" fmla="*/ 1136726 h 4612636"/>
              <a:gd name="connsiteX8" fmla="*/ 204745 w 7045121"/>
              <a:gd name="connsiteY8" fmla="*/ 1605859 h 4612636"/>
              <a:gd name="connsiteX9" fmla="*/ 204745 w 7045121"/>
              <a:gd name="connsiteY9" fmla="*/ 1605860 h 4612636"/>
              <a:gd name="connsiteX10" fmla="*/ 204746 w 7045121"/>
              <a:gd name="connsiteY10" fmla="*/ 1605859 h 4612636"/>
              <a:gd name="connsiteX11" fmla="*/ 1383577 w 7045121"/>
              <a:gd name="connsiteY11" fmla="*/ 1756652 h 4612636"/>
              <a:gd name="connsiteX12" fmla="*/ 1472447 w 7045121"/>
              <a:gd name="connsiteY12" fmla="*/ 1682885 h 4612636"/>
              <a:gd name="connsiteX13" fmla="*/ 1472447 w 7045121"/>
              <a:gd name="connsiteY13" fmla="*/ 1682886 h 4612636"/>
              <a:gd name="connsiteX14" fmla="*/ 1383577 w 7045121"/>
              <a:gd name="connsiteY14" fmla="*/ 1756653 h 4612636"/>
              <a:gd name="connsiteX15" fmla="*/ 1383577 w 7045121"/>
              <a:gd name="connsiteY15" fmla="*/ 2240866 h 4612636"/>
              <a:gd name="connsiteX16" fmla="*/ 1481476 w 7045121"/>
              <a:gd name="connsiteY16" fmla="*/ 2161177 h 4612636"/>
              <a:gd name="connsiteX17" fmla="*/ 1383579 w 7045121"/>
              <a:gd name="connsiteY17" fmla="*/ 2240865 h 4612636"/>
              <a:gd name="connsiteX18" fmla="*/ 2562409 w 7045121"/>
              <a:gd name="connsiteY18" fmla="*/ 2391658 h 4612636"/>
              <a:gd name="connsiteX19" fmla="*/ 2562409 w 7045121"/>
              <a:gd name="connsiteY19" fmla="*/ 2875870 h 4612636"/>
              <a:gd name="connsiteX20" fmla="*/ 2562410 w 7045121"/>
              <a:gd name="connsiteY20" fmla="*/ 2879220 h 4612636"/>
              <a:gd name="connsiteX21" fmla="*/ 3737888 w 7045121"/>
              <a:gd name="connsiteY21" fmla="*/ 3030013 h 4612636"/>
              <a:gd name="connsiteX22" fmla="*/ 3826759 w 7045121"/>
              <a:gd name="connsiteY22" fmla="*/ 2956704 h 4612636"/>
              <a:gd name="connsiteX23" fmla="*/ 3826759 w 7045121"/>
              <a:gd name="connsiteY23" fmla="*/ 2956706 h 4612636"/>
              <a:gd name="connsiteX24" fmla="*/ 3737889 w 7045121"/>
              <a:gd name="connsiteY24" fmla="*/ 3030014 h 4612636"/>
              <a:gd name="connsiteX25" fmla="*/ 3737889 w 7045121"/>
              <a:gd name="connsiteY25" fmla="*/ 3507526 h 4612636"/>
              <a:gd name="connsiteX26" fmla="*/ 3737889 w 7045121"/>
              <a:gd name="connsiteY26" fmla="*/ 3510876 h 4612636"/>
              <a:gd name="connsiteX27" fmla="*/ 3741445 w 7045121"/>
              <a:gd name="connsiteY27" fmla="*/ 3507981 h 4612636"/>
              <a:gd name="connsiteX28" fmla="*/ 4916719 w 7045121"/>
              <a:gd name="connsiteY28" fmla="*/ 3658319 h 4612636"/>
              <a:gd name="connsiteX29" fmla="*/ 4916719 w 7045121"/>
              <a:gd name="connsiteY29" fmla="*/ 4137506 h 4612636"/>
              <a:gd name="connsiteX30" fmla="*/ 4920271 w 7045121"/>
              <a:gd name="connsiteY30" fmla="*/ 4134610 h 4612636"/>
              <a:gd name="connsiteX31" fmla="*/ 6090521 w 7045121"/>
              <a:gd name="connsiteY31" fmla="*/ 4284306 h 4612636"/>
              <a:gd name="connsiteX32" fmla="*/ 6089650 w 7045121"/>
              <a:gd name="connsiteY32" fmla="*/ 4531628 h 4612636"/>
              <a:gd name="connsiteX33" fmla="*/ 6089886 w 7045121"/>
              <a:gd name="connsiteY33" fmla="*/ 4576193 h 4612636"/>
              <a:gd name="connsiteX34" fmla="*/ 6181844 w 7045121"/>
              <a:gd name="connsiteY34" fmla="*/ 4612636 h 4612636"/>
              <a:gd name="connsiteX35" fmla="*/ 6184900 w 7045121"/>
              <a:gd name="connsiteY35" fmla="*/ 4598303 h 4612636"/>
              <a:gd name="connsiteX36" fmla="*/ 6955781 w 7045121"/>
              <a:gd name="connsiteY36" fmla="*/ 3947572 h 4612636"/>
              <a:gd name="connsiteX37" fmla="*/ 6955786 w 7045121"/>
              <a:gd name="connsiteY37" fmla="*/ 3943576 h 4612636"/>
              <a:gd name="connsiteX38" fmla="*/ 7044651 w 7045121"/>
              <a:gd name="connsiteY38" fmla="*/ 3866729 h 4612636"/>
              <a:gd name="connsiteX39" fmla="*/ 7045121 w 7045121"/>
              <a:gd name="connsiteY39" fmla="*/ 3494630 h 4612636"/>
              <a:gd name="connsiteX40" fmla="*/ 6947985 w 7045121"/>
              <a:gd name="connsiteY40" fmla="*/ 3574700 h 4612636"/>
              <a:gd name="connsiteX41" fmla="*/ 6946161 w 7045121"/>
              <a:gd name="connsiteY41" fmla="*/ 3574460 h 4612636"/>
              <a:gd name="connsiteX42" fmla="*/ 7042740 w 7045121"/>
              <a:gd name="connsiteY42" fmla="*/ 3494629 h 4612636"/>
              <a:gd name="connsiteX43" fmla="*/ 5874203 w 7045121"/>
              <a:gd name="connsiteY43" fmla="*/ 3341236 h 4612636"/>
              <a:gd name="connsiteX44" fmla="*/ 5870774 w 7045121"/>
              <a:gd name="connsiteY44" fmla="*/ 3344046 h 4612636"/>
              <a:gd name="connsiteX45" fmla="*/ 5865818 w 7045121"/>
              <a:gd name="connsiteY45" fmla="*/ 2862049 h 4612636"/>
              <a:gd name="connsiteX46" fmla="*/ 5865820 w 7045121"/>
              <a:gd name="connsiteY46" fmla="*/ 2862048 h 4612636"/>
              <a:gd name="connsiteX47" fmla="*/ 4695372 w 7045121"/>
              <a:gd name="connsiteY47" fmla="*/ 2714606 h 4612636"/>
              <a:gd name="connsiteX48" fmla="*/ 4695315 w 7045121"/>
              <a:gd name="connsiteY48" fmla="*/ 2714652 h 4612636"/>
              <a:gd name="connsiteX49" fmla="*/ 4692019 w 7045121"/>
              <a:gd name="connsiteY49" fmla="*/ 2235419 h 4612636"/>
              <a:gd name="connsiteX50" fmla="*/ 4595222 w 7045121"/>
              <a:gd name="connsiteY50" fmla="*/ 2315267 h 4612636"/>
              <a:gd name="connsiteX51" fmla="*/ 4595220 w 7045121"/>
              <a:gd name="connsiteY51" fmla="*/ 2315267 h 4612636"/>
              <a:gd name="connsiteX52" fmla="*/ 4692018 w 7045121"/>
              <a:gd name="connsiteY52" fmla="*/ 2235418 h 4612636"/>
              <a:gd name="connsiteX53" fmla="*/ 3516539 w 7045121"/>
              <a:gd name="connsiteY53" fmla="*/ 2087976 h 4612636"/>
              <a:gd name="connsiteX54" fmla="*/ 3513185 w 7045121"/>
              <a:gd name="connsiteY54" fmla="*/ 1600415 h 4612636"/>
              <a:gd name="connsiteX55" fmla="*/ 3513187 w 7045121"/>
              <a:gd name="connsiteY55" fmla="*/ 1600414 h 4612636"/>
              <a:gd name="connsiteX56" fmla="*/ 3513185 w 7045121"/>
              <a:gd name="connsiteY56" fmla="*/ 1600413 h 4612636"/>
              <a:gd name="connsiteX57" fmla="*/ 3513184 w 7045121"/>
              <a:gd name="connsiteY57" fmla="*/ 1600413 h 4612636"/>
              <a:gd name="connsiteX58" fmla="*/ 2341062 w 7045121"/>
              <a:gd name="connsiteY58" fmla="*/ 1452972 h 4612636"/>
              <a:gd name="connsiteX59" fmla="*/ 2252077 w 7045121"/>
              <a:gd name="connsiteY59" fmla="*/ 1525406 h 4612636"/>
              <a:gd name="connsiteX60" fmla="*/ 2341061 w 7045121"/>
              <a:gd name="connsiteY60" fmla="*/ 1452972 h 4612636"/>
              <a:gd name="connsiteX61" fmla="*/ 2334353 w 7045121"/>
              <a:gd name="connsiteY61" fmla="*/ 960382 h 4612636"/>
              <a:gd name="connsiteX62" fmla="*/ 2238070 w 7045121"/>
              <a:gd name="connsiteY62" fmla="*/ 1040302 h 4612636"/>
              <a:gd name="connsiteX63" fmla="*/ 2238069 w 7045121"/>
              <a:gd name="connsiteY63" fmla="*/ 1040302 h 4612636"/>
              <a:gd name="connsiteX64" fmla="*/ 2334353 w 7045121"/>
              <a:gd name="connsiteY64" fmla="*/ 960381 h 4612636"/>
              <a:gd name="connsiteX65" fmla="*/ 1162228 w 7045121"/>
              <a:gd name="connsiteY65" fmla="*/ 814615 h 4612636"/>
              <a:gd name="connsiteX66" fmla="*/ 1133653 w 7045121"/>
              <a:gd name="connsiteY66" fmla="*/ 341986 h 4612636"/>
              <a:gd name="connsiteX67" fmla="*/ 1274578 w 7045121"/>
              <a:gd name="connsiteY67" fmla="*/ 270085 h 4612636"/>
              <a:gd name="connsiteX68" fmla="*/ 428110 w 7045121"/>
              <a:gd name="connsiteY68" fmla="*/ 0 h 4612636"/>
              <a:gd name="connsiteX0" fmla="*/ 6179391 w 7045121"/>
              <a:gd name="connsiteY0" fmla="*/ 4215649 h 4612636"/>
              <a:gd name="connsiteX1" fmla="*/ 6179391 w 7045121"/>
              <a:gd name="connsiteY1" fmla="*/ 4215841 h 4612636"/>
              <a:gd name="connsiteX2" fmla="*/ 6095552 w 7045121"/>
              <a:gd name="connsiteY2" fmla="*/ 4284949 h 4612636"/>
              <a:gd name="connsiteX3" fmla="*/ 6179391 w 7045121"/>
              <a:gd name="connsiteY3" fmla="*/ 4215649 h 4612636"/>
              <a:gd name="connsiteX4" fmla="*/ 428110 w 7045121"/>
              <a:gd name="connsiteY4" fmla="*/ 0 h 4612636"/>
              <a:gd name="connsiteX5" fmla="*/ 0 w 7045121"/>
              <a:gd name="connsiteY5" fmla="*/ 1172478 h 4612636"/>
              <a:gd name="connsiteX6" fmla="*/ 98425 w 7045121"/>
              <a:gd name="connsiteY6" fmla="*/ 1223278 h 4612636"/>
              <a:gd name="connsiteX7" fmla="*/ 204745 w 7045121"/>
              <a:gd name="connsiteY7" fmla="*/ 1136726 h 4612636"/>
              <a:gd name="connsiteX8" fmla="*/ 204745 w 7045121"/>
              <a:gd name="connsiteY8" fmla="*/ 1605859 h 4612636"/>
              <a:gd name="connsiteX9" fmla="*/ 204745 w 7045121"/>
              <a:gd name="connsiteY9" fmla="*/ 1605860 h 4612636"/>
              <a:gd name="connsiteX10" fmla="*/ 204746 w 7045121"/>
              <a:gd name="connsiteY10" fmla="*/ 1605859 h 4612636"/>
              <a:gd name="connsiteX11" fmla="*/ 1383577 w 7045121"/>
              <a:gd name="connsiteY11" fmla="*/ 1756652 h 4612636"/>
              <a:gd name="connsiteX12" fmla="*/ 1472447 w 7045121"/>
              <a:gd name="connsiteY12" fmla="*/ 1682885 h 4612636"/>
              <a:gd name="connsiteX13" fmla="*/ 1472447 w 7045121"/>
              <a:gd name="connsiteY13" fmla="*/ 1682886 h 4612636"/>
              <a:gd name="connsiteX14" fmla="*/ 1383577 w 7045121"/>
              <a:gd name="connsiteY14" fmla="*/ 1756653 h 4612636"/>
              <a:gd name="connsiteX15" fmla="*/ 1383577 w 7045121"/>
              <a:gd name="connsiteY15" fmla="*/ 2240866 h 4612636"/>
              <a:gd name="connsiteX16" fmla="*/ 1481476 w 7045121"/>
              <a:gd name="connsiteY16" fmla="*/ 2161177 h 4612636"/>
              <a:gd name="connsiteX17" fmla="*/ 1383579 w 7045121"/>
              <a:gd name="connsiteY17" fmla="*/ 2240865 h 4612636"/>
              <a:gd name="connsiteX18" fmla="*/ 2562409 w 7045121"/>
              <a:gd name="connsiteY18" fmla="*/ 2391658 h 4612636"/>
              <a:gd name="connsiteX19" fmla="*/ 2562409 w 7045121"/>
              <a:gd name="connsiteY19" fmla="*/ 2875870 h 4612636"/>
              <a:gd name="connsiteX20" fmla="*/ 2562410 w 7045121"/>
              <a:gd name="connsiteY20" fmla="*/ 2879220 h 4612636"/>
              <a:gd name="connsiteX21" fmla="*/ 3737888 w 7045121"/>
              <a:gd name="connsiteY21" fmla="*/ 3030013 h 4612636"/>
              <a:gd name="connsiteX22" fmla="*/ 3826759 w 7045121"/>
              <a:gd name="connsiteY22" fmla="*/ 2956704 h 4612636"/>
              <a:gd name="connsiteX23" fmla="*/ 3826759 w 7045121"/>
              <a:gd name="connsiteY23" fmla="*/ 2956706 h 4612636"/>
              <a:gd name="connsiteX24" fmla="*/ 3737889 w 7045121"/>
              <a:gd name="connsiteY24" fmla="*/ 3030014 h 4612636"/>
              <a:gd name="connsiteX25" fmla="*/ 3737889 w 7045121"/>
              <a:gd name="connsiteY25" fmla="*/ 3507526 h 4612636"/>
              <a:gd name="connsiteX26" fmla="*/ 3737889 w 7045121"/>
              <a:gd name="connsiteY26" fmla="*/ 3510876 h 4612636"/>
              <a:gd name="connsiteX27" fmla="*/ 3741445 w 7045121"/>
              <a:gd name="connsiteY27" fmla="*/ 3507981 h 4612636"/>
              <a:gd name="connsiteX28" fmla="*/ 4916719 w 7045121"/>
              <a:gd name="connsiteY28" fmla="*/ 3658319 h 4612636"/>
              <a:gd name="connsiteX29" fmla="*/ 4916719 w 7045121"/>
              <a:gd name="connsiteY29" fmla="*/ 4137506 h 4612636"/>
              <a:gd name="connsiteX30" fmla="*/ 4920271 w 7045121"/>
              <a:gd name="connsiteY30" fmla="*/ 4134610 h 4612636"/>
              <a:gd name="connsiteX31" fmla="*/ 6090521 w 7045121"/>
              <a:gd name="connsiteY31" fmla="*/ 4284306 h 4612636"/>
              <a:gd name="connsiteX32" fmla="*/ 6089650 w 7045121"/>
              <a:gd name="connsiteY32" fmla="*/ 4531628 h 4612636"/>
              <a:gd name="connsiteX33" fmla="*/ 6089886 w 7045121"/>
              <a:gd name="connsiteY33" fmla="*/ 4588099 h 4612636"/>
              <a:gd name="connsiteX34" fmla="*/ 6181844 w 7045121"/>
              <a:gd name="connsiteY34" fmla="*/ 4612636 h 4612636"/>
              <a:gd name="connsiteX35" fmla="*/ 6184900 w 7045121"/>
              <a:gd name="connsiteY35" fmla="*/ 4598303 h 4612636"/>
              <a:gd name="connsiteX36" fmla="*/ 6955781 w 7045121"/>
              <a:gd name="connsiteY36" fmla="*/ 3947572 h 4612636"/>
              <a:gd name="connsiteX37" fmla="*/ 6955786 w 7045121"/>
              <a:gd name="connsiteY37" fmla="*/ 3943576 h 4612636"/>
              <a:gd name="connsiteX38" fmla="*/ 7044651 w 7045121"/>
              <a:gd name="connsiteY38" fmla="*/ 3866729 h 4612636"/>
              <a:gd name="connsiteX39" fmla="*/ 7045121 w 7045121"/>
              <a:gd name="connsiteY39" fmla="*/ 3494630 h 4612636"/>
              <a:gd name="connsiteX40" fmla="*/ 6947985 w 7045121"/>
              <a:gd name="connsiteY40" fmla="*/ 3574700 h 4612636"/>
              <a:gd name="connsiteX41" fmla="*/ 6946161 w 7045121"/>
              <a:gd name="connsiteY41" fmla="*/ 3574460 h 4612636"/>
              <a:gd name="connsiteX42" fmla="*/ 7042740 w 7045121"/>
              <a:gd name="connsiteY42" fmla="*/ 3494629 h 4612636"/>
              <a:gd name="connsiteX43" fmla="*/ 5874203 w 7045121"/>
              <a:gd name="connsiteY43" fmla="*/ 3341236 h 4612636"/>
              <a:gd name="connsiteX44" fmla="*/ 5870774 w 7045121"/>
              <a:gd name="connsiteY44" fmla="*/ 3344046 h 4612636"/>
              <a:gd name="connsiteX45" fmla="*/ 5865818 w 7045121"/>
              <a:gd name="connsiteY45" fmla="*/ 2862049 h 4612636"/>
              <a:gd name="connsiteX46" fmla="*/ 5865820 w 7045121"/>
              <a:gd name="connsiteY46" fmla="*/ 2862048 h 4612636"/>
              <a:gd name="connsiteX47" fmla="*/ 4695372 w 7045121"/>
              <a:gd name="connsiteY47" fmla="*/ 2714606 h 4612636"/>
              <a:gd name="connsiteX48" fmla="*/ 4695315 w 7045121"/>
              <a:gd name="connsiteY48" fmla="*/ 2714652 h 4612636"/>
              <a:gd name="connsiteX49" fmla="*/ 4692019 w 7045121"/>
              <a:gd name="connsiteY49" fmla="*/ 2235419 h 4612636"/>
              <a:gd name="connsiteX50" fmla="*/ 4595222 w 7045121"/>
              <a:gd name="connsiteY50" fmla="*/ 2315267 h 4612636"/>
              <a:gd name="connsiteX51" fmla="*/ 4595220 w 7045121"/>
              <a:gd name="connsiteY51" fmla="*/ 2315267 h 4612636"/>
              <a:gd name="connsiteX52" fmla="*/ 4692018 w 7045121"/>
              <a:gd name="connsiteY52" fmla="*/ 2235418 h 4612636"/>
              <a:gd name="connsiteX53" fmla="*/ 3516539 w 7045121"/>
              <a:gd name="connsiteY53" fmla="*/ 2087976 h 4612636"/>
              <a:gd name="connsiteX54" fmla="*/ 3513185 w 7045121"/>
              <a:gd name="connsiteY54" fmla="*/ 1600415 h 4612636"/>
              <a:gd name="connsiteX55" fmla="*/ 3513187 w 7045121"/>
              <a:gd name="connsiteY55" fmla="*/ 1600414 h 4612636"/>
              <a:gd name="connsiteX56" fmla="*/ 3513185 w 7045121"/>
              <a:gd name="connsiteY56" fmla="*/ 1600413 h 4612636"/>
              <a:gd name="connsiteX57" fmla="*/ 3513184 w 7045121"/>
              <a:gd name="connsiteY57" fmla="*/ 1600413 h 4612636"/>
              <a:gd name="connsiteX58" fmla="*/ 2341062 w 7045121"/>
              <a:gd name="connsiteY58" fmla="*/ 1452972 h 4612636"/>
              <a:gd name="connsiteX59" fmla="*/ 2252077 w 7045121"/>
              <a:gd name="connsiteY59" fmla="*/ 1525406 h 4612636"/>
              <a:gd name="connsiteX60" fmla="*/ 2341061 w 7045121"/>
              <a:gd name="connsiteY60" fmla="*/ 1452972 h 4612636"/>
              <a:gd name="connsiteX61" fmla="*/ 2334353 w 7045121"/>
              <a:gd name="connsiteY61" fmla="*/ 960382 h 4612636"/>
              <a:gd name="connsiteX62" fmla="*/ 2238070 w 7045121"/>
              <a:gd name="connsiteY62" fmla="*/ 1040302 h 4612636"/>
              <a:gd name="connsiteX63" fmla="*/ 2238069 w 7045121"/>
              <a:gd name="connsiteY63" fmla="*/ 1040302 h 4612636"/>
              <a:gd name="connsiteX64" fmla="*/ 2334353 w 7045121"/>
              <a:gd name="connsiteY64" fmla="*/ 960381 h 4612636"/>
              <a:gd name="connsiteX65" fmla="*/ 1162228 w 7045121"/>
              <a:gd name="connsiteY65" fmla="*/ 814615 h 4612636"/>
              <a:gd name="connsiteX66" fmla="*/ 1133653 w 7045121"/>
              <a:gd name="connsiteY66" fmla="*/ 341986 h 4612636"/>
              <a:gd name="connsiteX67" fmla="*/ 1274578 w 7045121"/>
              <a:gd name="connsiteY67" fmla="*/ 270085 h 4612636"/>
              <a:gd name="connsiteX68" fmla="*/ 428110 w 7045121"/>
              <a:gd name="connsiteY68" fmla="*/ 0 h 4612636"/>
              <a:gd name="connsiteX0" fmla="*/ 6179391 w 7045121"/>
              <a:gd name="connsiteY0" fmla="*/ 4215649 h 4612636"/>
              <a:gd name="connsiteX1" fmla="*/ 6179391 w 7045121"/>
              <a:gd name="connsiteY1" fmla="*/ 4215841 h 4612636"/>
              <a:gd name="connsiteX2" fmla="*/ 6095552 w 7045121"/>
              <a:gd name="connsiteY2" fmla="*/ 4284949 h 4612636"/>
              <a:gd name="connsiteX3" fmla="*/ 6179391 w 7045121"/>
              <a:gd name="connsiteY3" fmla="*/ 4215649 h 4612636"/>
              <a:gd name="connsiteX4" fmla="*/ 428110 w 7045121"/>
              <a:gd name="connsiteY4" fmla="*/ 0 h 4612636"/>
              <a:gd name="connsiteX5" fmla="*/ 0 w 7045121"/>
              <a:gd name="connsiteY5" fmla="*/ 1172478 h 4612636"/>
              <a:gd name="connsiteX6" fmla="*/ 98425 w 7045121"/>
              <a:gd name="connsiteY6" fmla="*/ 1223278 h 4612636"/>
              <a:gd name="connsiteX7" fmla="*/ 204745 w 7045121"/>
              <a:gd name="connsiteY7" fmla="*/ 1136726 h 4612636"/>
              <a:gd name="connsiteX8" fmla="*/ 204745 w 7045121"/>
              <a:gd name="connsiteY8" fmla="*/ 1605859 h 4612636"/>
              <a:gd name="connsiteX9" fmla="*/ 204745 w 7045121"/>
              <a:gd name="connsiteY9" fmla="*/ 1605860 h 4612636"/>
              <a:gd name="connsiteX10" fmla="*/ 204746 w 7045121"/>
              <a:gd name="connsiteY10" fmla="*/ 1605859 h 4612636"/>
              <a:gd name="connsiteX11" fmla="*/ 1383577 w 7045121"/>
              <a:gd name="connsiteY11" fmla="*/ 1756652 h 4612636"/>
              <a:gd name="connsiteX12" fmla="*/ 1472447 w 7045121"/>
              <a:gd name="connsiteY12" fmla="*/ 1682885 h 4612636"/>
              <a:gd name="connsiteX13" fmla="*/ 1472447 w 7045121"/>
              <a:gd name="connsiteY13" fmla="*/ 1682886 h 4612636"/>
              <a:gd name="connsiteX14" fmla="*/ 1383577 w 7045121"/>
              <a:gd name="connsiteY14" fmla="*/ 1756653 h 4612636"/>
              <a:gd name="connsiteX15" fmla="*/ 1383577 w 7045121"/>
              <a:gd name="connsiteY15" fmla="*/ 2240866 h 4612636"/>
              <a:gd name="connsiteX16" fmla="*/ 1481476 w 7045121"/>
              <a:gd name="connsiteY16" fmla="*/ 2161177 h 4612636"/>
              <a:gd name="connsiteX17" fmla="*/ 1383579 w 7045121"/>
              <a:gd name="connsiteY17" fmla="*/ 2240865 h 4612636"/>
              <a:gd name="connsiteX18" fmla="*/ 2562409 w 7045121"/>
              <a:gd name="connsiteY18" fmla="*/ 2391658 h 4612636"/>
              <a:gd name="connsiteX19" fmla="*/ 2562409 w 7045121"/>
              <a:gd name="connsiteY19" fmla="*/ 2875870 h 4612636"/>
              <a:gd name="connsiteX20" fmla="*/ 2562410 w 7045121"/>
              <a:gd name="connsiteY20" fmla="*/ 2879220 h 4612636"/>
              <a:gd name="connsiteX21" fmla="*/ 3737888 w 7045121"/>
              <a:gd name="connsiteY21" fmla="*/ 3030013 h 4612636"/>
              <a:gd name="connsiteX22" fmla="*/ 3826759 w 7045121"/>
              <a:gd name="connsiteY22" fmla="*/ 2956704 h 4612636"/>
              <a:gd name="connsiteX23" fmla="*/ 3826759 w 7045121"/>
              <a:gd name="connsiteY23" fmla="*/ 2956706 h 4612636"/>
              <a:gd name="connsiteX24" fmla="*/ 3737889 w 7045121"/>
              <a:gd name="connsiteY24" fmla="*/ 3030014 h 4612636"/>
              <a:gd name="connsiteX25" fmla="*/ 3737889 w 7045121"/>
              <a:gd name="connsiteY25" fmla="*/ 3507526 h 4612636"/>
              <a:gd name="connsiteX26" fmla="*/ 3737889 w 7045121"/>
              <a:gd name="connsiteY26" fmla="*/ 3510876 h 4612636"/>
              <a:gd name="connsiteX27" fmla="*/ 3741445 w 7045121"/>
              <a:gd name="connsiteY27" fmla="*/ 3507981 h 4612636"/>
              <a:gd name="connsiteX28" fmla="*/ 4916719 w 7045121"/>
              <a:gd name="connsiteY28" fmla="*/ 3658319 h 4612636"/>
              <a:gd name="connsiteX29" fmla="*/ 4916719 w 7045121"/>
              <a:gd name="connsiteY29" fmla="*/ 4137506 h 4612636"/>
              <a:gd name="connsiteX30" fmla="*/ 4920271 w 7045121"/>
              <a:gd name="connsiteY30" fmla="*/ 4134610 h 4612636"/>
              <a:gd name="connsiteX31" fmla="*/ 6090521 w 7045121"/>
              <a:gd name="connsiteY31" fmla="*/ 4284306 h 4612636"/>
              <a:gd name="connsiteX32" fmla="*/ 6089650 w 7045121"/>
              <a:gd name="connsiteY32" fmla="*/ 4531628 h 4612636"/>
              <a:gd name="connsiteX33" fmla="*/ 6089886 w 7045121"/>
              <a:gd name="connsiteY33" fmla="*/ 4597624 h 4612636"/>
              <a:gd name="connsiteX34" fmla="*/ 6181844 w 7045121"/>
              <a:gd name="connsiteY34" fmla="*/ 4612636 h 4612636"/>
              <a:gd name="connsiteX35" fmla="*/ 6184900 w 7045121"/>
              <a:gd name="connsiteY35" fmla="*/ 4598303 h 4612636"/>
              <a:gd name="connsiteX36" fmla="*/ 6955781 w 7045121"/>
              <a:gd name="connsiteY36" fmla="*/ 3947572 h 4612636"/>
              <a:gd name="connsiteX37" fmla="*/ 6955786 w 7045121"/>
              <a:gd name="connsiteY37" fmla="*/ 3943576 h 4612636"/>
              <a:gd name="connsiteX38" fmla="*/ 7044651 w 7045121"/>
              <a:gd name="connsiteY38" fmla="*/ 3866729 h 4612636"/>
              <a:gd name="connsiteX39" fmla="*/ 7045121 w 7045121"/>
              <a:gd name="connsiteY39" fmla="*/ 3494630 h 4612636"/>
              <a:gd name="connsiteX40" fmla="*/ 6947985 w 7045121"/>
              <a:gd name="connsiteY40" fmla="*/ 3574700 h 4612636"/>
              <a:gd name="connsiteX41" fmla="*/ 6946161 w 7045121"/>
              <a:gd name="connsiteY41" fmla="*/ 3574460 h 4612636"/>
              <a:gd name="connsiteX42" fmla="*/ 7042740 w 7045121"/>
              <a:gd name="connsiteY42" fmla="*/ 3494629 h 4612636"/>
              <a:gd name="connsiteX43" fmla="*/ 5874203 w 7045121"/>
              <a:gd name="connsiteY43" fmla="*/ 3341236 h 4612636"/>
              <a:gd name="connsiteX44" fmla="*/ 5870774 w 7045121"/>
              <a:gd name="connsiteY44" fmla="*/ 3344046 h 4612636"/>
              <a:gd name="connsiteX45" fmla="*/ 5865818 w 7045121"/>
              <a:gd name="connsiteY45" fmla="*/ 2862049 h 4612636"/>
              <a:gd name="connsiteX46" fmla="*/ 5865820 w 7045121"/>
              <a:gd name="connsiteY46" fmla="*/ 2862048 h 4612636"/>
              <a:gd name="connsiteX47" fmla="*/ 4695372 w 7045121"/>
              <a:gd name="connsiteY47" fmla="*/ 2714606 h 4612636"/>
              <a:gd name="connsiteX48" fmla="*/ 4695315 w 7045121"/>
              <a:gd name="connsiteY48" fmla="*/ 2714652 h 4612636"/>
              <a:gd name="connsiteX49" fmla="*/ 4692019 w 7045121"/>
              <a:gd name="connsiteY49" fmla="*/ 2235419 h 4612636"/>
              <a:gd name="connsiteX50" fmla="*/ 4595222 w 7045121"/>
              <a:gd name="connsiteY50" fmla="*/ 2315267 h 4612636"/>
              <a:gd name="connsiteX51" fmla="*/ 4595220 w 7045121"/>
              <a:gd name="connsiteY51" fmla="*/ 2315267 h 4612636"/>
              <a:gd name="connsiteX52" fmla="*/ 4692018 w 7045121"/>
              <a:gd name="connsiteY52" fmla="*/ 2235418 h 4612636"/>
              <a:gd name="connsiteX53" fmla="*/ 3516539 w 7045121"/>
              <a:gd name="connsiteY53" fmla="*/ 2087976 h 4612636"/>
              <a:gd name="connsiteX54" fmla="*/ 3513185 w 7045121"/>
              <a:gd name="connsiteY54" fmla="*/ 1600415 h 4612636"/>
              <a:gd name="connsiteX55" fmla="*/ 3513187 w 7045121"/>
              <a:gd name="connsiteY55" fmla="*/ 1600414 h 4612636"/>
              <a:gd name="connsiteX56" fmla="*/ 3513185 w 7045121"/>
              <a:gd name="connsiteY56" fmla="*/ 1600413 h 4612636"/>
              <a:gd name="connsiteX57" fmla="*/ 3513184 w 7045121"/>
              <a:gd name="connsiteY57" fmla="*/ 1600413 h 4612636"/>
              <a:gd name="connsiteX58" fmla="*/ 2341062 w 7045121"/>
              <a:gd name="connsiteY58" fmla="*/ 1452972 h 4612636"/>
              <a:gd name="connsiteX59" fmla="*/ 2252077 w 7045121"/>
              <a:gd name="connsiteY59" fmla="*/ 1525406 h 4612636"/>
              <a:gd name="connsiteX60" fmla="*/ 2341061 w 7045121"/>
              <a:gd name="connsiteY60" fmla="*/ 1452972 h 4612636"/>
              <a:gd name="connsiteX61" fmla="*/ 2334353 w 7045121"/>
              <a:gd name="connsiteY61" fmla="*/ 960382 h 4612636"/>
              <a:gd name="connsiteX62" fmla="*/ 2238070 w 7045121"/>
              <a:gd name="connsiteY62" fmla="*/ 1040302 h 4612636"/>
              <a:gd name="connsiteX63" fmla="*/ 2238069 w 7045121"/>
              <a:gd name="connsiteY63" fmla="*/ 1040302 h 4612636"/>
              <a:gd name="connsiteX64" fmla="*/ 2334353 w 7045121"/>
              <a:gd name="connsiteY64" fmla="*/ 960381 h 4612636"/>
              <a:gd name="connsiteX65" fmla="*/ 1162228 w 7045121"/>
              <a:gd name="connsiteY65" fmla="*/ 814615 h 4612636"/>
              <a:gd name="connsiteX66" fmla="*/ 1133653 w 7045121"/>
              <a:gd name="connsiteY66" fmla="*/ 341986 h 4612636"/>
              <a:gd name="connsiteX67" fmla="*/ 1274578 w 7045121"/>
              <a:gd name="connsiteY67" fmla="*/ 270085 h 4612636"/>
              <a:gd name="connsiteX68" fmla="*/ 428110 w 7045121"/>
              <a:gd name="connsiteY68" fmla="*/ 0 h 4612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7045121" h="4612636">
                <a:moveTo>
                  <a:pt x="6179391" y="4215649"/>
                </a:moveTo>
                <a:lnTo>
                  <a:pt x="6179391" y="4215841"/>
                </a:lnTo>
                <a:lnTo>
                  <a:pt x="6095552" y="4284949"/>
                </a:lnTo>
                <a:lnTo>
                  <a:pt x="6179391" y="4215649"/>
                </a:lnTo>
                <a:close/>
                <a:moveTo>
                  <a:pt x="428110" y="0"/>
                </a:moveTo>
                <a:lnTo>
                  <a:pt x="0" y="1172478"/>
                </a:lnTo>
                <a:lnTo>
                  <a:pt x="98425" y="1223278"/>
                </a:lnTo>
                <a:lnTo>
                  <a:pt x="204745" y="1136726"/>
                </a:lnTo>
                <a:lnTo>
                  <a:pt x="204745" y="1605859"/>
                </a:lnTo>
                <a:lnTo>
                  <a:pt x="204745" y="1605860"/>
                </a:lnTo>
                <a:lnTo>
                  <a:pt x="204746" y="1605859"/>
                </a:lnTo>
                <a:lnTo>
                  <a:pt x="1383577" y="1756652"/>
                </a:lnTo>
                <a:lnTo>
                  <a:pt x="1472447" y="1682885"/>
                </a:lnTo>
                <a:lnTo>
                  <a:pt x="1472447" y="1682886"/>
                </a:lnTo>
                <a:lnTo>
                  <a:pt x="1383577" y="1756653"/>
                </a:lnTo>
                <a:lnTo>
                  <a:pt x="1383577" y="2240866"/>
                </a:lnTo>
                <a:lnTo>
                  <a:pt x="1481476" y="2161177"/>
                </a:lnTo>
                <a:lnTo>
                  <a:pt x="1383579" y="2240865"/>
                </a:lnTo>
                <a:lnTo>
                  <a:pt x="2562409" y="2391658"/>
                </a:lnTo>
                <a:lnTo>
                  <a:pt x="2562409" y="2875870"/>
                </a:lnTo>
                <a:cubicBezTo>
                  <a:pt x="2562409" y="2876987"/>
                  <a:pt x="2562410" y="2878103"/>
                  <a:pt x="2562410" y="2879220"/>
                </a:cubicBezTo>
                <a:lnTo>
                  <a:pt x="3737888" y="3030013"/>
                </a:lnTo>
                <a:lnTo>
                  <a:pt x="3826759" y="2956704"/>
                </a:lnTo>
                <a:lnTo>
                  <a:pt x="3826759" y="2956706"/>
                </a:lnTo>
                <a:lnTo>
                  <a:pt x="3737889" y="3030014"/>
                </a:lnTo>
                <a:lnTo>
                  <a:pt x="3737889" y="3507526"/>
                </a:lnTo>
                <a:lnTo>
                  <a:pt x="3737889" y="3510876"/>
                </a:lnTo>
                <a:lnTo>
                  <a:pt x="3741445" y="3507981"/>
                </a:lnTo>
                <a:lnTo>
                  <a:pt x="4916719" y="3658319"/>
                </a:lnTo>
                <a:lnTo>
                  <a:pt x="4916719" y="4137506"/>
                </a:lnTo>
                <a:lnTo>
                  <a:pt x="4920271" y="4134610"/>
                </a:lnTo>
                <a:lnTo>
                  <a:pt x="6090521" y="4284306"/>
                </a:lnTo>
                <a:cubicBezTo>
                  <a:pt x="6090231" y="4366747"/>
                  <a:pt x="6089940" y="4449187"/>
                  <a:pt x="6089650" y="4531628"/>
                </a:cubicBezTo>
                <a:cubicBezTo>
                  <a:pt x="6089729" y="4546483"/>
                  <a:pt x="6089807" y="4582769"/>
                  <a:pt x="6089886" y="4597624"/>
                </a:cubicBezTo>
                <a:lnTo>
                  <a:pt x="6181844" y="4612636"/>
                </a:lnTo>
                <a:lnTo>
                  <a:pt x="6184900" y="4598303"/>
                </a:lnTo>
                <a:cubicBezTo>
                  <a:pt x="6440802" y="4373984"/>
                  <a:pt x="6699879" y="4171891"/>
                  <a:pt x="6955781" y="3947572"/>
                </a:cubicBezTo>
                <a:cubicBezTo>
                  <a:pt x="6955783" y="3946240"/>
                  <a:pt x="6955784" y="3944908"/>
                  <a:pt x="6955786" y="3943576"/>
                </a:cubicBezTo>
                <a:lnTo>
                  <a:pt x="7044651" y="3866729"/>
                </a:lnTo>
                <a:cubicBezTo>
                  <a:pt x="7044808" y="3727615"/>
                  <a:pt x="7044964" y="3633744"/>
                  <a:pt x="7045121" y="3494630"/>
                </a:cubicBezTo>
                <a:lnTo>
                  <a:pt x="6947985" y="3574700"/>
                </a:lnTo>
                <a:lnTo>
                  <a:pt x="6946161" y="3574460"/>
                </a:lnTo>
                <a:lnTo>
                  <a:pt x="7042740" y="3494629"/>
                </a:lnTo>
                <a:lnTo>
                  <a:pt x="5874203" y="3341236"/>
                </a:lnTo>
                <a:lnTo>
                  <a:pt x="5870774" y="3344046"/>
                </a:lnTo>
                <a:lnTo>
                  <a:pt x="5865818" y="2862049"/>
                </a:lnTo>
                <a:cubicBezTo>
                  <a:pt x="5865819" y="2862049"/>
                  <a:pt x="5865819" y="2862048"/>
                  <a:pt x="5865820" y="2862048"/>
                </a:cubicBezTo>
                <a:lnTo>
                  <a:pt x="4695372" y="2714606"/>
                </a:lnTo>
                <a:cubicBezTo>
                  <a:pt x="4695353" y="2714621"/>
                  <a:pt x="4695334" y="2714637"/>
                  <a:pt x="4695315" y="2714652"/>
                </a:cubicBezTo>
                <a:cubicBezTo>
                  <a:pt x="4694216" y="2554908"/>
                  <a:pt x="4693118" y="2395163"/>
                  <a:pt x="4692019" y="2235419"/>
                </a:cubicBezTo>
                <a:lnTo>
                  <a:pt x="4595222" y="2315267"/>
                </a:lnTo>
                <a:lnTo>
                  <a:pt x="4595220" y="2315267"/>
                </a:lnTo>
                <a:lnTo>
                  <a:pt x="4692018" y="2235418"/>
                </a:lnTo>
                <a:lnTo>
                  <a:pt x="3516539" y="2087976"/>
                </a:lnTo>
                <a:lnTo>
                  <a:pt x="3513185" y="1600415"/>
                </a:lnTo>
                <a:cubicBezTo>
                  <a:pt x="3513186" y="1600415"/>
                  <a:pt x="3513186" y="1600414"/>
                  <a:pt x="3513187" y="1600414"/>
                </a:cubicBezTo>
                <a:cubicBezTo>
                  <a:pt x="3513186" y="1600414"/>
                  <a:pt x="3513186" y="1600413"/>
                  <a:pt x="3513185" y="1600413"/>
                </a:cubicBezTo>
                <a:lnTo>
                  <a:pt x="3513184" y="1600413"/>
                </a:lnTo>
                <a:lnTo>
                  <a:pt x="2341062" y="1452972"/>
                </a:lnTo>
                <a:lnTo>
                  <a:pt x="2252077" y="1525406"/>
                </a:lnTo>
                <a:lnTo>
                  <a:pt x="2341061" y="1452972"/>
                </a:lnTo>
                <a:lnTo>
                  <a:pt x="2334353" y="960382"/>
                </a:lnTo>
                <a:lnTo>
                  <a:pt x="2238070" y="1040302"/>
                </a:lnTo>
                <a:lnTo>
                  <a:pt x="2238069" y="1040302"/>
                </a:lnTo>
                <a:lnTo>
                  <a:pt x="2334353" y="960381"/>
                </a:lnTo>
                <a:lnTo>
                  <a:pt x="1162228" y="814615"/>
                </a:lnTo>
                <a:lnTo>
                  <a:pt x="1133653" y="341986"/>
                </a:lnTo>
                <a:lnTo>
                  <a:pt x="1274578" y="270085"/>
                </a:lnTo>
                <a:lnTo>
                  <a:pt x="428110" y="0"/>
                </a:lnTo>
                <a:close/>
              </a:path>
            </a:pathLst>
          </a:custGeom>
          <a:solidFill>
            <a:schemeClr val="tx1">
              <a:lumMod val="60000"/>
              <a:lumOff val="40000"/>
              <a:alpha val="58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baseline="-25000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325012F9-307F-4D62-838C-9D034E92793E}"/>
              </a:ext>
            </a:extLst>
          </p:cNvPr>
          <p:cNvSpPr>
            <a:spLocks/>
          </p:cNvSpPr>
          <p:nvPr/>
        </p:nvSpPr>
        <p:spPr bwMode="auto">
          <a:xfrm flipH="1">
            <a:off x="7326814" y="1835989"/>
            <a:ext cx="2241962" cy="2132882"/>
          </a:xfrm>
          <a:custGeom>
            <a:avLst/>
            <a:gdLst>
              <a:gd name="connsiteX0" fmla="*/ 2235255 w 2241962"/>
              <a:gd name="connsiteY0" fmla="*/ 933241 h 2132882"/>
              <a:gd name="connsiteX1" fmla="*/ 1373348 w 2241962"/>
              <a:gd name="connsiteY1" fmla="*/ 1648670 h 2132882"/>
              <a:gd name="connsiteX2" fmla="*/ 1373348 w 2241962"/>
              <a:gd name="connsiteY2" fmla="*/ 2132882 h 2132882"/>
              <a:gd name="connsiteX3" fmla="*/ 2241962 w 2241962"/>
              <a:gd name="connsiteY3" fmla="*/ 1425831 h 2132882"/>
              <a:gd name="connsiteX4" fmla="*/ 424246 w 2241962"/>
              <a:gd name="connsiteY4" fmla="*/ 0 h 2132882"/>
              <a:gd name="connsiteX5" fmla="*/ 0 w 2241962"/>
              <a:gd name="connsiteY5" fmla="*/ 1196290 h 2132882"/>
              <a:gd name="connsiteX6" fmla="*/ 194516 w 2241962"/>
              <a:gd name="connsiteY6" fmla="*/ 1028743 h 2132882"/>
              <a:gd name="connsiteX7" fmla="*/ 194516 w 2241962"/>
              <a:gd name="connsiteY7" fmla="*/ 1497875 h 2132882"/>
              <a:gd name="connsiteX8" fmla="*/ 194516 w 2241962"/>
              <a:gd name="connsiteY8" fmla="*/ 1497876 h 2132882"/>
              <a:gd name="connsiteX9" fmla="*/ 194517 w 2241962"/>
              <a:gd name="connsiteY9" fmla="*/ 1497875 h 2132882"/>
              <a:gd name="connsiteX10" fmla="*/ 1373348 w 2241962"/>
              <a:gd name="connsiteY10" fmla="*/ 1648668 h 2132882"/>
              <a:gd name="connsiteX11" fmla="*/ 2235254 w 2241962"/>
              <a:gd name="connsiteY11" fmla="*/ 933241 h 2132882"/>
              <a:gd name="connsiteX12" fmla="*/ 1063129 w 2241962"/>
              <a:gd name="connsiteY12" fmla="*/ 787474 h 2132882"/>
              <a:gd name="connsiteX13" fmla="*/ 1063129 w 2241962"/>
              <a:gd name="connsiteY13" fmla="*/ 321692 h 2132882"/>
              <a:gd name="connsiteX14" fmla="*/ 1175479 w 2241962"/>
              <a:gd name="connsiteY14" fmla="*/ 242944 h 2132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41962" h="2132882">
                <a:moveTo>
                  <a:pt x="2235255" y="933241"/>
                </a:moveTo>
                <a:lnTo>
                  <a:pt x="1373348" y="1648670"/>
                </a:lnTo>
                <a:lnTo>
                  <a:pt x="1373348" y="2132882"/>
                </a:lnTo>
                <a:lnTo>
                  <a:pt x="2241962" y="1425831"/>
                </a:lnTo>
                <a:close/>
                <a:moveTo>
                  <a:pt x="424246" y="0"/>
                </a:moveTo>
                <a:lnTo>
                  <a:pt x="0" y="1196290"/>
                </a:lnTo>
                <a:lnTo>
                  <a:pt x="194516" y="1028743"/>
                </a:lnTo>
                <a:lnTo>
                  <a:pt x="194516" y="1497875"/>
                </a:lnTo>
                <a:lnTo>
                  <a:pt x="194516" y="1497876"/>
                </a:lnTo>
                <a:lnTo>
                  <a:pt x="194517" y="1497875"/>
                </a:lnTo>
                <a:lnTo>
                  <a:pt x="1373348" y="1648668"/>
                </a:lnTo>
                <a:lnTo>
                  <a:pt x="2235254" y="933241"/>
                </a:lnTo>
                <a:lnTo>
                  <a:pt x="1063129" y="787474"/>
                </a:lnTo>
                <a:lnTo>
                  <a:pt x="1063129" y="321692"/>
                </a:lnTo>
                <a:lnTo>
                  <a:pt x="1175479" y="24294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baseline="-25000"/>
          </a:p>
        </p:txBody>
      </p:sp>
      <p:sp>
        <p:nvSpPr>
          <p:cNvPr id="27" name="Freeform 12">
            <a:extLst>
              <a:ext uri="{FF2B5EF4-FFF2-40B4-BE49-F238E27FC236}">
                <a16:creationId xmlns:a16="http://schemas.microsoft.com/office/drawing/2014/main" id="{9E8DBBAA-A67C-4248-96DE-C7A13DB248D2}"/>
              </a:ext>
            </a:extLst>
          </p:cNvPr>
          <p:cNvSpPr>
            <a:spLocks/>
          </p:cNvSpPr>
          <p:nvPr/>
        </p:nvSpPr>
        <p:spPr bwMode="auto">
          <a:xfrm flipH="1">
            <a:off x="7333522" y="2623463"/>
            <a:ext cx="2040738" cy="861194"/>
          </a:xfrm>
          <a:custGeom>
            <a:avLst/>
            <a:gdLst>
              <a:gd name="T0" fmla="*/ 518 w 1217"/>
              <a:gd name="T1" fmla="*/ 0 h 514"/>
              <a:gd name="T2" fmla="*/ 1217 w 1217"/>
              <a:gd name="T3" fmla="*/ 87 h 514"/>
              <a:gd name="T4" fmla="*/ 703 w 1217"/>
              <a:gd name="T5" fmla="*/ 514 h 514"/>
              <a:gd name="T6" fmla="*/ 0 w 1217"/>
              <a:gd name="T7" fmla="*/ 424 h 514"/>
              <a:gd name="T8" fmla="*/ 518 w 1217"/>
              <a:gd name="T9" fmla="*/ 0 h 514"/>
              <a:gd name="T10" fmla="*/ 518 w 1217"/>
              <a:gd name="T11" fmla="*/ 0 h 514"/>
              <a:gd name="T12" fmla="*/ 518 w 1217"/>
              <a:gd name="T13" fmla="*/ 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17" h="514">
                <a:moveTo>
                  <a:pt x="518" y="0"/>
                </a:moveTo>
                <a:lnTo>
                  <a:pt x="1217" y="87"/>
                </a:lnTo>
                <a:lnTo>
                  <a:pt x="703" y="514"/>
                </a:lnTo>
                <a:lnTo>
                  <a:pt x="0" y="424"/>
                </a:lnTo>
                <a:lnTo>
                  <a:pt x="518" y="0"/>
                </a:lnTo>
                <a:lnTo>
                  <a:pt x="518" y="0"/>
                </a:lnTo>
                <a:lnTo>
                  <a:pt x="51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aseline="-25000"/>
          </a:p>
        </p:txBody>
      </p:sp>
      <p:sp>
        <p:nvSpPr>
          <p:cNvPr id="29" name="Freeform 14">
            <a:extLst>
              <a:ext uri="{FF2B5EF4-FFF2-40B4-BE49-F238E27FC236}">
                <a16:creationId xmlns:a16="http://schemas.microsoft.com/office/drawing/2014/main" id="{FEA72C94-A75B-4F45-B64B-E6E4B0E01E93}"/>
              </a:ext>
            </a:extLst>
          </p:cNvPr>
          <p:cNvSpPr>
            <a:spLocks/>
          </p:cNvSpPr>
          <p:nvPr/>
        </p:nvSpPr>
        <p:spPr bwMode="auto">
          <a:xfrm flipH="1">
            <a:off x="4975857" y="3896824"/>
            <a:ext cx="2040738" cy="861194"/>
          </a:xfrm>
          <a:custGeom>
            <a:avLst/>
            <a:gdLst>
              <a:gd name="T0" fmla="*/ 516 w 1217"/>
              <a:gd name="T1" fmla="*/ 0 h 514"/>
              <a:gd name="T2" fmla="*/ 1217 w 1217"/>
              <a:gd name="T3" fmla="*/ 88 h 514"/>
              <a:gd name="T4" fmla="*/ 701 w 1217"/>
              <a:gd name="T5" fmla="*/ 514 h 514"/>
              <a:gd name="T6" fmla="*/ 0 w 1217"/>
              <a:gd name="T7" fmla="*/ 424 h 514"/>
              <a:gd name="T8" fmla="*/ 516 w 1217"/>
              <a:gd name="T9" fmla="*/ 0 h 514"/>
              <a:gd name="T10" fmla="*/ 516 w 1217"/>
              <a:gd name="T11" fmla="*/ 0 h 514"/>
              <a:gd name="T12" fmla="*/ 516 w 1217"/>
              <a:gd name="T13" fmla="*/ 0 h 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17" h="514">
                <a:moveTo>
                  <a:pt x="516" y="0"/>
                </a:moveTo>
                <a:lnTo>
                  <a:pt x="1217" y="88"/>
                </a:lnTo>
                <a:lnTo>
                  <a:pt x="701" y="514"/>
                </a:lnTo>
                <a:lnTo>
                  <a:pt x="0" y="424"/>
                </a:lnTo>
                <a:lnTo>
                  <a:pt x="516" y="0"/>
                </a:lnTo>
                <a:lnTo>
                  <a:pt x="516" y="0"/>
                </a:lnTo>
                <a:lnTo>
                  <a:pt x="51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aseline="-25000"/>
          </a:p>
        </p:txBody>
      </p:sp>
      <p:sp>
        <p:nvSpPr>
          <p:cNvPr id="30" name="Freeform 15">
            <a:extLst>
              <a:ext uri="{FF2B5EF4-FFF2-40B4-BE49-F238E27FC236}">
                <a16:creationId xmlns:a16="http://schemas.microsoft.com/office/drawing/2014/main" id="{01773E98-F9A4-42B0-9AA8-10C697A32432}"/>
              </a:ext>
            </a:extLst>
          </p:cNvPr>
          <p:cNvSpPr>
            <a:spLocks/>
          </p:cNvSpPr>
          <p:nvPr/>
        </p:nvSpPr>
        <p:spPr bwMode="auto">
          <a:xfrm flipH="1">
            <a:off x="4972502" y="4044267"/>
            <a:ext cx="868614" cy="1194614"/>
          </a:xfrm>
          <a:custGeom>
            <a:avLst/>
            <a:gdLst>
              <a:gd name="T0" fmla="*/ 516 w 518"/>
              <a:gd name="T1" fmla="*/ 0 h 713"/>
              <a:gd name="T2" fmla="*/ 0 w 518"/>
              <a:gd name="T3" fmla="*/ 426 h 713"/>
              <a:gd name="T4" fmla="*/ 0 w 518"/>
              <a:gd name="T5" fmla="*/ 713 h 713"/>
              <a:gd name="T6" fmla="*/ 518 w 518"/>
              <a:gd name="T7" fmla="*/ 291 h 713"/>
              <a:gd name="T8" fmla="*/ 516 w 518"/>
              <a:gd name="T9" fmla="*/ 0 h 713"/>
              <a:gd name="T10" fmla="*/ 516 w 518"/>
              <a:gd name="T11" fmla="*/ 0 h 713"/>
              <a:gd name="T12" fmla="*/ 516 w 518"/>
              <a:gd name="T13" fmla="*/ 0 h 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8" h="713">
                <a:moveTo>
                  <a:pt x="516" y="0"/>
                </a:moveTo>
                <a:lnTo>
                  <a:pt x="0" y="426"/>
                </a:lnTo>
                <a:lnTo>
                  <a:pt x="0" y="713"/>
                </a:lnTo>
                <a:lnTo>
                  <a:pt x="518" y="291"/>
                </a:lnTo>
                <a:lnTo>
                  <a:pt x="516" y="0"/>
                </a:lnTo>
                <a:lnTo>
                  <a:pt x="516" y="0"/>
                </a:lnTo>
                <a:lnTo>
                  <a:pt x="516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aseline="-25000"/>
          </a:p>
        </p:txBody>
      </p:sp>
      <p:sp>
        <p:nvSpPr>
          <p:cNvPr id="31" name="Freeform 16">
            <a:extLst>
              <a:ext uri="{FF2B5EF4-FFF2-40B4-BE49-F238E27FC236}">
                <a16:creationId xmlns:a16="http://schemas.microsoft.com/office/drawing/2014/main" id="{4BE9FD70-FF8E-46DE-8753-EA094E39EAE1}"/>
              </a:ext>
            </a:extLst>
          </p:cNvPr>
          <p:cNvSpPr>
            <a:spLocks/>
          </p:cNvSpPr>
          <p:nvPr/>
        </p:nvSpPr>
        <p:spPr bwMode="auto">
          <a:xfrm flipH="1">
            <a:off x="3802055" y="4523454"/>
            <a:ext cx="2039061" cy="862870"/>
          </a:xfrm>
          <a:custGeom>
            <a:avLst/>
            <a:gdLst>
              <a:gd name="T0" fmla="*/ 518 w 1216"/>
              <a:gd name="T1" fmla="*/ 0 h 515"/>
              <a:gd name="T2" fmla="*/ 1216 w 1216"/>
              <a:gd name="T3" fmla="*/ 88 h 515"/>
              <a:gd name="T4" fmla="*/ 703 w 1216"/>
              <a:gd name="T5" fmla="*/ 515 h 515"/>
              <a:gd name="T6" fmla="*/ 0 w 1216"/>
              <a:gd name="T7" fmla="*/ 425 h 515"/>
              <a:gd name="T8" fmla="*/ 518 w 1216"/>
              <a:gd name="T9" fmla="*/ 0 h 515"/>
              <a:gd name="T10" fmla="*/ 518 w 1216"/>
              <a:gd name="T11" fmla="*/ 0 h 515"/>
              <a:gd name="T12" fmla="*/ 518 w 1216"/>
              <a:gd name="T13" fmla="*/ 0 h 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16" h="515">
                <a:moveTo>
                  <a:pt x="518" y="0"/>
                </a:moveTo>
                <a:lnTo>
                  <a:pt x="1216" y="88"/>
                </a:lnTo>
                <a:lnTo>
                  <a:pt x="703" y="515"/>
                </a:lnTo>
                <a:lnTo>
                  <a:pt x="0" y="425"/>
                </a:lnTo>
                <a:lnTo>
                  <a:pt x="518" y="0"/>
                </a:lnTo>
                <a:lnTo>
                  <a:pt x="518" y="0"/>
                </a:lnTo>
                <a:lnTo>
                  <a:pt x="51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aseline="-25000"/>
          </a:p>
        </p:txBody>
      </p:sp>
      <p:sp>
        <p:nvSpPr>
          <p:cNvPr id="32" name="Freeform 17">
            <a:extLst>
              <a:ext uri="{FF2B5EF4-FFF2-40B4-BE49-F238E27FC236}">
                <a16:creationId xmlns:a16="http://schemas.microsoft.com/office/drawing/2014/main" id="{649A8B9D-22BA-40AB-A44B-6F55C8D14ACB}"/>
              </a:ext>
            </a:extLst>
          </p:cNvPr>
          <p:cNvSpPr>
            <a:spLocks/>
          </p:cNvSpPr>
          <p:nvPr/>
        </p:nvSpPr>
        <p:spPr bwMode="auto">
          <a:xfrm flipH="1">
            <a:off x="3797026" y="4670897"/>
            <a:ext cx="865260" cy="1194614"/>
          </a:xfrm>
          <a:custGeom>
            <a:avLst/>
            <a:gdLst>
              <a:gd name="T0" fmla="*/ 513 w 516"/>
              <a:gd name="T1" fmla="*/ 0 h 713"/>
              <a:gd name="T2" fmla="*/ 0 w 516"/>
              <a:gd name="T3" fmla="*/ 424 h 713"/>
              <a:gd name="T4" fmla="*/ 0 w 516"/>
              <a:gd name="T5" fmla="*/ 713 h 713"/>
              <a:gd name="T6" fmla="*/ 516 w 516"/>
              <a:gd name="T7" fmla="*/ 292 h 713"/>
              <a:gd name="T8" fmla="*/ 513 w 516"/>
              <a:gd name="T9" fmla="*/ 0 h 713"/>
              <a:gd name="T10" fmla="*/ 513 w 516"/>
              <a:gd name="T11" fmla="*/ 0 h 713"/>
              <a:gd name="T12" fmla="*/ 513 w 516"/>
              <a:gd name="T13" fmla="*/ 0 h 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6" h="713">
                <a:moveTo>
                  <a:pt x="513" y="0"/>
                </a:moveTo>
                <a:lnTo>
                  <a:pt x="0" y="424"/>
                </a:lnTo>
                <a:lnTo>
                  <a:pt x="0" y="713"/>
                </a:lnTo>
                <a:lnTo>
                  <a:pt x="516" y="292"/>
                </a:lnTo>
                <a:lnTo>
                  <a:pt x="513" y="0"/>
                </a:lnTo>
                <a:lnTo>
                  <a:pt x="513" y="0"/>
                </a:lnTo>
                <a:lnTo>
                  <a:pt x="513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aseline="-25000"/>
          </a:p>
        </p:txBody>
      </p:sp>
      <p:sp>
        <p:nvSpPr>
          <p:cNvPr id="33" name="Freeform 18">
            <a:extLst>
              <a:ext uri="{FF2B5EF4-FFF2-40B4-BE49-F238E27FC236}">
                <a16:creationId xmlns:a16="http://schemas.microsoft.com/office/drawing/2014/main" id="{12787747-B451-4A44-94A1-308D8F13E526}"/>
              </a:ext>
            </a:extLst>
          </p:cNvPr>
          <p:cNvSpPr>
            <a:spLocks/>
          </p:cNvSpPr>
          <p:nvPr/>
        </p:nvSpPr>
        <p:spPr bwMode="auto">
          <a:xfrm flipH="1">
            <a:off x="6154688" y="3261820"/>
            <a:ext cx="2040738" cy="857843"/>
          </a:xfrm>
          <a:custGeom>
            <a:avLst/>
            <a:gdLst>
              <a:gd name="T0" fmla="*/ 518 w 1217"/>
              <a:gd name="T1" fmla="*/ 0 h 512"/>
              <a:gd name="T2" fmla="*/ 1217 w 1217"/>
              <a:gd name="T3" fmla="*/ 88 h 512"/>
              <a:gd name="T4" fmla="*/ 703 w 1217"/>
              <a:gd name="T5" fmla="*/ 512 h 512"/>
              <a:gd name="T6" fmla="*/ 0 w 1217"/>
              <a:gd name="T7" fmla="*/ 422 h 512"/>
              <a:gd name="T8" fmla="*/ 518 w 1217"/>
              <a:gd name="T9" fmla="*/ 0 h 512"/>
              <a:gd name="T10" fmla="*/ 518 w 1217"/>
              <a:gd name="T11" fmla="*/ 0 h 512"/>
              <a:gd name="T12" fmla="*/ 518 w 1217"/>
              <a:gd name="T13" fmla="*/ 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17" h="512">
                <a:moveTo>
                  <a:pt x="518" y="0"/>
                </a:moveTo>
                <a:lnTo>
                  <a:pt x="1217" y="88"/>
                </a:lnTo>
                <a:lnTo>
                  <a:pt x="703" y="512"/>
                </a:lnTo>
                <a:lnTo>
                  <a:pt x="0" y="422"/>
                </a:lnTo>
                <a:lnTo>
                  <a:pt x="518" y="0"/>
                </a:lnTo>
                <a:lnTo>
                  <a:pt x="518" y="0"/>
                </a:lnTo>
                <a:lnTo>
                  <a:pt x="51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aseline="-25000"/>
          </a:p>
        </p:txBody>
      </p:sp>
      <p:sp>
        <p:nvSpPr>
          <p:cNvPr id="34" name="Freeform 19">
            <a:extLst>
              <a:ext uri="{FF2B5EF4-FFF2-40B4-BE49-F238E27FC236}">
                <a16:creationId xmlns:a16="http://schemas.microsoft.com/office/drawing/2014/main" id="{8F534D86-0590-4CE2-8D95-F14E84B48B1E}"/>
              </a:ext>
            </a:extLst>
          </p:cNvPr>
          <p:cNvSpPr>
            <a:spLocks/>
          </p:cNvSpPr>
          <p:nvPr/>
        </p:nvSpPr>
        <p:spPr bwMode="auto">
          <a:xfrm flipH="1">
            <a:off x="6151336" y="3409261"/>
            <a:ext cx="865260" cy="1194614"/>
          </a:xfrm>
          <a:custGeom>
            <a:avLst/>
            <a:gdLst>
              <a:gd name="T0" fmla="*/ 514 w 516"/>
              <a:gd name="T1" fmla="*/ 0 h 713"/>
              <a:gd name="T2" fmla="*/ 0 w 516"/>
              <a:gd name="T3" fmla="*/ 424 h 713"/>
              <a:gd name="T4" fmla="*/ 0 w 516"/>
              <a:gd name="T5" fmla="*/ 713 h 713"/>
              <a:gd name="T6" fmla="*/ 516 w 516"/>
              <a:gd name="T7" fmla="*/ 291 h 713"/>
              <a:gd name="T8" fmla="*/ 514 w 516"/>
              <a:gd name="T9" fmla="*/ 0 h 713"/>
              <a:gd name="T10" fmla="*/ 514 w 516"/>
              <a:gd name="T11" fmla="*/ 0 h 713"/>
              <a:gd name="T12" fmla="*/ 514 w 516"/>
              <a:gd name="T13" fmla="*/ 0 h 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6" h="713">
                <a:moveTo>
                  <a:pt x="514" y="0"/>
                </a:moveTo>
                <a:lnTo>
                  <a:pt x="0" y="424"/>
                </a:lnTo>
                <a:lnTo>
                  <a:pt x="0" y="713"/>
                </a:lnTo>
                <a:lnTo>
                  <a:pt x="516" y="291"/>
                </a:lnTo>
                <a:lnTo>
                  <a:pt x="514" y="0"/>
                </a:lnTo>
                <a:lnTo>
                  <a:pt x="514" y="0"/>
                </a:lnTo>
                <a:lnTo>
                  <a:pt x="51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aseline="-25000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730E1AC3-6279-490D-B465-FC26D5C85A70}"/>
              </a:ext>
            </a:extLst>
          </p:cNvPr>
          <p:cNvSpPr>
            <a:spLocks/>
          </p:cNvSpPr>
          <p:nvPr/>
        </p:nvSpPr>
        <p:spPr bwMode="auto">
          <a:xfrm flipH="1">
            <a:off x="2622754" y="5150084"/>
            <a:ext cx="2039531" cy="1273730"/>
          </a:xfrm>
          <a:custGeom>
            <a:avLst/>
            <a:gdLst>
              <a:gd name="connsiteX0" fmla="*/ 1374597 w 2039531"/>
              <a:gd name="connsiteY0" fmla="*/ 701053 h 1273730"/>
              <a:gd name="connsiteX1" fmla="*/ 1374597 w 2039531"/>
              <a:gd name="connsiteY1" fmla="*/ 701501 h 1273730"/>
              <a:gd name="connsiteX2" fmla="*/ 1178832 w 2039531"/>
              <a:gd name="connsiteY2" fmla="*/ 862870 h 1273730"/>
              <a:gd name="connsiteX3" fmla="*/ 868613 w 2039531"/>
              <a:gd name="connsiteY3" fmla="*/ 0 h 1273730"/>
              <a:gd name="connsiteX4" fmla="*/ 0 w 2039531"/>
              <a:gd name="connsiteY4" fmla="*/ 712077 h 1273730"/>
              <a:gd name="connsiteX5" fmla="*/ 1173801 w 2039531"/>
              <a:gd name="connsiteY5" fmla="*/ 862227 h 1273730"/>
              <a:gd name="connsiteX6" fmla="*/ 1173801 w 2039531"/>
              <a:gd name="connsiteY6" fmla="*/ 1273730 h 1273730"/>
              <a:gd name="connsiteX7" fmla="*/ 2039061 w 2039531"/>
              <a:gd name="connsiteY7" fmla="*/ 525493 h 1273730"/>
              <a:gd name="connsiteX8" fmla="*/ 2039531 w 2039531"/>
              <a:gd name="connsiteY8" fmla="*/ 153394 h 1273730"/>
              <a:gd name="connsiteX9" fmla="*/ 1662629 w 2039531"/>
              <a:gd name="connsiteY9" fmla="*/ 464075 h 1273730"/>
              <a:gd name="connsiteX10" fmla="*/ 1662629 w 2039531"/>
              <a:gd name="connsiteY10" fmla="*/ 462969 h 1273730"/>
              <a:gd name="connsiteX11" fmla="*/ 2037150 w 2039531"/>
              <a:gd name="connsiteY11" fmla="*/ 153393 h 1273730"/>
              <a:gd name="connsiteX0" fmla="*/ 1374597 w 2039531"/>
              <a:gd name="connsiteY0" fmla="*/ 701053 h 1273730"/>
              <a:gd name="connsiteX1" fmla="*/ 1374597 w 2039531"/>
              <a:gd name="connsiteY1" fmla="*/ 701501 h 1273730"/>
              <a:gd name="connsiteX2" fmla="*/ 1178832 w 2039531"/>
              <a:gd name="connsiteY2" fmla="*/ 862870 h 1273730"/>
              <a:gd name="connsiteX3" fmla="*/ 1374597 w 2039531"/>
              <a:gd name="connsiteY3" fmla="*/ 701053 h 1273730"/>
              <a:gd name="connsiteX4" fmla="*/ 868613 w 2039531"/>
              <a:gd name="connsiteY4" fmla="*/ 0 h 1273730"/>
              <a:gd name="connsiteX5" fmla="*/ 0 w 2039531"/>
              <a:gd name="connsiteY5" fmla="*/ 712077 h 1273730"/>
              <a:gd name="connsiteX6" fmla="*/ 1173801 w 2039531"/>
              <a:gd name="connsiteY6" fmla="*/ 862227 h 1273730"/>
              <a:gd name="connsiteX7" fmla="*/ 1173801 w 2039531"/>
              <a:gd name="connsiteY7" fmla="*/ 1273730 h 1273730"/>
              <a:gd name="connsiteX8" fmla="*/ 2039061 w 2039531"/>
              <a:gd name="connsiteY8" fmla="*/ 525493 h 1273730"/>
              <a:gd name="connsiteX9" fmla="*/ 2039531 w 2039531"/>
              <a:gd name="connsiteY9" fmla="*/ 153394 h 1273730"/>
              <a:gd name="connsiteX10" fmla="*/ 1662629 w 2039531"/>
              <a:gd name="connsiteY10" fmla="*/ 464075 h 1273730"/>
              <a:gd name="connsiteX11" fmla="*/ 2037150 w 2039531"/>
              <a:gd name="connsiteY11" fmla="*/ 153393 h 1273730"/>
              <a:gd name="connsiteX12" fmla="*/ 868613 w 2039531"/>
              <a:gd name="connsiteY12" fmla="*/ 0 h 1273730"/>
              <a:gd name="connsiteX0" fmla="*/ 1374597 w 2039531"/>
              <a:gd name="connsiteY0" fmla="*/ 701053 h 1273730"/>
              <a:gd name="connsiteX1" fmla="*/ 1374597 w 2039531"/>
              <a:gd name="connsiteY1" fmla="*/ 701501 h 1273730"/>
              <a:gd name="connsiteX2" fmla="*/ 1178832 w 2039531"/>
              <a:gd name="connsiteY2" fmla="*/ 862870 h 1273730"/>
              <a:gd name="connsiteX3" fmla="*/ 1374597 w 2039531"/>
              <a:gd name="connsiteY3" fmla="*/ 701053 h 1273730"/>
              <a:gd name="connsiteX4" fmla="*/ 868613 w 2039531"/>
              <a:gd name="connsiteY4" fmla="*/ 0 h 1273730"/>
              <a:gd name="connsiteX5" fmla="*/ 0 w 2039531"/>
              <a:gd name="connsiteY5" fmla="*/ 712077 h 1273730"/>
              <a:gd name="connsiteX6" fmla="*/ 1173801 w 2039531"/>
              <a:gd name="connsiteY6" fmla="*/ 862227 h 1273730"/>
              <a:gd name="connsiteX7" fmla="*/ 1173801 w 2039531"/>
              <a:gd name="connsiteY7" fmla="*/ 1273730 h 1273730"/>
              <a:gd name="connsiteX8" fmla="*/ 2039061 w 2039531"/>
              <a:gd name="connsiteY8" fmla="*/ 525493 h 1273730"/>
              <a:gd name="connsiteX9" fmla="*/ 2039531 w 2039531"/>
              <a:gd name="connsiteY9" fmla="*/ 153394 h 1273730"/>
              <a:gd name="connsiteX10" fmla="*/ 2037150 w 2039531"/>
              <a:gd name="connsiteY10" fmla="*/ 153393 h 1273730"/>
              <a:gd name="connsiteX11" fmla="*/ 868613 w 2039531"/>
              <a:gd name="connsiteY11" fmla="*/ 0 h 1273730"/>
              <a:gd name="connsiteX0" fmla="*/ 1178832 w 2039531"/>
              <a:gd name="connsiteY0" fmla="*/ 862870 h 1273730"/>
              <a:gd name="connsiteX1" fmla="*/ 1374597 w 2039531"/>
              <a:gd name="connsiteY1" fmla="*/ 701501 h 1273730"/>
              <a:gd name="connsiteX2" fmla="*/ 1178832 w 2039531"/>
              <a:gd name="connsiteY2" fmla="*/ 862870 h 1273730"/>
              <a:gd name="connsiteX3" fmla="*/ 868613 w 2039531"/>
              <a:gd name="connsiteY3" fmla="*/ 0 h 1273730"/>
              <a:gd name="connsiteX4" fmla="*/ 0 w 2039531"/>
              <a:gd name="connsiteY4" fmla="*/ 712077 h 1273730"/>
              <a:gd name="connsiteX5" fmla="*/ 1173801 w 2039531"/>
              <a:gd name="connsiteY5" fmla="*/ 862227 h 1273730"/>
              <a:gd name="connsiteX6" fmla="*/ 1173801 w 2039531"/>
              <a:gd name="connsiteY6" fmla="*/ 1273730 h 1273730"/>
              <a:gd name="connsiteX7" fmla="*/ 2039061 w 2039531"/>
              <a:gd name="connsiteY7" fmla="*/ 525493 h 1273730"/>
              <a:gd name="connsiteX8" fmla="*/ 2039531 w 2039531"/>
              <a:gd name="connsiteY8" fmla="*/ 153394 h 1273730"/>
              <a:gd name="connsiteX9" fmla="*/ 2037150 w 2039531"/>
              <a:gd name="connsiteY9" fmla="*/ 153393 h 1273730"/>
              <a:gd name="connsiteX10" fmla="*/ 868613 w 2039531"/>
              <a:gd name="connsiteY10" fmla="*/ 0 h 1273730"/>
              <a:gd name="connsiteX0" fmla="*/ 868613 w 2039531"/>
              <a:gd name="connsiteY0" fmla="*/ 0 h 1273730"/>
              <a:gd name="connsiteX1" fmla="*/ 0 w 2039531"/>
              <a:gd name="connsiteY1" fmla="*/ 712077 h 1273730"/>
              <a:gd name="connsiteX2" fmla="*/ 1173801 w 2039531"/>
              <a:gd name="connsiteY2" fmla="*/ 862227 h 1273730"/>
              <a:gd name="connsiteX3" fmla="*/ 1173801 w 2039531"/>
              <a:gd name="connsiteY3" fmla="*/ 1273730 h 1273730"/>
              <a:gd name="connsiteX4" fmla="*/ 2039061 w 2039531"/>
              <a:gd name="connsiteY4" fmla="*/ 525493 h 1273730"/>
              <a:gd name="connsiteX5" fmla="*/ 2039531 w 2039531"/>
              <a:gd name="connsiteY5" fmla="*/ 153394 h 1273730"/>
              <a:gd name="connsiteX6" fmla="*/ 2037150 w 2039531"/>
              <a:gd name="connsiteY6" fmla="*/ 153393 h 1273730"/>
              <a:gd name="connsiteX7" fmla="*/ 868613 w 2039531"/>
              <a:gd name="connsiteY7" fmla="*/ 0 h 127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9531" h="1273730">
                <a:moveTo>
                  <a:pt x="868613" y="0"/>
                </a:moveTo>
                <a:lnTo>
                  <a:pt x="0" y="712077"/>
                </a:lnTo>
                <a:lnTo>
                  <a:pt x="1173801" y="862227"/>
                </a:lnTo>
                <a:lnTo>
                  <a:pt x="1173801" y="1273730"/>
                </a:lnTo>
                <a:lnTo>
                  <a:pt x="2039061" y="525493"/>
                </a:lnTo>
                <a:cubicBezTo>
                  <a:pt x="2039218" y="386379"/>
                  <a:pt x="2039374" y="292508"/>
                  <a:pt x="2039531" y="153394"/>
                </a:cubicBezTo>
                <a:lnTo>
                  <a:pt x="2037150" y="153393"/>
                </a:lnTo>
                <a:lnTo>
                  <a:pt x="868613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baseline="-25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38740-9A28-4E12-B334-A684B261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D89C1-E678-4E97-A388-CA1799D47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5 Stair Steps and Arrow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8C087-735C-4D87-9C21-0407D116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8C1607AB-40EE-4D7E-A8BD-53C6CDB0646D}"/>
              </a:ext>
            </a:extLst>
          </p:cNvPr>
          <p:cNvSpPr>
            <a:spLocks/>
          </p:cNvSpPr>
          <p:nvPr/>
        </p:nvSpPr>
        <p:spPr bwMode="auto">
          <a:xfrm flipH="1">
            <a:off x="2625135" y="5150084"/>
            <a:ext cx="2037150" cy="862870"/>
          </a:xfrm>
          <a:custGeom>
            <a:avLst/>
            <a:gdLst>
              <a:gd name="connsiteX0" fmla="*/ 868613 w 2034769"/>
              <a:gd name="connsiteY0" fmla="*/ 0 h 862870"/>
              <a:gd name="connsiteX1" fmla="*/ 0 w 2034769"/>
              <a:gd name="connsiteY1" fmla="*/ 712077 h 862870"/>
              <a:gd name="connsiteX2" fmla="*/ 1173801 w 2034769"/>
              <a:gd name="connsiteY2" fmla="*/ 862227 h 862870"/>
              <a:gd name="connsiteX3" fmla="*/ 1178832 w 2034769"/>
              <a:gd name="connsiteY3" fmla="*/ 862870 h 862870"/>
              <a:gd name="connsiteX4" fmla="*/ 2034769 w 2034769"/>
              <a:gd name="connsiteY4" fmla="*/ 151012 h 862870"/>
              <a:gd name="connsiteX5" fmla="*/ 2034727 w 2034769"/>
              <a:gd name="connsiteY5" fmla="*/ 146896 h 862870"/>
              <a:gd name="connsiteX6" fmla="*/ 1962910 w 2034769"/>
              <a:gd name="connsiteY6" fmla="*/ 137849 h 862870"/>
              <a:gd name="connsiteX0" fmla="*/ 868613 w 2034769"/>
              <a:gd name="connsiteY0" fmla="*/ 0 h 862870"/>
              <a:gd name="connsiteX1" fmla="*/ 0 w 2034769"/>
              <a:gd name="connsiteY1" fmla="*/ 712077 h 862870"/>
              <a:gd name="connsiteX2" fmla="*/ 1173801 w 2034769"/>
              <a:gd name="connsiteY2" fmla="*/ 862227 h 862870"/>
              <a:gd name="connsiteX3" fmla="*/ 1178832 w 2034769"/>
              <a:gd name="connsiteY3" fmla="*/ 862870 h 862870"/>
              <a:gd name="connsiteX4" fmla="*/ 2034769 w 2034769"/>
              <a:gd name="connsiteY4" fmla="*/ 151012 h 862870"/>
              <a:gd name="connsiteX5" fmla="*/ 2034727 w 2034769"/>
              <a:gd name="connsiteY5" fmla="*/ 146896 h 862870"/>
              <a:gd name="connsiteX6" fmla="*/ 868613 w 2034769"/>
              <a:gd name="connsiteY6" fmla="*/ 0 h 862870"/>
              <a:gd name="connsiteX0" fmla="*/ 868613 w 2034769"/>
              <a:gd name="connsiteY0" fmla="*/ 0 h 862870"/>
              <a:gd name="connsiteX1" fmla="*/ 0 w 2034769"/>
              <a:gd name="connsiteY1" fmla="*/ 712077 h 862870"/>
              <a:gd name="connsiteX2" fmla="*/ 1173801 w 2034769"/>
              <a:gd name="connsiteY2" fmla="*/ 862227 h 862870"/>
              <a:gd name="connsiteX3" fmla="*/ 1178832 w 2034769"/>
              <a:gd name="connsiteY3" fmla="*/ 862870 h 862870"/>
              <a:gd name="connsiteX4" fmla="*/ 2034769 w 2034769"/>
              <a:gd name="connsiteY4" fmla="*/ 151012 h 862870"/>
              <a:gd name="connsiteX5" fmla="*/ 868613 w 2034769"/>
              <a:gd name="connsiteY5" fmla="*/ 0 h 862870"/>
              <a:gd name="connsiteX0" fmla="*/ 868613 w 2037150"/>
              <a:gd name="connsiteY0" fmla="*/ 0 h 862870"/>
              <a:gd name="connsiteX1" fmla="*/ 0 w 2037150"/>
              <a:gd name="connsiteY1" fmla="*/ 712077 h 862870"/>
              <a:gd name="connsiteX2" fmla="*/ 1173801 w 2037150"/>
              <a:gd name="connsiteY2" fmla="*/ 862227 h 862870"/>
              <a:gd name="connsiteX3" fmla="*/ 1178832 w 2037150"/>
              <a:gd name="connsiteY3" fmla="*/ 862870 h 862870"/>
              <a:gd name="connsiteX4" fmla="*/ 2037150 w 2037150"/>
              <a:gd name="connsiteY4" fmla="*/ 151012 h 862870"/>
              <a:gd name="connsiteX5" fmla="*/ 868613 w 2037150"/>
              <a:gd name="connsiteY5" fmla="*/ 0 h 862870"/>
              <a:gd name="connsiteX0" fmla="*/ 868613 w 2034769"/>
              <a:gd name="connsiteY0" fmla="*/ 0 h 862870"/>
              <a:gd name="connsiteX1" fmla="*/ 0 w 2034769"/>
              <a:gd name="connsiteY1" fmla="*/ 712077 h 862870"/>
              <a:gd name="connsiteX2" fmla="*/ 1173801 w 2034769"/>
              <a:gd name="connsiteY2" fmla="*/ 862227 h 862870"/>
              <a:gd name="connsiteX3" fmla="*/ 1178832 w 2034769"/>
              <a:gd name="connsiteY3" fmla="*/ 862870 h 862870"/>
              <a:gd name="connsiteX4" fmla="*/ 2034769 w 2034769"/>
              <a:gd name="connsiteY4" fmla="*/ 155774 h 862870"/>
              <a:gd name="connsiteX5" fmla="*/ 868613 w 2034769"/>
              <a:gd name="connsiteY5" fmla="*/ 0 h 862870"/>
              <a:gd name="connsiteX0" fmla="*/ 868613 w 2034769"/>
              <a:gd name="connsiteY0" fmla="*/ 0 h 862870"/>
              <a:gd name="connsiteX1" fmla="*/ 0 w 2034769"/>
              <a:gd name="connsiteY1" fmla="*/ 712077 h 862870"/>
              <a:gd name="connsiteX2" fmla="*/ 1173801 w 2034769"/>
              <a:gd name="connsiteY2" fmla="*/ 862227 h 862870"/>
              <a:gd name="connsiteX3" fmla="*/ 1178832 w 2034769"/>
              <a:gd name="connsiteY3" fmla="*/ 862870 h 862870"/>
              <a:gd name="connsiteX4" fmla="*/ 2034769 w 2034769"/>
              <a:gd name="connsiteY4" fmla="*/ 153393 h 862870"/>
              <a:gd name="connsiteX5" fmla="*/ 868613 w 2034769"/>
              <a:gd name="connsiteY5" fmla="*/ 0 h 862870"/>
              <a:gd name="connsiteX0" fmla="*/ 868613 w 2037150"/>
              <a:gd name="connsiteY0" fmla="*/ 0 h 862870"/>
              <a:gd name="connsiteX1" fmla="*/ 0 w 2037150"/>
              <a:gd name="connsiteY1" fmla="*/ 712077 h 862870"/>
              <a:gd name="connsiteX2" fmla="*/ 1173801 w 2037150"/>
              <a:gd name="connsiteY2" fmla="*/ 862227 h 862870"/>
              <a:gd name="connsiteX3" fmla="*/ 1178832 w 2037150"/>
              <a:gd name="connsiteY3" fmla="*/ 862870 h 862870"/>
              <a:gd name="connsiteX4" fmla="*/ 2037150 w 2037150"/>
              <a:gd name="connsiteY4" fmla="*/ 153393 h 862870"/>
              <a:gd name="connsiteX5" fmla="*/ 868613 w 2037150"/>
              <a:gd name="connsiteY5" fmla="*/ 0 h 86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37150" h="862870">
                <a:moveTo>
                  <a:pt x="868613" y="0"/>
                </a:moveTo>
                <a:lnTo>
                  <a:pt x="0" y="712077"/>
                </a:lnTo>
                <a:lnTo>
                  <a:pt x="1173801" y="862227"/>
                </a:lnTo>
                <a:lnTo>
                  <a:pt x="1178832" y="862870"/>
                </a:lnTo>
                <a:lnTo>
                  <a:pt x="2037150" y="153393"/>
                </a:lnTo>
                <a:lnTo>
                  <a:pt x="86861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baseline="-250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26A4A-C40C-4C9D-82AF-DF71466F8088}"/>
              </a:ext>
            </a:extLst>
          </p:cNvPr>
          <p:cNvSpPr txBox="1"/>
          <p:nvPr/>
        </p:nvSpPr>
        <p:spPr>
          <a:xfrm>
            <a:off x="3081508" y="4954889"/>
            <a:ext cx="1120820" cy="1200329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20100000" lon="4145612" rev="16578664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algn="ctr">
              <a:defRPr sz="72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8000"/>
              <a:t>01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3837CFD-D68E-4607-AA85-37F21C151484}"/>
              </a:ext>
            </a:extLst>
          </p:cNvPr>
          <p:cNvSpPr txBox="1"/>
          <p:nvPr/>
        </p:nvSpPr>
        <p:spPr>
          <a:xfrm>
            <a:off x="4218556" y="4322544"/>
            <a:ext cx="1120820" cy="1200329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20100000" lon="4145612" rev="16578664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algn="ctr">
              <a:defRPr sz="72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8000"/>
              <a:t>02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5667C31-06F0-4AEF-BA14-36147878A4AE}"/>
              </a:ext>
            </a:extLst>
          </p:cNvPr>
          <p:cNvSpPr txBox="1"/>
          <p:nvPr/>
        </p:nvSpPr>
        <p:spPr>
          <a:xfrm>
            <a:off x="5445095" y="3727256"/>
            <a:ext cx="1120820" cy="1200329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20100000" lon="4145612" rev="16578664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algn="ctr">
              <a:defRPr sz="72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8000"/>
              <a:t>03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A4C8FB4-CC39-40F3-9376-6BCFEA7EA4B0}"/>
              </a:ext>
            </a:extLst>
          </p:cNvPr>
          <p:cNvSpPr txBox="1"/>
          <p:nvPr/>
        </p:nvSpPr>
        <p:spPr>
          <a:xfrm>
            <a:off x="6602993" y="3090576"/>
            <a:ext cx="1120820" cy="1200329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20100000" lon="4145612" rev="16578664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algn="ctr">
              <a:defRPr sz="72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8000"/>
              <a:t>04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1AC66B-AF41-40E4-9FBE-758E608495BF}"/>
              </a:ext>
            </a:extLst>
          </p:cNvPr>
          <p:cNvSpPr txBox="1"/>
          <p:nvPr/>
        </p:nvSpPr>
        <p:spPr>
          <a:xfrm>
            <a:off x="7798068" y="2442556"/>
            <a:ext cx="1120820" cy="1200329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20100000" lon="4145612" rev="16578664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  <a:lvl1pPr algn="ctr">
              <a:defRPr sz="72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8000"/>
              <a:t>05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712AC5F-622D-4336-88F4-CF8CF6911609}"/>
              </a:ext>
            </a:extLst>
          </p:cNvPr>
          <p:cNvGrpSpPr/>
          <p:nvPr/>
        </p:nvGrpSpPr>
        <p:grpSpPr>
          <a:xfrm>
            <a:off x="401267" y="3780103"/>
            <a:ext cx="2640738" cy="1147482"/>
            <a:chOff x="401267" y="3780103"/>
            <a:chExt cx="2640738" cy="114748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0EEF26E-8078-4516-9F41-30CE45D24B50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1"/>
                  </a:solidFill>
                </a:rPr>
                <a:t>Lorem ipsum</a:t>
              </a:r>
              <a:endParaRPr lang="en-US" sz="2000" b="1" cap="all">
                <a:solidFill>
                  <a:schemeClr val="accent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673E235-AC94-4AA1-B64C-891ED369FF94}"/>
                </a:ext>
              </a:extLst>
            </p:cNvPr>
            <p:cNvSpPr/>
            <p:nvPr/>
          </p:nvSpPr>
          <p:spPr>
            <a:xfrm>
              <a:off x="401267" y="4153078"/>
              <a:ext cx="2640737" cy="7745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9F0F5B1-FD43-49E5-9705-1A5CFC55BFC6}"/>
              </a:ext>
            </a:extLst>
          </p:cNvPr>
          <p:cNvGrpSpPr/>
          <p:nvPr/>
        </p:nvGrpSpPr>
        <p:grpSpPr>
          <a:xfrm>
            <a:off x="2904038" y="2537646"/>
            <a:ext cx="2640738" cy="1147482"/>
            <a:chOff x="2790792" y="2395198"/>
            <a:chExt cx="2640738" cy="114748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FAB04A2-DBE0-401B-B741-D1CF338CE036}"/>
                </a:ext>
              </a:extLst>
            </p:cNvPr>
            <p:cNvSpPr/>
            <p:nvPr/>
          </p:nvSpPr>
          <p:spPr>
            <a:xfrm>
              <a:off x="2790793" y="2395198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3"/>
                  </a:solidFill>
                </a:rPr>
                <a:t>Lorem ipsum</a:t>
              </a:r>
              <a:endParaRPr lang="en-US" sz="2000" b="1" cap="all">
                <a:solidFill>
                  <a:schemeClr val="accent3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0CA7C60-F901-42D3-9AF0-5BDAF84D078B}"/>
                </a:ext>
              </a:extLst>
            </p:cNvPr>
            <p:cNvSpPr/>
            <p:nvPr/>
          </p:nvSpPr>
          <p:spPr>
            <a:xfrm>
              <a:off x="2790792" y="2768173"/>
              <a:ext cx="2640737" cy="7745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82599FB-FBF6-42ED-923B-8F1EE14564A6}"/>
              </a:ext>
            </a:extLst>
          </p:cNvPr>
          <p:cNvGrpSpPr/>
          <p:nvPr/>
        </p:nvGrpSpPr>
        <p:grpSpPr>
          <a:xfrm>
            <a:off x="5406809" y="1295188"/>
            <a:ext cx="2640738" cy="1147482"/>
            <a:chOff x="5505785" y="1295188"/>
            <a:chExt cx="2640738" cy="114748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58B6A47-87E6-42FC-9C62-0BD1D741F555}"/>
                </a:ext>
              </a:extLst>
            </p:cNvPr>
            <p:cNvSpPr/>
            <p:nvPr/>
          </p:nvSpPr>
          <p:spPr>
            <a:xfrm>
              <a:off x="5505786" y="1295188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pPr algn="r"/>
              <a:r>
                <a:rPr lang="da-DK" sz="2000" b="1" cap="all">
                  <a:solidFill>
                    <a:schemeClr val="accent5"/>
                  </a:solidFill>
                </a:rPr>
                <a:t>Lorem ipsum</a:t>
              </a:r>
              <a:endParaRPr lang="en-US" sz="2000" b="1" cap="all">
                <a:solidFill>
                  <a:schemeClr val="accent5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1B283D4-605F-4214-839F-98198CBDC00B}"/>
                </a:ext>
              </a:extLst>
            </p:cNvPr>
            <p:cNvSpPr/>
            <p:nvPr/>
          </p:nvSpPr>
          <p:spPr>
            <a:xfrm>
              <a:off x="5505785" y="1668163"/>
              <a:ext cx="2640737" cy="7745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01300CF-5462-4618-A02E-4056C0D2D513}"/>
              </a:ext>
            </a:extLst>
          </p:cNvPr>
          <p:cNvGrpSpPr/>
          <p:nvPr/>
        </p:nvGrpSpPr>
        <p:grpSpPr>
          <a:xfrm>
            <a:off x="5718592" y="5550163"/>
            <a:ext cx="2640738" cy="1147482"/>
            <a:chOff x="5718592" y="5550163"/>
            <a:chExt cx="2640738" cy="114748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62F86C1-8792-43D0-99F0-4557F0C099FD}"/>
                </a:ext>
              </a:extLst>
            </p:cNvPr>
            <p:cNvSpPr/>
            <p:nvPr/>
          </p:nvSpPr>
          <p:spPr>
            <a:xfrm>
              <a:off x="5718593" y="555016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2"/>
                  </a:solidFill>
                </a:rPr>
                <a:t>Lorem ipsum</a:t>
              </a:r>
              <a:endParaRPr lang="en-US" sz="2000" b="1" cap="all">
                <a:solidFill>
                  <a:schemeClr val="accent2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AD09E5-1D37-4927-8320-A6A7D40F1CC3}"/>
                </a:ext>
              </a:extLst>
            </p:cNvPr>
            <p:cNvSpPr/>
            <p:nvPr/>
          </p:nvSpPr>
          <p:spPr>
            <a:xfrm>
              <a:off x="5718592" y="5923138"/>
              <a:ext cx="2640737" cy="7745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EA43C1E-4C54-4FD4-973F-1D34E55E0A8D}"/>
              </a:ext>
            </a:extLst>
          </p:cNvPr>
          <p:cNvGrpSpPr/>
          <p:nvPr/>
        </p:nvGrpSpPr>
        <p:grpSpPr>
          <a:xfrm>
            <a:off x="7999167" y="4272131"/>
            <a:ext cx="2640738" cy="1147482"/>
            <a:chOff x="7999167" y="4272131"/>
            <a:chExt cx="2640738" cy="114748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63E0D13-85DF-4C64-83D6-32A263FB5C8E}"/>
                </a:ext>
              </a:extLst>
            </p:cNvPr>
            <p:cNvSpPr/>
            <p:nvPr/>
          </p:nvSpPr>
          <p:spPr>
            <a:xfrm>
              <a:off x="7999168" y="4272131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4"/>
                  </a:solidFill>
                </a:rPr>
                <a:t>Lorem ipsum</a:t>
              </a:r>
              <a:endParaRPr lang="en-US" sz="2000" b="1" cap="all">
                <a:solidFill>
                  <a:schemeClr val="accent4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432D54E-8D92-4C8C-8591-C638C210DDB5}"/>
                </a:ext>
              </a:extLst>
            </p:cNvPr>
            <p:cNvSpPr/>
            <p:nvPr/>
          </p:nvSpPr>
          <p:spPr>
            <a:xfrm>
              <a:off x="7999167" y="4645106"/>
              <a:ext cx="2640737" cy="7745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quia.</a:t>
              </a:r>
              <a:endParaRPr lang="en-US" sz="140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2070FDF8-52FB-4C5A-BBB1-1B1005FC26E6}"/>
              </a:ext>
            </a:extLst>
          </p:cNvPr>
          <p:cNvSpPr/>
          <p:nvPr/>
        </p:nvSpPr>
        <p:spPr>
          <a:xfrm>
            <a:off x="3042004" y="3871394"/>
            <a:ext cx="211342" cy="21134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09FFE34-5877-4C48-86DD-E5A9F3162A42}"/>
              </a:ext>
            </a:extLst>
          </p:cNvPr>
          <p:cNvSpPr/>
          <p:nvPr/>
        </p:nvSpPr>
        <p:spPr>
          <a:xfrm>
            <a:off x="5525640" y="2640903"/>
            <a:ext cx="211342" cy="2113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51C7CF-A0BA-4EA8-9039-DCA68C03676E}"/>
              </a:ext>
            </a:extLst>
          </p:cNvPr>
          <p:cNvSpPr/>
          <p:nvPr/>
        </p:nvSpPr>
        <p:spPr>
          <a:xfrm>
            <a:off x="8047546" y="1387372"/>
            <a:ext cx="211342" cy="2113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9E6DA7A-240E-4228-9DE8-8166CBF4AF8E}"/>
              </a:ext>
            </a:extLst>
          </p:cNvPr>
          <p:cNvSpPr/>
          <p:nvPr/>
        </p:nvSpPr>
        <p:spPr>
          <a:xfrm>
            <a:off x="7772950" y="4361196"/>
            <a:ext cx="211342" cy="21134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4CEE204-CE36-4512-B128-48D3E25A4D2B}"/>
              </a:ext>
            </a:extLst>
          </p:cNvPr>
          <p:cNvSpPr/>
          <p:nvPr/>
        </p:nvSpPr>
        <p:spPr>
          <a:xfrm>
            <a:off x="5499621" y="5647356"/>
            <a:ext cx="211342" cy="2113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C5CEE6-8076-41A9-8E57-D1D7518B309C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3147675" y="4082736"/>
            <a:ext cx="0" cy="949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3F92D38-7336-4A69-BC02-394038046CCD}"/>
              </a:ext>
            </a:extLst>
          </p:cNvPr>
          <p:cNvCxnSpPr>
            <a:cxnSpLocks/>
          </p:cNvCxnSpPr>
          <p:nvPr/>
        </p:nvCxnSpPr>
        <p:spPr>
          <a:xfrm>
            <a:off x="5631311" y="2852245"/>
            <a:ext cx="0" cy="99980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05B6F0B-C3B9-4DA9-9D5F-3052638174FC}"/>
              </a:ext>
            </a:extLst>
          </p:cNvPr>
          <p:cNvCxnSpPr>
            <a:cxnSpLocks/>
          </p:cNvCxnSpPr>
          <p:nvPr/>
        </p:nvCxnSpPr>
        <p:spPr>
          <a:xfrm>
            <a:off x="8153217" y="1598714"/>
            <a:ext cx="0" cy="843842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B441BDC-FE00-45BA-9F5A-84C44707DA14}"/>
              </a:ext>
            </a:extLst>
          </p:cNvPr>
          <p:cNvGrpSpPr/>
          <p:nvPr/>
        </p:nvGrpSpPr>
        <p:grpSpPr>
          <a:xfrm>
            <a:off x="8544272" y="6161946"/>
            <a:ext cx="2103348" cy="517042"/>
            <a:chOff x="5853028" y="6161946"/>
            <a:chExt cx="2103348" cy="51704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836C121-B5E9-4DB6-B48F-2FF640386A20}"/>
                </a:ext>
              </a:extLst>
            </p:cNvPr>
            <p:cNvSpPr txBox="1"/>
            <p:nvPr/>
          </p:nvSpPr>
          <p:spPr>
            <a:xfrm>
              <a:off x="6199925" y="6217323"/>
              <a:ext cx="175645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i="1"/>
                <a:t>Editable</a:t>
              </a:r>
              <a:r>
                <a:rPr lang="en-US" sz="1200" i="1"/>
                <a:t> but </a:t>
              </a:r>
              <a:r>
                <a:rPr lang="en-US" sz="1200" b="1" i="1"/>
                <a:t>doesn’t</a:t>
              </a:r>
              <a:r>
                <a:rPr lang="en-US" sz="1200" i="1"/>
                <a:t> use 3-D Rotation Effect </a:t>
              </a: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6DA70BDF-A212-4F1B-9601-17D9B0B86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028" y="6161946"/>
              <a:ext cx="339838" cy="461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3970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">
            <a:extLst>
              <a:ext uri="{FF2B5EF4-FFF2-40B4-BE49-F238E27FC236}">
                <a16:creationId xmlns:a16="http://schemas.microsoft.com/office/drawing/2014/main" id="{42A15A1C-8E12-4F15-8C40-FD514C9D4034}"/>
              </a:ext>
            </a:extLst>
          </p:cNvPr>
          <p:cNvSpPr/>
          <p:nvPr/>
        </p:nvSpPr>
        <p:spPr>
          <a:xfrm>
            <a:off x="2456589" y="5571060"/>
            <a:ext cx="4636008" cy="906781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91440" tIns="38100" rIns="1097280" bIns="38100" anchor="ctr"/>
          <a:lstStyle/>
          <a:p>
            <a:pPr lvl="0" algn="r"/>
            <a:r>
              <a:rPr lang="da-DK" b="1" cap="all">
                <a:solidFill>
                  <a:prstClr val="white"/>
                </a:solidFill>
              </a:rPr>
              <a:t>Lorem ipsum</a:t>
            </a:r>
          </a:p>
          <a:p>
            <a:pPr lvl="0" algn="r"/>
            <a:r>
              <a:rPr lang="en-US" sz="1200">
                <a:solidFill>
                  <a:prstClr val="white"/>
                </a:solidFill>
              </a:rPr>
              <a:t>Ut mauris libero, vestibulum pede ante ad et, sollicitudin risus amet convallis ac eligendi, velit quia.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11DE4FB5-34F1-4FF0-BEC1-E619F63E7274}"/>
              </a:ext>
            </a:extLst>
          </p:cNvPr>
          <p:cNvSpPr/>
          <p:nvPr/>
        </p:nvSpPr>
        <p:spPr>
          <a:xfrm>
            <a:off x="7060790" y="5287850"/>
            <a:ext cx="2438401" cy="1413512"/>
          </a:xfrm>
          <a:custGeom>
            <a:avLst/>
            <a:gdLst>
              <a:gd name="connsiteX0" fmla="*/ 1596349 w 2438401"/>
              <a:gd name="connsiteY0" fmla="*/ 0 h 1413512"/>
              <a:gd name="connsiteX1" fmla="*/ 2432899 w 2438401"/>
              <a:gd name="connsiteY1" fmla="*/ 51967 h 1413512"/>
              <a:gd name="connsiteX2" fmla="*/ 2438401 w 2438401"/>
              <a:gd name="connsiteY2" fmla="*/ 50800 h 1413512"/>
              <a:gd name="connsiteX3" fmla="*/ 2438401 w 2438401"/>
              <a:gd name="connsiteY3" fmla="*/ 731525 h 1413512"/>
              <a:gd name="connsiteX4" fmla="*/ 762001 w 2438401"/>
              <a:gd name="connsiteY4" fmla="*/ 1413512 h 1413512"/>
              <a:gd name="connsiteX5" fmla="*/ 762001 w 2438401"/>
              <a:gd name="connsiteY5" fmla="*/ 406870 h 1413512"/>
              <a:gd name="connsiteX6" fmla="*/ 758218 w 2438401"/>
              <a:gd name="connsiteY6" fmla="*/ 407672 h 1413512"/>
              <a:gd name="connsiteX7" fmla="*/ 758192 w 2438401"/>
              <a:gd name="connsiteY7" fmla="*/ 407668 h 1413512"/>
              <a:gd name="connsiteX8" fmla="*/ 758192 w 2438401"/>
              <a:gd name="connsiteY8" fmla="*/ 1410971 h 1413512"/>
              <a:gd name="connsiteX9" fmla="*/ 1 w 2438401"/>
              <a:gd name="connsiteY9" fmla="*/ 1192515 h 1413512"/>
              <a:gd name="connsiteX10" fmla="*/ 1 w 2438401"/>
              <a:gd name="connsiteY10" fmla="*/ 283219 h 1413512"/>
              <a:gd name="connsiteX11" fmla="*/ 0 w 2438401"/>
              <a:gd name="connsiteY11" fmla="*/ 283219 h 1413512"/>
              <a:gd name="connsiteX12" fmla="*/ 1 w 2438401"/>
              <a:gd name="connsiteY12" fmla="*/ 283219 h 1413512"/>
              <a:gd name="connsiteX13" fmla="*/ 1 w 2438401"/>
              <a:gd name="connsiteY13" fmla="*/ 279401 h 1413512"/>
              <a:gd name="connsiteX14" fmla="*/ 11177 w 2438401"/>
              <a:gd name="connsiteY14" fmla="*/ 281236 h 1413512"/>
              <a:gd name="connsiteX0" fmla="*/ 1596349 w 2438401"/>
              <a:gd name="connsiteY0" fmla="*/ 0 h 1413512"/>
              <a:gd name="connsiteX1" fmla="*/ 2432899 w 2438401"/>
              <a:gd name="connsiteY1" fmla="*/ 51967 h 1413512"/>
              <a:gd name="connsiteX2" fmla="*/ 2438401 w 2438401"/>
              <a:gd name="connsiteY2" fmla="*/ 50800 h 1413512"/>
              <a:gd name="connsiteX3" fmla="*/ 2438401 w 2438401"/>
              <a:gd name="connsiteY3" fmla="*/ 731525 h 1413512"/>
              <a:gd name="connsiteX4" fmla="*/ 762001 w 2438401"/>
              <a:gd name="connsiteY4" fmla="*/ 1413512 h 1413512"/>
              <a:gd name="connsiteX5" fmla="*/ 762001 w 2438401"/>
              <a:gd name="connsiteY5" fmla="*/ 406870 h 1413512"/>
              <a:gd name="connsiteX6" fmla="*/ 758218 w 2438401"/>
              <a:gd name="connsiteY6" fmla="*/ 407672 h 1413512"/>
              <a:gd name="connsiteX7" fmla="*/ 758192 w 2438401"/>
              <a:gd name="connsiteY7" fmla="*/ 1410971 h 1413512"/>
              <a:gd name="connsiteX8" fmla="*/ 1 w 2438401"/>
              <a:gd name="connsiteY8" fmla="*/ 1192515 h 1413512"/>
              <a:gd name="connsiteX9" fmla="*/ 1 w 2438401"/>
              <a:gd name="connsiteY9" fmla="*/ 283219 h 1413512"/>
              <a:gd name="connsiteX10" fmla="*/ 0 w 2438401"/>
              <a:gd name="connsiteY10" fmla="*/ 283219 h 1413512"/>
              <a:gd name="connsiteX11" fmla="*/ 1 w 2438401"/>
              <a:gd name="connsiteY11" fmla="*/ 283219 h 1413512"/>
              <a:gd name="connsiteX12" fmla="*/ 1 w 2438401"/>
              <a:gd name="connsiteY12" fmla="*/ 279401 h 1413512"/>
              <a:gd name="connsiteX13" fmla="*/ 11177 w 2438401"/>
              <a:gd name="connsiteY13" fmla="*/ 281236 h 1413512"/>
              <a:gd name="connsiteX14" fmla="*/ 1596349 w 2438401"/>
              <a:gd name="connsiteY14" fmla="*/ 0 h 1413512"/>
              <a:gd name="connsiteX0" fmla="*/ 1596349 w 2438401"/>
              <a:gd name="connsiteY0" fmla="*/ 0 h 1413512"/>
              <a:gd name="connsiteX1" fmla="*/ 2432899 w 2438401"/>
              <a:gd name="connsiteY1" fmla="*/ 51967 h 1413512"/>
              <a:gd name="connsiteX2" fmla="*/ 2438401 w 2438401"/>
              <a:gd name="connsiteY2" fmla="*/ 50800 h 1413512"/>
              <a:gd name="connsiteX3" fmla="*/ 2438401 w 2438401"/>
              <a:gd name="connsiteY3" fmla="*/ 731525 h 1413512"/>
              <a:gd name="connsiteX4" fmla="*/ 762001 w 2438401"/>
              <a:gd name="connsiteY4" fmla="*/ 1413512 h 1413512"/>
              <a:gd name="connsiteX5" fmla="*/ 762001 w 2438401"/>
              <a:gd name="connsiteY5" fmla="*/ 406870 h 1413512"/>
              <a:gd name="connsiteX6" fmla="*/ 758192 w 2438401"/>
              <a:gd name="connsiteY6" fmla="*/ 1410971 h 1413512"/>
              <a:gd name="connsiteX7" fmla="*/ 1 w 2438401"/>
              <a:gd name="connsiteY7" fmla="*/ 1192515 h 1413512"/>
              <a:gd name="connsiteX8" fmla="*/ 1 w 2438401"/>
              <a:gd name="connsiteY8" fmla="*/ 283219 h 1413512"/>
              <a:gd name="connsiteX9" fmla="*/ 0 w 2438401"/>
              <a:gd name="connsiteY9" fmla="*/ 283219 h 1413512"/>
              <a:gd name="connsiteX10" fmla="*/ 1 w 2438401"/>
              <a:gd name="connsiteY10" fmla="*/ 283219 h 1413512"/>
              <a:gd name="connsiteX11" fmla="*/ 1 w 2438401"/>
              <a:gd name="connsiteY11" fmla="*/ 279401 h 1413512"/>
              <a:gd name="connsiteX12" fmla="*/ 11177 w 2438401"/>
              <a:gd name="connsiteY12" fmla="*/ 281236 h 1413512"/>
              <a:gd name="connsiteX13" fmla="*/ 1596349 w 2438401"/>
              <a:gd name="connsiteY13" fmla="*/ 0 h 1413512"/>
              <a:gd name="connsiteX0" fmla="*/ 1596349 w 2438401"/>
              <a:gd name="connsiteY0" fmla="*/ 0 h 1413512"/>
              <a:gd name="connsiteX1" fmla="*/ 2432899 w 2438401"/>
              <a:gd name="connsiteY1" fmla="*/ 51967 h 1413512"/>
              <a:gd name="connsiteX2" fmla="*/ 2438401 w 2438401"/>
              <a:gd name="connsiteY2" fmla="*/ 50800 h 1413512"/>
              <a:gd name="connsiteX3" fmla="*/ 2438401 w 2438401"/>
              <a:gd name="connsiteY3" fmla="*/ 731525 h 1413512"/>
              <a:gd name="connsiteX4" fmla="*/ 762001 w 2438401"/>
              <a:gd name="connsiteY4" fmla="*/ 1413512 h 1413512"/>
              <a:gd name="connsiteX5" fmla="*/ 758192 w 2438401"/>
              <a:gd name="connsiteY5" fmla="*/ 1410971 h 1413512"/>
              <a:gd name="connsiteX6" fmla="*/ 1 w 2438401"/>
              <a:gd name="connsiteY6" fmla="*/ 1192515 h 1413512"/>
              <a:gd name="connsiteX7" fmla="*/ 1 w 2438401"/>
              <a:gd name="connsiteY7" fmla="*/ 283219 h 1413512"/>
              <a:gd name="connsiteX8" fmla="*/ 0 w 2438401"/>
              <a:gd name="connsiteY8" fmla="*/ 283219 h 1413512"/>
              <a:gd name="connsiteX9" fmla="*/ 1 w 2438401"/>
              <a:gd name="connsiteY9" fmla="*/ 283219 h 1413512"/>
              <a:gd name="connsiteX10" fmla="*/ 1 w 2438401"/>
              <a:gd name="connsiteY10" fmla="*/ 279401 h 1413512"/>
              <a:gd name="connsiteX11" fmla="*/ 11177 w 2438401"/>
              <a:gd name="connsiteY11" fmla="*/ 281236 h 1413512"/>
              <a:gd name="connsiteX12" fmla="*/ 1596349 w 2438401"/>
              <a:gd name="connsiteY12" fmla="*/ 0 h 141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38401" h="1413512">
                <a:moveTo>
                  <a:pt x="1596349" y="0"/>
                </a:moveTo>
                <a:lnTo>
                  <a:pt x="2432899" y="51967"/>
                </a:lnTo>
                <a:lnTo>
                  <a:pt x="2438401" y="50800"/>
                </a:lnTo>
                <a:lnTo>
                  <a:pt x="2438401" y="731525"/>
                </a:lnTo>
                <a:lnTo>
                  <a:pt x="762001" y="1413512"/>
                </a:lnTo>
                <a:lnTo>
                  <a:pt x="758192" y="1410971"/>
                </a:lnTo>
                <a:lnTo>
                  <a:pt x="1" y="1192515"/>
                </a:lnTo>
                <a:lnTo>
                  <a:pt x="1" y="283219"/>
                </a:lnTo>
                <a:lnTo>
                  <a:pt x="0" y="283219"/>
                </a:lnTo>
                <a:lnTo>
                  <a:pt x="1" y="283219"/>
                </a:lnTo>
                <a:lnTo>
                  <a:pt x="1" y="279401"/>
                </a:lnTo>
                <a:lnTo>
                  <a:pt x="11177" y="281236"/>
                </a:lnTo>
                <a:lnTo>
                  <a:pt x="1596349" y="0"/>
                </a:lnTo>
                <a:close/>
              </a:path>
            </a:pathLst>
          </a:custGeom>
          <a:solidFill>
            <a:schemeClr val="tx1">
              <a:lumMod val="7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baseline="-25000"/>
          </a:p>
        </p:txBody>
      </p:sp>
      <p:pic>
        <p:nvPicPr>
          <p:cNvPr id="16" name="Graphic 15" descr="Shopping cart">
            <a:extLst>
              <a:ext uri="{FF2B5EF4-FFF2-40B4-BE49-F238E27FC236}">
                <a16:creationId xmlns:a16="http://schemas.microsoft.com/office/drawing/2014/main" id="{FE9A353D-CBDF-4BA4-90E5-6808560E8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4650" y="5673930"/>
            <a:ext cx="701040" cy="7010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338740-9A28-4E12-B334-A684B261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D89C1-E678-4E97-A388-CA1799D47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5 Stages and Ladder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8C087-735C-4D87-9C21-0407D116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4" name="Rectangle">
            <a:extLst>
              <a:ext uri="{FF2B5EF4-FFF2-40B4-BE49-F238E27FC236}">
                <a16:creationId xmlns:a16="http://schemas.microsoft.com/office/drawing/2014/main" id="{AE989AB6-17BF-4EDF-945C-617F0CA8F7B6}"/>
              </a:ext>
            </a:extLst>
          </p:cNvPr>
          <p:cNvSpPr/>
          <p:nvPr/>
        </p:nvSpPr>
        <p:spPr>
          <a:xfrm>
            <a:off x="2456589" y="1854032"/>
            <a:ext cx="4636008" cy="98709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91440" tIns="38100" rIns="1097280" bIns="38100" anchor="ctr"/>
          <a:lstStyle/>
          <a:p>
            <a:pPr algn="r"/>
            <a:r>
              <a:rPr lang="da-DK" b="1" cap="all">
                <a:solidFill>
                  <a:schemeClr val="bg1"/>
                </a:solidFill>
              </a:rPr>
              <a:t>Lorem ipsum</a:t>
            </a:r>
          </a:p>
          <a:p>
            <a:pPr algn="r"/>
            <a:r>
              <a:rPr lang="en-US" sz="1200">
                <a:solidFill>
                  <a:schemeClr val="bg1"/>
                </a:solidFill>
              </a:rPr>
              <a:t>Ut mauris libero, vestibulum pede ante ad et, sollicitudin risus amet convallis ac eligendi, velit quia.</a:t>
            </a:r>
          </a:p>
        </p:txBody>
      </p:sp>
      <p:sp>
        <p:nvSpPr>
          <p:cNvPr id="68" name="Rectangle">
            <a:extLst>
              <a:ext uri="{FF2B5EF4-FFF2-40B4-BE49-F238E27FC236}">
                <a16:creationId xmlns:a16="http://schemas.microsoft.com/office/drawing/2014/main" id="{7EE1C815-167A-4CB8-916B-5B8824752BF5}"/>
              </a:ext>
            </a:extLst>
          </p:cNvPr>
          <p:cNvSpPr/>
          <p:nvPr/>
        </p:nvSpPr>
        <p:spPr>
          <a:xfrm>
            <a:off x="2456589" y="2912045"/>
            <a:ext cx="4636008" cy="70104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91440" tIns="38100" rIns="1097280" bIns="38100" anchor="ctr"/>
          <a:lstStyle/>
          <a:p>
            <a:pPr lvl="0" algn="r"/>
            <a:r>
              <a:rPr lang="da-DK" b="1" cap="all">
                <a:solidFill>
                  <a:prstClr val="white"/>
                </a:solidFill>
              </a:rPr>
              <a:t>Lorem ipsum</a:t>
            </a:r>
          </a:p>
          <a:p>
            <a:pPr lvl="0" algn="r"/>
            <a:r>
              <a:rPr lang="en-US" sz="1200">
                <a:solidFill>
                  <a:prstClr val="white"/>
                </a:solidFill>
              </a:rPr>
              <a:t>Ut mauris libero, vestibulum pede ante ad et, sollicitudin risus amet convallis ac eligendi, velit quia.</a:t>
            </a:r>
          </a:p>
        </p:txBody>
      </p:sp>
      <p:sp>
        <p:nvSpPr>
          <p:cNvPr id="69" name="Rectangle">
            <a:extLst>
              <a:ext uri="{FF2B5EF4-FFF2-40B4-BE49-F238E27FC236}">
                <a16:creationId xmlns:a16="http://schemas.microsoft.com/office/drawing/2014/main" id="{749932E6-C8CB-4B54-AE27-7644CB5CF558}"/>
              </a:ext>
            </a:extLst>
          </p:cNvPr>
          <p:cNvSpPr/>
          <p:nvPr/>
        </p:nvSpPr>
        <p:spPr>
          <a:xfrm>
            <a:off x="2456589" y="3672458"/>
            <a:ext cx="4636008" cy="910590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91440" tIns="38100" rIns="1097280" bIns="38100" anchor="ctr"/>
          <a:lstStyle/>
          <a:p>
            <a:pPr lvl="0" algn="r"/>
            <a:r>
              <a:rPr lang="da-DK" b="1" cap="all">
                <a:solidFill>
                  <a:prstClr val="white"/>
                </a:solidFill>
              </a:rPr>
              <a:t>Lorem ipsum</a:t>
            </a:r>
          </a:p>
          <a:p>
            <a:pPr lvl="0" algn="r"/>
            <a:r>
              <a:rPr lang="en-US" sz="1200">
                <a:solidFill>
                  <a:prstClr val="white"/>
                </a:solidFill>
              </a:rPr>
              <a:t>Ut mauris libero, vestibulum pede ante ad et, sollicitudin risus amet convallis ac eligendi, velit quia.</a:t>
            </a:r>
          </a:p>
        </p:txBody>
      </p:sp>
      <p:sp>
        <p:nvSpPr>
          <p:cNvPr id="71" name="Rectangle">
            <a:extLst>
              <a:ext uri="{FF2B5EF4-FFF2-40B4-BE49-F238E27FC236}">
                <a16:creationId xmlns:a16="http://schemas.microsoft.com/office/drawing/2014/main" id="{653577AD-D370-4886-BB4D-0BB23312E9F6}"/>
              </a:ext>
            </a:extLst>
          </p:cNvPr>
          <p:cNvSpPr/>
          <p:nvPr/>
        </p:nvSpPr>
        <p:spPr>
          <a:xfrm>
            <a:off x="2456589" y="4665550"/>
            <a:ext cx="4636008" cy="819786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91440" tIns="38100" rIns="1097280" bIns="38100" anchor="ctr"/>
          <a:lstStyle/>
          <a:p>
            <a:pPr lvl="0" algn="r"/>
            <a:r>
              <a:rPr lang="da-DK" b="1" cap="all">
                <a:solidFill>
                  <a:prstClr val="white"/>
                </a:solidFill>
              </a:rPr>
              <a:t>Lorem ipsum</a:t>
            </a:r>
          </a:p>
          <a:p>
            <a:pPr lvl="0" algn="r"/>
            <a:r>
              <a:rPr lang="en-US" sz="1200">
                <a:solidFill>
                  <a:prstClr val="white"/>
                </a:solidFill>
              </a:rPr>
              <a:t>Ut mauris libero, vestibulum pede ante ad et, sollicitudin risus amet convallis ac eligendi, velit quia.</a:t>
            </a:r>
          </a:p>
        </p:txBody>
      </p:sp>
      <p:sp>
        <p:nvSpPr>
          <p:cNvPr id="66" name="Figure">
            <a:extLst>
              <a:ext uri="{FF2B5EF4-FFF2-40B4-BE49-F238E27FC236}">
                <a16:creationId xmlns:a16="http://schemas.microsoft.com/office/drawing/2014/main" id="{7E1EF5A6-9629-4298-A385-EB88EE2C978B}"/>
              </a:ext>
            </a:extLst>
          </p:cNvPr>
          <p:cNvSpPr/>
          <p:nvPr/>
        </p:nvSpPr>
        <p:spPr>
          <a:xfrm>
            <a:off x="7822791" y="5338650"/>
            <a:ext cx="1676400" cy="1362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790"/>
                </a:moveTo>
                <a:lnTo>
                  <a:pt x="0" y="21600"/>
                </a:lnTo>
                <a:lnTo>
                  <a:pt x="0" y="5637"/>
                </a:lnTo>
                <a:lnTo>
                  <a:pt x="21600" y="0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67" name="Figure">
            <a:extLst>
              <a:ext uri="{FF2B5EF4-FFF2-40B4-BE49-F238E27FC236}">
                <a16:creationId xmlns:a16="http://schemas.microsoft.com/office/drawing/2014/main" id="{40727A5B-2F82-46AA-A89E-D704C18DD73F}"/>
              </a:ext>
            </a:extLst>
          </p:cNvPr>
          <p:cNvSpPr/>
          <p:nvPr/>
        </p:nvSpPr>
        <p:spPr>
          <a:xfrm>
            <a:off x="7060790" y="5287850"/>
            <a:ext cx="2434592" cy="4076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5006"/>
                </a:moveTo>
                <a:lnTo>
                  <a:pt x="14163" y="0"/>
                </a:lnTo>
                <a:lnTo>
                  <a:pt x="21600" y="2759"/>
                </a:lnTo>
                <a:lnTo>
                  <a:pt x="6727" y="2160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EF45B50B-BF5E-4278-BB2B-4A44C123F1C3}"/>
              </a:ext>
            </a:extLst>
          </p:cNvPr>
          <p:cNvSpPr/>
          <p:nvPr/>
        </p:nvSpPr>
        <p:spPr>
          <a:xfrm>
            <a:off x="7060790" y="1541351"/>
            <a:ext cx="2438401" cy="1781810"/>
          </a:xfrm>
          <a:custGeom>
            <a:avLst/>
            <a:gdLst>
              <a:gd name="connsiteX0" fmla="*/ 758192 w 2438401"/>
              <a:gd name="connsiteY0" fmla="*/ 0 h 1781810"/>
              <a:gd name="connsiteX1" fmla="*/ 758192 w 2438401"/>
              <a:gd name="connsiteY1" fmla="*/ 670905 h 1781810"/>
              <a:gd name="connsiteX2" fmla="*/ 762001 w 2438401"/>
              <a:gd name="connsiteY2" fmla="*/ 670905 h 1781810"/>
              <a:gd name="connsiteX3" fmla="*/ 762001 w 2438401"/>
              <a:gd name="connsiteY3" fmla="*/ 0 h 1781810"/>
              <a:gd name="connsiteX4" fmla="*/ 2438401 w 2438401"/>
              <a:gd name="connsiteY4" fmla="*/ 1083288 h 1781810"/>
              <a:gd name="connsiteX5" fmla="*/ 2438401 w 2438401"/>
              <a:gd name="connsiteY5" fmla="*/ 1772921 h 1781810"/>
              <a:gd name="connsiteX6" fmla="*/ 1418230 w 2438401"/>
              <a:gd name="connsiteY6" fmla="*/ 1337811 h 1781810"/>
              <a:gd name="connsiteX7" fmla="*/ 1393615 w 2438401"/>
              <a:gd name="connsiteY7" fmla="*/ 1337811 h 1781810"/>
              <a:gd name="connsiteX8" fmla="*/ 2434592 w 2438401"/>
              <a:gd name="connsiteY8" fmla="*/ 1781810 h 1781810"/>
              <a:gd name="connsiteX9" fmla="*/ 1663751 w 2438401"/>
              <a:gd name="connsiteY9" fmla="*/ 1781810 h 1781810"/>
              <a:gd name="connsiteX10" fmla="*/ 0 w 2438401"/>
              <a:gd name="connsiteY10" fmla="*/ 1297954 h 1781810"/>
              <a:gd name="connsiteX11" fmla="*/ 486691 w 2438401"/>
              <a:gd name="connsiteY11" fmla="*/ 1149579 h 1781810"/>
              <a:gd name="connsiteX12" fmla="*/ 486691 w 2438401"/>
              <a:gd name="connsiteY12" fmla="*/ 1140683 h 1781810"/>
              <a:gd name="connsiteX13" fmla="*/ 1 w 2438401"/>
              <a:gd name="connsiteY13" fmla="*/ 1289050 h 1781810"/>
              <a:gd name="connsiteX14" fmla="*/ 1 w 2438401"/>
              <a:gd name="connsiteY14" fmla="*/ 311162 h 1781810"/>
              <a:gd name="connsiteX0" fmla="*/ 758192 w 2438401"/>
              <a:gd name="connsiteY0" fmla="*/ 0 h 1781810"/>
              <a:gd name="connsiteX1" fmla="*/ 758192 w 2438401"/>
              <a:gd name="connsiteY1" fmla="*/ 670905 h 1781810"/>
              <a:gd name="connsiteX2" fmla="*/ 762001 w 2438401"/>
              <a:gd name="connsiteY2" fmla="*/ 0 h 1781810"/>
              <a:gd name="connsiteX3" fmla="*/ 2438401 w 2438401"/>
              <a:gd name="connsiteY3" fmla="*/ 1083288 h 1781810"/>
              <a:gd name="connsiteX4" fmla="*/ 2438401 w 2438401"/>
              <a:gd name="connsiteY4" fmla="*/ 1772921 h 1781810"/>
              <a:gd name="connsiteX5" fmla="*/ 1418230 w 2438401"/>
              <a:gd name="connsiteY5" fmla="*/ 1337811 h 1781810"/>
              <a:gd name="connsiteX6" fmla="*/ 1393615 w 2438401"/>
              <a:gd name="connsiteY6" fmla="*/ 1337811 h 1781810"/>
              <a:gd name="connsiteX7" fmla="*/ 2434592 w 2438401"/>
              <a:gd name="connsiteY7" fmla="*/ 1781810 h 1781810"/>
              <a:gd name="connsiteX8" fmla="*/ 1663751 w 2438401"/>
              <a:gd name="connsiteY8" fmla="*/ 1781810 h 1781810"/>
              <a:gd name="connsiteX9" fmla="*/ 0 w 2438401"/>
              <a:gd name="connsiteY9" fmla="*/ 1297954 h 1781810"/>
              <a:gd name="connsiteX10" fmla="*/ 486691 w 2438401"/>
              <a:gd name="connsiteY10" fmla="*/ 1149579 h 1781810"/>
              <a:gd name="connsiteX11" fmla="*/ 486691 w 2438401"/>
              <a:gd name="connsiteY11" fmla="*/ 1140683 h 1781810"/>
              <a:gd name="connsiteX12" fmla="*/ 1 w 2438401"/>
              <a:gd name="connsiteY12" fmla="*/ 1289050 h 1781810"/>
              <a:gd name="connsiteX13" fmla="*/ 1 w 2438401"/>
              <a:gd name="connsiteY13" fmla="*/ 311162 h 1781810"/>
              <a:gd name="connsiteX14" fmla="*/ 758192 w 2438401"/>
              <a:gd name="connsiteY14" fmla="*/ 0 h 1781810"/>
              <a:gd name="connsiteX0" fmla="*/ 758192 w 2438401"/>
              <a:gd name="connsiteY0" fmla="*/ 0 h 1781810"/>
              <a:gd name="connsiteX1" fmla="*/ 762001 w 2438401"/>
              <a:gd name="connsiteY1" fmla="*/ 0 h 1781810"/>
              <a:gd name="connsiteX2" fmla="*/ 2438401 w 2438401"/>
              <a:gd name="connsiteY2" fmla="*/ 1083288 h 1781810"/>
              <a:gd name="connsiteX3" fmla="*/ 2438401 w 2438401"/>
              <a:gd name="connsiteY3" fmla="*/ 1772921 h 1781810"/>
              <a:gd name="connsiteX4" fmla="*/ 1418230 w 2438401"/>
              <a:gd name="connsiteY4" fmla="*/ 1337811 h 1781810"/>
              <a:gd name="connsiteX5" fmla="*/ 1393615 w 2438401"/>
              <a:gd name="connsiteY5" fmla="*/ 1337811 h 1781810"/>
              <a:gd name="connsiteX6" fmla="*/ 2434592 w 2438401"/>
              <a:gd name="connsiteY6" fmla="*/ 1781810 h 1781810"/>
              <a:gd name="connsiteX7" fmla="*/ 1663751 w 2438401"/>
              <a:gd name="connsiteY7" fmla="*/ 1781810 h 1781810"/>
              <a:gd name="connsiteX8" fmla="*/ 0 w 2438401"/>
              <a:gd name="connsiteY8" fmla="*/ 1297954 h 1781810"/>
              <a:gd name="connsiteX9" fmla="*/ 486691 w 2438401"/>
              <a:gd name="connsiteY9" fmla="*/ 1149579 h 1781810"/>
              <a:gd name="connsiteX10" fmla="*/ 486691 w 2438401"/>
              <a:gd name="connsiteY10" fmla="*/ 1140683 h 1781810"/>
              <a:gd name="connsiteX11" fmla="*/ 1 w 2438401"/>
              <a:gd name="connsiteY11" fmla="*/ 1289050 h 1781810"/>
              <a:gd name="connsiteX12" fmla="*/ 1 w 2438401"/>
              <a:gd name="connsiteY12" fmla="*/ 311162 h 1781810"/>
              <a:gd name="connsiteX13" fmla="*/ 758192 w 2438401"/>
              <a:gd name="connsiteY13" fmla="*/ 0 h 1781810"/>
              <a:gd name="connsiteX0" fmla="*/ 758192 w 2438401"/>
              <a:gd name="connsiteY0" fmla="*/ 0 h 1781810"/>
              <a:gd name="connsiteX1" fmla="*/ 762001 w 2438401"/>
              <a:gd name="connsiteY1" fmla="*/ 0 h 1781810"/>
              <a:gd name="connsiteX2" fmla="*/ 2438401 w 2438401"/>
              <a:gd name="connsiteY2" fmla="*/ 1083288 h 1781810"/>
              <a:gd name="connsiteX3" fmla="*/ 2438401 w 2438401"/>
              <a:gd name="connsiteY3" fmla="*/ 1772921 h 1781810"/>
              <a:gd name="connsiteX4" fmla="*/ 1418230 w 2438401"/>
              <a:gd name="connsiteY4" fmla="*/ 1337811 h 1781810"/>
              <a:gd name="connsiteX5" fmla="*/ 1393615 w 2438401"/>
              <a:gd name="connsiteY5" fmla="*/ 1337811 h 1781810"/>
              <a:gd name="connsiteX6" fmla="*/ 2434592 w 2438401"/>
              <a:gd name="connsiteY6" fmla="*/ 1781810 h 1781810"/>
              <a:gd name="connsiteX7" fmla="*/ 1663751 w 2438401"/>
              <a:gd name="connsiteY7" fmla="*/ 1781810 h 1781810"/>
              <a:gd name="connsiteX8" fmla="*/ 0 w 2438401"/>
              <a:gd name="connsiteY8" fmla="*/ 1297954 h 1781810"/>
              <a:gd name="connsiteX9" fmla="*/ 486691 w 2438401"/>
              <a:gd name="connsiteY9" fmla="*/ 1149579 h 1781810"/>
              <a:gd name="connsiteX10" fmla="*/ 1 w 2438401"/>
              <a:gd name="connsiteY10" fmla="*/ 1289050 h 1781810"/>
              <a:gd name="connsiteX11" fmla="*/ 1 w 2438401"/>
              <a:gd name="connsiteY11" fmla="*/ 311162 h 1781810"/>
              <a:gd name="connsiteX12" fmla="*/ 758192 w 2438401"/>
              <a:gd name="connsiteY12" fmla="*/ 0 h 1781810"/>
              <a:gd name="connsiteX0" fmla="*/ 758192 w 2438401"/>
              <a:gd name="connsiteY0" fmla="*/ 0 h 1781810"/>
              <a:gd name="connsiteX1" fmla="*/ 762001 w 2438401"/>
              <a:gd name="connsiteY1" fmla="*/ 0 h 1781810"/>
              <a:gd name="connsiteX2" fmla="*/ 2438401 w 2438401"/>
              <a:gd name="connsiteY2" fmla="*/ 1083288 h 1781810"/>
              <a:gd name="connsiteX3" fmla="*/ 2438401 w 2438401"/>
              <a:gd name="connsiteY3" fmla="*/ 1772921 h 1781810"/>
              <a:gd name="connsiteX4" fmla="*/ 1418230 w 2438401"/>
              <a:gd name="connsiteY4" fmla="*/ 1337811 h 1781810"/>
              <a:gd name="connsiteX5" fmla="*/ 1393615 w 2438401"/>
              <a:gd name="connsiteY5" fmla="*/ 1337811 h 1781810"/>
              <a:gd name="connsiteX6" fmla="*/ 2434592 w 2438401"/>
              <a:gd name="connsiteY6" fmla="*/ 1781810 h 1781810"/>
              <a:gd name="connsiteX7" fmla="*/ 1663751 w 2438401"/>
              <a:gd name="connsiteY7" fmla="*/ 1781810 h 1781810"/>
              <a:gd name="connsiteX8" fmla="*/ 0 w 2438401"/>
              <a:gd name="connsiteY8" fmla="*/ 1297954 h 1781810"/>
              <a:gd name="connsiteX9" fmla="*/ 1 w 2438401"/>
              <a:gd name="connsiteY9" fmla="*/ 1289050 h 1781810"/>
              <a:gd name="connsiteX10" fmla="*/ 1 w 2438401"/>
              <a:gd name="connsiteY10" fmla="*/ 311162 h 1781810"/>
              <a:gd name="connsiteX11" fmla="*/ 758192 w 2438401"/>
              <a:gd name="connsiteY11" fmla="*/ 0 h 1781810"/>
              <a:gd name="connsiteX0" fmla="*/ 758192 w 2438401"/>
              <a:gd name="connsiteY0" fmla="*/ 0 h 1781810"/>
              <a:gd name="connsiteX1" fmla="*/ 762001 w 2438401"/>
              <a:gd name="connsiteY1" fmla="*/ 0 h 1781810"/>
              <a:gd name="connsiteX2" fmla="*/ 2438401 w 2438401"/>
              <a:gd name="connsiteY2" fmla="*/ 1083288 h 1781810"/>
              <a:gd name="connsiteX3" fmla="*/ 2438401 w 2438401"/>
              <a:gd name="connsiteY3" fmla="*/ 1772921 h 1781810"/>
              <a:gd name="connsiteX4" fmla="*/ 1393615 w 2438401"/>
              <a:gd name="connsiteY4" fmla="*/ 1337811 h 1781810"/>
              <a:gd name="connsiteX5" fmla="*/ 2434592 w 2438401"/>
              <a:gd name="connsiteY5" fmla="*/ 1781810 h 1781810"/>
              <a:gd name="connsiteX6" fmla="*/ 1663751 w 2438401"/>
              <a:gd name="connsiteY6" fmla="*/ 1781810 h 1781810"/>
              <a:gd name="connsiteX7" fmla="*/ 0 w 2438401"/>
              <a:gd name="connsiteY7" fmla="*/ 1297954 h 1781810"/>
              <a:gd name="connsiteX8" fmla="*/ 1 w 2438401"/>
              <a:gd name="connsiteY8" fmla="*/ 1289050 h 1781810"/>
              <a:gd name="connsiteX9" fmla="*/ 1 w 2438401"/>
              <a:gd name="connsiteY9" fmla="*/ 311162 h 1781810"/>
              <a:gd name="connsiteX10" fmla="*/ 758192 w 2438401"/>
              <a:gd name="connsiteY10" fmla="*/ 0 h 1781810"/>
              <a:gd name="connsiteX0" fmla="*/ 758192 w 2438401"/>
              <a:gd name="connsiteY0" fmla="*/ 0 h 1781810"/>
              <a:gd name="connsiteX1" fmla="*/ 762001 w 2438401"/>
              <a:gd name="connsiteY1" fmla="*/ 0 h 1781810"/>
              <a:gd name="connsiteX2" fmla="*/ 2438401 w 2438401"/>
              <a:gd name="connsiteY2" fmla="*/ 1083288 h 1781810"/>
              <a:gd name="connsiteX3" fmla="*/ 2438401 w 2438401"/>
              <a:gd name="connsiteY3" fmla="*/ 1772921 h 1781810"/>
              <a:gd name="connsiteX4" fmla="*/ 2434592 w 2438401"/>
              <a:gd name="connsiteY4" fmla="*/ 1781810 h 1781810"/>
              <a:gd name="connsiteX5" fmla="*/ 1663751 w 2438401"/>
              <a:gd name="connsiteY5" fmla="*/ 1781810 h 1781810"/>
              <a:gd name="connsiteX6" fmla="*/ 0 w 2438401"/>
              <a:gd name="connsiteY6" fmla="*/ 1297954 h 1781810"/>
              <a:gd name="connsiteX7" fmla="*/ 1 w 2438401"/>
              <a:gd name="connsiteY7" fmla="*/ 1289050 h 1781810"/>
              <a:gd name="connsiteX8" fmla="*/ 1 w 2438401"/>
              <a:gd name="connsiteY8" fmla="*/ 311162 h 1781810"/>
              <a:gd name="connsiteX9" fmla="*/ 758192 w 2438401"/>
              <a:gd name="connsiteY9" fmla="*/ 0 h 1781810"/>
              <a:gd name="connsiteX0" fmla="*/ 758192 w 2438401"/>
              <a:gd name="connsiteY0" fmla="*/ 0 h 1781810"/>
              <a:gd name="connsiteX1" fmla="*/ 762001 w 2438401"/>
              <a:gd name="connsiteY1" fmla="*/ 0 h 1781810"/>
              <a:gd name="connsiteX2" fmla="*/ 2438401 w 2438401"/>
              <a:gd name="connsiteY2" fmla="*/ 1083288 h 1781810"/>
              <a:gd name="connsiteX3" fmla="*/ 2438401 w 2438401"/>
              <a:gd name="connsiteY3" fmla="*/ 1772921 h 1781810"/>
              <a:gd name="connsiteX4" fmla="*/ 2434592 w 2438401"/>
              <a:gd name="connsiteY4" fmla="*/ 1779429 h 1781810"/>
              <a:gd name="connsiteX5" fmla="*/ 1663751 w 2438401"/>
              <a:gd name="connsiteY5" fmla="*/ 1781810 h 1781810"/>
              <a:gd name="connsiteX6" fmla="*/ 0 w 2438401"/>
              <a:gd name="connsiteY6" fmla="*/ 1297954 h 1781810"/>
              <a:gd name="connsiteX7" fmla="*/ 1 w 2438401"/>
              <a:gd name="connsiteY7" fmla="*/ 1289050 h 1781810"/>
              <a:gd name="connsiteX8" fmla="*/ 1 w 2438401"/>
              <a:gd name="connsiteY8" fmla="*/ 311162 h 1781810"/>
              <a:gd name="connsiteX9" fmla="*/ 758192 w 2438401"/>
              <a:gd name="connsiteY9" fmla="*/ 0 h 1781810"/>
              <a:gd name="connsiteX0" fmla="*/ 758192 w 2438401"/>
              <a:gd name="connsiteY0" fmla="*/ 0 h 1781810"/>
              <a:gd name="connsiteX1" fmla="*/ 762001 w 2438401"/>
              <a:gd name="connsiteY1" fmla="*/ 0 h 1781810"/>
              <a:gd name="connsiteX2" fmla="*/ 2438401 w 2438401"/>
              <a:gd name="connsiteY2" fmla="*/ 1083288 h 1781810"/>
              <a:gd name="connsiteX3" fmla="*/ 2438401 w 2438401"/>
              <a:gd name="connsiteY3" fmla="*/ 1772921 h 1781810"/>
              <a:gd name="connsiteX4" fmla="*/ 2434592 w 2438401"/>
              <a:gd name="connsiteY4" fmla="*/ 1772285 h 1781810"/>
              <a:gd name="connsiteX5" fmla="*/ 1663751 w 2438401"/>
              <a:gd name="connsiteY5" fmla="*/ 1781810 h 1781810"/>
              <a:gd name="connsiteX6" fmla="*/ 0 w 2438401"/>
              <a:gd name="connsiteY6" fmla="*/ 1297954 h 1781810"/>
              <a:gd name="connsiteX7" fmla="*/ 1 w 2438401"/>
              <a:gd name="connsiteY7" fmla="*/ 1289050 h 1781810"/>
              <a:gd name="connsiteX8" fmla="*/ 1 w 2438401"/>
              <a:gd name="connsiteY8" fmla="*/ 311162 h 1781810"/>
              <a:gd name="connsiteX9" fmla="*/ 758192 w 2438401"/>
              <a:gd name="connsiteY9" fmla="*/ 0 h 1781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38401" h="1781810">
                <a:moveTo>
                  <a:pt x="758192" y="0"/>
                </a:moveTo>
                <a:lnTo>
                  <a:pt x="762001" y="0"/>
                </a:lnTo>
                <a:lnTo>
                  <a:pt x="2438401" y="1083288"/>
                </a:lnTo>
                <a:lnTo>
                  <a:pt x="2438401" y="1772921"/>
                </a:lnTo>
                <a:lnTo>
                  <a:pt x="2434592" y="1772285"/>
                </a:lnTo>
                <a:lnTo>
                  <a:pt x="1663751" y="1781810"/>
                </a:lnTo>
                <a:lnTo>
                  <a:pt x="0" y="1297954"/>
                </a:lnTo>
                <a:cubicBezTo>
                  <a:pt x="0" y="1294986"/>
                  <a:pt x="1" y="1292018"/>
                  <a:pt x="1" y="1289050"/>
                </a:cubicBezTo>
                <a:lnTo>
                  <a:pt x="1" y="311162"/>
                </a:lnTo>
                <a:lnTo>
                  <a:pt x="758192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01" name="Figure">
            <a:extLst>
              <a:ext uri="{FF2B5EF4-FFF2-40B4-BE49-F238E27FC236}">
                <a16:creationId xmlns:a16="http://schemas.microsoft.com/office/drawing/2014/main" id="{6D25EF9A-F213-40F3-9D43-F96082B0E396}"/>
              </a:ext>
            </a:extLst>
          </p:cNvPr>
          <p:cNvSpPr/>
          <p:nvPr/>
        </p:nvSpPr>
        <p:spPr>
          <a:xfrm>
            <a:off x="7822791" y="1541351"/>
            <a:ext cx="1676400" cy="17729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13198"/>
                </a:lnTo>
                <a:lnTo>
                  <a:pt x="21600" y="21600"/>
                </a:lnTo>
                <a:lnTo>
                  <a:pt x="0" y="12889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02" name="Figure">
            <a:extLst>
              <a:ext uri="{FF2B5EF4-FFF2-40B4-BE49-F238E27FC236}">
                <a16:creationId xmlns:a16="http://schemas.microsoft.com/office/drawing/2014/main" id="{FDBF4F95-6985-4D14-BF5B-379CF1EB5172}"/>
              </a:ext>
            </a:extLst>
          </p:cNvPr>
          <p:cNvSpPr/>
          <p:nvPr/>
        </p:nvSpPr>
        <p:spPr>
          <a:xfrm>
            <a:off x="7060790" y="2598617"/>
            <a:ext cx="2434592" cy="724543"/>
          </a:xfrm>
          <a:custGeom>
            <a:avLst/>
            <a:gdLst>
              <a:gd name="connsiteX0" fmla="*/ 0 w 21600"/>
              <a:gd name="connsiteY0" fmla="*/ 7271 h 21888"/>
              <a:gd name="connsiteX1" fmla="*/ 14761 w 21600"/>
              <a:gd name="connsiteY1" fmla="*/ 21888 h 21888"/>
              <a:gd name="connsiteX2" fmla="*/ 21600 w 21600"/>
              <a:gd name="connsiteY2" fmla="*/ 21888 h 21888"/>
              <a:gd name="connsiteX3" fmla="*/ 6727 w 21600"/>
              <a:gd name="connsiteY3" fmla="*/ 0 h 21888"/>
              <a:gd name="connsiteX4" fmla="*/ 0 w 21600"/>
              <a:gd name="connsiteY4" fmla="*/ 7271 h 21888"/>
              <a:gd name="connsiteX0" fmla="*/ 0 w 21600"/>
              <a:gd name="connsiteY0" fmla="*/ 7271 h 21888"/>
              <a:gd name="connsiteX1" fmla="*/ 14761 w 21600"/>
              <a:gd name="connsiteY1" fmla="*/ 21888 h 21888"/>
              <a:gd name="connsiteX2" fmla="*/ 21600 w 21600"/>
              <a:gd name="connsiteY2" fmla="*/ 21600 h 21888"/>
              <a:gd name="connsiteX3" fmla="*/ 6727 w 21600"/>
              <a:gd name="connsiteY3" fmla="*/ 0 h 21888"/>
              <a:gd name="connsiteX4" fmla="*/ 0 w 21600"/>
              <a:gd name="connsiteY4" fmla="*/ 7271 h 21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1888" extrusionOk="0">
                <a:moveTo>
                  <a:pt x="0" y="7271"/>
                </a:moveTo>
                <a:lnTo>
                  <a:pt x="14761" y="21888"/>
                </a:lnTo>
                <a:lnTo>
                  <a:pt x="21600" y="21600"/>
                </a:lnTo>
                <a:lnTo>
                  <a:pt x="6727" y="0"/>
                </a:lnTo>
                <a:cubicBezTo>
                  <a:pt x="4485" y="2328"/>
                  <a:pt x="2242" y="4943"/>
                  <a:pt x="0" y="7271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79D519CA-990A-4478-BCA0-7537D44BC219}"/>
              </a:ext>
            </a:extLst>
          </p:cNvPr>
          <p:cNvSpPr/>
          <p:nvPr/>
        </p:nvSpPr>
        <p:spPr>
          <a:xfrm>
            <a:off x="7056982" y="2709750"/>
            <a:ext cx="2438400" cy="1170942"/>
          </a:xfrm>
          <a:custGeom>
            <a:avLst/>
            <a:gdLst>
              <a:gd name="connsiteX0" fmla="*/ 762000 w 2438400"/>
              <a:gd name="connsiteY0" fmla="*/ 0 h 1173482"/>
              <a:gd name="connsiteX1" fmla="*/ 2438400 w 2438400"/>
              <a:gd name="connsiteY1" fmla="*/ 683281 h 1173482"/>
              <a:gd name="connsiteX2" fmla="*/ 2438400 w 2438400"/>
              <a:gd name="connsiteY2" fmla="*/ 1173482 h 1173482"/>
              <a:gd name="connsiteX3" fmla="*/ 2395219 w 2438400"/>
              <a:gd name="connsiteY3" fmla="*/ 1162524 h 1173482"/>
              <a:gd name="connsiteX4" fmla="*/ 1689110 w 2438400"/>
              <a:gd name="connsiteY4" fmla="*/ 1170942 h 1173482"/>
              <a:gd name="connsiteX5" fmla="*/ 30667 w 2438400"/>
              <a:gd name="connsiteY5" fmla="*/ 900360 h 1173482"/>
              <a:gd name="connsiteX6" fmla="*/ 0 w 2438400"/>
              <a:gd name="connsiteY6" fmla="*/ 906782 h 1173482"/>
              <a:gd name="connsiteX7" fmla="*/ 0 w 2438400"/>
              <a:gd name="connsiteY7" fmla="*/ 895357 h 1173482"/>
              <a:gd name="connsiteX8" fmla="*/ 0 w 2438400"/>
              <a:gd name="connsiteY8" fmla="*/ 204488 h 1173482"/>
              <a:gd name="connsiteX9" fmla="*/ 758191 w 2438400"/>
              <a:gd name="connsiteY9" fmla="*/ 1 h 1173482"/>
              <a:gd name="connsiteX10" fmla="*/ 758191 w 2438400"/>
              <a:gd name="connsiteY10" fmla="*/ 736607 h 1173482"/>
              <a:gd name="connsiteX11" fmla="*/ 758217 w 2438400"/>
              <a:gd name="connsiteY11" fmla="*/ 736601 h 1173482"/>
              <a:gd name="connsiteX12" fmla="*/ 762000 w 2438400"/>
              <a:gd name="connsiteY12" fmla="*/ 737561 h 1173482"/>
              <a:gd name="connsiteX0" fmla="*/ 762000 w 2438400"/>
              <a:gd name="connsiteY0" fmla="*/ 0 h 1173482"/>
              <a:gd name="connsiteX1" fmla="*/ 2438400 w 2438400"/>
              <a:gd name="connsiteY1" fmla="*/ 683281 h 1173482"/>
              <a:gd name="connsiteX2" fmla="*/ 2438400 w 2438400"/>
              <a:gd name="connsiteY2" fmla="*/ 1173482 h 1173482"/>
              <a:gd name="connsiteX3" fmla="*/ 2395219 w 2438400"/>
              <a:gd name="connsiteY3" fmla="*/ 1162524 h 1173482"/>
              <a:gd name="connsiteX4" fmla="*/ 1689110 w 2438400"/>
              <a:gd name="connsiteY4" fmla="*/ 1170942 h 1173482"/>
              <a:gd name="connsiteX5" fmla="*/ 30667 w 2438400"/>
              <a:gd name="connsiteY5" fmla="*/ 900360 h 1173482"/>
              <a:gd name="connsiteX6" fmla="*/ 0 w 2438400"/>
              <a:gd name="connsiteY6" fmla="*/ 906782 h 1173482"/>
              <a:gd name="connsiteX7" fmla="*/ 0 w 2438400"/>
              <a:gd name="connsiteY7" fmla="*/ 895357 h 1173482"/>
              <a:gd name="connsiteX8" fmla="*/ 0 w 2438400"/>
              <a:gd name="connsiteY8" fmla="*/ 204488 h 1173482"/>
              <a:gd name="connsiteX9" fmla="*/ 758191 w 2438400"/>
              <a:gd name="connsiteY9" fmla="*/ 1 h 1173482"/>
              <a:gd name="connsiteX10" fmla="*/ 758191 w 2438400"/>
              <a:gd name="connsiteY10" fmla="*/ 736607 h 1173482"/>
              <a:gd name="connsiteX11" fmla="*/ 758217 w 2438400"/>
              <a:gd name="connsiteY11" fmla="*/ 736601 h 1173482"/>
              <a:gd name="connsiteX12" fmla="*/ 762000 w 2438400"/>
              <a:gd name="connsiteY12" fmla="*/ 0 h 1173482"/>
              <a:gd name="connsiteX0" fmla="*/ 762000 w 2438400"/>
              <a:gd name="connsiteY0" fmla="*/ 0 h 1173482"/>
              <a:gd name="connsiteX1" fmla="*/ 2438400 w 2438400"/>
              <a:gd name="connsiteY1" fmla="*/ 683281 h 1173482"/>
              <a:gd name="connsiteX2" fmla="*/ 2438400 w 2438400"/>
              <a:gd name="connsiteY2" fmla="*/ 1173482 h 1173482"/>
              <a:gd name="connsiteX3" fmla="*/ 2395219 w 2438400"/>
              <a:gd name="connsiteY3" fmla="*/ 1162524 h 1173482"/>
              <a:gd name="connsiteX4" fmla="*/ 1689110 w 2438400"/>
              <a:gd name="connsiteY4" fmla="*/ 1170942 h 1173482"/>
              <a:gd name="connsiteX5" fmla="*/ 30667 w 2438400"/>
              <a:gd name="connsiteY5" fmla="*/ 900360 h 1173482"/>
              <a:gd name="connsiteX6" fmla="*/ 0 w 2438400"/>
              <a:gd name="connsiteY6" fmla="*/ 906782 h 1173482"/>
              <a:gd name="connsiteX7" fmla="*/ 0 w 2438400"/>
              <a:gd name="connsiteY7" fmla="*/ 895357 h 1173482"/>
              <a:gd name="connsiteX8" fmla="*/ 0 w 2438400"/>
              <a:gd name="connsiteY8" fmla="*/ 204488 h 1173482"/>
              <a:gd name="connsiteX9" fmla="*/ 758191 w 2438400"/>
              <a:gd name="connsiteY9" fmla="*/ 1 h 1173482"/>
              <a:gd name="connsiteX10" fmla="*/ 758191 w 2438400"/>
              <a:gd name="connsiteY10" fmla="*/ 736607 h 1173482"/>
              <a:gd name="connsiteX11" fmla="*/ 762000 w 2438400"/>
              <a:gd name="connsiteY11" fmla="*/ 0 h 1173482"/>
              <a:gd name="connsiteX0" fmla="*/ 762000 w 2438400"/>
              <a:gd name="connsiteY0" fmla="*/ 0 h 1173482"/>
              <a:gd name="connsiteX1" fmla="*/ 2438400 w 2438400"/>
              <a:gd name="connsiteY1" fmla="*/ 683281 h 1173482"/>
              <a:gd name="connsiteX2" fmla="*/ 2438400 w 2438400"/>
              <a:gd name="connsiteY2" fmla="*/ 1173482 h 1173482"/>
              <a:gd name="connsiteX3" fmla="*/ 2395219 w 2438400"/>
              <a:gd name="connsiteY3" fmla="*/ 1162524 h 1173482"/>
              <a:gd name="connsiteX4" fmla="*/ 1689110 w 2438400"/>
              <a:gd name="connsiteY4" fmla="*/ 1170942 h 1173482"/>
              <a:gd name="connsiteX5" fmla="*/ 30667 w 2438400"/>
              <a:gd name="connsiteY5" fmla="*/ 900360 h 1173482"/>
              <a:gd name="connsiteX6" fmla="*/ 0 w 2438400"/>
              <a:gd name="connsiteY6" fmla="*/ 906782 h 1173482"/>
              <a:gd name="connsiteX7" fmla="*/ 0 w 2438400"/>
              <a:gd name="connsiteY7" fmla="*/ 895357 h 1173482"/>
              <a:gd name="connsiteX8" fmla="*/ 0 w 2438400"/>
              <a:gd name="connsiteY8" fmla="*/ 204488 h 1173482"/>
              <a:gd name="connsiteX9" fmla="*/ 758191 w 2438400"/>
              <a:gd name="connsiteY9" fmla="*/ 1 h 1173482"/>
              <a:gd name="connsiteX10" fmla="*/ 762000 w 2438400"/>
              <a:gd name="connsiteY10" fmla="*/ 0 h 1173482"/>
              <a:gd name="connsiteX0" fmla="*/ 762000 w 2438400"/>
              <a:gd name="connsiteY0" fmla="*/ 0 h 1170942"/>
              <a:gd name="connsiteX1" fmla="*/ 2438400 w 2438400"/>
              <a:gd name="connsiteY1" fmla="*/ 683281 h 1170942"/>
              <a:gd name="connsiteX2" fmla="*/ 2438400 w 2438400"/>
              <a:gd name="connsiteY2" fmla="*/ 1166339 h 1170942"/>
              <a:gd name="connsiteX3" fmla="*/ 2395219 w 2438400"/>
              <a:gd name="connsiteY3" fmla="*/ 1162524 h 1170942"/>
              <a:gd name="connsiteX4" fmla="*/ 1689110 w 2438400"/>
              <a:gd name="connsiteY4" fmla="*/ 1170942 h 1170942"/>
              <a:gd name="connsiteX5" fmla="*/ 30667 w 2438400"/>
              <a:gd name="connsiteY5" fmla="*/ 900360 h 1170942"/>
              <a:gd name="connsiteX6" fmla="*/ 0 w 2438400"/>
              <a:gd name="connsiteY6" fmla="*/ 906782 h 1170942"/>
              <a:gd name="connsiteX7" fmla="*/ 0 w 2438400"/>
              <a:gd name="connsiteY7" fmla="*/ 895357 h 1170942"/>
              <a:gd name="connsiteX8" fmla="*/ 0 w 2438400"/>
              <a:gd name="connsiteY8" fmla="*/ 204488 h 1170942"/>
              <a:gd name="connsiteX9" fmla="*/ 758191 w 2438400"/>
              <a:gd name="connsiteY9" fmla="*/ 1 h 1170942"/>
              <a:gd name="connsiteX10" fmla="*/ 762000 w 2438400"/>
              <a:gd name="connsiteY10" fmla="*/ 0 h 1170942"/>
              <a:gd name="connsiteX0" fmla="*/ 762000 w 2438400"/>
              <a:gd name="connsiteY0" fmla="*/ 0 h 1170942"/>
              <a:gd name="connsiteX1" fmla="*/ 2438400 w 2438400"/>
              <a:gd name="connsiteY1" fmla="*/ 683281 h 1170942"/>
              <a:gd name="connsiteX2" fmla="*/ 2438400 w 2438400"/>
              <a:gd name="connsiteY2" fmla="*/ 1166339 h 1170942"/>
              <a:gd name="connsiteX3" fmla="*/ 2395219 w 2438400"/>
              <a:gd name="connsiteY3" fmla="*/ 1162524 h 1170942"/>
              <a:gd name="connsiteX4" fmla="*/ 1689110 w 2438400"/>
              <a:gd name="connsiteY4" fmla="*/ 1170942 h 1170942"/>
              <a:gd name="connsiteX5" fmla="*/ 0 w 2438400"/>
              <a:gd name="connsiteY5" fmla="*/ 906782 h 1170942"/>
              <a:gd name="connsiteX6" fmla="*/ 0 w 2438400"/>
              <a:gd name="connsiteY6" fmla="*/ 895357 h 1170942"/>
              <a:gd name="connsiteX7" fmla="*/ 0 w 2438400"/>
              <a:gd name="connsiteY7" fmla="*/ 204488 h 1170942"/>
              <a:gd name="connsiteX8" fmla="*/ 758191 w 2438400"/>
              <a:gd name="connsiteY8" fmla="*/ 1 h 1170942"/>
              <a:gd name="connsiteX9" fmla="*/ 762000 w 2438400"/>
              <a:gd name="connsiteY9" fmla="*/ 0 h 1170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38400" h="1170942">
                <a:moveTo>
                  <a:pt x="762000" y="0"/>
                </a:moveTo>
                <a:lnTo>
                  <a:pt x="2438400" y="683281"/>
                </a:lnTo>
                <a:lnTo>
                  <a:pt x="2438400" y="1166339"/>
                </a:lnTo>
                <a:lnTo>
                  <a:pt x="2395219" y="1162524"/>
                </a:lnTo>
                <a:lnTo>
                  <a:pt x="1689110" y="1170942"/>
                </a:lnTo>
                <a:lnTo>
                  <a:pt x="0" y="906782"/>
                </a:lnTo>
                <a:lnTo>
                  <a:pt x="0" y="895357"/>
                </a:lnTo>
                <a:lnTo>
                  <a:pt x="0" y="204488"/>
                </a:lnTo>
                <a:lnTo>
                  <a:pt x="758191" y="1"/>
                </a:lnTo>
                <a:lnTo>
                  <a:pt x="76200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3" name="Figure">
            <a:extLst>
              <a:ext uri="{FF2B5EF4-FFF2-40B4-BE49-F238E27FC236}">
                <a16:creationId xmlns:a16="http://schemas.microsoft.com/office/drawing/2014/main" id="{9B4764C3-B40B-4C91-9281-CFB94C7522A6}"/>
              </a:ext>
            </a:extLst>
          </p:cNvPr>
          <p:cNvSpPr/>
          <p:nvPr/>
        </p:nvSpPr>
        <p:spPr>
          <a:xfrm>
            <a:off x="7822791" y="2709750"/>
            <a:ext cx="1676400" cy="1173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3769"/>
                </a:moveTo>
                <a:lnTo>
                  <a:pt x="21600" y="21600"/>
                </a:lnTo>
                <a:lnTo>
                  <a:pt x="21600" y="1257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 sz="3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54" name="Figure">
            <a:extLst>
              <a:ext uri="{FF2B5EF4-FFF2-40B4-BE49-F238E27FC236}">
                <a16:creationId xmlns:a16="http://schemas.microsoft.com/office/drawing/2014/main" id="{8BFC880A-1756-4900-838C-D4BF1292BA50}"/>
              </a:ext>
            </a:extLst>
          </p:cNvPr>
          <p:cNvSpPr/>
          <p:nvPr/>
        </p:nvSpPr>
        <p:spPr>
          <a:xfrm>
            <a:off x="7058419" y="3446352"/>
            <a:ext cx="2443142" cy="434964"/>
          </a:xfrm>
          <a:custGeom>
            <a:avLst/>
            <a:gdLst>
              <a:gd name="connsiteX0" fmla="*/ 0 w 21621"/>
              <a:gd name="connsiteY0" fmla="*/ 8487 h 21600"/>
              <a:gd name="connsiteX1" fmla="*/ 15007 w 21621"/>
              <a:gd name="connsiteY1" fmla="*/ 21600 h 21600"/>
              <a:gd name="connsiteX2" fmla="*/ 21621 w 21621"/>
              <a:gd name="connsiteY2" fmla="*/ 21158 h 21600"/>
              <a:gd name="connsiteX3" fmla="*/ 6748 w 21621"/>
              <a:gd name="connsiteY3" fmla="*/ 0 h 21600"/>
              <a:gd name="connsiteX4" fmla="*/ 0 w 21621"/>
              <a:gd name="connsiteY4" fmla="*/ 8487 h 21600"/>
              <a:gd name="connsiteX0" fmla="*/ 0 w 21621"/>
              <a:gd name="connsiteY0" fmla="*/ 8487 h 21868"/>
              <a:gd name="connsiteX1" fmla="*/ 15007 w 21621"/>
              <a:gd name="connsiteY1" fmla="*/ 21600 h 21868"/>
              <a:gd name="connsiteX2" fmla="*/ 21621 w 21621"/>
              <a:gd name="connsiteY2" fmla="*/ 21868 h 21868"/>
              <a:gd name="connsiteX3" fmla="*/ 6748 w 21621"/>
              <a:gd name="connsiteY3" fmla="*/ 0 h 21868"/>
              <a:gd name="connsiteX4" fmla="*/ 0 w 21621"/>
              <a:gd name="connsiteY4" fmla="*/ 8487 h 21868"/>
              <a:gd name="connsiteX0" fmla="*/ 0 w 21642"/>
              <a:gd name="connsiteY0" fmla="*/ 8487 h 21600"/>
              <a:gd name="connsiteX1" fmla="*/ 15007 w 21642"/>
              <a:gd name="connsiteY1" fmla="*/ 21600 h 21600"/>
              <a:gd name="connsiteX2" fmla="*/ 21642 w 21642"/>
              <a:gd name="connsiteY2" fmla="*/ 21513 h 21600"/>
              <a:gd name="connsiteX3" fmla="*/ 6748 w 21642"/>
              <a:gd name="connsiteY3" fmla="*/ 0 h 21600"/>
              <a:gd name="connsiteX4" fmla="*/ 0 w 21642"/>
              <a:gd name="connsiteY4" fmla="*/ 8487 h 21600"/>
              <a:gd name="connsiteX0" fmla="*/ 0 w 21642"/>
              <a:gd name="connsiteY0" fmla="*/ 8487 h 21631"/>
              <a:gd name="connsiteX1" fmla="*/ 15007 w 21642"/>
              <a:gd name="connsiteY1" fmla="*/ 21600 h 21631"/>
              <a:gd name="connsiteX2" fmla="*/ 21642 w 21642"/>
              <a:gd name="connsiteY2" fmla="*/ 21631 h 21631"/>
              <a:gd name="connsiteX3" fmla="*/ 6748 w 21642"/>
              <a:gd name="connsiteY3" fmla="*/ 0 h 21631"/>
              <a:gd name="connsiteX4" fmla="*/ 0 w 21642"/>
              <a:gd name="connsiteY4" fmla="*/ 8487 h 21631"/>
              <a:gd name="connsiteX0" fmla="*/ 0 w 21642"/>
              <a:gd name="connsiteY0" fmla="*/ 8487 h 21631"/>
              <a:gd name="connsiteX1" fmla="*/ 15007 w 21642"/>
              <a:gd name="connsiteY1" fmla="*/ 21600 h 21631"/>
              <a:gd name="connsiteX2" fmla="*/ 21642 w 21642"/>
              <a:gd name="connsiteY2" fmla="*/ 21631 h 21631"/>
              <a:gd name="connsiteX3" fmla="*/ 6748 w 21642"/>
              <a:gd name="connsiteY3" fmla="*/ 0 h 21631"/>
              <a:gd name="connsiteX4" fmla="*/ 0 w 21642"/>
              <a:gd name="connsiteY4" fmla="*/ 8487 h 2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21631" extrusionOk="0">
                <a:moveTo>
                  <a:pt x="0" y="8487"/>
                </a:moveTo>
                <a:lnTo>
                  <a:pt x="15007" y="21600"/>
                </a:lnTo>
                <a:lnTo>
                  <a:pt x="21642" y="21631"/>
                </a:lnTo>
                <a:lnTo>
                  <a:pt x="6748" y="0"/>
                </a:lnTo>
                <a:cubicBezTo>
                  <a:pt x="4506" y="2632"/>
                  <a:pt x="2242" y="5855"/>
                  <a:pt x="0" y="8487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 sz="3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02EB490-0C3F-4F2B-95BB-646CB1069E80}"/>
              </a:ext>
            </a:extLst>
          </p:cNvPr>
          <p:cNvGrpSpPr/>
          <p:nvPr/>
        </p:nvGrpSpPr>
        <p:grpSpPr>
          <a:xfrm>
            <a:off x="7060790" y="3560650"/>
            <a:ext cx="2438401" cy="1073151"/>
            <a:chOff x="6661199" y="3560650"/>
            <a:chExt cx="2438401" cy="1073151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3A3EF5F-5774-4C5E-9BD1-2A2E56141FD3}"/>
                </a:ext>
              </a:extLst>
            </p:cNvPr>
            <p:cNvSpPr/>
            <p:nvPr/>
          </p:nvSpPr>
          <p:spPr>
            <a:xfrm>
              <a:off x="6661199" y="3560650"/>
              <a:ext cx="2438401" cy="1073151"/>
            </a:xfrm>
            <a:custGeom>
              <a:avLst/>
              <a:gdLst>
                <a:gd name="connsiteX0" fmla="*/ 758192 w 2438401"/>
                <a:gd name="connsiteY0" fmla="*/ 0 h 1073151"/>
                <a:gd name="connsiteX1" fmla="*/ 758192 w 2438401"/>
                <a:gd name="connsiteY1" fmla="*/ 990602 h 1073151"/>
                <a:gd name="connsiteX2" fmla="*/ 758218 w 2438401"/>
                <a:gd name="connsiteY2" fmla="*/ 990601 h 1073151"/>
                <a:gd name="connsiteX3" fmla="*/ 762001 w 2438401"/>
                <a:gd name="connsiteY3" fmla="*/ 990787 h 1073151"/>
                <a:gd name="connsiteX4" fmla="*/ 762001 w 2438401"/>
                <a:gd name="connsiteY4" fmla="*/ 0 h 1073151"/>
                <a:gd name="connsiteX5" fmla="*/ 2438401 w 2438401"/>
                <a:gd name="connsiteY5" fmla="*/ 374659 h 1073151"/>
                <a:gd name="connsiteX6" fmla="*/ 2438401 w 2438401"/>
                <a:gd name="connsiteY6" fmla="*/ 1073151 h 1073151"/>
                <a:gd name="connsiteX7" fmla="*/ 2419370 w 2438401"/>
                <a:gd name="connsiteY7" fmla="*/ 1072402 h 1073151"/>
                <a:gd name="connsiteX8" fmla="*/ 2434592 w 2438401"/>
                <a:gd name="connsiteY8" fmla="*/ 1073151 h 1073151"/>
                <a:gd name="connsiteX9" fmla="*/ 1948237 w 2438401"/>
                <a:gd name="connsiteY9" fmla="*/ 1073151 h 1073151"/>
                <a:gd name="connsiteX10" fmla="*/ 0 w 2438401"/>
                <a:gd name="connsiteY10" fmla="*/ 1023621 h 1073151"/>
                <a:gd name="connsiteX11" fmla="*/ 1 w 2438401"/>
                <a:gd name="connsiteY11" fmla="*/ 1023621 h 1073151"/>
                <a:gd name="connsiteX12" fmla="*/ 1 w 2438401"/>
                <a:gd name="connsiteY12" fmla="*/ 111745 h 1073151"/>
                <a:gd name="connsiteX0" fmla="*/ 758192 w 2438401"/>
                <a:gd name="connsiteY0" fmla="*/ 0 h 1073151"/>
                <a:gd name="connsiteX1" fmla="*/ 758192 w 2438401"/>
                <a:gd name="connsiteY1" fmla="*/ 990602 h 1073151"/>
                <a:gd name="connsiteX2" fmla="*/ 758218 w 2438401"/>
                <a:gd name="connsiteY2" fmla="*/ 990601 h 1073151"/>
                <a:gd name="connsiteX3" fmla="*/ 762001 w 2438401"/>
                <a:gd name="connsiteY3" fmla="*/ 0 h 1073151"/>
                <a:gd name="connsiteX4" fmla="*/ 2438401 w 2438401"/>
                <a:gd name="connsiteY4" fmla="*/ 374659 h 1073151"/>
                <a:gd name="connsiteX5" fmla="*/ 2438401 w 2438401"/>
                <a:gd name="connsiteY5" fmla="*/ 1073151 h 1073151"/>
                <a:gd name="connsiteX6" fmla="*/ 2419370 w 2438401"/>
                <a:gd name="connsiteY6" fmla="*/ 1072402 h 1073151"/>
                <a:gd name="connsiteX7" fmla="*/ 2434592 w 2438401"/>
                <a:gd name="connsiteY7" fmla="*/ 1073151 h 1073151"/>
                <a:gd name="connsiteX8" fmla="*/ 1948237 w 2438401"/>
                <a:gd name="connsiteY8" fmla="*/ 1073151 h 1073151"/>
                <a:gd name="connsiteX9" fmla="*/ 0 w 2438401"/>
                <a:gd name="connsiteY9" fmla="*/ 1023621 h 1073151"/>
                <a:gd name="connsiteX10" fmla="*/ 1 w 2438401"/>
                <a:gd name="connsiteY10" fmla="*/ 1023621 h 1073151"/>
                <a:gd name="connsiteX11" fmla="*/ 1 w 2438401"/>
                <a:gd name="connsiteY11" fmla="*/ 111745 h 1073151"/>
                <a:gd name="connsiteX12" fmla="*/ 758192 w 2438401"/>
                <a:gd name="connsiteY12" fmla="*/ 0 h 1073151"/>
                <a:gd name="connsiteX0" fmla="*/ 758192 w 2438401"/>
                <a:gd name="connsiteY0" fmla="*/ 0 h 1073151"/>
                <a:gd name="connsiteX1" fmla="*/ 758192 w 2438401"/>
                <a:gd name="connsiteY1" fmla="*/ 990602 h 1073151"/>
                <a:gd name="connsiteX2" fmla="*/ 762001 w 2438401"/>
                <a:gd name="connsiteY2" fmla="*/ 0 h 1073151"/>
                <a:gd name="connsiteX3" fmla="*/ 2438401 w 2438401"/>
                <a:gd name="connsiteY3" fmla="*/ 374659 h 1073151"/>
                <a:gd name="connsiteX4" fmla="*/ 2438401 w 2438401"/>
                <a:gd name="connsiteY4" fmla="*/ 1073151 h 1073151"/>
                <a:gd name="connsiteX5" fmla="*/ 2419370 w 2438401"/>
                <a:gd name="connsiteY5" fmla="*/ 1072402 h 1073151"/>
                <a:gd name="connsiteX6" fmla="*/ 2434592 w 2438401"/>
                <a:gd name="connsiteY6" fmla="*/ 1073151 h 1073151"/>
                <a:gd name="connsiteX7" fmla="*/ 1948237 w 2438401"/>
                <a:gd name="connsiteY7" fmla="*/ 1073151 h 1073151"/>
                <a:gd name="connsiteX8" fmla="*/ 0 w 2438401"/>
                <a:gd name="connsiteY8" fmla="*/ 1023621 h 1073151"/>
                <a:gd name="connsiteX9" fmla="*/ 1 w 2438401"/>
                <a:gd name="connsiteY9" fmla="*/ 1023621 h 1073151"/>
                <a:gd name="connsiteX10" fmla="*/ 1 w 2438401"/>
                <a:gd name="connsiteY10" fmla="*/ 111745 h 1073151"/>
                <a:gd name="connsiteX11" fmla="*/ 758192 w 2438401"/>
                <a:gd name="connsiteY11" fmla="*/ 0 h 1073151"/>
                <a:gd name="connsiteX0" fmla="*/ 758192 w 2438401"/>
                <a:gd name="connsiteY0" fmla="*/ 0 h 1073151"/>
                <a:gd name="connsiteX1" fmla="*/ 762001 w 2438401"/>
                <a:gd name="connsiteY1" fmla="*/ 0 h 1073151"/>
                <a:gd name="connsiteX2" fmla="*/ 2438401 w 2438401"/>
                <a:gd name="connsiteY2" fmla="*/ 374659 h 1073151"/>
                <a:gd name="connsiteX3" fmla="*/ 2438401 w 2438401"/>
                <a:gd name="connsiteY3" fmla="*/ 1073151 h 1073151"/>
                <a:gd name="connsiteX4" fmla="*/ 2419370 w 2438401"/>
                <a:gd name="connsiteY4" fmla="*/ 1072402 h 1073151"/>
                <a:gd name="connsiteX5" fmla="*/ 2434592 w 2438401"/>
                <a:gd name="connsiteY5" fmla="*/ 1073151 h 1073151"/>
                <a:gd name="connsiteX6" fmla="*/ 1948237 w 2438401"/>
                <a:gd name="connsiteY6" fmla="*/ 1073151 h 1073151"/>
                <a:gd name="connsiteX7" fmla="*/ 0 w 2438401"/>
                <a:gd name="connsiteY7" fmla="*/ 1023621 h 1073151"/>
                <a:gd name="connsiteX8" fmla="*/ 1 w 2438401"/>
                <a:gd name="connsiteY8" fmla="*/ 1023621 h 1073151"/>
                <a:gd name="connsiteX9" fmla="*/ 1 w 2438401"/>
                <a:gd name="connsiteY9" fmla="*/ 111745 h 1073151"/>
                <a:gd name="connsiteX10" fmla="*/ 758192 w 2438401"/>
                <a:gd name="connsiteY10" fmla="*/ 0 h 1073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38401" h="1073151">
                  <a:moveTo>
                    <a:pt x="758192" y="0"/>
                  </a:moveTo>
                  <a:lnTo>
                    <a:pt x="762001" y="0"/>
                  </a:lnTo>
                  <a:lnTo>
                    <a:pt x="2438401" y="374659"/>
                  </a:lnTo>
                  <a:lnTo>
                    <a:pt x="2438401" y="1073151"/>
                  </a:lnTo>
                  <a:lnTo>
                    <a:pt x="2419370" y="1072402"/>
                  </a:lnTo>
                  <a:lnTo>
                    <a:pt x="2434592" y="1073151"/>
                  </a:lnTo>
                  <a:lnTo>
                    <a:pt x="1948237" y="1073151"/>
                  </a:lnTo>
                  <a:lnTo>
                    <a:pt x="0" y="1023621"/>
                  </a:lnTo>
                  <a:lnTo>
                    <a:pt x="1" y="1023621"/>
                  </a:lnTo>
                  <a:lnTo>
                    <a:pt x="1" y="111745"/>
                  </a:lnTo>
                  <a:lnTo>
                    <a:pt x="758192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59" name="Figure">
              <a:extLst>
                <a:ext uri="{FF2B5EF4-FFF2-40B4-BE49-F238E27FC236}">
                  <a16:creationId xmlns:a16="http://schemas.microsoft.com/office/drawing/2014/main" id="{61D49092-5778-4D28-907C-9DE5FA6BADA1}"/>
                </a:ext>
              </a:extLst>
            </p:cNvPr>
            <p:cNvSpPr/>
            <p:nvPr/>
          </p:nvSpPr>
          <p:spPr>
            <a:xfrm>
              <a:off x="7423200" y="3560650"/>
              <a:ext cx="1676400" cy="1073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0271"/>
                  </a:lnTo>
                  <a:lnTo>
                    <a:pt x="0" y="0"/>
                  </a:lnTo>
                  <a:lnTo>
                    <a:pt x="21600" y="7541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0" name="Figure">
              <a:extLst>
                <a:ext uri="{FF2B5EF4-FFF2-40B4-BE49-F238E27FC236}">
                  <a16:creationId xmlns:a16="http://schemas.microsoft.com/office/drawing/2014/main" id="{2D40E0B8-68F4-45E7-BE05-7B87A8243251}"/>
                </a:ext>
              </a:extLst>
            </p:cNvPr>
            <p:cNvSpPr/>
            <p:nvPr/>
          </p:nvSpPr>
          <p:spPr>
            <a:xfrm>
              <a:off x="6661199" y="4551251"/>
              <a:ext cx="2434592" cy="82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640"/>
                  </a:moveTo>
                  <a:lnTo>
                    <a:pt x="17285" y="21600"/>
                  </a:lnTo>
                  <a:lnTo>
                    <a:pt x="21600" y="21600"/>
                  </a:lnTo>
                  <a:lnTo>
                    <a:pt x="6727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9F890EB-C33E-4404-8C84-C665C80DFD2F}"/>
              </a:ext>
            </a:extLst>
          </p:cNvPr>
          <p:cNvSpPr/>
          <p:nvPr/>
        </p:nvSpPr>
        <p:spPr>
          <a:xfrm>
            <a:off x="7060791" y="4665550"/>
            <a:ext cx="2438400" cy="920751"/>
          </a:xfrm>
          <a:custGeom>
            <a:avLst/>
            <a:gdLst>
              <a:gd name="connsiteX0" fmla="*/ 0 w 2438400"/>
              <a:gd name="connsiteY0" fmla="*/ 0 h 920751"/>
              <a:gd name="connsiteX1" fmla="*/ 758191 w 2438400"/>
              <a:gd name="connsiteY1" fmla="*/ 0 h 920751"/>
              <a:gd name="connsiteX2" fmla="*/ 758191 w 2438400"/>
              <a:gd name="connsiteY2" fmla="*/ 288032 h 920751"/>
              <a:gd name="connsiteX3" fmla="*/ 762000 w 2438400"/>
              <a:gd name="connsiteY3" fmla="*/ 288032 h 920751"/>
              <a:gd name="connsiteX4" fmla="*/ 762000 w 2438400"/>
              <a:gd name="connsiteY4" fmla="*/ 0 h 920751"/>
              <a:gd name="connsiteX5" fmla="*/ 2438400 w 2438400"/>
              <a:gd name="connsiteY5" fmla="*/ 0 h 920751"/>
              <a:gd name="connsiteX6" fmla="*/ 2438400 w 2438400"/>
              <a:gd name="connsiteY6" fmla="*/ 618481 h 920751"/>
              <a:gd name="connsiteX7" fmla="*/ 762000 w 2438400"/>
              <a:gd name="connsiteY7" fmla="*/ 920751 h 920751"/>
              <a:gd name="connsiteX8" fmla="*/ 762000 w 2438400"/>
              <a:gd name="connsiteY8" fmla="*/ 648072 h 920751"/>
              <a:gd name="connsiteX9" fmla="*/ 758191 w 2438400"/>
              <a:gd name="connsiteY9" fmla="*/ 648072 h 920751"/>
              <a:gd name="connsiteX10" fmla="*/ 758191 w 2438400"/>
              <a:gd name="connsiteY10" fmla="*/ 920751 h 920751"/>
              <a:gd name="connsiteX11" fmla="*/ 0 w 2438400"/>
              <a:gd name="connsiteY11" fmla="*/ 820406 h 920751"/>
              <a:gd name="connsiteX0" fmla="*/ 0 w 2438400"/>
              <a:gd name="connsiteY0" fmla="*/ 0 h 920751"/>
              <a:gd name="connsiteX1" fmla="*/ 758191 w 2438400"/>
              <a:gd name="connsiteY1" fmla="*/ 0 h 920751"/>
              <a:gd name="connsiteX2" fmla="*/ 758191 w 2438400"/>
              <a:gd name="connsiteY2" fmla="*/ 288032 h 920751"/>
              <a:gd name="connsiteX3" fmla="*/ 762000 w 2438400"/>
              <a:gd name="connsiteY3" fmla="*/ 0 h 920751"/>
              <a:gd name="connsiteX4" fmla="*/ 2438400 w 2438400"/>
              <a:gd name="connsiteY4" fmla="*/ 0 h 920751"/>
              <a:gd name="connsiteX5" fmla="*/ 2438400 w 2438400"/>
              <a:gd name="connsiteY5" fmla="*/ 618481 h 920751"/>
              <a:gd name="connsiteX6" fmla="*/ 762000 w 2438400"/>
              <a:gd name="connsiteY6" fmla="*/ 920751 h 920751"/>
              <a:gd name="connsiteX7" fmla="*/ 762000 w 2438400"/>
              <a:gd name="connsiteY7" fmla="*/ 648072 h 920751"/>
              <a:gd name="connsiteX8" fmla="*/ 758191 w 2438400"/>
              <a:gd name="connsiteY8" fmla="*/ 648072 h 920751"/>
              <a:gd name="connsiteX9" fmla="*/ 758191 w 2438400"/>
              <a:gd name="connsiteY9" fmla="*/ 920751 h 920751"/>
              <a:gd name="connsiteX10" fmla="*/ 0 w 2438400"/>
              <a:gd name="connsiteY10" fmla="*/ 820406 h 920751"/>
              <a:gd name="connsiteX11" fmla="*/ 0 w 2438400"/>
              <a:gd name="connsiteY11" fmla="*/ 0 h 920751"/>
              <a:gd name="connsiteX0" fmla="*/ 0 w 2438400"/>
              <a:gd name="connsiteY0" fmla="*/ 0 h 920751"/>
              <a:gd name="connsiteX1" fmla="*/ 758191 w 2438400"/>
              <a:gd name="connsiteY1" fmla="*/ 0 h 920751"/>
              <a:gd name="connsiteX2" fmla="*/ 762000 w 2438400"/>
              <a:gd name="connsiteY2" fmla="*/ 0 h 920751"/>
              <a:gd name="connsiteX3" fmla="*/ 2438400 w 2438400"/>
              <a:gd name="connsiteY3" fmla="*/ 0 h 920751"/>
              <a:gd name="connsiteX4" fmla="*/ 2438400 w 2438400"/>
              <a:gd name="connsiteY4" fmla="*/ 618481 h 920751"/>
              <a:gd name="connsiteX5" fmla="*/ 762000 w 2438400"/>
              <a:gd name="connsiteY5" fmla="*/ 920751 h 920751"/>
              <a:gd name="connsiteX6" fmla="*/ 762000 w 2438400"/>
              <a:gd name="connsiteY6" fmla="*/ 648072 h 920751"/>
              <a:gd name="connsiteX7" fmla="*/ 758191 w 2438400"/>
              <a:gd name="connsiteY7" fmla="*/ 648072 h 920751"/>
              <a:gd name="connsiteX8" fmla="*/ 758191 w 2438400"/>
              <a:gd name="connsiteY8" fmla="*/ 920751 h 920751"/>
              <a:gd name="connsiteX9" fmla="*/ 0 w 2438400"/>
              <a:gd name="connsiteY9" fmla="*/ 820406 h 920751"/>
              <a:gd name="connsiteX10" fmla="*/ 0 w 2438400"/>
              <a:gd name="connsiteY10" fmla="*/ 0 h 920751"/>
              <a:gd name="connsiteX0" fmla="*/ 0 w 2438400"/>
              <a:gd name="connsiteY0" fmla="*/ 0 h 920751"/>
              <a:gd name="connsiteX1" fmla="*/ 758191 w 2438400"/>
              <a:gd name="connsiteY1" fmla="*/ 0 h 920751"/>
              <a:gd name="connsiteX2" fmla="*/ 762000 w 2438400"/>
              <a:gd name="connsiteY2" fmla="*/ 0 h 920751"/>
              <a:gd name="connsiteX3" fmla="*/ 2438400 w 2438400"/>
              <a:gd name="connsiteY3" fmla="*/ 0 h 920751"/>
              <a:gd name="connsiteX4" fmla="*/ 2438400 w 2438400"/>
              <a:gd name="connsiteY4" fmla="*/ 618481 h 920751"/>
              <a:gd name="connsiteX5" fmla="*/ 762000 w 2438400"/>
              <a:gd name="connsiteY5" fmla="*/ 920751 h 920751"/>
              <a:gd name="connsiteX6" fmla="*/ 762000 w 2438400"/>
              <a:gd name="connsiteY6" fmla="*/ 648072 h 920751"/>
              <a:gd name="connsiteX7" fmla="*/ 758191 w 2438400"/>
              <a:gd name="connsiteY7" fmla="*/ 920751 h 920751"/>
              <a:gd name="connsiteX8" fmla="*/ 0 w 2438400"/>
              <a:gd name="connsiteY8" fmla="*/ 820406 h 920751"/>
              <a:gd name="connsiteX9" fmla="*/ 0 w 2438400"/>
              <a:gd name="connsiteY9" fmla="*/ 0 h 920751"/>
              <a:gd name="connsiteX0" fmla="*/ 0 w 2438400"/>
              <a:gd name="connsiteY0" fmla="*/ 0 h 920751"/>
              <a:gd name="connsiteX1" fmla="*/ 758191 w 2438400"/>
              <a:gd name="connsiteY1" fmla="*/ 0 h 920751"/>
              <a:gd name="connsiteX2" fmla="*/ 762000 w 2438400"/>
              <a:gd name="connsiteY2" fmla="*/ 0 h 920751"/>
              <a:gd name="connsiteX3" fmla="*/ 2438400 w 2438400"/>
              <a:gd name="connsiteY3" fmla="*/ 0 h 920751"/>
              <a:gd name="connsiteX4" fmla="*/ 2438400 w 2438400"/>
              <a:gd name="connsiteY4" fmla="*/ 618481 h 920751"/>
              <a:gd name="connsiteX5" fmla="*/ 762000 w 2438400"/>
              <a:gd name="connsiteY5" fmla="*/ 920751 h 920751"/>
              <a:gd name="connsiteX6" fmla="*/ 758191 w 2438400"/>
              <a:gd name="connsiteY6" fmla="*/ 920751 h 920751"/>
              <a:gd name="connsiteX7" fmla="*/ 0 w 2438400"/>
              <a:gd name="connsiteY7" fmla="*/ 820406 h 920751"/>
              <a:gd name="connsiteX8" fmla="*/ 0 w 2438400"/>
              <a:gd name="connsiteY8" fmla="*/ 0 h 92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400" h="920751">
                <a:moveTo>
                  <a:pt x="0" y="0"/>
                </a:moveTo>
                <a:lnTo>
                  <a:pt x="758191" y="0"/>
                </a:lnTo>
                <a:lnTo>
                  <a:pt x="762000" y="0"/>
                </a:lnTo>
                <a:lnTo>
                  <a:pt x="2438400" y="0"/>
                </a:lnTo>
                <a:lnTo>
                  <a:pt x="2438400" y="618481"/>
                </a:lnTo>
                <a:lnTo>
                  <a:pt x="762000" y="920751"/>
                </a:lnTo>
                <a:lnTo>
                  <a:pt x="758191" y="920751"/>
                </a:lnTo>
                <a:lnTo>
                  <a:pt x="0" y="820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63" name="Figure">
            <a:extLst>
              <a:ext uri="{FF2B5EF4-FFF2-40B4-BE49-F238E27FC236}">
                <a16:creationId xmlns:a16="http://schemas.microsoft.com/office/drawing/2014/main" id="{226E1DB4-165E-428E-AA24-197C4899B0EF}"/>
              </a:ext>
            </a:extLst>
          </p:cNvPr>
          <p:cNvSpPr/>
          <p:nvPr/>
        </p:nvSpPr>
        <p:spPr>
          <a:xfrm>
            <a:off x="7822791" y="4665550"/>
            <a:ext cx="1676400" cy="9207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4509"/>
                </a:moveTo>
                <a:lnTo>
                  <a:pt x="0" y="21600"/>
                </a:ln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1030F02-3464-4D9C-9B65-88A349DA3FB7}"/>
              </a:ext>
            </a:extLst>
          </p:cNvPr>
          <p:cNvGrpSpPr/>
          <p:nvPr/>
        </p:nvGrpSpPr>
        <p:grpSpPr>
          <a:xfrm>
            <a:off x="8234563" y="1808050"/>
            <a:ext cx="1500848" cy="4885974"/>
            <a:chOff x="7834972" y="1808050"/>
            <a:chExt cx="1500848" cy="4885974"/>
          </a:xfrm>
        </p:grpSpPr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A5D5E2D-A47D-455B-A7CF-FDF18177BC69}"/>
                </a:ext>
              </a:extLst>
            </p:cNvPr>
            <p:cNvSpPr/>
            <p:nvPr/>
          </p:nvSpPr>
          <p:spPr>
            <a:xfrm>
              <a:off x="7834972" y="1808050"/>
              <a:ext cx="1500848" cy="4885973"/>
            </a:xfrm>
            <a:custGeom>
              <a:avLst/>
              <a:gdLst>
                <a:gd name="connsiteX0" fmla="*/ 1148565 w 1500848"/>
                <a:gd name="connsiteY0" fmla="*/ 3853413 h 4885973"/>
                <a:gd name="connsiteX1" fmla="*/ 951341 w 1500848"/>
                <a:gd name="connsiteY1" fmla="*/ 3915045 h 4885973"/>
                <a:gd name="connsiteX2" fmla="*/ 952959 w 1500848"/>
                <a:gd name="connsiteY2" fmla="*/ 3923356 h 4885973"/>
                <a:gd name="connsiteX3" fmla="*/ 1150237 w 1500848"/>
                <a:gd name="connsiteY3" fmla="*/ 3862090 h 4885973"/>
                <a:gd name="connsiteX4" fmla="*/ 1023935 w 1500848"/>
                <a:gd name="connsiteY4" fmla="*/ 3206862 h 4885973"/>
                <a:gd name="connsiteX5" fmla="*/ 814842 w 1500848"/>
                <a:gd name="connsiteY5" fmla="*/ 3214199 h 4885973"/>
                <a:gd name="connsiteX6" fmla="*/ 944868 w 1500848"/>
                <a:gd name="connsiteY6" fmla="*/ 3881811 h 4885973"/>
                <a:gd name="connsiteX7" fmla="*/ 1142647 w 1500848"/>
                <a:gd name="connsiteY7" fmla="*/ 3822714 h 4885973"/>
                <a:gd name="connsiteX8" fmla="*/ 1021246 w 1500848"/>
                <a:gd name="connsiteY8" fmla="*/ 3192914 h 4885973"/>
                <a:gd name="connsiteX9" fmla="*/ 812196 w 1500848"/>
                <a:gd name="connsiteY9" fmla="*/ 3200613 h 4885973"/>
                <a:gd name="connsiteX10" fmla="*/ 812364 w 1500848"/>
                <a:gd name="connsiteY10" fmla="*/ 3201476 h 4885973"/>
                <a:gd name="connsiteX11" fmla="*/ 1021320 w 1500848"/>
                <a:gd name="connsiteY11" fmla="*/ 3193296 h 4885973"/>
                <a:gd name="connsiteX12" fmla="*/ 1021246 w 1500848"/>
                <a:gd name="connsiteY12" fmla="*/ 3192914 h 4885973"/>
                <a:gd name="connsiteX13" fmla="*/ 663056 w 1500848"/>
                <a:gd name="connsiteY13" fmla="*/ 2434858 h 4885973"/>
                <a:gd name="connsiteX14" fmla="*/ 794840 w 1500848"/>
                <a:gd name="connsiteY14" fmla="*/ 3111500 h 4885973"/>
                <a:gd name="connsiteX15" fmla="*/ 1005553 w 1500848"/>
                <a:gd name="connsiteY15" fmla="*/ 3111500 h 4885973"/>
                <a:gd name="connsiteX16" fmla="*/ 881831 w 1500848"/>
                <a:gd name="connsiteY16" fmla="*/ 2469662 h 4885973"/>
                <a:gd name="connsiteX17" fmla="*/ 655857 w 1500848"/>
                <a:gd name="connsiteY17" fmla="*/ 2397896 h 4885973"/>
                <a:gd name="connsiteX18" fmla="*/ 656369 w 1500848"/>
                <a:gd name="connsiteY18" fmla="*/ 2400523 h 4885973"/>
                <a:gd name="connsiteX19" fmla="*/ 875520 w 1500848"/>
                <a:gd name="connsiteY19" fmla="*/ 2436922 h 4885973"/>
                <a:gd name="connsiteX20" fmla="*/ 875039 w 1500848"/>
                <a:gd name="connsiteY20" fmla="*/ 2434428 h 4885973"/>
                <a:gd name="connsiteX21" fmla="*/ 515474 w 1500848"/>
                <a:gd name="connsiteY21" fmla="*/ 1677107 h 4885973"/>
                <a:gd name="connsiteX22" fmla="*/ 638346 w 1500848"/>
                <a:gd name="connsiteY22" fmla="*/ 2307988 h 4885973"/>
                <a:gd name="connsiteX23" fmla="*/ 859108 w 1500848"/>
                <a:gd name="connsiteY23" fmla="*/ 2351782 h 4885973"/>
                <a:gd name="connsiteX24" fmla="*/ 742526 w 1500848"/>
                <a:gd name="connsiteY24" fmla="*/ 1746985 h 4885973"/>
                <a:gd name="connsiteX25" fmla="*/ 738854 w 1500848"/>
                <a:gd name="connsiteY25" fmla="*/ 1747520 h 4885973"/>
                <a:gd name="connsiteX26" fmla="*/ 356902 w 1500848"/>
                <a:gd name="connsiteY26" fmla="*/ 862930 h 4885973"/>
                <a:gd name="connsiteX27" fmla="*/ 482433 w 1500848"/>
                <a:gd name="connsiteY27" fmla="*/ 1507463 h 4885973"/>
                <a:gd name="connsiteX28" fmla="*/ 713506 w 1500848"/>
                <a:gd name="connsiteY28" fmla="*/ 1596434 h 4885973"/>
                <a:gd name="connsiteX29" fmla="*/ 592688 w 1500848"/>
                <a:gd name="connsiteY29" fmla="*/ 969659 h 4885973"/>
                <a:gd name="connsiteX30" fmla="*/ 134327 w 1500848"/>
                <a:gd name="connsiteY30" fmla="*/ 0 h 4885973"/>
                <a:gd name="connsiteX31" fmla="*/ 195266 w 1500848"/>
                <a:gd name="connsiteY31" fmla="*/ 33015 h 4885973"/>
                <a:gd name="connsiteX32" fmla="*/ 326181 w 1500848"/>
                <a:gd name="connsiteY32" fmla="*/ 705190 h 4885973"/>
                <a:gd name="connsiteX33" fmla="*/ 564433 w 1500848"/>
                <a:gd name="connsiteY33" fmla="*/ 823080 h 4885973"/>
                <a:gd name="connsiteX34" fmla="*/ 464528 w 1500848"/>
                <a:gd name="connsiteY34" fmla="*/ 304800 h 4885973"/>
                <a:gd name="connsiteX35" fmla="*/ 545025 w 1500848"/>
                <a:gd name="connsiteY35" fmla="*/ 308583 h 4885973"/>
                <a:gd name="connsiteX36" fmla="*/ 566932 w 1500848"/>
                <a:gd name="connsiteY36" fmla="*/ 308716 h 4885973"/>
                <a:gd name="connsiteX37" fmla="*/ 566127 w 1500848"/>
                <a:gd name="connsiteY37" fmla="*/ 304800 h 4885973"/>
                <a:gd name="connsiteX38" fmla="*/ 573752 w 1500848"/>
                <a:gd name="connsiteY38" fmla="*/ 308626 h 4885973"/>
                <a:gd name="connsiteX39" fmla="*/ 575027 w 1500848"/>
                <a:gd name="connsiteY39" fmla="*/ 308608 h 4885973"/>
                <a:gd name="connsiteX40" fmla="*/ 575178 w 1500848"/>
                <a:gd name="connsiteY40" fmla="*/ 309342 h 4885973"/>
                <a:gd name="connsiteX41" fmla="*/ 621994 w 1500848"/>
                <a:gd name="connsiteY41" fmla="*/ 332836 h 4885973"/>
                <a:gd name="connsiteX42" fmla="*/ 1061421 w 1500848"/>
                <a:gd name="connsiteY42" fmla="*/ 2463805 h 4885973"/>
                <a:gd name="connsiteX43" fmla="*/ 1500848 w 1500848"/>
                <a:gd name="connsiteY43" fmla="*/ 4594774 h 4885973"/>
                <a:gd name="connsiteX44" fmla="*/ 1462113 w 1500848"/>
                <a:gd name="connsiteY44" fmla="*/ 4624960 h 4885973"/>
                <a:gd name="connsiteX45" fmla="*/ 1464018 w 1500848"/>
                <a:gd name="connsiteY45" fmla="*/ 4634230 h 4885973"/>
                <a:gd name="connsiteX46" fmla="*/ 1296372 w 1500848"/>
                <a:gd name="connsiteY46" fmla="*/ 4620200 h 4885973"/>
                <a:gd name="connsiteX47" fmla="*/ 1166020 w 1500848"/>
                <a:gd name="connsiteY47" fmla="*/ 3943966 h 4885973"/>
                <a:gd name="connsiteX48" fmla="*/ 970425 w 1500848"/>
                <a:gd name="connsiteY48" fmla="*/ 4013036 h 4885973"/>
                <a:gd name="connsiteX49" fmla="*/ 1130009 w 1500848"/>
                <a:gd name="connsiteY49" fmla="*/ 4832411 h 4885973"/>
                <a:gd name="connsiteX50" fmla="*/ 1072850 w 1500848"/>
                <a:gd name="connsiteY50" fmla="*/ 4884421 h 4885973"/>
                <a:gd name="connsiteX51" fmla="*/ 458300 w 1500848"/>
                <a:gd name="connsiteY51" fmla="*/ 1686072 h 4885973"/>
                <a:gd name="connsiteX52" fmla="*/ 453521 w 1500848"/>
                <a:gd name="connsiteY52" fmla="*/ 1686072 h 4885973"/>
                <a:gd name="connsiteX53" fmla="*/ 1069340 w 1500848"/>
                <a:gd name="connsiteY53" fmla="*/ 4885973 h 4885973"/>
                <a:gd name="connsiteX54" fmla="*/ 863591 w 1500848"/>
                <a:gd name="connsiteY54" fmla="*/ 4849075 h 4885973"/>
                <a:gd name="connsiteX55" fmla="*/ 0 w 1500848"/>
                <a:gd name="connsiteY55" fmla="*/ 2716 h 4885973"/>
                <a:gd name="connsiteX56" fmla="*/ 27742 w 1500848"/>
                <a:gd name="connsiteY56" fmla="*/ 42 h 4885973"/>
                <a:gd name="connsiteX57" fmla="*/ 129559 w 1500848"/>
                <a:gd name="connsiteY57" fmla="*/ 2716 h 4885973"/>
                <a:gd name="connsiteX58" fmla="*/ 425805 w 1500848"/>
                <a:gd name="connsiteY58" fmla="*/ 1542056 h 4885973"/>
                <a:gd name="connsiteX59" fmla="*/ 430628 w 1500848"/>
                <a:gd name="connsiteY59" fmla="*/ 1542056 h 4885973"/>
                <a:gd name="connsiteX0" fmla="*/ 1148565 w 1500848"/>
                <a:gd name="connsiteY0" fmla="*/ 3853413 h 4885973"/>
                <a:gd name="connsiteX1" fmla="*/ 951341 w 1500848"/>
                <a:gd name="connsiteY1" fmla="*/ 3915045 h 4885973"/>
                <a:gd name="connsiteX2" fmla="*/ 952959 w 1500848"/>
                <a:gd name="connsiteY2" fmla="*/ 3923356 h 4885973"/>
                <a:gd name="connsiteX3" fmla="*/ 1150237 w 1500848"/>
                <a:gd name="connsiteY3" fmla="*/ 3862090 h 4885973"/>
                <a:gd name="connsiteX4" fmla="*/ 1148565 w 1500848"/>
                <a:gd name="connsiteY4" fmla="*/ 3853413 h 4885973"/>
                <a:gd name="connsiteX5" fmla="*/ 1023935 w 1500848"/>
                <a:gd name="connsiteY5" fmla="*/ 3206862 h 4885973"/>
                <a:gd name="connsiteX6" fmla="*/ 814842 w 1500848"/>
                <a:gd name="connsiteY6" fmla="*/ 3214199 h 4885973"/>
                <a:gd name="connsiteX7" fmla="*/ 944868 w 1500848"/>
                <a:gd name="connsiteY7" fmla="*/ 3881811 h 4885973"/>
                <a:gd name="connsiteX8" fmla="*/ 1142647 w 1500848"/>
                <a:gd name="connsiteY8" fmla="*/ 3822714 h 4885973"/>
                <a:gd name="connsiteX9" fmla="*/ 1023935 w 1500848"/>
                <a:gd name="connsiteY9" fmla="*/ 3206862 h 4885973"/>
                <a:gd name="connsiteX10" fmla="*/ 1021246 w 1500848"/>
                <a:gd name="connsiteY10" fmla="*/ 3192914 h 4885973"/>
                <a:gd name="connsiteX11" fmla="*/ 812196 w 1500848"/>
                <a:gd name="connsiteY11" fmla="*/ 3200613 h 4885973"/>
                <a:gd name="connsiteX12" fmla="*/ 812364 w 1500848"/>
                <a:gd name="connsiteY12" fmla="*/ 3201476 h 4885973"/>
                <a:gd name="connsiteX13" fmla="*/ 1021320 w 1500848"/>
                <a:gd name="connsiteY13" fmla="*/ 3193296 h 4885973"/>
                <a:gd name="connsiteX14" fmla="*/ 1021246 w 1500848"/>
                <a:gd name="connsiteY14" fmla="*/ 3192914 h 4885973"/>
                <a:gd name="connsiteX15" fmla="*/ 663056 w 1500848"/>
                <a:gd name="connsiteY15" fmla="*/ 2434858 h 4885973"/>
                <a:gd name="connsiteX16" fmla="*/ 794840 w 1500848"/>
                <a:gd name="connsiteY16" fmla="*/ 3111500 h 4885973"/>
                <a:gd name="connsiteX17" fmla="*/ 1005553 w 1500848"/>
                <a:gd name="connsiteY17" fmla="*/ 3111500 h 4885973"/>
                <a:gd name="connsiteX18" fmla="*/ 881831 w 1500848"/>
                <a:gd name="connsiteY18" fmla="*/ 2469662 h 4885973"/>
                <a:gd name="connsiteX19" fmla="*/ 663056 w 1500848"/>
                <a:gd name="connsiteY19" fmla="*/ 2434858 h 4885973"/>
                <a:gd name="connsiteX20" fmla="*/ 655857 w 1500848"/>
                <a:gd name="connsiteY20" fmla="*/ 2397896 h 4885973"/>
                <a:gd name="connsiteX21" fmla="*/ 656369 w 1500848"/>
                <a:gd name="connsiteY21" fmla="*/ 2400523 h 4885973"/>
                <a:gd name="connsiteX22" fmla="*/ 875520 w 1500848"/>
                <a:gd name="connsiteY22" fmla="*/ 2436922 h 4885973"/>
                <a:gd name="connsiteX23" fmla="*/ 875039 w 1500848"/>
                <a:gd name="connsiteY23" fmla="*/ 2434428 h 4885973"/>
                <a:gd name="connsiteX24" fmla="*/ 655857 w 1500848"/>
                <a:gd name="connsiteY24" fmla="*/ 2397896 h 4885973"/>
                <a:gd name="connsiteX25" fmla="*/ 515474 w 1500848"/>
                <a:gd name="connsiteY25" fmla="*/ 1677107 h 4885973"/>
                <a:gd name="connsiteX26" fmla="*/ 638346 w 1500848"/>
                <a:gd name="connsiteY26" fmla="*/ 2307988 h 4885973"/>
                <a:gd name="connsiteX27" fmla="*/ 859108 w 1500848"/>
                <a:gd name="connsiteY27" fmla="*/ 2351782 h 4885973"/>
                <a:gd name="connsiteX28" fmla="*/ 742526 w 1500848"/>
                <a:gd name="connsiteY28" fmla="*/ 1746985 h 4885973"/>
                <a:gd name="connsiteX29" fmla="*/ 738854 w 1500848"/>
                <a:gd name="connsiteY29" fmla="*/ 1747520 h 4885973"/>
                <a:gd name="connsiteX30" fmla="*/ 515474 w 1500848"/>
                <a:gd name="connsiteY30" fmla="*/ 1677107 h 4885973"/>
                <a:gd name="connsiteX31" fmla="*/ 356902 w 1500848"/>
                <a:gd name="connsiteY31" fmla="*/ 862930 h 4885973"/>
                <a:gd name="connsiteX32" fmla="*/ 482433 w 1500848"/>
                <a:gd name="connsiteY32" fmla="*/ 1507463 h 4885973"/>
                <a:gd name="connsiteX33" fmla="*/ 713506 w 1500848"/>
                <a:gd name="connsiteY33" fmla="*/ 1596434 h 4885973"/>
                <a:gd name="connsiteX34" fmla="*/ 592688 w 1500848"/>
                <a:gd name="connsiteY34" fmla="*/ 969659 h 4885973"/>
                <a:gd name="connsiteX35" fmla="*/ 356902 w 1500848"/>
                <a:gd name="connsiteY35" fmla="*/ 862930 h 4885973"/>
                <a:gd name="connsiteX36" fmla="*/ 134327 w 1500848"/>
                <a:gd name="connsiteY36" fmla="*/ 0 h 4885973"/>
                <a:gd name="connsiteX37" fmla="*/ 195266 w 1500848"/>
                <a:gd name="connsiteY37" fmla="*/ 33015 h 4885973"/>
                <a:gd name="connsiteX38" fmla="*/ 326181 w 1500848"/>
                <a:gd name="connsiteY38" fmla="*/ 705190 h 4885973"/>
                <a:gd name="connsiteX39" fmla="*/ 564433 w 1500848"/>
                <a:gd name="connsiteY39" fmla="*/ 823080 h 4885973"/>
                <a:gd name="connsiteX40" fmla="*/ 464528 w 1500848"/>
                <a:gd name="connsiteY40" fmla="*/ 304800 h 4885973"/>
                <a:gd name="connsiteX41" fmla="*/ 545025 w 1500848"/>
                <a:gd name="connsiteY41" fmla="*/ 308583 h 4885973"/>
                <a:gd name="connsiteX42" fmla="*/ 566932 w 1500848"/>
                <a:gd name="connsiteY42" fmla="*/ 308716 h 4885973"/>
                <a:gd name="connsiteX43" fmla="*/ 566127 w 1500848"/>
                <a:gd name="connsiteY43" fmla="*/ 304800 h 4885973"/>
                <a:gd name="connsiteX44" fmla="*/ 573752 w 1500848"/>
                <a:gd name="connsiteY44" fmla="*/ 308626 h 4885973"/>
                <a:gd name="connsiteX45" fmla="*/ 575027 w 1500848"/>
                <a:gd name="connsiteY45" fmla="*/ 308608 h 4885973"/>
                <a:gd name="connsiteX46" fmla="*/ 575178 w 1500848"/>
                <a:gd name="connsiteY46" fmla="*/ 309342 h 4885973"/>
                <a:gd name="connsiteX47" fmla="*/ 621994 w 1500848"/>
                <a:gd name="connsiteY47" fmla="*/ 332836 h 4885973"/>
                <a:gd name="connsiteX48" fmla="*/ 1061421 w 1500848"/>
                <a:gd name="connsiteY48" fmla="*/ 2463805 h 4885973"/>
                <a:gd name="connsiteX49" fmla="*/ 1500848 w 1500848"/>
                <a:gd name="connsiteY49" fmla="*/ 4594774 h 4885973"/>
                <a:gd name="connsiteX50" fmla="*/ 1462113 w 1500848"/>
                <a:gd name="connsiteY50" fmla="*/ 4624960 h 4885973"/>
                <a:gd name="connsiteX51" fmla="*/ 1464018 w 1500848"/>
                <a:gd name="connsiteY51" fmla="*/ 4634230 h 4885973"/>
                <a:gd name="connsiteX52" fmla="*/ 1296372 w 1500848"/>
                <a:gd name="connsiteY52" fmla="*/ 4620200 h 4885973"/>
                <a:gd name="connsiteX53" fmla="*/ 1166020 w 1500848"/>
                <a:gd name="connsiteY53" fmla="*/ 3943966 h 4885973"/>
                <a:gd name="connsiteX54" fmla="*/ 970425 w 1500848"/>
                <a:gd name="connsiteY54" fmla="*/ 4013036 h 4885973"/>
                <a:gd name="connsiteX55" fmla="*/ 1130009 w 1500848"/>
                <a:gd name="connsiteY55" fmla="*/ 4832411 h 4885973"/>
                <a:gd name="connsiteX56" fmla="*/ 1072850 w 1500848"/>
                <a:gd name="connsiteY56" fmla="*/ 4884421 h 4885973"/>
                <a:gd name="connsiteX57" fmla="*/ 458300 w 1500848"/>
                <a:gd name="connsiteY57" fmla="*/ 1686072 h 4885973"/>
                <a:gd name="connsiteX58" fmla="*/ 453521 w 1500848"/>
                <a:gd name="connsiteY58" fmla="*/ 1686072 h 4885973"/>
                <a:gd name="connsiteX59" fmla="*/ 1069340 w 1500848"/>
                <a:gd name="connsiteY59" fmla="*/ 4885973 h 4885973"/>
                <a:gd name="connsiteX60" fmla="*/ 863591 w 1500848"/>
                <a:gd name="connsiteY60" fmla="*/ 4849075 h 4885973"/>
                <a:gd name="connsiteX61" fmla="*/ 0 w 1500848"/>
                <a:gd name="connsiteY61" fmla="*/ 2716 h 4885973"/>
                <a:gd name="connsiteX62" fmla="*/ 27742 w 1500848"/>
                <a:gd name="connsiteY62" fmla="*/ 42 h 4885973"/>
                <a:gd name="connsiteX63" fmla="*/ 129559 w 1500848"/>
                <a:gd name="connsiteY63" fmla="*/ 2716 h 4885973"/>
                <a:gd name="connsiteX64" fmla="*/ 425805 w 1500848"/>
                <a:gd name="connsiteY64" fmla="*/ 1542056 h 4885973"/>
                <a:gd name="connsiteX65" fmla="*/ 134327 w 1500848"/>
                <a:gd name="connsiteY65" fmla="*/ 0 h 4885973"/>
                <a:gd name="connsiteX0" fmla="*/ 1148565 w 1500848"/>
                <a:gd name="connsiteY0" fmla="*/ 3853413 h 4885973"/>
                <a:gd name="connsiteX1" fmla="*/ 951341 w 1500848"/>
                <a:gd name="connsiteY1" fmla="*/ 3915045 h 4885973"/>
                <a:gd name="connsiteX2" fmla="*/ 952959 w 1500848"/>
                <a:gd name="connsiteY2" fmla="*/ 3923356 h 4885973"/>
                <a:gd name="connsiteX3" fmla="*/ 1150237 w 1500848"/>
                <a:gd name="connsiteY3" fmla="*/ 3862090 h 4885973"/>
                <a:gd name="connsiteX4" fmla="*/ 1148565 w 1500848"/>
                <a:gd name="connsiteY4" fmla="*/ 3853413 h 4885973"/>
                <a:gd name="connsiteX5" fmla="*/ 1023935 w 1500848"/>
                <a:gd name="connsiteY5" fmla="*/ 3206862 h 4885973"/>
                <a:gd name="connsiteX6" fmla="*/ 814842 w 1500848"/>
                <a:gd name="connsiteY6" fmla="*/ 3214199 h 4885973"/>
                <a:gd name="connsiteX7" fmla="*/ 944868 w 1500848"/>
                <a:gd name="connsiteY7" fmla="*/ 3881811 h 4885973"/>
                <a:gd name="connsiteX8" fmla="*/ 1142647 w 1500848"/>
                <a:gd name="connsiteY8" fmla="*/ 3822714 h 4885973"/>
                <a:gd name="connsiteX9" fmla="*/ 1023935 w 1500848"/>
                <a:gd name="connsiteY9" fmla="*/ 3206862 h 4885973"/>
                <a:gd name="connsiteX10" fmla="*/ 1021246 w 1500848"/>
                <a:gd name="connsiteY10" fmla="*/ 3192914 h 4885973"/>
                <a:gd name="connsiteX11" fmla="*/ 812196 w 1500848"/>
                <a:gd name="connsiteY11" fmla="*/ 3200613 h 4885973"/>
                <a:gd name="connsiteX12" fmla="*/ 812364 w 1500848"/>
                <a:gd name="connsiteY12" fmla="*/ 3201476 h 4885973"/>
                <a:gd name="connsiteX13" fmla="*/ 1021320 w 1500848"/>
                <a:gd name="connsiteY13" fmla="*/ 3193296 h 4885973"/>
                <a:gd name="connsiteX14" fmla="*/ 1021246 w 1500848"/>
                <a:gd name="connsiteY14" fmla="*/ 3192914 h 4885973"/>
                <a:gd name="connsiteX15" fmla="*/ 663056 w 1500848"/>
                <a:gd name="connsiteY15" fmla="*/ 2434858 h 4885973"/>
                <a:gd name="connsiteX16" fmla="*/ 794840 w 1500848"/>
                <a:gd name="connsiteY16" fmla="*/ 3111500 h 4885973"/>
                <a:gd name="connsiteX17" fmla="*/ 1005553 w 1500848"/>
                <a:gd name="connsiteY17" fmla="*/ 3111500 h 4885973"/>
                <a:gd name="connsiteX18" fmla="*/ 881831 w 1500848"/>
                <a:gd name="connsiteY18" fmla="*/ 2469662 h 4885973"/>
                <a:gd name="connsiteX19" fmla="*/ 663056 w 1500848"/>
                <a:gd name="connsiteY19" fmla="*/ 2434858 h 4885973"/>
                <a:gd name="connsiteX20" fmla="*/ 655857 w 1500848"/>
                <a:gd name="connsiteY20" fmla="*/ 2397896 h 4885973"/>
                <a:gd name="connsiteX21" fmla="*/ 656369 w 1500848"/>
                <a:gd name="connsiteY21" fmla="*/ 2400523 h 4885973"/>
                <a:gd name="connsiteX22" fmla="*/ 875520 w 1500848"/>
                <a:gd name="connsiteY22" fmla="*/ 2436922 h 4885973"/>
                <a:gd name="connsiteX23" fmla="*/ 875039 w 1500848"/>
                <a:gd name="connsiteY23" fmla="*/ 2434428 h 4885973"/>
                <a:gd name="connsiteX24" fmla="*/ 655857 w 1500848"/>
                <a:gd name="connsiteY24" fmla="*/ 2397896 h 4885973"/>
                <a:gd name="connsiteX25" fmla="*/ 515474 w 1500848"/>
                <a:gd name="connsiteY25" fmla="*/ 1677107 h 4885973"/>
                <a:gd name="connsiteX26" fmla="*/ 638346 w 1500848"/>
                <a:gd name="connsiteY26" fmla="*/ 2307988 h 4885973"/>
                <a:gd name="connsiteX27" fmla="*/ 859108 w 1500848"/>
                <a:gd name="connsiteY27" fmla="*/ 2351782 h 4885973"/>
                <a:gd name="connsiteX28" fmla="*/ 742526 w 1500848"/>
                <a:gd name="connsiteY28" fmla="*/ 1746985 h 4885973"/>
                <a:gd name="connsiteX29" fmla="*/ 738854 w 1500848"/>
                <a:gd name="connsiteY29" fmla="*/ 1747520 h 4885973"/>
                <a:gd name="connsiteX30" fmla="*/ 515474 w 1500848"/>
                <a:gd name="connsiteY30" fmla="*/ 1677107 h 4885973"/>
                <a:gd name="connsiteX31" fmla="*/ 356902 w 1500848"/>
                <a:gd name="connsiteY31" fmla="*/ 862930 h 4885973"/>
                <a:gd name="connsiteX32" fmla="*/ 482433 w 1500848"/>
                <a:gd name="connsiteY32" fmla="*/ 1507463 h 4885973"/>
                <a:gd name="connsiteX33" fmla="*/ 713506 w 1500848"/>
                <a:gd name="connsiteY33" fmla="*/ 1596434 h 4885973"/>
                <a:gd name="connsiteX34" fmla="*/ 592688 w 1500848"/>
                <a:gd name="connsiteY34" fmla="*/ 969659 h 4885973"/>
                <a:gd name="connsiteX35" fmla="*/ 356902 w 1500848"/>
                <a:gd name="connsiteY35" fmla="*/ 862930 h 4885973"/>
                <a:gd name="connsiteX36" fmla="*/ 134327 w 1500848"/>
                <a:gd name="connsiteY36" fmla="*/ 0 h 4885973"/>
                <a:gd name="connsiteX37" fmla="*/ 195266 w 1500848"/>
                <a:gd name="connsiteY37" fmla="*/ 33015 h 4885973"/>
                <a:gd name="connsiteX38" fmla="*/ 326181 w 1500848"/>
                <a:gd name="connsiteY38" fmla="*/ 705190 h 4885973"/>
                <a:gd name="connsiteX39" fmla="*/ 564433 w 1500848"/>
                <a:gd name="connsiteY39" fmla="*/ 823080 h 4885973"/>
                <a:gd name="connsiteX40" fmla="*/ 464528 w 1500848"/>
                <a:gd name="connsiteY40" fmla="*/ 304800 h 4885973"/>
                <a:gd name="connsiteX41" fmla="*/ 545025 w 1500848"/>
                <a:gd name="connsiteY41" fmla="*/ 308583 h 4885973"/>
                <a:gd name="connsiteX42" fmla="*/ 566932 w 1500848"/>
                <a:gd name="connsiteY42" fmla="*/ 308716 h 4885973"/>
                <a:gd name="connsiteX43" fmla="*/ 566127 w 1500848"/>
                <a:gd name="connsiteY43" fmla="*/ 304800 h 4885973"/>
                <a:gd name="connsiteX44" fmla="*/ 573752 w 1500848"/>
                <a:gd name="connsiteY44" fmla="*/ 308626 h 4885973"/>
                <a:gd name="connsiteX45" fmla="*/ 575027 w 1500848"/>
                <a:gd name="connsiteY45" fmla="*/ 308608 h 4885973"/>
                <a:gd name="connsiteX46" fmla="*/ 575178 w 1500848"/>
                <a:gd name="connsiteY46" fmla="*/ 309342 h 4885973"/>
                <a:gd name="connsiteX47" fmla="*/ 621994 w 1500848"/>
                <a:gd name="connsiteY47" fmla="*/ 332836 h 4885973"/>
                <a:gd name="connsiteX48" fmla="*/ 1061421 w 1500848"/>
                <a:gd name="connsiteY48" fmla="*/ 2463805 h 4885973"/>
                <a:gd name="connsiteX49" fmla="*/ 1500848 w 1500848"/>
                <a:gd name="connsiteY49" fmla="*/ 4594774 h 4885973"/>
                <a:gd name="connsiteX50" fmla="*/ 1462113 w 1500848"/>
                <a:gd name="connsiteY50" fmla="*/ 4624960 h 4885973"/>
                <a:gd name="connsiteX51" fmla="*/ 1464018 w 1500848"/>
                <a:gd name="connsiteY51" fmla="*/ 4634230 h 4885973"/>
                <a:gd name="connsiteX52" fmla="*/ 1296372 w 1500848"/>
                <a:gd name="connsiteY52" fmla="*/ 4620200 h 4885973"/>
                <a:gd name="connsiteX53" fmla="*/ 1166020 w 1500848"/>
                <a:gd name="connsiteY53" fmla="*/ 3943966 h 4885973"/>
                <a:gd name="connsiteX54" fmla="*/ 970425 w 1500848"/>
                <a:gd name="connsiteY54" fmla="*/ 4013036 h 4885973"/>
                <a:gd name="connsiteX55" fmla="*/ 1130009 w 1500848"/>
                <a:gd name="connsiteY55" fmla="*/ 4832411 h 4885973"/>
                <a:gd name="connsiteX56" fmla="*/ 1072850 w 1500848"/>
                <a:gd name="connsiteY56" fmla="*/ 4884421 h 4885973"/>
                <a:gd name="connsiteX57" fmla="*/ 458300 w 1500848"/>
                <a:gd name="connsiteY57" fmla="*/ 1686072 h 4885973"/>
                <a:gd name="connsiteX58" fmla="*/ 453521 w 1500848"/>
                <a:gd name="connsiteY58" fmla="*/ 1686072 h 4885973"/>
                <a:gd name="connsiteX59" fmla="*/ 1069340 w 1500848"/>
                <a:gd name="connsiteY59" fmla="*/ 4885973 h 4885973"/>
                <a:gd name="connsiteX60" fmla="*/ 863591 w 1500848"/>
                <a:gd name="connsiteY60" fmla="*/ 4849075 h 4885973"/>
                <a:gd name="connsiteX61" fmla="*/ 0 w 1500848"/>
                <a:gd name="connsiteY61" fmla="*/ 2716 h 4885973"/>
                <a:gd name="connsiteX62" fmla="*/ 27742 w 1500848"/>
                <a:gd name="connsiteY62" fmla="*/ 42 h 4885973"/>
                <a:gd name="connsiteX63" fmla="*/ 129559 w 1500848"/>
                <a:gd name="connsiteY63" fmla="*/ 2716 h 4885973"/>
                <a:gd name="connsiteX64" fmla="*/ 134327 w 1500848"/>
                <a:gd name="connsiteY64" fmla="*/ 0 h 4885973"/>
                <a:gd name="connsiteX0" fmla="*/ 1148565 w 1500848"/>
                <a:gd name="connsiteY0" fmla="*/ 3853413 h 4885973"/>
                <a:gd name="connsiteX1" fmla="*/ 951341 w 1500848"/>
                <a:gd name="connsiteY1" fmla="*/ 3915045 h 4885973"/>
                <a:gd name="connsiteX2" fmla="*/ 952959 w 1500848"/>
                <a:gd name="connsiteY2" fmla="*/ 3923356 h 4885973"/>
                <a:gd name="connsiteX3" fmla="*/ 1150237 w 1500848"/>
                <a:gd name="connsiteY3" fmla="*/ 3862090 h 4885973"/>
                <a:gd name="connsiteX4" fmla="*/ 1148565 w 1500848"/>
                <a:gd name="connsiteY4" fmla="*/ 3853413 h 4885973"/>
                <a:gd name="connsiteX5" fmla="*/ 1023935 w 1500848"/>
                <a:gd name="connsiteY5" fmla="*/ 3206862 h 4885973"/>
                <a:gd name="connsiteX6" fmla="*/ 814842 w 1500848"/>
                <a:gd name="connsiteY6" fmla="*/ 3214199 h 4885973"/>
                <a:gd name="connsiteX7" fmla="*/ 944868 w 1500848"/>
                <a:gd name="connsiteY7" fmla="*/ 3881811 h 4885973"/>
                <a:gd name="connsiteX8" fmla="*/ 1142647 w 1500848"/>
                <a:gd name="connsiteY8" fmla="*/ 3822714 h 4885973"/>
                <a:gd name="connsiteX9" fmla="*/ 1023935 w 1500848"/>
                <a:gd name="connsiteY9" fmla="*/ 3206862 h 4885973"/>
                <a:gd name="connsiteX10" fmla="*/ 1021246 w 1500848"/>
                <a:gd name="connsiteY10" fmla="*/ 3192914 h 4885973"/>
                <a:gd name="connsiteX11" fmla="*/ 812196 w 1500848"/>
                <a:gd name="connsiteY11" fmla="*/ 3200613 h 4885973"/>
                <a:gd name="connsiteX12" fmla="*/ 812364 w 1500848"/>
                <a:gd name="connsiteY12" fmla="*/ 3201476 h 4885973"/>
                <a:gd name="connsiteX13" fmla="*/ 1021320 w 1500848"/>
                <a:gd name="connsiteY13" fmla="*/ 3193296 h 4885973"/>
                <a:gd name="connsiteX14" fmla="*/ 1021246 w 1500848"/>
                <a:gd name="connsiteY14" fmla="*/ 3192914 h 4885973"/>
                <a:gd name="connsiteX15" fmla="*/ 663056 w 1500848"/>
                <a:gd name="connsiteY15" fmla="*/ 2434858 h 4885973"/>
                <a:gd name="connsiteX16" fmla="*/ 794840 w 1500848"/>
                <a:gd name="connsiteY16" fmla="*/ 3111500 h 4885973"/>
                <a:gd name="connsiteX17" fmla="*/ 1005553 w 1500848"/>
                <a:gd name="connsiteY17" fmla="*/ 3111500 h 4885973"/>
                <a:gd name="connsiteX18" fmla="*/ 881831 w 1500848"/>
                <a:gd name="connsiteY18" fmla="*/ 2469662 h 4885973"/>
                <a:gd name="connsiteX19" fmla="*/ 663056 w 1500848"/>
                <a:gd name="connsiteY19" fmla="*/ 2434858 h 4885973"/>
                <a:gd name="connsiteX20" fmla="*/ 655857 w 1500848"/>
                <a:gd name="connsiteY20" fmla="*/ 2397896 h 4885973"/>
                <a:gd name="connsiteX21" fmla="*/ 656369 w 1500848"/>
                <a:gd name="connsiteY21" fmla="*/ 2400523 h 4885973"/>
                <a:gd name="connsiteX22" fmla="*/ 875520 w 1500848"/>
                <a:gd name="connsiteY22" fmla="*/ 2436922 h 4885973"/>
                <a:gd name="connsiteX23" fmla="*/ 875039 w 1500848"/>
                <a:gd name="connsiteY23" fmla="*/ 2434428 h 4885973"/>
                <a:gd name="connsiteX24" fmla="*/ 655857 w 1500848"/>
                <a:gd name="connsiteY24" fmla="*/ 2397896 h 4885973"/>
                <a:gd name="connsiteX25" fmla="*/ 515474 w 1500848"/>
                <a:gd name="connsiteY25" fmla="*/ 1677107 h 4885973"/>
                <a:gd name="connsiteX26" fmla="*/ 638346 w 1500848"/>
                <a:gd name="connsiteY26" fmla="*/ 2307988 h 4885973"/>
                <a:gd name="connsiteX27" fmla="*/ 859108 w 1500848"/>
                <a:gd name="connsiteY27" fmla="*/ 2351782 h 4885973"/>
                <a:gd name="connsiteX28" fmla="*/ 742526 w 1500848"/>
                <a:gd name="connsiteY28" fmla="*/ 1746985 h 4885973"/>
                <a:gd name="connsiteX29" fmla="*/ 738854 w 1500848"/>
                <a:gd name="connsiteY29" fmla="*/ 1747520 h 4885973"/>
                <a:gd name="connsiteX30" fmla="*/ 515474 w 1500848"/>
                <a:gd name="connsiteY30" fmla="*/ 1677107 h 4885973"/>
                <a:gd name="connsiteX31" fmla="*/ 356902 w 1500848"/>
                <a:gd name="connsiteY31" fmla="*/ 862930 h 4885973"/>
                <a:gd name="connsiteX32" fmla="*/ 482433 w 1500848"/>
                <a:gd name="connsiteY32" fmla="*/ 1507463 h 4885973"/>
                <a:gd name="connsiteX33" fmla="*/ 713506 w 1500848"/>
                <a:gd name="connsiteY33" fmla="*/ 1596434 h 4885973"/>
                <a:gd name="connsiteX34" fmla="*/ 592688 w 1500848"/>
                <a:gd name="connsiteY34" fmla="*/ 969659 h 4885973"/>
                <a:gd name="connsiteX35" fmla="*/ 356902 w 1500848"/>
                <a:gd name="connsiteY35" fmla="*/ 862930 h 4885973"/>
                <a:gd name="connsiteX36" fmla="*/ 134327 w 1500848"/>
                <a:gd name="connsiteY36" fmla="*/ 0 h 4885973"/>
                <a:gd name="connsiteX37" fmla="*/ 195266 w 1500848"/>
                <a:gd name="connsiteY37" fmla="*/ 33015 h 4885973"/>
                <a:gd name="connsiteX38" fmla="*/ 326181 w 1500848"/>
                <a:gd name="connsiteY38" fmla="*/ 705190 h 4885973"/>
                <a:gd name="connsiteX39" fmla="*/ 564433 w 1500848"/>
                <a:gd name="connsiteY39" fmla="*/ 823080 h 4885973"/>
                <a:gd name="connsiteX40" fmla="*/ 464528 w 1500848"/>
                <a:gd name="connsiteY40" fmla="*/ 304800 h 4885973"/>
                <a:gd name="connsiteX41" fmla="*/ 545025 w 1500848"/>
                <a:gd name="connsiteY41" fmla="*/ 308583 h 4885973"/>
                <a:gd name="connsiteX42" fmla="*/ 566932 w 1500848"/>
                <a:gd name="connsiteY42" fmla="*/ 308716 h 4885973"/>
                <a:gd name="connsiteX43" fmla="*/ 566127 w 1500848"/>
                <a:gd name="connsiteY43" fmla="*/ 304800 h 4885973"/>
                <a:gd name="connsiteX44" fmla="*/ 573752 w 1500848"/>
                <a:gd name="connsiteY44" fmla="*/ 308626 h 4885973"/>
                <a:gd name="connsiteX45" fmla="*/ 575027 w 1500848"/>
                <a:gd name="connsiteY45" fmla="*/ 308608 h 4885973"/>
                <a:gd name="connsiteX46" fmla="*/ 575178 w 1500848"/>
                <a:gd name="connsiteY46" fmla="*/ 309342 h 4885973"/>
                <a:gd name="connsiteX47" fmla="*/ 621994 w 1500848"/>
                <a:gd name="connsiteY47" fmla="*/ 332836 h 4885973"/>
                <a:gd name="connsiteX48" fmla="*/ 1061421 w 1500848"/>
                <a:gd name="connsiteY48" fmla="*/ 2463805 h 4885973"/>
                <a:gd name="connsiteX49" fmla="*/ 1500848 w 1500848"/>
                <a:gd name="connsiteY49" fmla="*/ 4594774 h 4885973"/>
                <a:gd name="connsiteX50" fmla="*/ 1462113 w 1500848"/>
                <a:gd name="connsiteY50" fmla="*/ 4624960 h 4885973"/>
                <a:gd name="connsiteX51" fmla="*/ 1464018 w 1500848"/>
                <a:gd name="connsiteY51" fmla="*/ 4634230 h 4885973"/>
                <a:gd name="connsiteX52" fmla="*/ 1296372 w 1500848"/>
                <a:gd name="connsiteY52" fmla="*/ 4620200 h 4885973"/>
                <a:gd name="connsiteX53" fmla="*/ 1166020 w 1500848"/>
                <a:gd name="connsiteY53" fmla="*/ 3943966 h 4885973"/>
                <a:gd name="connsiteX54" fmla="*/ 970425 w 1500848"/>
                <a:gd name="connsiteY54" fmla="*/ 4013036 h 4885973"/>
                <a:gd name="connsiteX55" fmla="*/ 1130009 w 1500848"/>
                <a:gd name="connsiteY55" fmla="*/ 4832411 h 4885973"/>
                <a:gd name="connsiteX56" fmla="*/ 1072850 w 1500848"/>
                <a:gd name="connsiteY56" fmla="*/ 4884421 h 4885973"/>
                <a:gd name="connsiteX57" fmla="*/ 458300 w 1500848"/>
                <a:gd name="connsiteY57" fmla="*/ 1686072 h 4885973"/>
                <a:gd name="connsiteX58" fmla="*/ 1069340 w 1500848"/>
                <a:gd name="connsiteY58" fmla="*/ 4885973 h 4885973"/>
                <a:gd name="connsiteX59" fmla="*/ 863591 w 1500848"/>
                <a:gd name="connsiteY59" fmla="*/ 4849075 h 4885973"/>
                <a:gd name="connsiteX60" fmla="*/ 0 w 1500848"/>
                <a:gd name="connsiteY60" fmla="*/ 2716 h 4885973"/>
                <a:gd name="connsiteX61" fmla="*/ 27742 w 1500848"/>
                <a:gd name="connsiteY61" fmla="*/ 42 h 4885973"/>
                <a:gd name="connsiteX62" fmla="*/ 129559 w 1500848"/>
                <a:gd name="connsiteY62" fmla="*/ 2716 h 4885973"/>
                <a:gd name="connsiteX63" fmla="*/ 134327 w 1500848"/>
                <a:gd name="connsiteY63" fmla="*/ 0 h 4885973"/>
                <a:gd name="connsiteX0" fmla="*/ 1148565 w 1500848"/>
                <a:gd name="connsiteY0" fmla="*/ 3853413 h 4885973"/>
                <a:gd name="connsiteX1" fmla="*/ 951341 w 1500848"/>
                <a:gd name="connsiteY1" fmla="*/ 3915045 h 4885973"/>
                <a:gd name="connsiteX2" fmla="*/ 952959 w 1500848"/>
                <a:gd name="connsiteY2" fmla="*/ 3923356 h 4885973"/>
                <a:gd name="connsiteX3" fmla="*/ 1150237 w 1500848"/>
                <a:gd name="connsiteY3" fmla="*/ 3862090 h 4885973"/>
                <a:gd name="connsiteX4" fmla="*/ 1148565 w 1500848"/>
                <a:gd name="connsiteY4" fmla="*/ 3853413 h 4885973"/>
                <a:gd name="connsiteX5" fmla="*/ 1023935 w 1500848"/>
                <a:gd name="connsiteY5" fmla="*/ 3206862 h 4885973"/>
                <a:gd name="connsiteX6" fmla="*/ 814842 w 1500848"/>
                <a:gd name="connsiteY6" fmla="*/ 3214199 h 4885973"/>
                <a:gd name="connsiteX7" fmla="*/ 944868 w 1500848"/>
                <a:gd name="connsiteY7" fmla="*/ 3881811 h 4885973"/>
                <a:gd name="connsiteX8" fmla="*/ 1142647 w 1500848"/>
                <a:gd name="connsiteY8" fmla="*/ 3822714 h 4885973"/>
                <a:gd name="connsiteX9" fmla="*/ 1023935 w 1500848"/>
                <a:gd name="connsiteY9" fmla="*/ 3206862 h 4885973"/>
                <a:gd name="connsiteX10" fmla="*/ 1021246 w 1500848"/>
                <a:gd name="connsiteY10" fmla="*/ 3192914 h 4885973"/>
                <a:gd name="connsiteX11" fmla="*/ 812196 w 1500848"/>
                <a:gd name="connsiteY11" fmla="*/ 3200613 h 4885973"/>
                <a:gd name="connsiteX12" fmla="*/ 812364 w 1500848"/>
                <a:gd name="connsiteY12" fmla="*/ 3201476 h 4885973"/>
                <a:gd name="connsiteX13" fmla="*/ 1021320 w 1500848"/>
                <a:gd name="connsiteY13" fmla="*/ 3193296 h 4885973"/>
                <a:gd name="connsiteX14" fmla="*/ 1021246 w 1500848"/>
                <a:gd name="connsiteY14" fmla="*/ 3192914 h 4885973"/>
                <a:gd name="connsiteX15" fmla="*/ 663056 w 1500848"/>
                <a:gd name="connsiteY15" fmla="*/ 2434858 h 4885973"/>
                <a:gd name="connsiteX16" fmla="*/ 794840 w 1500848"/>
                <a:gd name="connsiteY16" fmla="*/ 3111500 h 4885973"/>
                <a:gd name="connsiteX17" fmla="*/ 1005553 w 1500848"/>
                <a:gd name="connsiteY17" fmla="*/ 3111500 h 4885973"/>
                <a:gd name="connsiteX18" fmla="*/ 881831 w 1500848"/>
                <a:gd name="connsiteY18" fmla="*/ 2469662 h 4885973"/>
                <a:gd name="connsiteX19" fmla="*/ 663056 w 1500848"/>
                <a:gd name="connsiteY19" fmla="*/ 2434858 h 4885973"/>
                <a:gd name="connsiteX20" fmla="*/ 655857 w 1500848"/>
                <a:gd name="connsiteY20" fmla="*/ 2397896 h 4885973"/>
                <a:gd name="connsiteX21" fmla="*/ 656369 w 1500848"/>
                <a:gd name="connsiteY21" fmla="*/ 2400523 h 4885973"/>
                <a:gd name="connsiteX22" fmla="*/ 875520 w 1500848"/>
                <a:gd name="connsiteY22" fmla="*/ 2436922 h 4885973"/>
                <a:gd name="connsiteX23" fmla="*/ 875039 w 1500848"/>
                <a:gd name="connsiteY23" fmla="*/ 2434428 h 4885973"/>
                <a:gd name="connsiteX24" fmla="*/ 655857 w 1500848"/>
                <a:gd name="connsiteY24" fmla="*/ 2397896 h 4885973"/>
                <a:gd name="connsiteX25" fmla="*/ 515474 w 1500848"/>
                <a:gd name="connsiteY25" fmla="*/ 1677107 h 4885973"/>
                <a:gd name="connsiteX26" fmla="*/ 638346 w 1500848"/>
                <a:gd name="connsiteY26" fmla="*/ 2307988 h 4885973"/>
                <a:gd name="connsiteX27" fmla="*/ 859108 w 1500848"/>
                <a:gd name="connsiteY27" fmla="*/ 2351782 h 4885973"/>
                <a:gd name="connsiteX28" fmla="*/ 742526 w 1500848"/>
                <a:gd name="connsiteY28" fmla="*/ 1746985 h 4885973"/>
                <a:gd name="connsiteX29" fmla="*/ 738854 w 1500848"/>
                <a:gd name="connsiteY29" fmla="*/ 1747520 h 4885973"/>
                <a:gd name="connsiteX30" fmla="*/ 515474 w 1500848"/>
                <a:gd name="connsiteY30" fmla="*/ 1677107 h 4885973"/>
                <a:gd name="connsiteX31" fmla="*/ 356902 w 1500848"/>
                <a:gd name="connsiteY31" fmla="*/ 862930 h 4885973"/>
                <a:gd name="connsiteX32" fmla="*/ 482433 w 1500848"/>
                <a:gd name="connsiteY32" fmla="*/ 1507463 h 4885973"/>
                <a:gd name="connsiteX33" fmla="*/ 713506 w 1500848"/>
                <a:gd name="connsiteY33" fmla="*/ 1596434 h 4885973"/>
                <a:gd name="connsiteX34" fmla="*/ 592688 w 1500848"/>
                <a:gd name="connsiteY34" fmla="*/ 969659 h 4885973"/>
                <a:gd name="connsiteX35" fmla="*/ 356902 w 1500848"/>
                <a:gd name="connsiteY35" fmla="*/ 862930 h 4885973"/>
                <a:gd name="connsiteX36" fmla="*/ 134327 w 1500848"/>
                <a:gd name="connsiteY36" fmla="*/ 0 h 4885973"/>
                <a:gd name="connsiteX37" fmla="*/ 195266 w 1500848"/>
                <a:gd name="connsiteY37" fmla="*/ 33015 h 4885973"/>
                <a:gd name="connsiteX38" fmla="*/ 326181 w 1500848"/>
                <a:gd name="connsiteY38" fmla="*/ 705190 h 4885973"/>
                <a:gd name="connsiteX39" fmla="*/ 564433 w 1500848"/>
                <a:gd name="connsiteY39" fmla="*/ 823080 h 4885973"/>
                <a:gd name="connsiteX40" fmla="*/ 464528 w 1500848"/>
                <a:gd name="connsiteY40" fmla="*/ 304800 h 4885973"/>
                <a:gd name="connsiteX41" fmla="*/ 545025 w 1500848"/>
                <a:gd name="connsiteY41" fmla="*/ 308583 h 4885973"/>
                <a:gd name="connsiteX42" fmla="*/ 566932 w 1500848"/>
                <a:gd name="connsiteY42" fmla="*/ 308716 h 4885973"/>
                <a:gd name="connsiteX43" fmla="*/ 566127 w 1500848"/>
                <a:gd name="connsiteY43" fmla="*/ 304800 h 4885973"/>
                <a:gd name="connsiteX44" fmla="*/ 573752 w 1500848"/>
                <a:gd name="connsiteY44" fmla="*/ 308626 h 4885973"/>
                <a:gd name="connsiteX45" fmla="*/ 575027 w 1500848"/>
                <a:gd name="connsiteY45" fmla="*/ 308608 h 4885973"/>
                <a:gd name="connsiteX46" fmla="*/ 575178 w 1500848"/>
                <a:gd name="connsiteY46" fmla="*/ 309342 h 4885973"/>
                <a:gd name="connsiteX47" fmla="*/ 621994 w 1500848"/>
                <a:gd name="connsiteY47" fmla="*/ 332836 h 4885973"/>
                <a:gd name="connsiteX48" fmla="*/ 1061421 w 1500848"/>
                <a:gd name="connsiteY48" fmla="*/ 2463805 h 4885973"/>
                <a:gd name="connsiteX49" fmla="*/ 1500848 w 1500848"/>
                <a:gd name="connsiteY49" fmla="*/ 4594774 h 4885973"/>
                <a:gd name="connsiteX50" fmla="*/ 1462113 w 1500848"/>
                <a:gd name="connsiteY50" fmla="*/ 4624960 h 4885973"/>
                <a:gd name="connsiteX51" fmla="*/ 1464018 w 1500848"/>
                <a:gd name="connsiteY51" fmla="*/ 4634230 h 4885973"/>
                <a:gd name="connsiteX52" fmla="*/ 1296372 w 1500848"/>
                <a:gd name="connsiteY52" fmla="*/ 4620200 h 4885973"/>
                <a:gd name="connsiteX53" fmla="*/ 1166020 w 1500848"/>
                <a:gd name="connsiteY53" fmla="*/ 3943966 h 4885973"/>
                <a:gd name="connsiteX54" fmla="*/ 970425 w 1500848"/>
                <a:gd name="connsiteY54" fmla="*/ 4013036 h 4885973"/>
                <a:gd name="connsiteX55" fmla="*/ 1130009 w 1500848"/>
                <a:gd name="connsiteY55" fmla="*/ 4832411 h 4885973"/>
                <a:gd name="connsiteX56" fmla="*/ 1072850 w 1500848"/>
                <a:gd name="connsiteY56" fmla="*/ 4884421 h 4885973"/>
                <a:gd name="connsiteX57" fmla="*/ 1069340 w 1500848"/>
                <a:gd name="connsiteY57" fmla="*/ 4885973 h 4885973"/>
                <a:gd name="connsiteX58" fmla="*/ 863591 w 1500848"/>
                <a:gd name="connsiteY58" fmla="*/ 4849075 h 4885973"/>
                <a:gd name="connsiteX59" fmla="*/ 0 w 1500848"/>
                <a:gd name="connsiteY59" fmla="*/ 2716 h 4885973"/>
                <a:gd name="connsiteX60" fmla="*/ 27742 w 1500848"/>
                <a:gd name="connsiteY60" fmla="*/ 42 h 4885973"/>
                <a:gd name="connsiteX61" fmla="*/ 129559 w 1500848"/>
                <a:gd name="connsiteY61" fmla="*/ 2716 h 4885973"/>
                <a:gd name="connsiteX62" fmla="*/ 134327 w 1500848"/>
                <a:gd name="connsiteY62" fmla="*/ 0 h 4885973"/>
                <a:gd name="connsiteX0" fmla="*/ 1148565 w 1500848"/>
                <a:gd name="connsiteY0" fmla="*/ 3853413 h 4885973"/>
                <a:gd name="connsiteX1" fmla="*/ 951341 w 1500848"/>
                <a:gd name="connsiteY1" fmla="*/ 3915045 h 4885973"/>
                <a:gd name="connsiteX2" fmla="*/ 952959 w 1500848"/>
                <a:gd name="connsiteY2" fmla="*/ 3923356 h 4885973"/>
                <a:gd name="connsiteX3" fmla="*/ 1150237 w 1500848"/>
                <a:gd name="connsiteY3" fmla="*/ 3862090 h 4885973"/>
                <a:gd name="connsiteX4" fmla="*/ 1148565 w 1500848"/>
                <a:gd name="connsiteY4" fmla="*/ 3853413 h 4885973"/>
                <a:gd name="connsiteX5" fmla="*/ 1023935 w 1500848"/>
                <a:gd name="connsiteY5" fmla="*/ 3206862 h 4885973"/>
                <a:gd name="connsiteX6" fmla="*/ 814842 w 1500848"/>
                <a:gd name="connsiteY6" fmla="*/ 3214199 h 4885973"/>
                <a:gd name="connsiteX7" fmla="*/ 944868 w 1500848"/>
                <a:gd name="connsiteY7" fmla="*/ 3881811 h 4885973"/>
                <a:gd name="connsiteX8" fmla="*/ 1142647 w 1500848"/>
                <a:gd name="connsiteY8" fmla="*/ 3822714 h 4885973"/>
                <a:gd name="connsiteX9" fmla="*/ 1023935 w 1500848"/>
                <a:gd name="connsiteY9" fmla="*/ 3206862 h 4885973"/>
                <a:gd name="connsiteX10" fmla="*/ 1021246 w 1500848"/>
                <a:gd name="connsiteY10" fmla="*/ 3192914 h 4885973"/>
                <a:gd name="connsiteX11" fmla="*/ 812196 w 1500848"/>
                <a:gd name="connsiteY11" fmla="*/ 3200613 h 4885973"/>
                <a:gd name="connsiteX12" fmla="*/ 812364 w 1500848"/>
                <a:gd name="connsiteY12" fmla="*/ 3201476 h 4885973"/>
                <a:gd name="connsiteX13" fmla="*/ 1021320 w 1500848"/>
                <a:gd name="connsiteY13" fmla="*/ 3193296 h 4885973"/>
                <a:gd name="connsiteX14" fmla="*/ 1021246 w 1500848"/>
                <a:gd name="connsiteY14" fmla="*/ 3192914 h 4885973"/>
                <a:gd name="connsiteX15" fmla="*/ 663056 w 1500848"/>
                <a:gd name="connsiteY15" fmla="*/ 2434858 h 4885973"/>
                <a:gd name="connsiteX16" fmla="*/ 794840 w 1500848"/>
                <a:gd name="connsiteY16" fmla="*/ 3111500 h 4885973"/>
                <a:gd name="connsiteX17" fmla="*/ 1005553 w 1500848"/>
                <a:gd name="connsiteY17" fmla="*/ 3111500 h 4885973"/>
                <a:gd name="connsiteX18" fmla="*/ 881831 w 1500848"/>
                <a:gd name="connsiteY18" fmla="*/ 2469662 h 4885973"/>
                <a:gd name="connsiteX19" fmla="*/ 663056 w 1500848"/>
                <a:gd name="connsiteY19" fmla="*/ 2434858 h 4885973"/>
                <a:gd name="connsiteX20" fmla="*/ 655857 w 1500848"/>
                <a:gd name="connsiteY20" fmla="*/ 2397896 h 4885973"/>
                <a:gd name="connsiteX21" fmla="*/ 656369 w 1500848"/>
                <a:gd name="connsiteY21" fmla="*/ 2400523 h 4885973"/>
                <a:gd name="connsiteX22" fmla="*/ 875520 w 1500848"/>
                <a:gd name="connsiteY22" fmla="*/ 2436922 h 4885973"/>
                <a:gd name="connsiteX23" fmla="*/ 655857 w 1500848"/>
                <a:gd name="connsiteY23" fmla="*/ 2397896 h 4885973"/>
                <a:gd name="connsiteX24" fmla="*/ 515474 w 1500848"/>
                <a:gd name="connsiteY24" fmla="*/ 1677107 h 4885973"/>
                <a:gd name="connsiteX25" fmla="*/ 638346 w 1500848"/>
                <a:gd name="connsiteY25" fmla="*/ 2307988 h 4885973"/>
                <a:gd name="connsiteX26" fmla="*/ 859108 w 1500848"/>
                <a:gd name="connsiteY26" fmla="*/ 2351782 h 4885973"/>
                <a:gd name="connsiteX27" fmla="*/ 742526 w 1500848"/>
                <a:gd name="connsiteY27" fmla="*/ 1746985 h 4885973"/>
                <a:gd name="connsiteX28" fmla="*/ 738854 w 1500848"/>
                <a:gd name="connsiteY28" fmla="*/ 1747520 h 4885973"/>
                <a:gd name="connsiteX29" fmla="*/ 515474 w 1500848"/>
                <a:gd name="connsiteY29" fmla="*/ 1677107 h 4885973"/>
                <a:gd name="connsiteX30" fmla="*/ 356902 w 1500848"/>
                <a:gd name="connsiteY30" fmla="*/ 862930 h 4885973"/>
                <a:gd name="connsiteX31" fmla="*/ 482433 w 1500848"/>
                <a:gd name="connsiteY31" fmla="*/ 1507463 h 4885973"/>
                <a:gd name="connsiteX32" fmla="*/ 713506 w 1500848"/>
                <a:gd name="connsiteY32" fmla="*/ 1596434 h 4885973"/>
                <a:gd name="connsiteX33" fmla="*/ 592688 w 1500848"/>
                <a:gd name="connsiteY33" fmla="*/ 969659 h 4885973"/>
                <a:gd name="connsiteX34" fmla="*/ 356902 w 1500848"/>
                <a:gd name="connsiteY34" fmla="*/ 862930 h 4885973"/>
                <a:gd name="connsiteX35" fmla="*/ 134327 w 1500848"/>
                <a:gd name="connsiteY35" fmla="*/ 0 h 4885973"/>
                <a:gd name="connsiteX36" fmla="*/ 195266 w 1500848"/>
                <a:gd name="connsiteY36" fmla="*/ 33015 h 4885973"/>
                <a:gd name="connsiteX37" fmla="*/ 326181 w 1500848"/>
                <a:gd name="connsiteY37" fmla="*/ 705190 h 4885973"/>
                <a:gd name="connsiteX38" fmla="*/ 564433 w 1500848"/>
                <a:gd name="connsiteY38" fmla="*/ 823080 h 4885973"/>
                <a:gd name="connsiteX39" fmla="*/ 464528 w 1500848"/>
                <a:gd name="connsiteY39" fmla="*/ 304800 h 4885973"/>
                <a:gd name="connsiteX40" fmla="*/ 545025 w 1500848"/>
                <a:gd name="connsiteY40" fmla="*/ 308583 h 4885973"/>
                <a:gd name="connsiteX41" fmla="*/ 566932 w 1500848"/>
                <a:gd name="connsiteY41" fmla="*/ 308716 h 4885973"/>
                <a:gd name="connsiteX42" fmla="*/ 566127 w 1500848"/>
                <a:gd name="connsiteY42" fmla="*/ 304800 h 4885973"/>
                <a:gd name="connsiteX43" fmla="*/ 573752 w 1500848"/>
                <a:gd name="connsiteY43" fmla="*/ 308626 h 4885973"/>
                <a:gd name="connsiteX44" fmla="*/ 575027 w 1500848"/>
                <a:gd name="connsiteY44" fmla="*/ 308608 h 4885973"/>
                <a:gd name="connsiteX45" fmla="*/ 575178 w 1500848"/>
                <a:gd name="connsiteY45" fmla="*/ 309342 h 4885973"/>
                <a:gd name="connsiteX46" fmla="*/ 621994 w 1500848"/>
                <a:gd name="connsiteY46" fmla="*/ 332836 h 4885973"/>
                <a:gd name="connsiteX47" fmla="*/ 1061421 w 1500848"/>
                <a:gd name="connsiteY47" fmla="*/ 2463805 h 4885973"/>
                <a:gd name="connsiteX48" fmla="*/ 1500848 w 1500848"/>
                <a:gd name="connsiteY48" fmla="*/ 4594774 h 4885973"/>
                <a:gd name="connsiteX49" fmla="*/ 1462113 w 1500848"/>
                <a:gd name="connsiteY49" fmla="*/ 4624960 h 4885973"/>
                <a:gd name="connsiteX50" fmla="*/ 1464018 w 1500848"/>
                <a:gd name="connsiteY50" fmla="*/ 4634230 h 4885973"/>
                <a:gd name="connsiteX51" fmla="*/ 1296372 w 1500848"/>
                <a:gd name="connsiteY51" fmla="*/ 4620200 h 4885973"/>
                <a:gd name="connsiteX52" fmla="*/ 1166020 w 1500848"/>
                <a:gd name="connsiteY52" fmla="*/ 3943966 h 4885973"/>
                <a:gd name="connsiteX53" fmla="*/ 970425 w 1500848"/>
                <a:gd name="connsiteY53" fmla="*/ 4013036 h 4885973"/>
                <a:gd name="connsiteX54" fmla="*/ 1130009 w 1500848"/>
                <a:gd name="connsiteY54" fmla="*/ 4832411 h 4885973"/>
                <a:gd name="connsiteX55" fmla="*/ 1072850 w 1500848"/>
                <a:gd name="connsiteY55" fmla="*/ 4884421 h 4885973"/>
                <a:gd name="connsiteX56" fmla="*/ 1069340 w 1500848"/>
                <a:gd name="connsiteY56" fmla="*/ 4885973 h 4885973"/>
                <a:gd name="connsiteX57" fmla="*/ 863591 w 1500848"/>
                <a:gd name="connsiteY57" fmla="*/ 4849075 h 4885973"/>
                <a:gd name="connsiteX58" fmla="*/ 0 w 1500848"/>
                <a:gd name="connsiteY58" fmla="*/ 2716 h 4885973"/>
                <a:gd name="connsiteX59" fmla="*/ 27742 w 1500848"/>
                <a:gd name="connsiteY59" fmla="*/ 42 h 4885973"/>
                <a:gd name="connsiteX60" fmla="*/ 129559 w 1500848"/>
                <a:gd name="connsiteY60" fmla="*/ 2716 h 4885973"/>
                <a:gd name="connsiteX61" fmla="*/ 134327 w 1500848"/>
                <a:gd name="connsiteY61" fmla="*/ 0 h 4885973"/>
                <a:gd name="connsiteX0" fmla="*/ 1148565 w 1500848"/>
                <a:gd name="connsiteY0" fmla="*/ 3853413 h 4885973"/>
                <a:gd name="connsiteX1" fmla="*/ 951341 w 1500848"/>
                <a:gd name="connsiteY1" fmla="*/ 3915045 h 4885973"/>
                <a:gd name="connsiteX2" fmla="*/ 952959 w 1500848"/>
                <a:gd name="connsiteY2" fmla="*/ 3923356 h 4885973"/>
                <a:gd name="connsiteX3" fmla="*/ 1150237 w 1500848"/>
                <a:gd name="connsiteY3" fmla="*/ 3862090 h 4885973"/>
                <a:gd name="connsiteX4" fmla="*/ 1148565 w 1500848"/>
                <a:gd name="connsiteY4" fmla="*/ 3853413 h 4885973"/>
                <a:gd name="connsiteX5" fmla="*/ 1023935 w 1500848"/>
                <a:gd name="connsiteY5" fmla="*/ 3206862 h 4885973"/>
                <a:gd name="connsiteX6" fmla="*/ 814842 w 1500848"/>
                <a:gd name="connsiteY6" fmla="*/ 3214199 h 4885973"/>
                <a:gd name="connsiteX7" fmla="*/ 944868 w 1500848"/>
                <a:gd name="connsiteY7" fmla="*/ 3881811 h 4885973"/>
                <a:gd name="connsiteX8" fmla="*/ 1142647 w 1500848"/>
                <a:gd name="connsiteY8" fmla="*/ 3822714 h 4885973"/>
                <a:gd name="connsiteX9" fmla="*/ 1023935 w 1500848"/>
                <a:gd name="connsiteY9" fmla="*/ 3206862 h 4885973"/>
                <a:gd name="connsiteX10" fmla="*/ 1021246 w 1500848"/>
                <a:gd name="connsiteY10" fmla="*/ 3192914 h 4885973"/>
                <a:gd name="connsiteX11" fmla="*/ 812196 w 1500848"/>
                <a:gd name="connsiteY11" fmla="*/ 3200613 h 4885973"/>
                <a:gd name="connsiteX12" fmla="*/ 812364 w 1500848"/>
                <a:gd name="connsiteY12" fmla="*/ 3201476 h 4885973"/>
                <a:gd name="connsiteX13" fmla="*/ 1021320 w 1500848"/>
                <a:gd name="connsiteY13" fmla="*/ 3193296 h 4885973"/>
                <a:gd name="connsiteX14" fmla="*/ 1021246 w 1500848"/>
                <a:gd name="connsiteY14" fmla="*/ 3192914 h 4885973"/>
                <a:gd name="connsiteX15" fmla="*/ 663056 w 1500848"/>
                <a:gd name="connsiteY15" fmla="*/ 2434858 h 4885973"/>
                <a:gd name="connsiteX16" fmla="*/ 794840 w 1500848"/>
                <a:gd name="connsiteY16" fmla="*/ 3111500 h 4885973"/>
                <a:gd name="connsiteX17" fmla="*/ 1005553 w 1500848"/>
                <a:gd name="connsiteY17" fmla="*/ 3111500 h 4885973"/>
                <a:gd name="connsiteX18" fmla="*/ 881831 w 1500848"/>
                <a:gd name="connsiteY18" fmla="*/ 2469662 h 4885973"/>
                <a:gd name="connsiteX19" fmla="*/ 663056 w 1500848"/>
                <a:gd name="connsiteY19" fmla="*/ 2434858 h 4885973"/>
                <a:gd name="connsiteX20" fmla="*/ 875520 w 1500848"/>
                <a:gd name="connsiteY20" fmla="*/ 2436922 h 4885973"/>
                <a:gd name="connsiteX21" fmla="*/ 656369 w 1500848"/>
                <a:gd name="connsiteY21" fmla="*/ 2400523 h 4885973"/>
                <a:gd name="connsiteX22" fmla="*/ 875520 w 1500848"/>
                <a:gd name="connsiteY22" fmla="*/ 2436922 h 4885973"/>
                <a:gd name="connsiteX23" fmla="*/ 515474 w 1500848"/>
                <a:gd name="connsiteY23" fmla="*/ 1677107 h 4885973"/>
                <a:gd name="connsiteX24" fmla="*/ 638346 w 1500848"/>
                <a:gd name="connsiteY24" fmla="*/ 2307988 h 4885973"/>
                <a:gd name="connsiteX25" fmla="*/ 859108 w 1500848"/>
                <a:gd name="connsiteY25" fmla="*/ 2351782 h 4885973"/>
                <a:gd name="connsiteX26" fmla="*/ 742526 w 1500848"/>
                <a:gd name="connsiteY26" fmla="*/ 1746985 h 4885973"/>
                <a:gd name="connsiteX27" fmla="*/ 738854 w 1500848"/>
                <a:gd name="connsiteY27" fmla="*/ 1747520 h 4885973"/>
                <a:gd name="connsiteX28" fmla="*/ 515474 w 1500848"/>
                <a:gd name="connsiteY28" fmla="*/ 1677107 h 4885973"/>
                <a:gd name="connsiteX29" fmla="*/ 356902 w 1500848"/>
                <a:gd name="connsiteY29" fmla="*/ 862930 h 4885973"/>
                <a:gd name="connsiteX30" fmla="*/ 482433 w 1500848"/>
                <a:gd name="connsiteY30" fmla="*/ 1507463 h 4885973"/>
                <a:gd name="connsiteX31" fmla="*/ 713506 w 1500848"/>
                <a:gd name="connsiteY31" fmla="*/ 1596434 h 4885973"/>
                <a:gd name="connsiteX32" fmla="*/ 592688 w 1500848"/>
                <a:gd name="connsiteY32" fmla="*/ 969659 h 4885973"/>
                <a:gd name="connsiteX33" fmla="*/ 356902 w 1500848"/>
                <a:gd name="connsiteY33" fmla="*/ 862930 h 4885973"/>
                <a:gd name="connsiteX34" fmla="*/ 134327 w 1500848"/>
                <a:gd name="connsiteY34" fmla="*/ 0 h 4885973"/>
                <a:gd name="connsiteX35" fmla="*/ 195266 w 1500848"/>
                <a:gd name="connsiteY35" fmla="*/ 33015 h 4885973"/>
                <a:gd name="connsiteX36" fmla="*/ 326181 w 1500848"/>
                <a:gd name="connsiteY36" fmla="*/ 705190 h 4885973"/>
                <a:gd name="connsiteX37" fmla="*/ 564433 w 1500848"/>
                <a:gd name="connsiteY37" fmla="*/ 823080 h 4885973"/>
                <a:gd name="connsiteX38" fmla="*/ 464528 w 1500848"/>
                <a:gd name="connsiteY38" fmla="*/ 304800 h 4885973"/>
                <a:gd name="connsiteX39" fmla="*/ 545025 w 1500848"/>
                <a:gd name="connsiteY39" fmla="*/ 308583 h 4885973"/>
                <a:gd name="connsiteX40" fmla="*/ 566932 w 1500848"/>
                <a:gd name="connsiteY40" fmla="*/ 308716 h 4885973"/>
                <a:gd name="connsiteX41" fmla="*/ 566127 w 1500848"/>
                <a:gd name="connsiteY41" fmla="*/ 304800 h 4885973"/>
                <a:gd name="connsiteX42" fmla="*/ 573752 w 1500848"/>
                <a:gd name="connsiteY42" fmla="*/ 308626 h 4885973"/>
                <a:gd name="connsiteX43" fmla="*/ 575027 w 1500848"/>
                <a:gd name="connsiteY43" fmla="*/ 308608 h 4885973"/>
                <a:gd name="connsiteX44" fmla="*/ 575178 w 1500848"/>
                <a:gd name="connsiteY44" fmla="*/ 309342 h 4885973"/>
                <a:gd name="connsiteX45" fmla="*/ 621994 w 1500848"/>
                <a:gd name="connsiteY45" fmla="*/ 332836 h 4885973"/>
                <a:gd name="connsiteX46" fmla="*/ 1061421 w 1500848"/>
                <a:gd name="connsiteY46" fmla="*/ 2463805 h 4885973"/>
                <a:gd name="connsiteX47" fmla="*/ 1500848 w 1500848"/>
                <a:gd name="connsiteY47" fmla="*/ 4594774 h 4885973"/>
                <a:gd name="connsiteX48" fmla="*/ 1462113 w 1500848"/>
                <a:gd name="connsiteY48" fmla="*/ 4624960 h 4885973"/>
                <a:gd name="connsiteX49" fmla="*/ 1464018 w 1500848"/>
                <a:gd name="connsiteY49" fmla="*/ 4634230 h 4885973"/>
                <a:gd name="connsiteX50" fmla="*/ 1296372 w 1500848"/>
                <a:gd name="connsiteY50" fmla="*/ 4620200 h 4885973"/>
                <a:gd name="connsiteX51" fmla="*/ 1166020 w 1500848"/>
                <a:gd name="connsiteY51" fmla="*/ 3943966 h 4885973"/>
                <a:gd name="connsiteX52" fmla="*/ 970425 w 1500848"/>
                <a:gd name="connsiteY52" fmla="*/ 4013036 h 4885973"/>
                <a:gd name="connsiteX53" fmla="*/ 1130009 w 1500848"/>
                <a:gd name="connsiteY53" fmla="*/ 4832411 h 4885973"/>
                <a:gd name="connsiteX54" fmla="*/ 1072850 w 1500848"/>
                <a:gd name="connsiteY54" fmla="*/ 4884421 h 4885973"/>
                <a:gd name="connsiteX55" fmla="*/ 1069340 w 1500848"/>
                <a:gd name="connsiteY55" fmla="*/ 4885973 h 4885973"/>
                <a:gd name="connsiteX56" fmla="*/ 863591 w 1500848"/>
                <a:gd name="connsiteY56" fmla="*/ 4849075 h 4885973"/>
                <a:gd name="connsiteX57" fmla="*/ 0 w 1500848"/>
                <a:gd name="connsiteY57" fmla="*/ 2716 h 4885973"/>
                <a:gd name="connsiteX58" fmla="*/ 27742 w 1500848"/>
                <a:gd name="connsiteY58" fmla="*/ 42 h 4885973"/>
                <a:gd name="connsiteX59" fmla="*/ 129559 w 1500848"/>
                <a:gd name="connsiteY59" fmla="*/ 2716 h 4885973"/>
                <a:gd name="connsiteX60" fmla="*/ 134327 w 1500848"/>
                <a:gd name="connsiteY60" fmla="*/ 0 h 4885973"/>
                <a:gd name="connsiteX0" fmla="*/ 1148565 w 1500848"/>
                <a:gd name="connsiteY0" fmla="*/ 3853413 h 4885973"/>
                <a:gd name="connsiteX1" fmla="*/ 951341 w 1500848"/>
                <a:gd name="connsiteY1" fmla="*/ 3915045 h 4885973"/>
                <a:gd name="connsiteX2" fmla="*/ 952959 w 1500848"/>
                <a:gd name="connsiteY2" fmla="*/ 3923356 h 4885973"/>
                <a:gd name="connsiteX3" fmla="*/ 1150237 w 1500848"/>
                <a:gd name="connsiteY3" fmla="*/ 3862090 h 4885973"/>
                <a:gd name="connsiteX4" fmla="*/ 1148565 w 1500848"/>
                <a:gd name="connsiteY4" fmla="*/ 3853413 h 4885973"/>
                <a:gd name="connsiteX5" fmla="*/ 1023935 w 1500848"/>
                <a:gd name="connsiteY5" fmla="*/ 3206862 h 4885973"/>
                <a:gd name="connsiteX6" fmla="*/ 814842 w 1500848"/>
                <a:gd name="connsiteY6" fmla="*/ 3214199 h 4885973"/>
                <a:gd name="connsiteX7" fmla="*/ 944868 w 1500848"/>
                <a:gd name="connsiteY7" fmla="*/ 3881811 h 4885973"/>
                <a:gd name="connsiteX8" fmla="*/ 1142647 w 1500848"/>
                <a:gd name="connsiteY8" fmla="*/ 3822714 h 4885973"/>
                <a:gd name="connsiteX9" fmla="*/ 1023935 w 1500848"/>
                <a:gd name="connsiteY9" fmla="*/ 3206862 h 4885973"/>
                <a:gd name="connsiteX10" fmla="*/ 1021246 w 1500848"/>
                <a:gd name="connsiteY10" fmla="*/ 3192914 h 4885973"/>
                <a:gd name="connsiteX11" fmla="*/ 812196 w 1500848"/>
                <a:gd name="connsiteY11" fmla="*/ 3200613 h 4885973"/>
                <a:gd name="connsiteX12" fmla="*/ 812364 w 1500848"/>
                <a:gd name="connsiteY12" fmla="*/ 3201476 h 4885973"/>
                <a:gd name="connsiteX13" fmla="*/ 1021320 w 1500848"/>
                <a:gd name="connsiteY13" fmla="*/ 3193296 h 4885973"/>
                <a:gd name="connsiteX14" fmla="*/ 1021246 w 1500848"/>
                <a:gd name="connsiteY14" fmla="*/ 3192914 h 4885973"/>
                <a:gd name="connsiteX15" fmla="*/ 663056 w 1500848"/>
                <a:gd name="connsiteY15" fmla="*/ 2434858 h 4885973"/>
                <a:gd name="connsiteX16" fmla="*/ 794840 w 1500848"/>
                <a:gd name="connsiteY16" fmla="*/ 3111500 h 4885973"/>
                <a:gd name="connsiteX17" fmla="*/ 1005553 w 1500848"/>
                <a:gd name="connsiteY17" fmla="*/ 3111500 h 4885973"/>
                <a:gd name="connsiteX18" fmla="*/ 881831 w 1500848"/>
                <a:gd name="connsiteY18" fmla="*/ 2469662 h 4885973"/>
                <a:gd name="connsiteX19" fmla="*/ 663056 w 1500848"/>
                <a:gd name="connsiteY19" fmla="*/ 2434858 h 4885973"/>
                <a:gd name="connsiteX20" fmla="*/ 515474 w 1500848"/>
                <a:gd name="connsiteY20" fmla="*/ 1677107 h 4885973"/>
                <a:gd name="connsiteX21" fmla="*/ 638346 w 1500848"/>
                <a:gd name="connsiteY21" fmla="*/ 2307988 h 4885973"/>
                <a:gd name="connsiteX22" fmla="*/ 859108 w 1500848"/>
                <a:gd name="connsiteY22" fmla="*/ 2351782 h 4885973"/>
                <a:gd name="connsiteX23" fmla="*/ 742526 w 1500848"/>
                <a:gd name="connsiteY23" fmla="*/ 1746985 h 4885973"/>
                <a:gd name="connsiteX24" fmla="*/ 738854 w 1500848"/>
                <a:gd name="connsiteY24" fmla="*/ 1747520 h 4885973"/>
                <a:gd name="connsiteX25" fmla="*/ 515474 w 1500848"/>
                <a:gd name="connsiteY25" fmla="*/ 1677107 h 4885973"/>
                <a:gd name="connsiteX26" fmla="*/ 356902 w 1500848"/>
                <a:gd name="connsiteY26" fmla="*/ 862930 h 4885973"/>
                <a:gd name="connsiteX27" fmla="*/ 482433 w 1500848"/>
                <a:gd name="connsiteY27" fmla="*/ 1507463 h 4885973"/>
                <a:gd name="connsiteX28" fmla="*/ 713506 w 1500848"/>
                <a:gd name="connsiteY28" fmla="*/ 1596434 h 4885973"/>
                <a:gd name="connsiteX29" fmla="*/ 592688 w 1500848"/>
                <a:gd name="connsiteY29" fmla="*/ 969659 h 4885973"/>
                <a:gd name="connsiteX30" fmla="*/ 356902 w 1500848"/>
                <a:gd name="connsiteY30" fmla="*/ 862930 h 4885973"/>
                <a:gd name="connsiteX31" fmla="*/ 134327 w 1500848"/>
                <a:gd name="connsiteY31" fmla="*/ 0 h 4885973"/>
                <a:gd name="connsiteX32" fmla="*/ 195266 w 1500848"/>
                <a:gd name="connsiteY32" fmla="*/ 33015 h 4885973"/>
                <a:gd name="connsiteX33" fmla="*/ 326181 w 1500848"/>
                <a:gd name="connsiteY33" fmla="*/ 705190 h 4885973"/>
                <a:gd name="connsiteX34" fmla="*/ 564433 w 1500848"/>
                <a:gd name="connsiteY34" fmla="*/ 823080 h 4885973"/>
                <a:gd name="connsiteX35" fmla="*/ 464528 w 1500848"/>
                <a:gd name="connsiteY35" fmla="*/ 304800 h 4885973"/>
                <a:gd name="connsiteX36" fmla="*/ 545025 w 1500848"/>
                <a:gd name="connsiteY36" fmla="*/ 308583 h 4885973"/>
                <a:gd name="connsiteX37" fmla="*/ 566932 w 1500848"/>
                <a:gd name="connsiteY37" fmla="*/ 308716 h 4885973"/>
                <a:gd name="connsiteX38" fmla="*/ 566127 w 1500848"/>
                <a:gd name="connsiteY38" fmla="*/ 304800 h 4885973"/>
                <a:gd name="connsiteX39" fmla="*/ 573752 w 1500848"/>
                <a:gd name="connsiteY39" fmla="*/ 308626 h 4885973"/>
                <a:gd name="connsiteX40" fmla="*/ 575027 w 1500848"/>
                <a:gd name="connsiteY40" fmla="*/ 308608 h 4885973"/>
                <a:gd name="connsiteX41" fmla="*/ 575178 w 1500848"/>
                <a:gd name="connsiteY41" fmla="*/ 309342 h 4885973"/>
                <a:gd name="connsiteX42" fmla="*/ 621994 w 1500848"/>
                <a:gd name="connsiteY42" fmla="*/ 332836 h 4885973"/>
                <a:gd name="connsiteX43" fmla="*/ 1061421 w 1500848"/>
                <a:gd name="connsiteY43" fmla="*/ 2463805 h 4885973"/>
                <a:gd name="connsiteX44" fmla="*/ 1500848 w 1500848"/>
                <a:gd name="connsiteY44" fmla="*/ 4594774 h 4885973"/>
                <a:gd name="connsiteX45" fmla="*/ 1462113 w 1500848"/>
                <a:gd name="connsiteY45" fmla="*/ 4624960 h 4885973"/>
                <a:gd name="connsiteX46" fmla="*/ 1464018 w 1500848"/>
                <a:gd name="connsiteY46" fmla="*/ 4634230 h 4885973"/>
                <a:gd name="connsiteX47" fmla="*/ 1296372 w 1500848"/>
                <a:gd name="connsiteY47" fmla="*/ 4620200 h 4885973"/>
                <a:gd name="connsiteX48" fmla="*/ 1166020 w 1500848"/>
                <a:gd name="connsiteY48" fmla="*/ 3943966 h 4885973"/>
                <a:gd name="connsiteX49" fmla="*/ 970425 w 1500848"/>
                <a:gd name="connsiteY49" fmla="*/ 4013036 h 4885973"/>
                <a:gd name="connsiteX50" fmla="*/ 1130009 w 1500848"/>
                <a:gd name="connsiteY50" fmla="*/ 4832411 h 4885973"/>
                <a:gd name="connsiteX51" fmla="*/ 1072850 w 1500848"/>
                <a:gd name="connsiteY51" fmla="*/ 4884421 h 4885973"/>
                <a:gd name="connsiteX52" fmla="*/ 1069340 w 1500848"/>
                <a:gd name="connsiteY52" fmla="*/ 4885973 h 4885973"/>
                <a:gd name="connsiteX53" fmla="*/ 863591 w 1500848"/>
                <a:gd name="connsiteY53" fmla="*/ 4849075 h 4885973"/>
                <a:gd name="connsiteX54" fmla="*/ 0 w 1500848"/>
                <a:gd name="connsiteY54" fmla="*/ 2716 h 4885973"/>
                <a:gd name="connsiteX55" fmla="*/ 27742 w 1500848"/>
                <a:gd name="connsiteY55" fmla="*/ 42 h 4885973"/>
                <a:gd name="connsiteX56" fmla="*/ 129559 w 1500848"/>
                <a:gd name="connsiteY56" fmla="*/ 2716 h 4885973"/>
                <a:gd name="connsiteX57" fmla="*/ 134327 w 1500848"/>
                <a:gd name="connsiteY57" fmla="*/ 0 h 4885973"/>
                <a:gd name="connsiteX0" fmla="*/ 1148565 w 1500848"/>
                <a:gd name="connsiteY0" fmla="*/ 3853413 h 4885973"/>
                <a:gd name="connsiteX1" fmla="*/ 951341 w 1500848"/>
                <a:gd name="connsiteY1" fmla="*/ 3915045 h 4885973"/>
                <a:gd name="connsiteX2" fmla="*/ 952959 w 1500848"/>
                <a:gd name="connsiteY2" fmla="*/ 3923356 h 4885973"/>
                <a:gd name="connsiteX3" fmla="*/ 1150237 w 1500848"/>
                <a:gd name="connsiteY3" fmla="*/ 3862090 h 4885973"/>
                <a:gd name="connsiteX4" fmla="*/ 1148565 w 1500848"/>
                <a:gd name="connsiteY4" fmla="*/ 3853413 h 4885973"/>
                <a:gd name="connsiteX5" fmla="*/ 1023935 w 1500848"/>
                <a:gd name="connsiteY5" fmla="*/ 3206862 h 4885973"/>
                <a:gd name="connsiteX6" fmla="*/ 814842 w 1500848"/>
                <a:gd name="connsiteY6" fmla="*/ 3214199 h 4885973"/>
                <a:gd name="connsiteX7" fmla="*/ 944868 w 1500848"/>
                <a:gd name="connsiteY7" fmla="*/ 3881811 h 4885973"/>
                <a:gd name="connsiteX8" fmla="*/ 1142647 w 1500848"/>
                <a:gd name="connsiteY8" fmla="*/ 3822714 h 4885973"/>
                <a:gd name="connsiteX9" fmla="*/ 1023935 w 1500848"/>
                <a:gd name="connsiteY9" fmla="*/ 3206862 h 4885973"/>
                <a:gd name="connsiteX10" fmla="*/ 1021246 w 1500848"/>
                <a:gd name="connsiteY10" fmla="*/ 3192914 h 4885973"/>
                <a:gd name="connsiteX11" fmla="*/ 812196 w 1500848"/>
                <a:gd name="connsiteY11" fmla="*/ 3200613 h 4885973"/>
                <a:gd name="connsiteX12" fmla="*/ 812364 w 1500848"/>
                <a:gd name="connsiteY12" fmla="*/ 3201476 h 4885973"/>
                <a:gd name="connsiteX13" fmla="*/ 1021320 w 1500848"/>
                <a:gd name="connsiteY13" fmla="*/ 3193296 h 4885973"/>
                <a:gd name="connsiteX14" fmla="*/ 1021246 w 1500848"/>
                <a:gd name="connsiteY14" fmla="*/ 3192914 h 4885973"/>
                <a:gd name="connsiteX15" fmla="*/ 663056 w 1500848"/>
                <a:gd name="connsiteY15" fmla="*/ 2434858 h 4885973"/>
                <a:gd name="connsiteX16" fmla="*/ 794840 w 1500848"/>
                <a:gd name="connsiteY16" fmla="*/ 3111500 h 4885973"/>
                <a:gd name="connsiteX17" fmla="*/ 1005553 w 1500848"/>
                <a:gd name="connsiteY17" fmla="*/ 3111500 h 4885973"/>
                <a:gd name="connsiteX18" fmla="*/ 881831 w 1500848"/>
                <a:gd name="connsiteY18" fmla="*/ 2469662 h 4885973"/>
                <a:gd name="connsiteX19" fmla="*/ 663056 w 1500848"/>
                <a:gd name="connsiteY19" fmla="*/ 2434858 h 4885973"/>
                <a:gd name="connsiteX20" fmla="*/ 515474 w 1500848"/>
                <a:gd name="connsiteY20" fmla="*/ 1677107 h 4885973"/>
                <a:gd name="connsiteX21" fmla="*/ 638346 w 1500848"/>
                <a:gd name="connsiteY21" fmla="*/ 2307988 h 4885973"/>
                <a:gd name="connsiteX22" fmla="*/ 859108 w 1500848"/>
                <a:gd name="connsiteY22" fmla="*/ 2351782 h 4885973"/>
                <a:gd name="connsiteX23" fmla="*/ 742526 w 1500848"/>
                <a:gd name="connsiteY23" fmla="*/ 1746985 h 4885973"/>
                <a:gd name="connsiteX24" fmla="*/ 738854 w 1500848"/>
                <a:gd name="connsiteY24" fmla="*/ 1747520 h 4885973"/>
                <a:gd name="connsiteX25" fmla="*/ 515474 w 1500848"/>
                <a:gd name="connsiteY25" fmla="*/ 1677107 h 4885973"/>
                <a:gd name="connsiteX26" fmla="*/ 356902 w 1500848"/>
                <a:gd name="connsiteY26" fmla="*/ 862930 h 4885973"/>
                <a:gd name="connsiteX27" fmla="*/ 482433 w 1500848"/>
                <a:gd name="connsiteY27" fmla="*/ 1507463 h 4885973"/>
                <a:gd name="connsiteX28" fmla="*/ 713506 w 1500848"/>
                <a:gd name="connsiteY28" fmla="*/ 1596434 h 4885973"/>
                <a:gd name="connsiteX29" fmla="*/ 592688 w 1500848"/>
                <a:gd name="connsiteY29" fmla="*/ 969659 h 4885973"/>
                <a:gd name="connsiteX30" fmla="*/ 356902 w 1500848"/>
                <a:gd name="connsiteY30" fmla="*/ 862930 h 4885973"/>
                <a:gd name="connsiteX31" fmla="*/ 134327 w 1500848"/>
                <a:gd name="connsiteY31" fmla="*/ 0 h 4885973"/>
                <a:gd name="connsiteX32" fmla="*/ 195266 w 1500848"/>
                <a:gd name="connsiteY32" fmla="*/ 33015 h 4885973"/>
                <a:gd name="connsiteX33" fmla="*/ 326181 w 1500848"/>
                <a:gd name="connsiteY33" fmla="*/ 705190 h 4885973"/>
                <a:gd name="connsiteX34" fmla="*/ 564433 w 1500848"/>
                <a:gd name="connsiteY34" fmla="*/ 823080 h 4885973"/>
                <a:gd name="connsiteX35" fmla="*/ 464528 w 1500848"/>
                <a:gd name="connsiteY35" fmla="*/ 304800 h 4885973"/>
                <a:gd name="connsiteX36" fmla="*/ 545025 w 1500848"/>
                <a:gd name="connsiteY36" fmla="*/ 308583 h 4885973"/>
                <a:gd name="connsiteX37" fmla="*/ 566932 w 1500848"/>
                <a:gd name="connsiteY37" fmla="*/ 308716 h 4885973"/>
                <a:gd name="connsiteX38" fmla="*/ 566127 w 1500848"/>
                <a:gd name="connsiteY38" fmla="*/ 304800 h 4885973"/>
                <a:gd name="connsiteX39" fmla="*/ 573752 w 1500848"/>
                <a:gd name="connsiteY39" fmla="*/ 308626 h 4885973"/>
                <a:gd name="connsiteX40" fmla="*/ 575027 w 1500848"/>
                <a:gd name="connsiteY40" fmla="*/ 308608 h 4885973"/>
                <a:gd name="connsiteX41" fmla="*/ 575178 w 1500848"/>
                <a:gd name="connsiteY41" fmla="*/ 309342 h 4885973"/>
                <a:gd name="connsiteX42" fmla="*/ 621994 w 1500848"/>
                <a:gd name="connsiteY42" fmla="*/ 332836 h 4885973"/>
                <a:gd name="connsiteX43" fmla="*/ 1500848 w 1500848"/>
                <a:gd name="connsiteY43" fmla="*/ 4594774 h 4885973"/>
                <a:gd name="connsiteX44" fmla="*/ 1462113 w 1500848"/>
                <a:gd name="connsiteY44" fmla="*/ 4624960 h 4885973"/>
                <a:gd name="connsiteX45" fmla="*/ 1464018 w 1500848"/>
                <a:gd name="connsiteY45" fmla="*/ 4634230 h 4885973"/>
                <a:gd name="connsiteX46" fmla="*/ 1296372 w 1500848"/>
                <a:gd name="connsiteY46" fmla="*/ 4620200 h 4885973"/>
                <a:gd name="connsiteX47" fmla="*/ 1166020 w 1500848"/>
                <a:gd name="connsiteY47" fmla="*/ 3943966 h 4885973"/>
                <a:gd name="connsiteX48" fmla="*/ 970425 w 1500848"/>
                <a:gd name="connsiteY48" fmla="*/ 4013036 h 4885973"/>
                <a:gd name="connsiteX49" fmla="*/ 1130009 w 1500848"/>
                <a:gd name="connsiteY49" fmla="*/ 4832411 h 4885973"/>
                <a:gd name="connsiteX50" fmla="*/ 1072850 w 1500848"/>
                <a:gd name="connsiteY50" fmla="*/ 4884421 h 4885973"/>
                <a:gd name="connsiteX51" fmla="*/ 1069340 w 1500848"/>
                <a:gd name="connsiteY51" fmla="*/ 4885973 h 4885973"/>
                <a:gd name="connsiteX52" fmla="*/ 863591 w 1500848"/>
                <a:gd name="connsiteY52" fmla="*/ 4849075 h 4885973"/>
                <a:gd name="connsiteX53" fmla="*/ 0 w 1500848"/>
                <a:gd name="connsiteY53" fmla="*/ 2716 h 4885973"/>
                <a:gd name="connsiteX54" fmla="*/ 27742 w 1500848"/>
                <a:gd name="connsiteY54" fmla="*/ 42 h 4885973"/>
                <a:gd name="connsiteX55" fmla="*/ 129559 w 1500848"/>
                <a:gd name="connsiteY55" fmla="*/ 2716 h 4885973"/>
                <a:gd name="connsiteX56" fmla="*/ 134327 w 1500848"/>
                <a:gd name="connsiteY56" fmla="*/ 0 h 4885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500848" h="4885973">
                  <a:moveTo>
                    <a:pt x="1148565" y="3853413"/>
                  </a:moveTo>
                  <a:lnTo>
                    <a:pt x="951341" y="3915045"/>
                  </a:lnTo>
                  <a:lnTo>
                    <a:pt x="952959" y="3923356"/>
                  </a:lnTo>
                  <a:lnTo>
                    <a:pt x="1150237" y="3862090"/>
                  </a:lnTo>
                  <a:lnTo>
                    <a:pt x="1148565" y="3853413"/>
                  </a:lnTo>
                  <a:close/>
                  <a:moveTo>
                    <a:pt x="1023935" y="3206862"/>
                  </a:moveTo>
                  <a:lnTo>
                    <a:pt x="814842" y="3214199"/>
                  </a:lnTo>
                  <a:lnTo>
                    <a:pt x="944868" y="3881811"/>
                  </a:lnTo>
                  <a:lnTo>
                    <a:pt x="1142647" y="3822714"/>
                  </a:lnTo>
                  <a:lnTo>
                    <a:pt x="1023935" y="3206862"/>
                  </a:lnTo>
                  <a:close/>
                  <a:moveTo>
                    <a:pt x="1021246" y="3192914"/>
                  </a:moveTo>
                  <a:lnTo>
                    <a:pt x="812196" y="3200613"/>
                  </a:lnTo>
                  <a:lnTo>
                    <a:pt x="812364" y="3201476"/>
                  </a:lnTo>
                  <a:lnTo>
                    <a:pt x="1021320" y="3193296"/>
                  </a:lnTo>
                  <a:cubicBezTo>
                    <a:pt x="1021295" y="3193169"/>
                    <a:pt x="1021271" y="3193041"/>
                    <a:pt x="1021246" y="3192914"/>
                  </a:cubicBezTo>
                  <a:close/>
                  <a:moveTo>
                    <a:pt x="663056" y="2434858"/>
                  </a:moveTo>
                  <a:lnTo>
                    <a:pt x="794840" y="3111500"/>
                  </a:lnTo>
                  <a:lnTo>
                    <a:pt x="1005553" y="3111500"/>
                  </a:lnTo>
                  <a:lnTo>
                    <a:pt x="881831" y="2469662"/>
                  </a:lnTo>
                  <a:lnTo>
                    <a:pt x="663056" y="2434858"/>
                  </a:lnTo>
                  <a:close/>
                  <a:moveTo>
                    <a:pt x="515474" y="1677107"/>
                  </a:moveTo>
                  <a:lnTo>
                    <a:pt x="638346" y="2307988"/>
                  </a:lnTo>
                  <a:lnTo>
                    <a:pt x="859108" y="2351782"/>
                  </a:lnTo>
                  <a:lnTo>
                    <a:pt x="742526" y="1746985"/>
                  </a:lnTo>
                  <a:lnTo>
                    <a:pt x="738854" y="1747520"/>
                  </a:lnTo>
                  <a:lnTo>
                    <a:pt x="515474" y="1677107"/>
                  </a:lnTo>
                  <a:close/>
                  <a:moveTo>
                    <a:pt x="356902" y="862930"/>
                  </a:moveTo>
                  <a:lnTo>
                    <a:pt x="482433" y="1507463"/>
                  </a:lnTo>
                  <a:lnTo>
                    <a:pt x="713506" y="1596434"/>
                  </a:lnTo>
                  <a:lnTo>
                    <a:pt x="592688" y="969659"/>
                  </a:lnTo>
                  <a:lnTo>
                    <a:pt x="356902" y="862930"/>
                  </a:lnTo>
                  <a:close/>
                  <a:moveTo>
                    <a:pt x="134327" y="0"/>
                  </a:moveTo>
                  <a:lnTo>
                    <a:pt x="195266" y="33015"/>
                  </a:lnTo>
                  <a:lnTo>
                    <a:pt x="326181" y="705190"/>
                  </a:lnTo>
                  <a:lnTo>
                    <a:pt x="564433" y="823080"/>
                  </a:lnTo>
                  <a:lnTo>
                    <a:pt x="464528" y="304800"/>
                  </a:lnTo>
                  <a:cubicBezTo>
                    <a:pt x="498192" y="307306"/>
                    <a:pt x="525817" y="308258"/>
                    <a:pt x="545025" y="308583"/>
                  </a:cubicBezTo>
                  <a:lnTo>
                    <a:pt x="566932" y="308716"/>
                  </a:lnTo>
                  <a:lnTo>
                    <a:pt x="566127" y="304800"/>
                  </a:lnTo>
                  <a:lnTo>
                    <a:pt x="573752" y="308626"/>
                  </a:lnTo>
                  <a:lnTo>
                    <a:pt x="575027" y="308608"/>
                  </a:lnTo>
                  <a:cubicBezTo>
                    <a:pt x="575077" y="308853"/>
                    <a:pt x="575128" y="309097"/>
                    <a:pt x="575178" y="309342"/>
                  </a:cubicBezTo>
                  <a:lnTo>
                    <a:pt x="621994" y="332836"/>
                  </a:lnTo>
                  <a:lnTo>
                    <a:pt x="1500848" y="4594774"/>
                  </a:lnTo>
                  <a:lnTo>
                    <a:pt x="1462113" y="4624960"/>
                  </a:lnTo>
                  <a:lnTo>
                    <a:pt x="1464018" y="4634230"/>
                  </a:lnTo>
                  <a:lnTo>
                    <a:pt x="1296372" y="4620200"/>
                  </a:lnTo>
                  <a:lnTo>
                    <a:pt x="1166020" y="3943966"/>
                  </a:lnTo>
                  <a:lnTo>
                    <a:pt x="970425" y="4013036"/>
                  </a:lnTo>
                  <a:lnTo>
                    <a:pt x="1130009" y="4832411"/>
                  </a:lnTo>
                  <a:lnTo>
                    <a:pt x="1072850" y="4884421"/>
                  </a:lnTo>
                  <a:lnTo>
                    <a:pt x="1069340" y="4885973"/>
                  </a:lnTo>
                  <a:lnTo>
                    <a:pt x="863591" y="4849075"/>
                  </a:lnTo>
                  <a:lnTo>
                    <a:pt x="0" y="2716"/>
                  </a:lnTo>
                  <a:cubicBezTo>
                    <a:pt x="4444" y="1131"/>
                    <a:pt x="14763" y="339"/>
                    <a:pt x="27742" y="42"/>
                  </a:cubicBezTo>
                  <a:lnTo>
                    <a:pt x="129559" y="2716"/>
                  </a:lnTo>
                  <a:lnTo>
                    <a:pt x="134327" y="0"/>
                  </a:lnTo>
                  <a:close/>
                </a:path>
              </a:pathLst>
            </a:custGeom>
            <a:solidFill>
              <a:srgbClr val="E4E4E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endPara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endParaRP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A5B8F4F7-7FE0-4DDA-B86A-DAB654169780}"/>
                </a:ext>
              </a:extLst>
            </p:cNvPr>
            <p:cNvGrpSpPr/>
            <p:nvPr/>
          </p:nvGrpSpPr>
          <p:grpSpPr>
            <a:xfrm>
              <a:off x="7834972" y="1808050"/>
              <a:ext cx="1500848" cy="4885974"/>
              <a:chOff x="7834972" y="1808050"/>
              <a:chExt cx="1500848" cy="4885974"/>
            </a:xfrm>
          </p:grpSpPr>
          <p:sp>
            <p:nvSpPr>
              <p:cNvPr id="126" name="Figure">
                <a:extLst>
                  <a:ext uri="{FF2B5EF4-FFF2-40B4-BE49-F238E27FC236}">
                    <a16:creationId xmlns:a16="http://schemas.microsoft.com/office/drawing/2014/main" id="{4E7E8DEC-2DB1-45B1-8237-94BBC017F13B}"/>
                  </a:ext>
                </a:extLst>
              </p:cNvPr>
              <p:cNvSpPr/>
              <p:nvPr/>
            </p:nvSpPr>
            <p:spPr>
              <a:xfrm>
                <a:off x="7834972" y="1808050"/>
                <a:ext cx="1069340" cy="488597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4" extrusionOk="0">
                    <a:moveTo>
                      <a:pt x="0" y="12"/>
                    </a:moveTo>
                    <a:cubicBezTo>
                      <a:pt x="359" y="-16"/>
                      <a:pt x="2617" y="12"/>
                      <a:pt x="2617" y="12"/>
                    </a:cubicBezTo>
                    <a:lnTo>
                      <a:pt x="21600" y="21584"/>
                    </a:lnTo>
                    <a:lnTo>
                      <a:pt x="17444" y="21421"/>
                    </a:ln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E4E4E4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27" name="Figure">
                <a:extLst>
                  <a:ext uri="{FF2B5EF4-FFF2-40B4-BE49-F238E27FC236}">
                    <a16:creationId xmlns:a16="http://schemas.microsoft.com/office/drawing/2014/main" id="{64B5AADD-95C2-43FD-9FFF-C76CEAE385BC}"/>
                  </a:ext>
                </a:extLst>
              </p:cNvPr>
              <p:cNvSpPr/>
              <p:nvPr/>
            </p:nvSpPr>
            <p:spPr>
              <a:xfrm>
                <a:off x="8299500" y="2112851"/>
                <a:ext cx="999490" cy="43294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1455" y="25"/>
                      <a:pt x="2388" y="19"/>
                      <a:pt x="2388" y="19"/>
                    </a:cubicBezTo>
                    <a:lnTo>
                      <a:pt x="21600" y="21600"/>
                    </a:lnTo>
                    <a:lnTo>
                      <a:pt x="17977" y="2153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4E4E4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28" name="Figure">
                <a:extLst>
                  <a:ext uri="{FF2B5EF4-FFF2-40B4-BE49-F238E27FC236}">
                    <a16:creationId xmlns:a16="http://schemas.microsoft.com/office/drawing/2014/main" id="{AA8415F1-4633-4B20-97D6-C40D8A9C8813}"/>
                  </a:ext>
                </a:extLst>
              </p:cNvPr>
              <p:cNvSpPr/>
              <p:nvPr/>
            </p:nvSpPr>
            <p:spPr>
              <a:xfrm>
                <a:off x="8401099" y="2112851"/>
                <a:ext cx="934721" cy="43256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291" y="140"/>
                    </a:lnTo>
                    <a:lnTo>
                      <a:pt x="21600" y="21422"/>
                    </a:lnTo>
                    <a:lnTo>
                      <a:pt x="20543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29" name="Figure">
                <a:extLst>
                  <a:ext uri="{FF2B5EF4-FFF2-40B4-BE49-F238E27FC236}">
                    <a16:creationId xmlns:a16="http://schemas.microsoft.com/office/drawing/2014/main" id="{CD35C4E9-D2CD-43E6-9425-029C6608183A}"/>
                  </a:ext>
                </a:extLst>
              </p:cNvPr>
              <p:cNvSpPr/>
              <p:nvPr/>
            </p:nvSpPr>
            <p:spPr>
              <a:xfrm>
                <a:off x="8172499" y="2595451"/>
                <a:ext cx="370841" cy="182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250"/>
                    </a:moveTo>
                    <a:lnTo>
                      <a:pt x="14942" y="21600"/>
                    </a:lnTo>
                    <a:lnTo>
                      <a:pt x="888" y="87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0" name="Figure">
                <a:extLst>
                  <a:ext uri="{FF2B5EF4-FFF2-40B4-BE49-F238E27FC236}">
                    <a16:creationId xmlns:a16="http://schemas.microsoft.com/office/drawing/2014/main" id="{6041F4CE-BFE2-4696-BD19-D41AA04D6982}"/>
                  </a:ext>
                </a:extLst>
              </p:cNvPr>
              <p:cNvSpPr/>
              <p:nvPr/>
            </p:nvSpPr>
            <p:spPr>
              <a:xfrm>
                <a:off x="8324899" y="3408250"/>
                <a:ext cx="370841" cy="1473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8993"/>
                    </a:moveTo>
                    <a:lnTo>
                      <a:pt x="14499" y="21600"/>
                    </a:lnTo>
                    <a:lnTo>
                      <a:pt x="888" y="108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1" name="Figure">
                <a:extLst>
                  <a:ext uri="{FF2B5EF4-FFF2-40B4-BE49-F238E27FC236}">
                    <a16:creationId xmlns:a16="http://schemas.microsoft.com/office/drawing/2014/main" id="{7DC650F7-40AE-4CA6-9659-80F0E9C7247B}"/>
                  </a:ext>
                </a:extLst>
              </p:cNvPr>
              <p:cNvSpPr/>
              <p:nvPr/>
            </p:nvSpPr>
            <p:spPr>
              <a:xfrm>
                <a:off x="8489999" y="4208351"/>
                <a:ext cx="367031" cy="69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8851"/>
                    </a:moveTo>
                    <a:lnTo>
                      <a:pt x="13528" y="21600"/>
                    </a:lnTo>
                    <a:lnTo>
                      <a:pt x="374" y="1060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D8D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2" name="Figure">
                <a:extLst>
                  <a:ext uri="{FF2B5EF4-FFF2-40B4-BE49-F238E27FC236}">
                    <a16:creationId xmlns:a16="http://schemas.microsoft.com/office/drawing/2014/main" id="{B7124244-DCCC-4207-9C2B-2AD64BF149B6}"/>
                  </a:ext>
                </a:extLst>
              </p:cNvPr>
              <p:cNvSpPr/>
              <p:nvPr/>
            </p:nvSpPr>
            <p:spPr>
              <a:xfrm>
                <a:off x="8642399" y="4995750"/>
                <a:ext cx="356871" cy="2667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3298" y="15429"/>
                    </a:lnTo>
                    <a:lnTo>
                      <a:pt x="154" y="21600"/>
                    </a:lnTo>
                    <a:lnTo>
                      <a:pt x="0" y="11314"/>
                    </a:lnTo>
                    <a:close/>
                  </a:path>
                </a:pathLst>
              </a:custGeom>
              <a:solidFill>
                <a:srgbClr val="D8D8D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3" name="Figure">
                <a:extLst>
                  <a:ext uri="{FF2B5EF4-FFF2-40B4-BE49-F238E27FC236}">
                    <a16:creationId xmlns:a16="http://schemas.microsoft.com/office/drawing/2014/main" id="{56016950-6B3E-46EA-89CB-364D4FD6B5CF}"/>
                  </a:ext>
                </a:extLst>
              </p:cNvPr>
              <p:cNvSpPr/>
              <p:nvPr/>
            </p:nvSpPr>
            <p:spPr>
              <a:xfrm>
                <a:off x="8769399" y="5618050"/>
                <a:ext cx="353061" cy="1079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2742" y="2541"/>
                    </a:lnTo>
                    <a:lnTo>
                      <a:pt x="0" y="14993"/>
                    </a:lnTo>
                    <a:lnTo>
                      <a:pt x="466" y="21600"/>
                    </a:lnTo>
                    <a:close/>
                  </a:path>
                </a:pathLst>
              </a:custGeom>
              <a:solidFill>
                <a:srgbClr val="D8D8D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EE7B3DC-1343-4311-9C0E-12D2D6A150A6}"/>
                  </a:ext>
                </a:extLst>
              </p:cNvPr>
              <p:cNvSpPr/>
              <p:nvPr/>
            </p:nvSpPr>
            <p:spPr>
              <a:xfrm>
                <a:off x="7969299" y="1808051"/>
                <a:ext cx="1366521" cy="4884421"/>
              </a:xfrm>
              <a:custGeom>
                <a:avLst/>
                <a:gdLst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521530 w 1366521"/>
                  <a:gd name="connsiteY4" fmla="*/ 2397896 h 4884421"/>
                  <a:gd name="connsiteX5" fmla="*/ 660513 w 1366521"/>
                  <a:gd name="connsiteY5" fmla="*/ 3111500 h 4884421"/>
                  <a:gd name="connsiteX6" fmla="*/ 1008619 w 1366521"/>
                  <a:gd name="connsiteY6" fmla="*/ 3111500 h 4884421"/>
                  <a:gd name="connsiteX7" fmla="*/ 874037 w 1366521"/>
                  <a:gd name="connsiteY7" fmla="*/ 2456650 h 4884421"/>
                  <a:gd name="connsiteX8" fmla="*/ 365533 w 1366521"/>
                  <a:gd name="connsiteY8" fmla="*/ 1596940 h 4884421"/>
                  <a:gd name="connsiteX9" fmla="*/ 504019 w 1366521"/>
                  <a:gd name="connsiteY9" fmla="*/ 2307988 h 4884421"/>
                  <a:gd name="connsiteX10" fmla="*/ 857913 w 1366521"/>
                  <a:gd name="connsiteY10" fmla="*/ 2378192 h 4884421"/>
                  <a:gd name="connsiteX11" fmla="*/ 723242 w 1366521"/>
                  <a:gd name="connsiteY11" fmla="*/ 1722905 h 4884421"/>
                  <a:gd name="connsiteX12" fmla="*/ 209215 w 1366521"/>
                  <a:gd name="connsiteY12" fmla="*/ 794332 h 4884421"/>
                  <a:gd name="connsiteX13" fmla="*/ 348106 w 1366521"/>
                  <a:gd name="connsiteY13" fmla="*/ 1507463 h 4884421"/>
                  <a:gd name="connsiteX14" fmla="*/ 707396 w 1366521"/>
                  <a:gd name="connsiteY14" fmla="*/ 1645801 h 4884421"/>
                  <a:gd name="connsiteX15" fmla="*/ 566339 w 1366521"/>
                  <a:gd name="connsiteY15" fmla="*/ 959442 h 4884421"/>
                  <a:gd name="connsiteX16" fmla="*/ 0 w 1366521"/>
                  <a:gd name="connsiteY16" fmla="*/ 0 h 4884421"/>
                  <a:gd name="connsiteX17" fmla="*/ 60939 w 1366521"/>
                  <a:gd name="connsiteY17" fmla="*/ 33015 h 4884421"/>
                  <a:gd name="connsiteX18" fmla="*/ 191854 w 1366521"/>
                  <a:gd name="connsiteY18" fmla="*/ 705190 h 4884421"/>
                  <a:gd name="connsiteX19" fmla="*/ 550564 w 1366521"/>
                  <a:gd name="connsiteY19" fmla="*/ 882684 h 4884421"/>
                  <a:gd name="connsiteX20" fmla="*/ 431800 w 1366521"/>
                  <a:gd name="connsiteY20" fmla="*/ 304800 h 4884421"/>
                  <a:gd name="connsiteX21" fmla="*/ 487667 w 1366521"/>
                  <a:gd name="connsiteY21" fmla="*/ 332836 h 4884421"/>
                  <a:gd name="connsiteX22" fmla="*/ 606788 w 1366521"/>
                  <a:gd name="connsiteY22" fmla="*/ 910504 h 4884421"/>
                  <a:gd name="connsiteX23" fmla="*/ 617215 w 1366521"/>
                  <a:gd name="connsiteY23" fmla="*/ 915664 h 4884421"/>
                  <a:gd name="connsiteX24" fmla="*/ 633731 w 1366521"/>
                  <a:gd name="connsiteY24" fmla="*/ 990600 h 4884421"/>
                  <a:gd name="connsiteX25" fmla="*/ 622206 w 1366521"/>
                  <a:gd name="connsiteY25" fmla="*/ 985271 h 4884421"/>
                  <a:gd name="connsiteX26" fmla="*/ 762814 w 1366521"/>
                  <a:gd name="connsiteY26" fmla="*/ 1667139 h 4884421"/>
                  <a:gd name="connsiteX27" fmla="*/ 767071 w 1366521"/>
                  <a:gd name="connsiteY27" fmla="*/ 1668778 h 4884421"/>
                  <a:gd name="connsiteX28" fmla="*/ 782322 w 1366521"/>
                  <a:gd name="connsiteY28" fmla="*/ 1743710 h 4884421"/>
                  <a:gd name="connsiteX29" fmla="*/ 778312 w 1366521"/>
                  <a:gd name="connsiteY29" fmla="*/ 1742298 h 4884421"/>
                  <a:gd name="connsiteX30" fmla="*/ 911637 w 1366521"/>
                  <a:gd name="connsiteY30" fmla="*/ 2388849 h 4884421"/>
                  <a:gd name="connsiteX31" fmla="*/ 924563 w 1366521"/>
                  <a:gd name="connsiteY31" fmla="*/ 2391413 h 4884421"/>
                  <a:gd name="connsiteX32" fmla="*/ 939801 w 1366521"/>
                  <a:gd name="connsiteY32" fmla="*/ 2467611 h 4884421"/>
                  <a:gd name="connsiteX33" fmla="*/ 927454 w 1366521"/>
                  <a:gd name="connsiteY33" fmla="*/ 2465553 h 4884421"/>
                  <a:gd name="connsiteX34" fmla="*/ 1366521 w 1366521"/>
                  <a:gd name="connsiteY34" fmla="*/ 4594774 h 4884421"/>
                  <a:gd name="connsiteX35" fmla="*/ 1320780 w 1366521"/>
                  <a:gd name="connsiteY35" fmla="*/ 4630420 h 4884421"/>
                  <a:gd name="connsiteX36" fmla="*/ 1169689 w 1366521"/>
                  <a:gd name="connsiteY36" fmla="*/ 3895236 h 4884421"/>
                  <a:gd name="connsiteX37" fmla="*/ 836098 w 1366521"/>
                  <a:gd name="connsiteY37" fmla="*/ 4013036 h 4884421"/>
                  <a:gd name="connsiteX38" fmla="*/ 995682 w 1366521"/>
                  <a:gd name="connsiteY38" fmla="*/ 4832411 h 4884421"/>
                  <a:gd name="connsiteX39" fmla="*/ 938523 w 1366521"/>
                  <a:gd name="connsiteY39" fmla="*/ 4884421 h 4884421"/>
                  <a:gd name="connsiteX40" fmla="*/ 615428 w 1366521"/>
                  <a:gd name="connsiteY40" fmla="*/ 3202912 h 4884421"/>
                  <a:gd name="connsiteX41" fmla="*/ 614681 w 1366521"/>
                  <a:gd name="connsiteY41" fmla="*/ 3202940 h 4884421"/>
                  <a:gd name="connsiteX42" fmla="*/ 596900 w 1366521"/>
                  <a:gd name="connsiteY42" fmla="*/ 3111500 h 4884421"/>
                  <a:gd name="connsiteX43" fmla="*/ 597863 w 1366521"/>
                  <a:gd name="connsiteY43" fmla="*/ 3111500 h 4884421"/>
                  <a:gd name="connsiteX44" fmla="*/ 147111 w 1366521"/>
                  <a:gd name="connsiteY44" fmla="*/ 765619 h 4884421"/>
                  <a:gd name="connsiteX45" fmla="*/ 144782 w 1366521"/>
                  <a:gd name="connsiteY45" fmla="*/ 764543 h 4884421"/>
                  <a:gd name="connsiteX46" fmla="*/ 127000 w 1366521"/>
                  <a:gd name="connsiteY46" fmla="*/ 673100 h 4884421"/>
                  <a:gd name="connsiteX47" fmla="*/ 129579 w 1366521"/>
                  <a:gd name="connsiteY47" fmla="*/ 674376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606788 w 1366521"/>
                  <a:gd name="connsiteY26" fmla="*/ 910504 h 4884421"/>
                  <a:gd name="connsiteX27" fmla="*/ 633731 w 1366521"/>
                  <a:gd name="connsiteY27" fmla="*/ 990600 h 4884421"/>
                  <a:gd name="connsiteX28" fmla="*/ 622206 w 1366521"/>
                  <a:gd name="connsiteY28" fmla="*/ 985271 h 4884421"/>
                  <a:gd name="connsiteX29" fmla="*/ 762814 w 1366521"/>
                  <a:gd name="connsiteY29" fmla="*/ 1667139 h 4884421"/>
                  <a:gd name="connsiteX30" fmla="*/ 767071 w 1366521"/>
                  <a:gd name="connsiteY30" fmla="*/ 1668778 h 4884421"/>
                  <a:gd name="connsiteX31" fmla="*/ 782322 w 1366521"/>
                  <a:gd name="connsiteY31" fmla="*/ 1743710 h 4884421"/>
                  <a:gd name="connsiteX32" fmla="*/ 778312 w 1366521"/>
                  <a:gd name="connsiteY32" fmla="*/ 1742298 h 4884421"/>
                  <a:gd name="connsiteX33" fmla="*/ 911637 w 1366521"/>
                  <a:gd name="connsiteY33" fmla="*/ 2388849 h 4884421"/>
                  <a:gd name="connsiteX34" fmla="*/ 924563 w 1366521"/>
                  <a:gd name="connsiteY34" fmla="*/ 2391413 h 4884421"/>
                  <a:gd name="connsiteX35" fmla="*/ 939801 w 1366521"/>
                  <a:gd name="connsiteY35" fmla="*/ 2467611 h 4884421"/>
                  <a:gd name="connsiteX36" fmla="*/ 927454 w 1366521"/>
                  <a:gd name="connsiteY36" fmla="*/ 2465553 h 4884421"/>
                  <a:gd name="connsiteX37" fmla="*/ 1366521 w 1366521"/>
                  <a:gd name="connsiteY37" fmla="*/ 4594774 h 4884421"/>
                  <a:gd name="connsiteX38" fmla="*/ 1320780 w 1366521"/>
                  <a:gd name="connsiteY38" fmla="*/ 4630420 h 4884421"/>
                  <a:gd name="connsiteX39" fmla="*/ 1169689 w 1366521"/>
                  <a:gd name="connsiteY39" fmla="*/ 3895236 h 4884421"/>
                  <a:gd name="connsiteX40" fmla="*/ 836098 w 1366521"/>
                  <a:gd name="connsiteY40" fmla="*/ 4013036 h 4884421"/>
                  <a:gd name="connsiteX41" fmla="*/ 995682 w 1366521"/>
                  <a:gd name="connsiteY41" fmla="*/ 4832411 h 4884421"/>
                  <a:gd name="connsiteX42" fmla="*/ 938523 w 1366521"/>
                  <a:gd name="connsiteY42" fmla="*/ 4884421 h 4884421"/>
                  <a:gd name="connsiteX43" fmla="*/ 615428 w 1366521"/>
                  <a:gd name="connsiteY43" fmla="*/ 3202912 h 4884421"/>
                  <a:gd name="connsiteX44" fmla="*/ 614681 w 1366521"/>
                  <a:gd name="connsiteY44" fmla="*/ 3202940 h 4884421"/>
                  <a:gd name="connsiteX45" fmla="*/ 596900 w 1366521"/>
                  <a:gd name="connsiteY45" fmla="*/ 3111500 h 4884421"/>
                  <a:gd name="connsiteX46" fmla="*/ 597863 w 1366521"/>
                  <a:gd name="connsiteY46" fmla="*/ 3111500 h 4884421"/>
                  <a:gd name="connsiteX47" fmla="*/ 147111 w 1366521"/>
                  <a:gd name="connsiteY47" fmla="*/ 765619 h 4884421"/>
                  <a:gd name="connsiteX48" fmla="*/ 144782 w 1366521"/>
                  <a:gd name="connsiteY48" fmla="*/ 764543 h 4884421"/>
                  <a:gd name="connsiteX49" fmla="*/ 127000 w 1366521"/>
                  <a:gd name="connsiteY49" fmla="*/ 673100 h 4884421"/>
                  <a:gd name="connsiteX50" fmla="*/ 129579 w 1366521"/>
                  <a:gd name="connsiteY50" fmla="*/ 674376 h 4884421"/>
                  <a:gd name="connsiteX51" fmla="*/ 0 w 1366521"/>
                  <a:gd name="connsiteY51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633731 w 1366521"/>
                  <a:gd name="connsiteY26" fmla="*/ 990600 h 4884421"/>
                  <a:gd name="connsiteX27" fmla="*/ 622206 w 1366521"/>
                  <a:gd name="connsiteY27" fmla="*/ 985271 h 4884421"/>
                  <a:gd name="connsiteX28" fmla="*/ 762814 w 1366521"/>
                  <a:gd name="connsiteY28" fmla="*/ 1667139 h 4884421"/>
                  <a:gd name="connsiteX29" fmla="*/ 767071 w 1366521"/>
                  <a:gd name="connsiteY29" fmla="*/ 1668778 h 4884421"/>
                  <a:gd name="connsiteX30" fmla="*/ 782322 w 1366521"/>
                  <a:gd name="connsiteY30" fmla="*/ 1743710 h 4884421"/>
                  <a:gd name="connsiteX31" fmla="*/ 778312 w 1366521"/>
                  <a:gd name="connsiteY31" fmla="*/ 1742298 h 4884421"/>
                  <a:gd name="connsiteX32" fmla="*/ 911637 w 1366521"/>
                  <a:gd name="connsiteY32" fmla="*/ 2388849 h 4884421"/>
                  <a:gd name="connsiteX33" fmla="*/ 924563 w 1366521"/>
                  <a:gd name="connsiteY33" fmla="*/ 2391413 h 4884421"/>
                  <a:gd name="connsiteX34" fmla="*/ 939801 w 1366521"/>
                  <a:gd name="connsiteY34" fmla="*/ 2467611 h 4884421"/>
                  <a:gd name="connsiteX35" fmla="*/ 927454 w 1366521"/>
                  <a:gd name="connsiteY35" fmla="*/ 2465553 h 4884421"/>
                  <a:gd name="connsiteX36" fmla="*/ 1366521 w 1366521"/>
                  <a:gd name="connsiteY36" fmla="*/ 4594774 h 4884421"/>
                  <a:gd name="connsiteX37" fmla="*/ 1320780 w 1366521"/>
                  <a:gd name="connsiteY37" fmla="*/ 4630420 h 4884421"/>
                  <a:gd name="connsiteX38" fmla="*/ 1169689 w 1366521"/>
                  <a:gd name="connsiteY38" fmla="*/ 3895236 h 4884421"/>
                  <a:gd name="connsiteX39" fmla="*/ 836098 w 1366521"/>
                  <a:gd name="connsiteY39" fmla="*/ 4013036 h 4884421"/>
                  <a:gd name="connsiteX40" fmla="*/ 995682 w 1366521"/>
                  <a:gd name="connsiteY40" fmla="*/ 4832411 h 4884421"/>
                  <a:gd name="connsiteX41" fmla="*/ 938523 w 1366521"/>
                  <a:gd name="connsiteY41" fmla="*/ 4884421 h 4884421"/>
                  <a:gd name="connsiteX42" fmla="*/ 615428 w 1366521"/>
                  <a:gd name="connsiteY42" fmla="*/ 3202912 h 4884421"/>
                  <a:gd name="connsiteX43" fmla="*/ 614681 w 1366521"/>
                  <a:gd name="connsiteY43" fmla="*/ 3202940 h 4884421"/>
                  <a:gd name="connsiteX44" fmla="*/ 596900 w 1366521"/>
                  <a:gd name="connsiteY44" fmla="*/ 3111500 h 4884421"/>
                  <a:gd name="connsiteX45" fmla="*/ 597863 w 1366521"/>
                  <a:gd name="connsiteY45" fmla="*/ 3111500 h 4884421"/>
                  <a:gd name="connsiteX46" fmla="*/ 147111 w 1366521"/>
                  <a:gd name="connsiteY46" fmla="*/ 765619 h 4884421"/>
                  <a:gd name="connsiteX47" fmla="*/ 144782 w 1366521"/>
                  <a:gd name="connsiteY47" fmla="*/ 764543 h 4884421"/>
                  <a:gd name="connsiteX48" fmla="*/ 127000 w 1366521"/>
                  <a:gd name="connsiteY48" fmla="*/ 673100 h 4884421"/>
                  <a:gd name="connsiteX49" fmla="*/ 129579 w 1366521"/>
                  <a:gd name="connsiteY49" fmla="*/ 674376 h 4884421"/>
                  <a:gd name="connsiteX50" fmla="*/ 0 w 1366521"/>
                  <a:gd name="connsiteY50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633731 w 1366521"/>
                  <a:gd name="connsiteY26" fmla="*/ 990600 h 4884421"/>
                  <a:gd name="connsiteX27" fmla="*/ 762814 w 1366521"/>
                  <a:gd name="connsiteY27" fmla="*/ 1667139 h 4884421"/>
                  <a:gd name="connsiteX28" fmla="*/ 767071 w 1366521"/>
                  <a:gd name="connsiteY28" fmla="*/ 1668778 h 4884421"/>
                  <a:gd name="connsiteX29" fmla="*/ 782322 w 1366521"/>
                  <a:gd name="connsiteY29" fmla="*/ 1743710 h 4884421"/>
                  <a:gd name="connsiteX30" fmla="*/ 778312 w 1366521"/>
                  <a:gd name="connsiteY30" fmla="*/ 1742298 h 4884421"/>
                  <a:gd name="connsiteX31" fmla="*/ 911637 w 1366521"/>
                  <a:gd name="connsiteY31" fmla="*/ 2388849 h 4884421"/>
                  <a:gd name="connsiteX32" fmla="*/ 924563 w 1366521"/>
                  <a:gd name="connsiteY32" fmla="*/ 2391413 h 4884421"/>
                  <a:gd name="connsiteX33" fmla="*/ 939801 w 1366521"/>
                  <a:gd name="connsiteY33" fmla="*/ 2467611 h 4884421"/>
                  <a:gd name="connsiteX34" fmla="*/ 927454 w 1366521"/>
                  <a:gd name="connsiteY34" fmla="*/ 2465553 h 4884421"/>
                  <a:gd name="connsiteX35" fmla="*/ 1366521 w 1366521"/>
                  <a:gd name="connsiteY35" fmla="*/ 4594774 h 4884421"/>
                  <a:gd name="connsiteX36" fmla="*/ 1320780 w 1366521"/>
                  <a:gd name="connsiteY36" fmla="*/ 4630420 h 4884421"/>
                  <a:gd name="connsiteX37" fmla="*/ 1169689 w 1366521"/>
                  <a:gd name="connsiteY37" fmla="*/ 3895236 h 4884421"/>
                  <a:gd name="connsiteX38" fmla="*/ 836098 w 1366521"/>
                  <a:gd name="connsiteY38" fmla="*/ 4013036 h 4884421"/>
                  <a:gd name="connsiteX39" fmla="*/ 995682 w 1366521"/>
                  <a:gd name="connsiteY39" fmla="*/ 4832411 h 4884421"/>
                  <a:gd name="connsiteX40" fmla="*/ 938523 w 1366521"/>
                  <a:gd name="connsiteY40" fmla="*/ 4884421 h 4884421"/>
                  <a:gd name="connsiteX41" fmla="*/ 615428 w 1366521"/>
                  <a:gd name="connsiteY41" fmla="*/ 3202912 h 4884421"/>
                  <a:gd name="connsiteX42" fmla="*/ 614681 w 1366521"/>
                  <a:gd name="connsiteY42" fmla="*/ 3202940 h 4884421"/>
                  <a:gd name="connsiteX43" fmla="*/ 596900 w 1366521"/>
                  <a:gd name="connsiteY43" fmla="*/ 3111500 h 4884421"/>
                  <a:gd name="connsiteX44" fmla="*/ 597863 w 1366521"/>
                  <a:gd name="connsiteY44" fmla="*/ 3111500 h 4884421"/>
                  <a:gd name="connsiteX45" fmla="*/ 147111 w 1366521"/>
                  <a:gd name="connsiteY45" fmla="*/ 765619 h 4884421"/>
                  <a:gd name="connsiteX46" fmla="*/ 144782 w 1366521"/>
                  <a:gd name="connsiteY46" fmla="*/ 764543 h 4884421"/>
                  <a:gd name="connsiteX47" fmla="*/ 127000 w 1366521"/>
                  <a:gd name="connsiteY47" fmla="*/ 673100 h 4884421"/>
                  <a:gd name="connsiteX48" fmla="*/ 129579 w 1366521"/>
                  <a:gd name="connsiteY48" fmla="*/ 674376 h 4884421"/>
                  <a:gd name="connsiteX49" fmla="*/ 0 w 1366521"/>
                  <a:gd name="connsiteY49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762814 w 1366521"/>
                  <a:gd name="connsiteY26" fmla="*/ 1667139 h 4884421"/>
                  <a:gd name="connsiteX27" fmla="*/ 767071 w 1366521"/>
                  <a:gd name="connsiteY27" fmla="*/ 1668778 h 4884421"/>
                  <a:gd name="connsiteX28" fmla="*/ 782322 w 1366521"/>
                  <a:gd name="connsiteY28" fmla="*/ 1743710 h 4884421"/>
                  <a:gd name="connsiteX29" fmla="*/ 778312 w 1366521"/>
                  <a:gd name="connsiteY29" fmla="*/ 1742298 h 4884421"/>
                  <a:gd name="connsiteX30" fmla="*/ 911637 w 1366521"/>
                  <a:gd name="connsiteY30" fmla="*/ 2388849 h 4884421"/>
                  <a:gd name="connsiteX31" fmla="*/ 924563 w 1366521"/>
                  <a:gd name="connsiteY31" fmla="*/ 2391413 h 4884421"/>
                  <a:gd name="connsiteX32" fmla="*/ 939801 w 1366521"/>
                  <a:gd name="connsiteY32" fmla="*/ 2467611 h 4884421"/>
                  <a:gd name="connsiteX33" fmla="*/ 927454 w 1366521"/>
                  <a:gd name="connsiteY33" fmla="*/ 2465553 h 4884421"/>
                  <a:gd name="connsiteX34" fmla="*/ 1366521 w 1366521"/>
                  <a:gd name="connsiteY34" fmla="*/ 4594774 h 4884421"/>
                  <a:gd name="connsiteX35" fmla="*/ 1320780 w 1366521"/>
                  <a:gd name="connsiteY35" fmla="*/ 4630420 h 4884421"/>
                  <a:gd name="connsiteX36" fmla="*/ 1169689 w 1366521"/>
                  <a:gd name="connsiteY36" fmla="*/ 3895236 h 4884421"/>
                  <a:gd name="connsiteX37" fmla="*/ 836098 w 1366521"/>
                  <a:gd name="connsiteY37" fmla="*/ 4013036 h 4884421"/>
                  <a:gd name="connsiteX38" fmla="*/ 995682 w 1366521"/>
                  <a:gd name="connsiteY38" fmla="*/ 4832411 h 4884421"/>
                  <a:gd name="connsiteX39" fmla="*/ 938523 w 1366521"/>
                  <a:gd name="connsiteY39" fmla="*/ 4884421 h 4884421"/>
                  <a:gd name="connsiteX40" fmla="*/ 615428 w 1366521"/>
                  <a:gd name="connsiteY40" fmla="*/ 3202912 h 4884421"/>
                  <a:gd name="connsiteX41" fmla="*/ 614681 w 1366521"/>
                  <a:gd name="connsiteY41" fmla="*/ 3202940 h 4884421"/>
                  <a:gd name="connsiteX42" fmla="*/ 596900 w 1366521"/>
                  <a:gd name="connsiteY42" fmla="*/ 3111500 h 4884421"/>
                  <a:gd name="connsiteX43" fmla="*/ 597863 w 1366521"/>
                  <a:gd name="connsiteY43" fmla="*/ 3111500 h 4884421"/>
                  <a:gd name="connsiteX44" fmla="*/ 147111 w 1366521"/>
                  <a:gd name="connsiteY44" fmla="*/ 765619 h 4884421"/>
                  <a:gd name="connsiteX45" fmla="*/ 144782 w 1366521"/>
                  <a:gd name="connsiteY45" fmla="*/ 764543 h 4884421"/>
                  <a:gd name="connsiteX46" fmla="*/ 127000 w 1366521"/>
                  <a:gd name="connsiteY46" fmla="*/ 673100 h 4884421"/>
                  <a:gd name="connsiteX47" fmla="*/ 129579 w 1366521"/>
                  <a:gd name="connsiteY47" fmla="*/ 674376 h 4884421"/>
                  <a:gd name="connsiteX48" fmla="*/ 0 w 1366521"/>
                  <a:gd name="connsiteY48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762814 w 1366521"/>
                  <a:gd name="connsiteY26" fmla="*/ 1667139 h 4884421"/>
                  <a:gd name="connsiteX27" fmla="*/ 782322 w 1366521"/>
                  <a:gd name="connsiteY27" fmla="*/ 1743710 h 4884421"/>
                  <a:gd name="connsiteX28" fmla="*/ 778312 w 1366521"/>
                  <a:gd name="connsiteY28" fmla="*/ 1742298 h 4884421"/>
                  <a:gd name="connsiteX29" fmla="*/ 911637 w 1366521"/>
                  <a:gd name="connsiteY29" fmla="*/ 2388849 h 4884421"/>
                  <a:gd name="connsiteX30" fmla="*/ 924563 w 1366521"/>
                  <a:gd name="connsiteY30" fmla="*/ 2391413 h 4884421"/>
                  <a:gd name="connsiteX31" fmla="*/ 939801 w 1366521"/>
                  <a:gd name="connsiteY31" fmla="*/ 2467611 h 4884421"/>
                  <a:gd name="connsiteX32" fmla="*/ 927454 w 1366521"/>
                  <a:gd name="connsiteY32" fmla="*/ 2465553 h 4884421"/>
                  <a:gd name="connsiteX33" fmla="*/ 1366521 w 1366521"/>
                  <a:gd name="connsiteY33" fmla="*/ 4594774 h 4884421"/>
                  <a:gd name="connsiteX34" fmla="*/ 1320780 w 1366521"/>
                  <a:gd name="connsiteY34" fmla="*/ 4630420 h 4884421"/>
                  <a:gd name="connsiteX35" fmla="*/ 1169689 w 1366521"/>
                  <a:gd name="connsiteY35" fmla="*/ 3895236 h 4884421"/>
                  <a:gd name="connsiteX36" fmla="*/ 836098 w 1366521"/>
                  <a:gd name="connsiteY36" fmla="*/ 4013036 h 4884421"/>
                  <a:gd name="connsiteX37" fmla="*/ 995682 w 1366521"/>
                  <a:gd name="connsiteY37" fmla="*/ 4832411 h 4884421"/>
                  <a:gd name="connsiteX38" fmla="*/ 938523 w 1366521"/>
                  <a:gd name="connsiteY38" fmla="*/ 4884421 h 4884421"/>
                  <a:gd name="connsiteX39" fmla="*/ 615428 w 1366521"/>
                  <a:gd name="connsiteY39" fmla="*/ 3202912 h 4884421"/>
                  <a:gd name="connsiteX40" fmla="*/ 614681 w 1366521"/>
                  <a:gd name="connsiteY40" fmla="*/ 3202940 h 4884421"/>
                  <a:gd name="connsiteX41" fmla="*/ 596900 w 1366521"/>
                  <a:gd name="connsiteY41" fmla="*/ 3111500 h 4884421"/>
                  <a:gd name="connsiteX42" fmla="*/ 597863 w 1366521"/>
                  <a:gd name="connsiteY42" fmla="*/ 3111500 h 4884421"/>
                  <a:gd name="connsiteX43" fmla="*/ 147111 w 1366521"/>
                  <a:gd name="connsiteY43" fmla="*/ 765619 h 4884421"/>
                  <a:gd name="connsiteX44" fmla="*/ 144782 w 1366521"/>
                  <a:gd name="connsiteY44" fmla="*/ 764543 h 4884421"/>
                  <a:gd name="connsiteX45" fmla="*/ 127000 w 1366521"/>
                  <a:gd name="connsiteY45" fmla="*/ 673100 h 4884421"/>
                  <a:gd name="connsiteX46" fmla="*/ 129579 w 1366521"/>
                  <a:gd name="connsiteY46" fmla="*/ 674376 h 4884421"/>
                  <a:gd name="connsiteX47" fmla="*/ 0 w 1366521"/>
                  <a:gd name="connsiteY47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782322 w 1366521"/>
                  <a:gd name="connsiteY26" fmla="*/ 1743710 h 4884421"/>
                  <a:gd name="connsiteX27" fmla="*/ 778312 w 1366521"/>
                  <a:gd name="connsiteY27" fmla="*/ 1742298 h 4884421"/>
                  <a:gd name="connsiteX28" fmla="*/ 911637 w 1366521"/>
                  <a:gd name="connsiteY28" fmla="*/ 2388849 h 4884421"/>
                  <a:gd name="connsiteX29" fmla="*/ 924563 w 1366521"/>
                  <a:gd name="connsiteY29" fmla="*/ 2391413 h 4884421"/>
                  <a:gd name="connsiteX30" fmla="*/ 939801 w 1366521"/>
                  <a:gd name="connsiteY30" fmla="*/ 2467611 h 4884421"/>
                  <a:gd name="connsiteX31" fmla="*/ 927454 w 1366521"/>
                  <a:gd name="connsiteY31" fmla="*/ 2465553 h 4884421"/>
                  <a:gd name="connsiteX32" fmla="*/ 1366521 w 1366521"/>
                  <a:gd name="connsiteY32" fmla="*/ 4594774 h 4884421"/>
                  <a:gd name="connsiteX33" fmla="*/ 1320780 w 1366521"/>
                  <a:gd name="connsiteY33" fmla="*/ 4630420 h 4884421"/>
                  <a:gd name="connsiteX34" fmla="*/ 1169689 w 1366521"/>
                  <a:gd name="connsiteY34" fmla="*/ 3895236 h 4884421"/>
                  <a:gd name="connsiteX35" fmla="*/ 836098 w 1366521"/>
                  <a:gd name="connsiteY35" fmla="*/ 4013036 h 4884421"/>
                  <a:gd name="connsiteX36" fmla="*/ 995682 w 1366521"/>
                  <a:gd name="connsiteY36" fmla="*/ 4832411 h 4884421"/>
                  <a:gd name="connsiteX37" fmla="*/ 938523 w 1366521"/>
                  <a:gd name="connsiteY37" fmla="*/ 4884421 h 4884421"/>
                  <a:gd name="connsiteX38" fmla="*/ 615428 w 1366521"/>
                  <a:gd name="connsiteY38" fmla="*/ 3202912 h 4884421"/>
                  <a:gd name="connsiteX39" fmla="*/ 614681 w 1366521"/>
                  <a:gd name="connsiteY39" fmla="*/ 3202940 h 4884421"/>
                  <a:gd name="connsiteX40" fmla="*/ 596900 w 1366521"/>
                  <a:gd name="connsiteY40" fmla="*/ 3111500 h 4884421"/>
                  <a:gd name="connsiteX41" fmla="*/ 597863 w 1366521"/>
                  <a:gd name="connsiteY41" fmla="*/ 3111500 h 4884421"/>
                  <a:gd name="connsiteX42" fmla="*/ 147111 w 1366521"/>
                  <a:gd name="connsiteY42" fmla="*/ 765619 h 4884421"/>
                  <a:gd name="connsiteX43" fmla="*/ 144782 w 1366521"/>
                  <a:gd name="connsiteY43" fmla="*/ 764543 h 4884421"/>
                  <a:gd name="connsiteX44" fmla="*/ 127000 w 1366521"/>
                  <a:gd name="connsiteY44" fmla="*/ 673100 h 4884421"/>
                  <a:gd name="connsiteX45" fmla="*/ 129579 w 1366521"/>
                  <a:gd name="connsiteY45" fmla="*/ 674376 h 4884421"/>
                  <a:gd name="connsiteX46" fmla="*/ 0 w 1366521"/>
                  <a:gd name="connsiteY46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782322 w 1366521"/>
                  <a:gd name="connsiteY26" fmla="*/ 1743710 h 4884421"/>
                  <a:gd name="connsiteX27" fmla="*/ 911637 w 1366521"/>
                  <a:gd name="connsiteY27" fmla="*/ 2388849 h 4884421"/>
                  <a:gd name="connsiteX28" fmla="*/ 924563 w 1366521"/>
                  <a:gd name="connsiteY28" fmla="*/ 2391413 h 4884421"/>
                  <a:gd name="connsiteX29" fmla="*/ 939801 w 1366521"/>
                  <a:gd name="connsiteY29" fmla="*/ 2467611 h 4884421"/>
                  <a:gd name="connsiteX30" fmla="*/ 927454 w 1366521"/>
                  <a:gd name="connsiteY30" fmla="*/ 2465553 h 4884421"/>
                  <a:gd name="connsiteX31" fmla="*/ 1366521 w 1366521"/>
                  <a:gd name="connsiteY31" fmla="*/ 4594774 h 4884421"/>
                  <a:gd name="connsiteX32" fmla="*/ 1320780 w 1366521"/>
                  <a:gd name="connsiteY32" fmla="*/ 4630420 h 4884421"/>
                  <a:gd name="connsiteX33" fmla="*/ 1169689 w 1366521"/>
                  <a:gd name="connsiteY33" fmla="*/ 3895236 h 4884421"/>
                  <a:gd name="connsiteX34" fmla="*/ 836098 w 1366521"/>
                  <a:gd name="connsiteY34" fmla="*/ 4013036 h 4884421"/>
                  <a:gd name="connsiteX35" fmla="*/ 995682 w 1366521"/>
                  <a:gd name="connsiteY35" fmla="*/ 4832411 h 4884421"/>
                  <a:gd name="connsiteX36" fmla="*/ 938523 w 1366521"/>
                  <a:gd name="connsiteY36" fmla="*/ 4884421 h 4884421"/>
                  <a:gd name="connsiteX37" fmla="*/ 615428 w 1366521"/>
                  <a:gd name="connsiteY37" fmla="*/ 3202912 h 4884421"/>
                  <a:gd name="connsiteX38" fmla="*/ 614681 w 1366521"/>
                  <a:gd name="connsiteY38" fmla="*/ 3202940 h 4884421"/>
                  <a:gd name="connsiteX39" fmla="*/ 596900 w 1366521"/>
                  <a:gd name="connsiteY39" fmla="*/ 3111500 h 4884421"/>
                  <a:gd name="connsiteX40" fmla="*/ 597863 w 1366521"/>
                  <a:gd name="connsiteY40" fmla="*/ 3111500 h 4884421"/>
                  <a:gd name="connsiteX41" fmla="*/ 147111 w 1366521"/>
                  <a:gd name="connsiteY41" fmla="*/ 765619 h 4884421"/>
                  <a:gd name="connsiteX42" fmla="*/ 144782 w 1366521"/>
                  <a:gd name="connsiteY42" fmla="*/ 764543 h 4884421"/>
                  <a:gd name="connsiteX43" fmla="*/ 127000 w 1366521"/>
                  <a:gd name="connsiteY43" fmla="*/ 673100 h 4884421"/>
                  <a:gd name="connsiteX44" fmla="*/ 129579 w 1366521"/>
                  <a:gd name="connsiteY44" fmla="*/ 674376 h 4884421"/>
                  <a:gd name="connsiteX45" fmla="*/ 0 w 1366521"/>
                  <a:gd name="connsiteY45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911637 w 1366521"/>
                  <a:gd name="connsiteY26" fmla="*/ 2388849 h 4884421"/>
                  <a:gd name="connsiteX27" fmla="*/ 924563 w 1366521"/>
                  <a:gd name="connsiteY27" fmla="*/ 2391413 h 4884421"/>
                  <a:gd name="connsiteX28" fmla="*/ 939801 w 1366521"/>
                  <a:gd name="connsiteY28" fmla="*/ 2467611 h 4884421"/>
                  <a:gd name="connsiteX29" fmla="*/ 927454 w 1366521"/>
                  <a:gd name="connsiteY29" fmla="*/ 2465553 h 4884421"/>
                  <a:gd name="connsiteX30" fmla="*/ 1366521 w 1366521"/>
                  <a:gd name="connsiteY30" fmla="*/ 4594774 h 4884421"/>
                  <a:gd name="connsiteX31" fmla="*/ 1320780 w 1366521"/>
                  <a:gd name="connsiteY31" fmla="*/ 4630420 h 4884421"/>
                  <a:gd name="connsiteX32" fmla="*/ 1169689 w 1366521"/>
                  <a:gd name="connsiteY32" fmla="*/ 3895236 h 4884421"/>
                  <a:gd name="connsiteX33" fmla="*/ 836098 w 1366521"/>
                  <a:gd name="connsiteY33" fmla="*/ 4013036 h 4884421"/>
                  <a:gd name="connsiteX34" fmla="*/ 995682 w 1366521"/>
                  <a:gd name="connsiteY34" fmla="*/ 4832411 h 4884421"/>
                  <a:gd name="connsiteX35" fmla="*/ 938523 w 1366521"/>
                  <a:gd name="connsiteY35" fmla="*/ 4884421 h 4884421"/>
                  <a:gd name="connsiteX36" fmla="*/ 615428 w 1366521"/>
                  <a:gd name="connsiteY36" fmla="*/ 3202912 h 4884421"/>
                  <a:gd name="connsiteX37" fmla="*/ 614681 w 1366521"/>
                  <a:gd name="connsiteY37" fmla="*/ 3202940 h 4884421"/>
                  <a:gd name="connsiteX38" fmla="*/ 596900 w 1366521"/>
                  <a:gd name="connsiteY38" fmla="*/ 3111500 h 4884421"/>
                  <a:gd name="connsiteX39" fmla="*/ 597863 w 1366521"/>
                  <a:gd name="connsiteY39" fmla="*/ 3111500 h 4884421"/>
                  <a:gd name="connsiteX40" fmla="*/ 147111 w 1366521"/>
                  <a:gd name="connsiteY40" fmla="*/ 765619 h 4884421"/>
                  <a:gd name="connsiteX41" fmla="*/ 144782 w 1366521"/>
                  <a:gd name="connsiteY41" fmla="*/ 764543 h 4884421"/>
                  <a:gd name="connsiteX42" fmla="*/ 127000 w 1366521"/>
                  <a:gd name="connsiteY42" fmla="*/ 673100 h 4884421"/>
                  <a:gd name="connsiteX43" fmla="*/ 129579 w 1366521"/>
                  <a:gd name="connsiteY43" fmla="*/ 674376 h 4884421"/>
                  <a:gd name="connsiteX44" fmla="*/ 0 w 1366521"/>
                  <a:gd name="connsiteY44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911637 w 1366521"/>
                  <a:gd name="connsiteY26" fmla="*/ 2388849 h 4884421"/>
                  <a:gd name="connsiteX27" fmla="*/ 939801 w 1366521"/>
                  <a:gd name="connsiteY27" fmla="*/ 2467611 h 4884421"/>
                  <a:gd name="connsiteX28" fmla="*/ 927454 w 1366521"/>
                  <a:gd name="connsiteY28" fmla="*/ 2465553 h 4884421"/>
                  <a:gd name="connsiteX29" fmla="*/ 1366521 w 1366521"/>
                  <a:gd name="connsiteY29" fmla="*/ 4594774 h 4884421"/>
                  <a:gd name="connsiteX30" fmla="*/ 1320780 w 1366521"/>
                  <a:gd name="connsiteY30" fmla="*/ 4630420 h 4884421"/>
                  <a:gd name="connsiteX31" fmla="*/ 1169689 w 1366521"/>
                  <a:gd name="connsiteY31" fmla="*/ 3895236 h 4884421"/>
                  <a:gd name="connsiteX32" fmla="*/ 836098 w 1366521"/>
                  <a:gd name="connsiteY32" fmla="*/ 4013036 h 4884421"/>
                  <a:gd name="connsiteX33" fmla="*/ 995682 w 1366521"/>
                  <a:gd name="connsiteY33" fmla="*/ 4832411 h 4884421"/>
                  <a:gd name="connsiteX34" fmla="*/ 938523 w 1366521"/>
                  <a:gd name="connsiteY34" fmla="*/ 4884421 h 4884421"/>
                  <a:gd name="connsiteX35" fmla="*/ 615428 w 1366521"/>
                  <a:gd name="connsiteY35" fmla="*/ 3202912 h 4884421"/>
                  <a:gd name="connsiteX36" fmla="*/ 614681 w 1366521"/>
                  <a:gd name="connsiteY36" fmla="*/ 3202940 h 4884421"/>
                  <a:gd name="connsiteX37" fmla="*/ 596900 w 1366521"/>
                  <a:gd name="connsiteY37" fmla="*/ 3111500 h 4884421"/>
                  <a:gd name="connsiteX38" fmla="*/ 597863 w 1366521"/>
                  <a:gd name="connsiteY38" fmla="*/ 3111500 h 4884421"/>
                  <a:gd name="connsiteX39" fmla="*/ 147111 w 1366521"/>
                  <a:gd name="connsiteY39" fmla="*/ 765619 h 4884421"/>
                  <a:gd name="connsiteX40" fmla="*/ 144782 w 1366521"/>
                  <a:gd name="connsiteY40" fmla="*/ 764543 h 4884421"/>
                  <a:gd name="connsiteX41" fmla="*/ 127000 w 1366521"/>
                  <a:gd name="connsiteY41" fmla="*/ 673100 h 4884421"/>
                  <a:gd name="connsiteX42" fmla="*/ 129579 w 1366521"/>
                  <a:gd name="connsiteY42" fmla="*/ 674376 h 4884421"/>
                  <a:gd name="connsiteX43" fmla="*/ 0 w 1366521"/>
                  <a:gd name="connsiteY43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939801 w 1366521"/>
                  <a:gd name="connsiteY26" fmla="*/ 2467611 h 4884421"/>
                  <a:gd name="connsiteX27" fmla="*/ 927454 w 1366521"/>
                  <a:gd name="connsiteY27" fmla="*/ 2465553 h 4884421"/>
                  <a:gd name="connsiteX28" fmla="*/ 1366521 w 1366521"/>
                  <a:gd name="connsiteY28" fmla="*/ 4594774 h 4884421"/>
                  <a:gd name="connsiteX29" fmla="*/ 1320780 w 1366521"/>
                  <a:gd name="connsiteY29" fmla="*/ 4630420 h 4884421"/>
                  <a:gd name="connsiteX30" fmla="*/ 1169689 w 1366521"/>
                  <a:gd name="connsiteY30" fmla="*/ 3895236 h 4884421"/>
                  <a:gd name="connsiteX31" fmla="*/ 836098 w 1366521"/>
                  <a:gd name="connsiteY31" fmla="*/ 4013036 h 4884421"/>
                  <a:gd name="connsiteX32" fmla="*/ 995682 w 1366521"/>
                  <a:gd name="connsiteY32" fmla="*/ 4832411 h 4884421"/>
                  <a:gd name="connsiteX33" fmla="*/ 938523 w 1366521"/>
                  <a:gd name="connsiteY33" fmla="*/ 4884421 h 4884421"/>
                  <a:gd name="connsiteX34" fmla="*/ 615428 w 1366521"/>
                  <a:gd name="connsiteY34" fmla="*/ 3202912 h 4884421"/>
                  <a:gd name="connsiteX35" fmla="*/ 614681 w 1366521"/>
                  <a:gd name="connsiteY35" fmla="*/ 3202940 h 4884421"/>
                  <a:gd name="connsiteX36" fmla="*/ 596900 w 1366521"/>
                  <a:gd name="connsiteY36" fmla="*/ 3111500 h 4884421"/>
                  <a:gd name="connsiteX37" fmla="*/ 597863 w 1366521"/>
                  <a:gd name="connsiteY37" fmla="*/ 3111500 h 4884421"/>
                  <a:gd name="connsiteX38" fmla="*/ 147111 w 1366521"/>
                  <a:gd name="connsiteY38" fmla="*/ 765619 h 4884421"/>
                  <a:gd name="connsiteX39" fmla="*/ 144782 w 1366521"/>
                  <a:gd name="connsiteY39" fmla="*/ 764543 h 4884421"/>
                  <a:gd name="connsiteX40" fmla="*/ 127000 w 1366521"/>
                  <a:gd name="connsiteY40" fmla="*/ 673100 h 4884421"/>
                  <a:gd name="connsiteX41" fmla="*/ 129579 w 1366521"/>
                  <a:gd name="connsiteY41" fmla="*/ 674376 h 4884421"/>
                  <a:gd name="connsiteX42" fmla="*/ 0 w 1366521"/>
                  <a:gd name="connsiteY42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939801 w 1366521"/>
                  <a:gd name="connsiteY26" fmla="*/ 2467611 h 4884421"/>
                  <a:gd name="connsiteX27" fmla="*/ 1366521 w 1366521"/>
                  <a:gd name="connsiteY27" fmla="*/ 4594774 h 4884421"/>
                  <a:gd name="connsiteX28" fmla="*/ 1320780 w 1366521"/>
                  <a:gd name="connsiteY28" fmla="*/ 4630420 h 4884421"/>
                  <a:gd name="connsiteX29" fmla="*/ 1169689 w 1366521"/>
                  <a:gd name="connsiteY29" fmla="*/ 3895236 h 4884421"/>
                  <a:gd name="connsiteX30" fmla="*/ 836098 w 1366521"/>
                  <a:gd name="connsiteY30" fmla="*/ 4013036 h 4884421"/>
                  <a:gd name="connsiteX31" fmla="*/ 995682 w 1366521"/>
                  <a:gd name="connsiteY31" fmla="*/ 4832411 h 4884421"/>
                  <a:gd name="connsiteX32" fmla="*/ 938523 w 1366521"/>
                  <a:gd name="connsiteY32" fmla="*/ 4884421 h 4884421"/>
                  <a:gd name="connsiteX33" fmla="*/ 615428 w 1366521"/>
                  <a:gd name="connsiteY33" fmla="*/ 3202912 h 4884421"/>
                  <a:gd name="connsiteX34" fmla="*/ 614681 w 1366521"/>
                  <a:gd name="connsiteY34" fmla="*/ 3202940 h 4884421"/>
                  <a:gd name="connsiteX35" fmla="*/ 596900 w 1366521"/>
                  <a:gd name="connsiteY35" fmla="*/ 3111500 h 4884421"/>
                  <a:gd name="connsiteX36" fmla="*/ 597863 w 1366521"/>
                  <a:gd name="connsiteY36" fmla="*/ 3111500 h 4884421"/>
                  <a:gd name="connsiteX37" fmla="*/ 147111 w 1366521"/>
                  <a:gd name="connsiteY37" fmla="*/ 765619 h 4884421"/>
                  <a:gd name="connsiteX38" fmla="*/ 144782 w 1366521"/>
                  <a:gd name="connsiteY38" fmla="*/ 764543 h 4884421"/>
                  <a:gd name="connsiteX39" fmla="*/ 127000 w 1366521"/>
                  <a:gd name="connsiteY39" fmla="*/ 673100 h 4884421"/>
                  <a:gd name="connsiteX40" fmla="*/ 129579 w 1366521"/>
                  <a:gd name="connsiteY40" fmla="*/ 674376 h 4884421"/>
                  <a:gd name="connsiteX41" fmla="*/ 0 w 1366521"/>
                  <a:gd name="connsiteY41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1366521 w 1366521"/>
                  <a:gd name="connsiteY26" fmla="*/ 4594774 h 4884421"/>
                  <a:gd name="connsiteX27" fmla="*/ 1320780 w 1366521"/>
                  <a:gd name="connsiteY27" fmla="*/ 4630420 h 4884421"/>
                  <a:gd name="connsiteX28" fmla="*/ 1169689 w 1366521"/>
                  <a:gd name="connsiteY28" fmla="*/ 3895236 h 4884421"/>
                  <a:gd name="connsiteX29" fmla="*/ 836098 w 1366521"/>
                  <a:gd name="connsiteY29" fmla="*/ 4013036 h 4884421"/>
                  <a:gd name="connsiteX30" fmla="*/ 995682 w 1366521"/>
                  <a:gd name="connsiteY30" fmla="*/ 4832411 h 4884421"/>
                  <a:gd name="connsiteX31" fmla="*/ 938523 w 1366521"/>
                  <a:gd name="connsiteY31" fmla="*/ 4884421 h 4884421"/>
                  <a:gd name="connsiteX32" fmla="*/ 615428 w 1366521"/>
                  <a:gd name="connsiteY32" fmla="*/ 3202912 h 4884421"/>
                  <a:gd name="connsiteX33" fmla="*/ 614681 w 1366521"/>
                  <a:gd name="connsiteY33" fmla="*/ 3202940 h 4884421"/>
                  <a:gd name="connsiteX34" fmla="*/ 596900 w 1366521"/>
                  <a:gd name="connsiteY34" fmla="*/ 3111500 h 4884421"/>
                  <a:gd name="connsiteX35" fmla="*/ 597863 w 1366521"/>
                  <a:gd name="connsiteY35" fmla="*/ 3111500 h 4884421"/>
                  <a:gd name="connsiteX36" fmla="*/ 147111 w 1366521"/>
                  <a:gd name="connsiteY36" fmla="*/ 765619 h 4884421"/>
                  <a:gd name="connsiteX37" fmla="*/ 144782 w 1366521"/>
                  <a:gd name="connsiteY37" fmla="*/ 764543 h 4884421"/>
                  <a:gd name="connsiteX38" fmla="*/ 127000 w 1366521"/>
                  <a:gd name="connsiteY38" fmla="*/ 673100 h 4884421"/>
                  <a:gd name="connsiteX39" fmla="*/ 129579 w 1366521"/>
                  <a:gd name="connsiteY39" fmla="*/ 674376 h 4884421"/>
                  <a:gd name="connsiteX40" fmla="*/ 0 w 1366521"/>
                  <a:gd name="connsiteY40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1366521 w 1366521"/>
                  <a:gd name="connsiteY26" fmla="*/ 4594774 h 4884421"/>
                  <a:gd name="connsiteX27" fmla="*/ 1320780 w 1366521"/>
                  <a:gd name="connsiteY27" fmla="*/ 4630420 h 4884421"/>
                  <a:gd name="connsiteX28" fmla="*/ 1169689 w 1366521"/>
                  <a:gd name="connsiteY28" fmla="*/ 3895236 h 4884421"/>
                  <a:gd name="connsiteX29" fmla="*/ 836098 w 1366521"/>
                  <a:gd name="connsiteY29" fmla="*/ 4013036 h 4884421"/>
                  <a:gd name="connsiteX30" fmla="*/ 995682 w 1366521"/>
                  <a:gd name="connsiteY30" fmla="*/ 4832411 h 4884421"/>
                  <a:gd name="connsiteX31" fmla="*/ 938523 w 1366521"/>
                  <a:gd name="connsiteY31" fmla="*/ 4884421 h 4884421"/>
                  <a:gd name="connsiteX32" fmla="*/ 615428 w 1366521"/>
                  <a:gd name="connsiteY32" fmla="*/ 3202912 h 4884421"/>
                  <a:gd name="connsiteX33" fmla="*/ 614681 w 1366521"/>
                  <a:gd name="connsiteY33" fmla="*/ 3202940 h 4884421"/>
                  <a:gd name="connsiteX34" fmla="*/ 596900 w 1366521"/>
                  <a:gd name="connsiteY34" fmla="*/ 3111500 h 4884421"/>
                  <a:gd name="connsiteX35" fmla="*/ 597863 w 1366521"/>
                  <a:gd name="connsiteY35" fmla="*/ 3111500 h 4884421"/>
                  <a:gd name="connsiteX36" fmla="*/ 147111 w 1366521"/>
                  <a:gd name="connsiteY36" fmla="*/ 765619 h 4884421"/>
                  <a:gd name="connsiteX37" fmla="*/ 127000 w 1366521"/>
                  <a:gd name="connsiteY37" fmla="*/ 673100 h 4884421"/>
                  <a:gd name="connsiteX38" fmla="*/ 129579 w 1366521"/>
                  <a:gd name="connsiteY38" fmla="*/ 674376 h 4884421"/>
                  <a:gd name="connsiteX39" fmla="*/ 0 w 1366521"/>
                  <a:gd name="connsiteY39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1366521 w 1366521"/>
                  <a:gd name="connsiteY26" fmla="*/ 4594774 h 4884421"/>
                  <a:gd name="connsiteX27" fmla="*/ 1320780 w 1366521"/>
                  <a:gd name="connsiteY27" fmla="*/ 4630420 h 4884421"/>
                  <a:gd name="connsiteX28" fmla="*/ 1169689 w 1366521"/>
                  <a:gd name="connsiteY28" fmla="*/ 3895236 h 4884421"/>
                  <a:gd name="connsiteX29" fmla="*/ 836098 w 1366521"/>
                  <a:gd name="connsiteY29" fmla="*/ 4013036 h 4884421"/>
                  <a:gd name="connsiteX30" fmla="*/ 995682 w 1366521"/>
                  <a:gd name="connsiteY30" fmla="*/ 4832411 h 4884421"/>
                  <a:gd name="connsiteX31" fmla="*/ 938523 w 1366521"/>
                  <a:gd name="connsiteY31" fmla="*/ 4884421 h 4884421"/>
                  <a:gd name="connsiteX32" fmla="*/ 615428 w 1366521"/>
                  <a:gd name="connsiteY32" fmla="*/ 3202912 h 4884421"/>
                  <a:gd name="connsiteX33" fmla="*/ 614681 w 1366521"/>
                  <a:gd name="connsiteY33" fmla="*/ 3202940 h 4884421"/>
                  <a:gd name="connsiteX34" fmla="*/ 596900 w 1366521"/>
                  <a:gd name="connsiteY34" fmla="*/ 3111500 h 4884421"/>
                  <a:gd name="connsiteX35" fmla="*/ 597863 w 1366521"/>
                  <a:gd name="connsiteY35" fmla="*/ 3111500 h 4884421"/>
                  <a:gd name="connsiteX36" fmla="*/ 127000 w 1366521"/>
                  <a:gd name="connsiteY36" fmla="*/ 673100 h 4884421"/>
                  <a:gd name="connsiteX37" fmla="*/ 129579 w 1366521"/>
                  <a:gd name="connsiteY37" fmla="*/ 674376 h 4884421"/>
                  <a:gd name="connsiteX38" fmla="*/ 0 w 1366521"/>
                  <a:gd name="connsiteY38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1366521 w 1366521"/>
                  <a:gd name="connsiteY26" fmla="*/ 4594774 h 4884421"/>
                  <a:gd name="connsiteX27" fmla="*/ 1320780 w 1366521"/>
                  <a:gd name="connsiteY27" fmla="*/ 4630420 h 4884421"/>
                  <a:gd name="connsiteX28" fmla="*/ 1169689 w 1366521"/>
                  <a:gd name="connsiteY28" fmla="*/ 3895236 h 4884421"/>
                  <a:gd name="connsiteX29" fmla="*/ 836098 w 1366521"/>
                  <a:gd name="connsiteY29" fmla="*/ 4013036 h 4884421"/>
                  <a:gd name="connsiteX30" fmla="*/ 995682 w 1366521"/>
                  <a:gd name="connsiteY30" fmla="*/ 4832411 h 4884421"/>
                  <a:gd name="connsiteX31" fmla="*/ 938523 w 1366521"/>
                  <a:gd name="connsiteY31" fmla="*/ 4884421 h 4884421"/>
                  <a:gd name="connsiteX32" fmla="*/ 615428 w 1366521"/>
                  <a:gd name="connsiteY32" fmla="*/ 3202912 h 4884421"/>
                  <a:gd name="connsiteX33" fmla="*/ 614681 w 1366521"/>
                  <a:gd name="connsiteY33" fmla="*/ 3202940 h 4884421"/>
                  <a:gd name="connsiteX34" fmla="*/ 596900 w 1366521"/>
                  <a:gd name="connsiteY34" fmla="*/ 3111500 h 4884421"/>
                  <a:gd name="connsiteX35" fmla="*/ 597863 w 1366521"/>
                  <a:gd name="connsiteY35" fmla="*/ 3111500 h 4884421"/>
                  <a:gd name="connsiteX36" fmla="*/ 127000 w 1366521"/>
                  <a:gd name="connsiteY36" fmla="*/ 673100 h 4884421"/>
                  <a:gd name="connsiteX37" fmla="*/ 0 w 1366521"/>
                  <a:gd name="connsiteY37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1366521 w 1366521"/>
                  <a:gd name="connsiteY26" fmla="*/ 4594774 h 4884421"/>
                  <a:gd name="connsiteX27" fmla="*/ 1320780 w 1366521"/>
                  <a:gd name="connsiteY27" fmla="*/ 4630420 h 4884421"/>
                  <a:gd name="connsiteX28" fmla="*/ 1169689 w 1366521"/>
                  <a:gd name="connsiteY28" fmla="*/ 3895236 h 4884421"/>
                  <a:gd name="connsiteX29" fmla="*/ 836098 w 1366521"/>
                  <a:gd name="connsiteY29" fmla="*/ 4013036 h 4884421"/>
                  <a:gd name="connsiteX30" fmla="*/ 995682 w 1366521"/>
                  <a:gd name="connsiteY30" fmla="*/ 4832411 h 4884421"/>
                  <a:gd name="connsiteX31" fmla="*/ 938523 w 1366521"/>
                  <a:gd name="connsiteY31" fmla="*/ 4884421 h 4884421"/>
                  <a:gd name="connsiteX32" fmla="*/ 615428 w 1366521"/>
                  <a:gd name="connsiteY32" fmla="*/ 3202912 h 4884421"/>
                  <a:gd name="connsiteX33" fmla="*/ 614681 w 1366521"/>
                  <a:gd name="connsiteY33" fmla="*/ 3202940 h 4884421"/>
                  <a:gd name="connsiteX34" fmla="*/ 596900 w 1366521"/>
                  <a:gd name="connsiteY34" fmla="*/ 3111500 h 4884421"/>
                  <a:gd name="connsiteX35" fmla="*/ 597863 w 1366521"/>
                  <a:gd name="connsiteY35" fmla="*/ 3111500 h 4884421"/>
                  <a:gd name="connsiteX36" fmla="*/ 0 w 1366521"/>
                  <a:gd name="connsiteY36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1366521 w 1366521"/>
                  <a:gd name="connsiteY26" fmla="*/ 4594774 h 4884421"/>
                  <a:gd name="connsiteX27" fmla="*/ 1320780 w 1366521"/>
                  <a:gd name="connsiteY27" fmla="*/ 4630420 h 4884421"/>
                  <a:gd name="connsiteX28" fmla="*/ 1169689 w 1366521"/>
                  <a:gd name="connsiteY28" fmla="*/ 3895236 h 4884421"/>
                  <a:gd name="connsiteX29" fmla="*/ 836098 w 1366521"/>
                  <a:gd name="connsiteY29" fmla="*/ 4013036 h 4884421"/>
                  <a:gd name="connsiteX30" fmla="*/ 995682 w 1366521"/>
                  <a:gd name="connsiteY30" fmla="*/ 4832411 h 4884421"/>
                  <a:gd name="connsiteX31" fmla="*/ 938523 w 1366521"/>
                  <a:gd name="connsiteY31" fmla="*/ 4884421 h 4884421"/>
                  <a:gd name="connsiteX32" fmla="*/ 615428 w 1366521"/>
                  <a:gd name="connsiteY32" fmla="*/ 3202912 h 4884421"/>
                  <a:gd name="connsiteX33" fmla="*/ 596900 w 1366521"/>
                  <a:gd name="connsiteY33" fmla="*/ 3111500 h 4884421"/>
                  <a:gd name="connsiteX34" fmla="*/ 597863 w 1366521"/>
                  <a:gd name="connsiteY34" fmla="*/ 3111500 h 4884421"/>
                  <a:gd name="connsiteX35" fmla="*/ 0 w 1366521"/>
                  <a:gd name="connsiteY35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1366521 w 1366521"/>
                  <a:gd name="connsiteY26" fmla="*/ 4594774 h 4884421"/>
                  <a:gd name="connsiteX27" fmla="*/ 1320780 w 1366521"/>
                  <a:gd name="connsiteY27" fmla="*/ 4630420 h 4884421"/>
                  <a:gd name="connsiteX28" fmla="*/ 1169689 w 1366521"/>
                  <a:gd name="connsiteY28" fmla="*/ 3895236 h 4884421"/>
                  <a:gd name="connsiteX29" fmla="*/ 836098 w 1366521"/>
                  <a:gd name="connsiteY29" fmla="*/ 4013036 h 4884421"/>
                  <a:gd name="connsiteX30" fmla="*/ 995682 w 1366521"/>
                  <a:gd name="connsiteY30" fmla="*/ 4832411 h 4884421"/>
                  <a:gd name="connsiteX31" fmla="*/ 938523 w 1366521"/>
                  <a:gd name="connsiteY31" fmla="*/ 4884421 h 4884421"/>
                  <a:gd name="connsiteX32" fmla="*/ 615428 w 1366521"/>
                  <a:gd name="connsiteY32" fmla="*/ 3202912 h 4884421"/>
                  <a:gd name="connsiteX33" fmla="*/ 596900 w 1366521"/>
                  <a:gd name="connsiteY33" fmla="*/ 3111500 h 4884421"/>
                  <a:gd name="connsiteX34" fmla="*/ 0 w 1366521"/>
                  <a:gd name="connsiteY34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1366521 w 1366521"/>
                  <a:gd name="connsiteY26" fmla="*/ 4594774 h 4884421"/>
                  <a:gd name="connsiteX27" fmla="*/ 1320780 w 1366521"/>
                  <a:gd name="connsiteY27" fmla="*/ 4630420 h 4884421"/>
                  <a:gd name="connsiteX28" fmla="*/ 1169689 w 1366521"/>
                  <a:gd name="connsiteY28" fmla="*/ 3895236 h 4884421"/>
                  <a:gd name="connsiteX29" fmla="*/ 836098 w 1366521"/>
                  <a:gd name="connsiteY29" fmla="*/ 4013036 h 4884421"/>
                  <a:gd name="connsiteX30" fmla="*/ 995682 w 1366521"/>
                  <a:gd name="connsiteY30" fmla="*/ 4832411 h 4884421"/>
                  <a:gd name="connsiteX31" fmla="*/ 938523 w 1366521"/>
                  <a:gd name="connsiteY31" fmla="*/ 4884421 h 4884421"/>
                  <a:gd name="connsiteX32" fmla="*/ 615428 w 1366521"/>
                  <a:gd name="connsiteY32" fmla="*/ 3202912 h 4884421"/>
                  <a:gd name="connsiteX33" fmla="*/ 0 w 1366521"/>
                  <a:gd name="connsiteY33" fmla="*/ 0 h 4884421"/>
                  <a:gd name="connsiteX0" fmla="*/ 1024311 w 1366521"/>
                  <a:gd name="connsiteY0" fmla="*/ 3187854 h 4884421"/>
                  <a:gd name="connsiteX1" fmla="*/ 677869 w 1366521"/>
                  <a:gd name="connsiteY1" fmla="*/ 3200613 h 4884421"/>
                  <a:gd name="connsiteX2" fmla="*/ 818632 w 1366521"/>
                  <a:gd name="connsiteY2" fmla="*/ 3923356 h 4884421"/>
                  <a:gd name="connsiteX3" fmla="*/ 1154059 w 1366521"/>
                  <a:gd name="connsiteY3" fmla="*/ 3819187 h 4884421"/>
                  <a:gd name="connsiteX4" fmla="*/ 1024311 w 1366521"/>
                  <a:gd name="connsiteY4" fmla="*/ 3187854 h 4884421"/>
                  <a:gd name="connsiteX5" fmla="*/ 521530 w 1366521"/>
                  <a:gd name="connsiteY5" fmla="*/ 2397896 h 4884421"/>
                  <a:gd name="connsiteX6" fmla="*/ 660513 w 1366521"/>
                  <a:gd name="connsiteY6" fmla="*/ 3111500 h 4884421"/>
                  <a:gd name="connsiteX7" fmla="*/ 1008619 w 1366521"/>
                  <a:gd name="connsiteY7" fmla="*/ 3111500 h 4884421"/>
                  <a:gd name="connsiteX8" fmla="*/ 874037 w 1366521"/>
                  <a:gd name="connsiteY8" fmla="*/ 2456650 h 4884421"/>
                  <a:gd name="connsiteX9" fmla="*/ 521530 w 1366521"/>
                  <a:gd name="connsiteY9" fmla="*/ 2397896 h 4884421"/>
                  <a:gd name="connsiteX10" fmla="*/ 365533 w 1366521"/>
                  <a:gd name="connsiteY10" fmla="*/ 1596940 h 4884421"/>
                  <a:gd name="connsiteX11" fmla="*/ 504019 w 1366521"/>
                  <a:gd name="connsiteY11" fmla="*/ 2307988 h 4884421"/>
                  <a:gd name="connsiteX12" fmla="*/ 857913 w 1366521"/>
                  <a:gd name="connsiteY12" fmla="*/ 2378192 h 4884421"/>
                  <a:gd name="connsiteX13" fmla="*/ 723242 w 1366521"/>
                  <a:gd name="connsiteY13" fmla="*/ 1722905 h 4884421"/>
                  <a:gd name="connsiteX14" fmla="*/ 365533 w 1366521"/>
                  <a:gd name="connsiteY14" fmla="*/ 1596940 h 4884421"/>
                  <a:gd name="connsiteX15" fmla="*/ 209215 w 1366521"/>
                  <a:gd name="connsiteY15" fmla="*/ 794332 h 4884421"/>
                  <a:gd name="connsiteX16" fmla="*/ 348106 w 1366521"/>
                  <a:gd name="connsiteY16" fmla="*/ 1507463 h 4884421"/>
                  <a:gd name="connsiteX17" fmla="*/ 707396 w 1366521"/>
                  <a:gd name="connsiteY17" fmla="*/ 1645801 h 4884421"/>
                  <a:gd name="connsiteX18" fmla="*/ 566339 w 1366521"/>
                  <a:gd name="connsiteY18" fmla="*/ 959442 h 4884421"/>
                  <a:gd name="connsiteX19" fmla="*/ 209215 w 1366521"/>
                  <a:gd name="connsiteY19" fmla="*/ 794332 h 4884421"/>
                  <a:gd name="connsiteX20" fmla="*/ 0 w 1366521"/>
                  <a:gd name="connsiteY20" fmla="*/ 0 h 4884421"/>
                  <a:gd name="connsiteX21" fmla="*/ 60939 w 1366521"/>
                  <a:gd name="connsiteY21" fmla="*/ 33015 h 4884421"/>
                  <a:gd name="connsiteX22" fmla="*/ 191854 w 1366521"/>
                  <a:gd name="connsiteY22" fmla="*/ 705190 h 4884421"/>
                  <a:gd name="connsiteX23" fmla="*/ 550564 w 1366521"/>
                  <a:gd name="connsiteY23" fmla="*/ 882684 h 4884421"/>
                  <a:gd name="connsiteX24" fmla="*/ 431800 w 1366521"/>
                  <a:gd name="connsiteY24" fmla="*/ 304800 h 4884421"/>
                  <a:gd name="connsiteX25" fmla="*/ 487667 w 1366521"/>
                  <a:gd name="connsiteY25" fmla="*/ 332836 h 4884421"/>
                  <a:gd name="connsiteX26" fmla="*/ 1366521 w 1366521"/>
                  <a:gd name="connsiteY26" fmla="*/ 4594774 h 4884421"/>
                  <a:gd name="connsiteX27" fmla="*/ 1320780 w 1366521"/>
                  <a:gd name="connsiteY27" fmla="*/ 4630420 h 4884421"/>
                  <a:gd name="connsiteX28" fmla="*/ 1169689 w 1366521"/>
                  <a:gd name="connsiteY28" fmla="*/ 3895236 h 4884421"/>
                  <a:gd name="connsiteX29" fmla="*/ 836098 w 1366521"/>
                  <a:gd name="connsiteY29" fmla="*/ 4013036 h 4884421"/>
                  <a:gd name="connsiteX30" fmla="*/ 995682 w 1366521"/>
                  <a:gd name="connsiteY30" fmla="*/ 4832411 h 4884421"/>
                  <a:gd name="connsiteX31" fmla="*/ 938523 w 1366521"/>
                  <a:gd name="connsiteY31" fmla="*/ 4884421 h 4884421"/>
                  <a:gd name="connsiteX32" fmla="*/ 0 w 1366521"/>
                  <a:gd name="connsiteY32" fmla="*/ 0 h 488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366521" h="4884421">
                    <a:moveTo>
                      <a:pt x="1024311" y="3187854"/>
                    </a:moveTo>
                    <a:lnTo>
                      <a:pt x="677869" y="3200613"/>
                    </a:lnTo>
                    <a:lnTo>
                      <a:pt x="818632" y="3923356"/>
                    </a:lnTo>
                    <a:lnTo>
                      <a:pt x="1154059" y="3819187"/>
                    </a:lnTo>
                    <a:lnTo>
                      <a:pt x="1024311" y="3187854"/>
                    </a:lnTo>
                    <a:close/>
                    <a:moveTo>
                      <a:pt x="521530" y="2397896"/>
                    </a:moveTo>
                    <a:lnTo>
                      <a:pt x="660513" y="3111500"/>
                    </a:lnTo>
                    <a:lnTo>
                      <a:pt x="1008619" y="3111500"/>
                    </a:lnTo>
                    <a:lnTo>
                      <a:pt x="874037" y="2456650"/>
                    </a:lnTo>
                    <a:lnTo>
                      <a:pt x="521530" y="2397896"/>
                    </a:lnTo>
                    <a:close/>
                    <a:moveTo>
                      <a:pt x="365533" y="1596940"/>
                    </a:moveTo>
                    <a:lnTo>
                      <a:pt x="504019" y="2307988"/>
                    </a:lnTo>
                    <a:lnTo>
                      <a:pt x="857913" y="2378192"/>
                    </a:lnTo>
                    <a:lnTo>
                      <a:pt x="723242" y="1722905"/>
                    </a:lnTo>
                    <a:lnTo>
                      <a:pt x="365533" y="1596940"/>
                    </a:lnTo>
                    <a:close/>
                    <a:moveTo>
                      <a:pt x="209215" y="794332"/>
                    </a:moveTo>
                    <a:lnTo>
                      <a:pt x="348106" y="1507463"/>
                    </a:lnTo>
                    <a:lnTo>
                      <a:pt x="707396" y="1645801"/>
                    </a:lnTo>
                    <a:lnTo>
                      <a:pt x="566339" y="959442"/>
                    </a:lnTo>
                    <a:lnTo>
                      <a:pt x="209215" y="794332"/>
                    </a:lnTo>
                    <a:close/>
                    <a:moveTo>
                      <a:pt x="0" y="0"/>
                    </a:moveTo>
                    <a:lnTo>
                      <a:pt x="60939" y="33015"/>
                    </a:lnTo>
                    <a:lnTo>
                      <a:pt x="191854" y="705190"/>
                    </a:lnTo>
                    <a:lnTo>
                      <a:pt x="550564" y="882684"/>
                    </a:lnTo>
                    <a:lnTo>
                      <a:pt x="431800" y="304800"/>
                    </a:lnTo>
                    <a:lnTo>
                      <a:pt x="487667" y="332836"/>
                    </a:lnTo>
                    <a:lnTo>
                      <a:pt x="1366521" y="4594774"/>
                    </a:lnTo>
                    <a:lnTo>
                      <a:pt x="1320780" y="4630420"/>
                    </a:lnTo>
                    <a:lnTo>
                      <a:pt x="1169689" y="3895236"/>
                    </a:lnTo>
                    <a:lnTo>
                      <a:pt x="836098" y="4013036"/>
                    </a:lnTo>
                    <a:lnTo>
                      <a:pt x="995682" y="4832411"/>
                    </a:lnTo>
                    <a:lnTo>
                      <a:pt x="938523" y="48844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pic>
        <p:nvPicPr>
          <p:cNvPr id="7" name="Graphic 6" descr="Network">
            <a:extLst>
              <a:ext uri="{FF2B5EF4-FFF2-40B4-BE49-F238E27FC236}">
                <a16:creationId xmlns:a16="http://schemas.microsoft.com/office/drawing/2014/main" id="{89530092-2145-4615-BC0B-3DACB8052E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8733" y="2919031"/>
            <a:ext cx="701040" cy="701040"/>
          </a:xfrm>
          <a:prstGeom prst="rect">
            <a:avLst/>
          </a:prstGeom>
        </p:spPr>
      </p:pic>
      <p:pic>
        <p:nvPicPr>
          <p:cNvPr id="9" name="Graphic 8" descr="Record">
            <a:extLst>
              <a:ext uri="{FF2B5EF4-FFF2-40B4-BE49-F238E27FC236}">
                <a16:creationId xmlns:a16="http://schemas.microsoft.com/office/drawing/2014/main" id="{56EAD97E-8EF2-4573-B312-54939935AA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4650" y="1997061"/>
            <a:ext cx="701040" cy="701040"/>
          </a:xfrm>
          <a:prstGeom prst="rect">
            <a:avLst/>
          </a:prstGeom>
        </p:spPr>
      </p:pic>
      <p:pic>
        <p:nvPicPr>
          <p:cNvPr id="11" name="Graphic 10" descr="Puzzle">
            <a:extLst>
              <a:ext uri="{FF2B5EF4-FFF2-40B4-BE49-F238E27FC236}">
                <a16:creationId xmlns:a16="http://schemas.microsoft.com/office/drawing/2014/main" id="{98CD4BEC-4CE4-434A-89CA-10940C19D1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4650" y="3777233"/>
            <a:ext cx="701040" cy="701040"/>
          </a:xfrm>
          <a:prstGeom prst="rect">
            <a:avLst/>
          </a:prstGeom>
        </p:spPr>
      </p:pic>
      <p:pic>
        <p:nvPicPr>
          <p:cNvPr id="13" name="Graphic 12" descr="Lightbulb">
            <a:extLst>
              <a:ext uri="{FF2B5EF4-FFF2-40B4-BE49-F238E27FC236}">
                <a16:creationId xmlns:a16="http://schemas.microsoft.com/office/drawing/2014/main" id="{12B2D5A5-A3ED-4511-9925-B3C9BCEBD6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4650" y="4724923"/>
            <a:ext cx="701040" cy="701040"/>
          </a:xfrm>
          <a:prstGeom prst="rect">
            <a:avLst/>
          </a:prstGeom>
        </p:spPr>
      </p:pic>
      <p:sp>
        <p:nvSpPr>
          <p:cNvPr id="141" name="Rectangle 140">
            <a:extLst>
              <a:ext uri="{FF2B5EF4-FFF2-40B4-BE49-F238E27FC236}">
                <a16:creationId xmlns:a16="http://schemas.microsoft.com/office/drawing/2014/main" id="{591791A2-221C-4AB8-835E-F36C5FECE5A1}"/>
              </a:ext>
            </a:extLst>
          </p:cNvPr>
          <p:cNvSpPr/>
          <p:nvPr/>
        </p:nvSpPr>
        <p:spPr>
          <a:xfrm>
            <a:off x="6901143" y="1704797"/>
            <a:ext cx="1080120" cy="1080120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20438577" lon="2392975" rev="3992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05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2E6CFD9-6B6B-4869-BC69-CE844FB076FF}"/>
              </a:ext>
            </a:extLst>
          </p:cNvPr>
          <p:cNvSpPr/>
          <p:nvPr/>
        </p:nvSpPr>
        <p:spPr>
          <a:xfrm>
            <a:off x="6891324" y="2649004"/>
            <a:ext cx="1080120" cy="1080120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20438577" lon="2392975" rev="3992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04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D121C38-E972-446A-895A-07A8E7AD8FE0}"/>
              </a:ext>
            </a:extLst>
          </p:cNvPr>
          <p:cNvSpPr/>
          <p:nvPr/>
        </p:nvSpPr>
        <p:spPr>
          <a:xfrm>
            <a:off x="6908851" y="3585430"/>
            <a:ext cx="1080120" cy="1080120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21338516" lon="2403336" rev="37772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03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A13EBCD-3B30-4F19-802F-4B2217B255FC}"/>
              </a:ext>
            </a:extLst>
          </p:cNvPr>
          <p:cNvSpPr/>
          <p:nvPr/>
        </p:nvSpPr>
        <p:spPr>
          <a:xfrm>
            <a:off x="6890694" y="4585865"/>
            <a:ext cx="1080120" cy="1080120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638463" lon="2413283" rev="38321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02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187B183-7AD8-4733-96C2-B2DE6BCAB556}"/>
              </a:ext>
            </a:extLst>
          </p:cNvPr>
          <p:cNvSpPr/>
          <p:nvPr/>
        </p:nvSpPr>
        <p:spPr>
          <a:xfrm>
            <a:off x="6890694" y="5585873"/>
            <a:ext cx="1080120" cy="1080120"/>
          </a:xfrm>
          <a:prstGeom prst="rect">
            <a:avLst/>
          </a:prstGeom>
          <a:noFill/>
          <a:ln>
            <a:noFill/>
          </a:ln>
          <a:scene3d>
            <a:camera prst="isometricOffAxis1Left">
              <a:rot lat="1238424" lon="2420394" rev="40245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/>
              <a:t>01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0A92310-08CF-428E-B0B3-41AD1395F505}"/>
              </a:ext>
            </a:extLst>
          </p:cNvPr>
          <p:cNvGrpSpPr/>
          <p:nvPr/>
        </p:nvGrpSpPr>
        <p:grpSpPr>
          <a:xfrm>
            <a:off x="10088652" y="6161946"/>
            <a:ext cx="2103348" cy="517042"/>
            <a:chOff x="5853028" y="6161946"/>
            <a:chExt cx="2103348" cy="51704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7C439E1-2B8C-43A7-A959-9EB10B6363B8}"/>
                </a:ext>
              </a:extLst>
            </p:cNvPr>
            <p:cNvSpPr txBox="1"/>
            <p:nvPr/>
          </p:nvSpPr>
          <p:spPr>
            <a:xfrm>
              <a:off x="6199925" y="6217323"/>
              <a:ext cx="175645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i="1"/>
                <a:t>Editable</a:t>
              </a:r>
              <a:r>
                <a:rPr lang="en-US" sz="1200" i="1"/>
                <a:t> but </a:t>
              </a:r>
              <a:r>
                <a:rPr lang="en-US" sz="1200" b="1" i="1"/>
                <a:t>doesn’t</a:t>
              </a:r>
              <a:r>
                <a:rPr lang="en-US" sz="1200" i="1"/>
                <a:t> use 3-D Rotation Effect </a:t>
              </a:r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EF9223F-6A85-47A9-83E8-08DEA3F02E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853028" y="6161946"/>
              <a:ext cx="339838" cy="461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923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8740-9A28-4E12-B334-A684B261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D89C1-E678-4E97-A388-CA1799D47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6 (Up) Step Staircase – Version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8C087-735C-4D87-9C21-0407D116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38DE559-D7D9-405A-9127-5B0172A737BC}"/>
              </a:ext>
            </a:extLst>
          </p:cNvPr>
          <p:cNvSpPr/>
          <p:nvPr/>
        </p:nvSpPr>
        <p:spPr>
          <a:xfrm>
            <a:off x="7615183" y="2615184"/>
            <a:ext cx="2856476" cy="1306102"/>
          </a:xfrm>
          <a:prstGeom prst="rect">
            <a:avLst/>
          </a:prstGeom>
          <a:solidFill>
            <a:schemeClr val="accent5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1866900">
            <a:extrusionClr>
              <a:schemeClr val="accent5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8BE464-BB85-447F-93F2-8102110F5D5B}"/>
              </a:ext>
            </a:extLst>
          </p:cNvPr>
          <p:cNvSpPr/>
          <p:nvPr/>
        </p:nvSpPr>
        <p:spPr>
          <a:xfrm>
            <a:off x="6436213" y="3127248"/>
            <a:ext cx="2856476" cy="130610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1555750">
            <a:extrusionClr>
              <a:schemeClr val="accent4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35597D-9D2B-4572-9FA4-9BA3FBAF7566}"/>
              </a:ext>
            </a:extLst>
          </p:cNvPr>
          <p:cNvSpPr/>
          <p:nvPr/>
        </p:nvSpPr>
        <p:spPr>
          <a:xfrm>
            <a:off x="5257245" y="3630168"/>
            <a:ext cx="2856476" cy="1306102"/>
          </a:xfrm>
          <a:prstGeom prst="rect">
            <a:avLst/>
          </a:prstGeom>
          <a:solidFill>
            <a:schemeClr val="accent3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1244600">
            <a:extrusionClr>
              <a:schemeClr val="accent3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BCEAE1-24DD-44E7-A899-771B4A0362D7}"/>
              </a:ext>
            </a:extLst>
          </p:cNvPr>
          <p:cNvSpPr/>
          <p:nvPr/>
        </p:nvSpPr>
        <p:spPr>
          <a:xfrm>
            <a:off x="4078277" y="4133088"/>
            <a:ext cx="2856476" cy="130610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933450">
            <a:extrusionClr>
              <a:schemeClr val="accent2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62A3A78-3813-49EB-9915-AD1362A6ECC2}"/>
              </a:ext>
            </a:extLst>
          </p:cNvPr>
          <p:cNvSpPr/>
          <p:nvPr/>
        </p:nvSpPr>
        <p:spPr>
          <a:xfrm>
            <a:off x="2899309" y="4645107"/>
            <a:ext cx="2856476" cy="1306102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62230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5DF27AB-0BCB-4FDF-87C7-1E7B6B19DFD5}"/>
              </a:ext>
            </a:extLst>
          </p:cNvPr>
          <p:cNvSpPr/>
          <p:nvPr/>
        </p:nvSpPr>
        <p:spPr>
          <a:xfrm>
            <a:off x="1720341" y="5146582"/>
            <a:ext cx="2856476" cy="1306102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2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985BCB6-C53D-4172-A6FF-BA71F37F2B91}"/>
              </a:ext>
            </a:extLst>
          </p:cNvPr>
          <p:cNvGrpSpPr/>
          <p:nvPr/>
        </p:nvGrpSpPr>
        <p:grpSpPr>
          <a:xfrm>
            <a:off x="0" y="4474689"/>
            <a:ext cx="2768091" cy="923161"/>
            <a:chOff x="84483" y="4383466"/>
            <a:chExt cx="2768091" cy="92316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0F766A1-47B4-4054-BD2C-8FCA3C2A37E2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C2FC2A3-C1B5-4FF2-88C7-81A941CB46CD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tx2"/>
                    </a:solidFill>
                  </a:rPr>
                  <a:t>Lorem ipsum</a:t>
                </a:r>
                <a:endParaRPr lang="en-US" sz="2000" b="1" cap="all">
                  <a:solidFill>
                    <a:schemeClr val="tx2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06C6B0D-E30F-4688-8E01-43131E808FAC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2F5AFE1-75C8-485D-8C71-52DB99D3B74D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EF458AC-BC7D-44E5-9C4A-1A25B4F17565}"/>
              </a:ext>
            </a:extLst>
          </p:cNvPr>
          <p:cNvGrpSpPr/>
          <p:nvPr/>
        </p:nvGrpSpPr>
        <p:grpSpPr>
          <a:xfrm>
            <a:off x="1226505" y="3488648"/>
            <a:ext cx="2768091" cy="923161"/>
            <a:chOff x="84483" y="4383466"/>
            <a:chExt cx="2768091" cy="923161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A5AE4E89-D179-4CDF-BC14-C5FE854271A6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0170F76-DF1A-423D-B9AA-067A54C8BE23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1"/>
                    </a:solidFill>
                  </a:rPr>
                  <a:t>Lorem ipsum</a:t>
                </a:r>
                <a:endParaRPr lang="en-US" sz="2000" b="1" cap="all">
                  <a:solidFill>
                    <a:schemeClr val="accent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BF1E547-C124-4053-A278-8EAE97F0726C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BD56984-DCF9-4697-860D-DF6573D3CE51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D21DEA9-C958-4B34-B8C9-E6688D785461}"/>
              </a:ext>
            </a:extLst>
          </p:cNvPr>
          <p:cNvGrpSpPr/>
          <p:nvPr/>
        </p:nvGrpSpPr>
        <p:grpSpPr>
          <a:xfrm>
            <a:off x="2453010" y="2502606"/>
            <a:ext cx="2768091" cy="923161"/>
            <a:chOff x="84483" y="4383466"/>
            <a:chExt cx="2768091" cy="923161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2719852-8C05-478F-89B4-0E51AA1C92B6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3B045A3-3304-485D-9B47-96D45B78C388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2"/>
                    </a:solidFill>
                  </a:rPr>
                  <a:t>Lorem ipsum</a:t>
                </a:r>
                <a:endParaRPr lang="en-US" sz="2000" b="1" cap="all">
                  <a:solidFill>
                    <a:schemeClr val="accent2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CDFF3117-94BD-4543-B3B0-9B0CF090E0C0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50653C3-9B98-4BFF-AA61-FB61639BE3D6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0F093C3-0F7A-4B59-AC95-7419831D129D}"/>
              </a:ext>
            </a:extLst>
          </p:cNvPr>
          <p:cNvGrpSpPr/>
          <p:nvPr/>
        </p:nvGrpSpPr>
        <p:grpSpPr>
          <a:xfrm>
            <a:off x="3679515" y="1516564"/>
            <a:ext cx="2768091" cy="923161"/>
            <a:chOff x="84483" y="4383466"/>
            <a:chExt cx="2768091" cy="923161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FD5BEB7-67A0-4DF1-9F2E-177C5224DB9D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1F1879BD-6CC3-4DD8-B2AD-941F473CD640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3"/>
                    </a:solidFill>
                  </a:rPr>
                  <a:t>Lorem ipsum</a:t>
                </a:r>
                <a:endParaRPr lang="en-US" sz="2000" b="1" cap="all">
                  <a:solidFill>
                    <a:schemeClr val="accent3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9BDDF034-B484-4A0A-915B-414C22E02BE8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24941EF-F7BF-4239-B12D-D7983C2088F8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7A3A081-0881-4E65-975F-C40BDD5E99FB}"/>
              </a:ext>
            </a:extLst>
          </p:cNvPr>
          <p:cNvGrpSpPr/>
          <p:nvPr/>
        </p:nvGrpSpPr>
        <p:grpSpPr>
          <a:xfrm>
            <a:off x="7464152" y="5845900"/>
            <a:ext cx="2768091" cy="923161"/>
            <a:chOff x="84483" y="4383466"/>
            <a:chExt cx="2768091" cy="923161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8D48C9F-D006-4B11-9AC5-18D570582952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22EE48DC-D56E-4B47-B9DD-45B18D30CF18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4"/>
                    </a:solidFill>
                  </a:rPr>
                  <a:t>Lorem ipsum</a:t>
                </a:r>
                <a:endParaRPr lang="en-US" sz="2000" b="1" cap="all">
                  <a:solidFill>
                    <a:schemeClr val="accent4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0F840176-C2F6-46CD-9CAA-509E355A252B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B75B1A9-1559-428C-A7C4-C62BF3CE8BD7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0900D43-AB29-46D2-9B0E-D3B24A3A4C90}"/>
              </a:ext>
            </a:extLst>
          </p:cNvPr>
          <p:cNvGrpSpPr/>
          <p:nvPr/>
        </p:nvGrpSpPr>
        <p:grpSpPr>
          <a:xfrm>
            <a:off x="7464152" y="1516564"/>
            <a:ext cx="2768091" cy="923161"/>
            <a:chOff x="84483" y="4383466"/>
            <a:chExt cx="2768091" cy="923161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FE23639-971A-4AF0-889A-866071ED08C6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618A37E9-ECA6-4115-A505-ADAD20349A80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5"/>
                    </a:solidFill>
                  </a:rPr>
                  <a:t>Lorem ipsum</a:t>
                </a:r>
                <a:endParaRPr lang="en-US" sz="2000" b="1" cap="all">
                  <a:solidFill>
                    <a:schemeClr val="accent5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DA5091B9-3C7A-4F8D-8F76-0EA49C51F851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F7B9A89-85D1-4E5A-A9E3-22C5B67284F8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1976A47-1756-4216-889F-30E277602BE2}"/>
              </a:ext>
            </a:extLst>
          </p:cNvPr>
          <p:cNvGrpSpPr/>
          <p:nvPr/>
        </p:nvGrpSpPr>
        <p:grpSpPr>
          <a:xfrm>
            <a:off x="174226" y="1760680"/>
            <a:ext cx="2104558" cy="542591"/>
            <a:chOff x="5853028" y="6176859"/>
            <a:chExt cx="2104558" cy="542591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B857EEA-BC21-4E5A-A5B6-346A31F4ACE2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EAC8686F-3534-4E11-B980-FC827E062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7256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8740-9A28-4E12-B334-A684B261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D89C1-E678-4E97-A388-CA1799D47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6 (Up) Step Staircase – Version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8C087-735C-4D87-9C21-0407D116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8FDDCB-2978-4A7B-BD66-CB6A59AA17C2}"/>
              </a:ext>
            </a:extLst>
          </p:cNvPr>
          <p:cNvSpPr/>
          <p:nvPr/>
        </p:nvSpPr>
        <p:spPr>
          <a:xfrm>
            <a:off x="7615183" y="4083338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60000"/>
                <a:lumOff val="4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184B40-F89E-4C37-BE8D-AE564C406B8A}"/>
              </a:ext>
            </a:extLst>
          </p:cNvPr>
          <p:cNvSpPr/>
          <p:nvPr/>
        </p:nvSpPr>
        <p:spPr>
          <a:xfrm>
            <a:off x="7615183" y="3784527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813CD2-882B-4511-971A-04A94553CCCB}"/>
              </a:ext>
            </a:extLst>
          </p:cNvPr>
          <p:cNvSpPr/>
          <p:nvPr/>
        </p:nvSpPr>
        <p:spPr>
          <a:xfrm>
            <a:off x="6436213" y="4296591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5308957-2479-4E2C-9FB8-73A878F82E6D}"/>
              </a:ext>
            </a:extLst>
          </p:cNvPr>
          <p:cNvSpPr/>
          <p:nvPr/>
        </p:nvSpPr>
        <p:spPr>
          <a:xfrm>
            <a:off x="7615183" y="3494820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60000"/>
                <a:lumOff val="4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ABE6799-39E5-4710-9981-AC2DB95709CB}"/>
              </a:ext>
            </a:extLst>
          </p:cNvPr>
          <p:cNvSpPr/>
          <p:nvPr/>
        </p:nvSpPr>
        <p:spPr>
          <a:xfrm>
            <a:off x="6436213" y="4006884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60000"/>
                <a:lumOff val="4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EA1CF9-3F5C-4A2A-AAC5-EA64C2448400}"/>
              </a:ext>
            </a:extLst>
          </p:cNvPr>
          <p:cNvSpPr/>
          <p:nvPr/>
        </p:nvSpPr>
        <p:spPr>
          <a:xfrm>
            <a:off x="5257245" y="4509804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60000"/>
                <a:lumOff val="4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429B845-562B-4EF2-B819-CC5AEF0FEF09}"/>
              </a:ext>
            </a:extLst>
          </p:cNvPr>
          <p:cNvSpPr/>
          <p:nvPr/>
        </p:nvSpPr>
        <p:spPr>
          <a:xfrm>
            <a:off x="7615183" y="3200011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76CC63D-E2B5-4942-84AD-015318F9D82B}"/>
              </a:ext>
            </a:extLst>
          </p:cNvPr>
          <p:cNvSpPr/>
          <p:nvPr/>
        </p:nvSpPr>
        <p:spPr>
          <a:xfrm>
            <a:off x="6436213" y="3712075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1FBC8CF-067F-4E8E-96B7-CF7E0AA5924F}"/>
              </a:ext>
            </a:extLst>
          </p:cNvPr>
          <p:cNvSpPr/>
          <p:nvPr/>
        </p:nvSpPr>
        <p:spPr>
          <a:xfrm>
            <a:off x="5257245" y="4214995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05E91A-E5E3-4B03-BE6C-3441ACB06467}"/>
              </a:ext>
            </a:extLst>
          </p:cNvPr>
          <p:cNvSpPr/>
          <p:nvPr/>
        </p:nvSpPr>
        <p:spPr>
          <a:xfrm>
            <a:off x="4078277" y="4717915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20000"/>
                <a:lumOff val="8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473E3D-9D72-4973-9035-4A3ECAEE4035}"/>
              </a:ext>
            </a:extLst>
          </p:cNvPr>
          <p:cNvSpPr/>
          <p:nvPr/>
        </p:nvSpPr>
        <p:spPr>
          <a:xfrm>
            <a:off x="7615183" y="2905190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60000"/>
                <a:lumOff val="4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811551E-783E-4C93-BB8E-D55DB96D3D2B}"/>
              </a:ext>
            </a:extLst>
          </p:cNvPr>
          <p:cNvSpPr/>
          <p:nvPr/>
        </p:nvSpPr>
        <p:spPr>
          <a:xfrm>
            <a:off x="6436213" y="3417254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60000"/>
                <a:lumOff val="4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CC4ED8C-33D7-4C11-BEA9-0DE9723C4A6D}"/>
              </a:ext>
            </a:extLst>
          </p:cNvPr>
          <p:cNvSpPr/>
          <p:nvPr/>
        </p:nvSpPr>
        <p:spPr>
          <a:xfrm>
            <a:off x="5257245" y="3920174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60000"/>
                <a:lumOff val="4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6EBB3E6-4366-46C1-95E6-0A32B7569569}"/>
              </a:ext>
            </a:extLst>
          </p:cNvPr>
          <p:cNvSpPr/>
          <p:nvPr/>
        </p:nvSpPr>
        <p:spPr>
          <a:xfrm>
            <a:off x="4078277" y="4423094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60000"/>
                <a:lumOff val="4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FEE2E8E-85AD-428E-BBB1-5C16234C77D9}"/>
              </a:ext>
            </a:extLst>
          </p:cNvPr>
          <p:cNvSpPr/>
          <p:nvPr/>
        </p:nvSpPr>
        <p:spPr>
          <a:xfrm>
            <a:off x="2899309" y="4935113"/>
            <a:ext cx="2856476" cy="1306102"/>
          </a:xfrm>
          <a:prstGeom prst="rect">
            <a:avLst/>
          </a:prstGeom>
          <a:solidFill>
            <a:schemeClr val="bg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1">
                <a:lumMod val="60000"/>
                <a:lumOff val="40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Welcome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4018F24-847F-4D8A-8A14-6CD4203A920D}"/>
              </a:ext>
            </a:extLst>
          </p:cNvPr>
          <p:cNvSpPr/>
          <p:nvPr/>
        </p:nvSpPr>
        <p:spPr>
          <a:xfrm>
            <a:off x="7615183" y="2615184"/>
            <a:ext cx="2856476" cy="1306102"/>
          </a:xfrm>
          <a:prstGeom prst="rect">
            <a:avLst/>
          </a:prstGeom>
          <a:solidFill>
            <a:schemeClr val="accent5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accent5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3C9C3B6-8DC1-415F-A855-2E32786C3B0E}"/>
              </a:ext>
            </a:extLst>
          </p:cNvPr>
          <p:cNvSpPr/>
          <p:nvPr/>
        </p:nvSpPr>
        <p:spPr>
          <a:xfrm>
            <a:off x="6436213" y="3127248"/>
            <a:ext cx="2856476" cy="130610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accent4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679D336-7156-41D4-8C3A-99C503889D1A}"/>
              </a:ext>
            </a:extLst>
          </p:cNvPr>
          <p:cNvSpPr/>
          <p:nvPr/>
        </p:nvSpPr>
        <p:spPr>
          <a:xfrm>
            <a:off x="5257245" y="3630168"/>
            <a:ext cx="2856476" cy="1306102"/>
          </a:xfrm>
          <a:prstGeom prst="rect">
            <a:avLst/>
          </a:prstGeom>
          <a:solidFill>
            <a:schemeClr val="accent3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accent3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D324D67-4763-49D5-8444-C476683EBA48}"/>
              </a:ext>
            </a:extLst>
          </p:cNvPr>
          <p:cNvSpPr/>
          <p:nvPr/>
        </p:nvSpPr>
        <p:spPr>
          <a:xfrm>
            <a:off x="4078277" y="4133088"/>
            <a:ext cx="2856476" cy="130610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accent2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0C8C4B3-61E8-4AE7-82AA-85F7FCB4A68E}"/>
              </a:ext>
            </a:extLst>
          </p:cNvPr>
          <p:cNvSpPr/>
          <p:nvPr/>
        </p:nvSpPr>
        <p:spPr>
          <a:xfrm>
            <a:off x="2899309" y="4645107"/>
            <a:ext cx="2856476" cy="1306102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35AF4F6-2419-4130-9971-14CFA837540C}"/>
              </a:ext>
            </a:extLst>
          </p:cNvPr>
          <p:cNvSpPr/>
          <p:nvPr/>
        </p:nvSpPr>
        <p:spPr>
          <a:xfrm>
            <a:off x="1720341" y="5146582"/>
            <a:ext cx="2856476" cy="1306102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2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631D48F-AC68-4B3A-8E5E-B210C9293066}"/>
              </a:ext>
            </a:extLst>
          </p:cNvPr>
          <p:cNvGrpSpPr/>
          <p:nvPr/>
        </p:nvGrpSpPr>
        <p:grpSpPr>
          <a:xfrm>
            <a:off x="0" y="4474689"/>
            <a:ext cx="2768091" cy="923161"/>
            <a:chOff x="84483" y="4383466"/>
            <a:chExt cx="2768091" cy="92316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B2A75CB-100A-42B9-86BD-53B9AD60FC27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A711E26-BC25-46C6-9713-D657088F21C7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tx2"/>
                    </a:solidFill>
                  </a:rPr>
                  <a:t>Lorem ipsum</a:t>
                </a:r>
                <a:endParaRPr lang="en-US" sz="2000" b="1" cap="all">
                  <a:solidFill>
                    <a:schemeClr val="tx2"/>
                  </a:solidFill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41DE968-1516-44F4-AE14-F4C417B092B1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7F0F382-C44F-40F1-9479-6C7BEBB626EF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C344319-9951-44BF-9A77-4F4A9D6D67E9}"/>
              </a:ext>
            </a:extLst>
          </p:cNvPr>
          <p:cNvGrpSpPr/>
          <p:nvPr/>
        </p:nvGrpSpPr>
        <p:grpSpPr>
          <a:xfrm>
            <a:off x="1226505" y="3488648"/>
            <a:ext cx="2768091" cy="923161"/>
            <a:chOff x="84483" y="4383466"/>
            <a:chExt cx="2768091" cy="92316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ACD45E1-A393-4194-99C8-31B394696E77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5335A09-FF8E-4B5A-90DB-F5566133FEB1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1"/>
                    </a:solidFill>
                  </a:rPr>
                  <a:t>Lorem ipsum</a:t>
                </a:r>
                <a:endParaRPr lang="en-US" sz="2000" b="1" cap="all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DCEEA4F-213B-4435-83A7-0D9E0283B30C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1C5150E-582A-4725-A500-2D7A995A5288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C79D08-CDDD-4ACF-8164-B3671F6ABF14}"/>
              </a:ext>
            </a:extLst>
          </p:cNvPr>
          <p:cNvGrpSpPr/>
          <p:nvPr/>
        </p:nvGrpSpPr>
        <p:grpSpPr>
          <a:xfrm>
            <a:off x="2453010" y="2502606"/>
            <a:ext cx="2768091" cy="923161"/>
            <a:chOff x="84483" y="4383466"/>
            <a:chExt cx="2768091" cy="92316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91CAE7C-C1C7-44D0-82AC-60B05DAB296A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7E940EE-2D75-4EF4-B69F-F28C163DC78E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2"/>
                    </a:solidFill>
                  </a:rPr>
                  <a:t>Lorem ipsum</a:t>
                </a:r>
                <a:endParaRPr lang="en-US" sz="2000" b="1" cap="all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CC008BC-4DDB-4A23-AE31-D7018166ED7E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96FEEEC-E6E2-4FC5-B39E-41FEB29F6A99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24E7DE6-2107-4B17-AD65-7BB4E524BE2E}"/>
              </a:ext>
            </a:extLst>
          </p:cNvPr>
          <p:cNvGrpSpPr/>
          <p:nvPr/>
        </p:nvGrpSpPr>
        <p:grpSpPr>
          <a:xfrm>
            <a:off x="3679515" y="1516564"/>
            <a:ext cx="2768091" cy="923161"/>
            <a:chOff x="84483" y="4383466"/>
            <a:chExt cx="2768091" cy="92316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1877D86-6DF3-40A3-BAC5-4F201B39CBEE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E17D367-CE1B-43D5-8928-8E9AA1483992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3"/>
                    </a:solidFill>
                  </a:rPr>
                  <a:t>Lorem ipsum</a:t>
                </a:r>
                <a:endParaRPr lang="en-US" sz="2000" b="1" cap="all">
                  <a:solidFill>
                    <a:schemeClr val="accent3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C0E9A09-04FB-4717-A02D-9023F47870DB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3DC8DB4-B834-4EAA-B949-5116CED97AF6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1E5E082-E1B2-4372-A375-A3BCAB620045}"/>
              </a:ext>
            </a:extLst>
          </p:cNvPr>
          <p:cNvGrpSpPr/>
          <p:nvPr/>
        </p:nvGrpSpPr>
        <p:grpSpPr>
          <a:xfrm>
            <a:off x="7464152" y="5845900"/>
            <a:ext cx="2768091" cy="923161"/>
            <a:chOff x="84483" y="4383466"/>
            <a:chExt cx="2768091" cy="923161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060B063-C95C-49C3-BE15-312CB6F59454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C444DBD9-3FCE-4AFC-B0F6-580C718FF7C9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4"/>
                    </a:solidFill>
                  </a:rPr>
                  <a:t>Lorem ipsum</a:t>
                </a:r>
                <a:endParaRPr lang="en-US" sz="2000" b="1" cap="all">
                  <a:solidFill>
                    <a:schemeClr val="accent4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EB7FC091-B790-4FBB-B36A-0A15004C849D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6E2468F-9170-4267-83A9-C6A977C7FF30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4EE4625-96A4-42FA-887B-9FA6FB156E18}"/>
              </a:ext>
            </a:extLst>
          </p:cNvPr>
          <p:cNvGrpSpPr/>
          <p:nvPr/>
        </p:nvGrpSpPr>
        <p:grpSpPr>
          <a:xfrm>
            <a:off x="7464152" y="1516564"/>
            <a:ext cx="2768091" cy="923161"/>
            <a:chOff x="84483" y="4383466"/>
            <a:chExt cx="2768091" cy="923161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CAD44359-ACFA-4E7B-9944-40B66537A528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5362CCE-AAED-4E02-ACD1-41B3FFC3AEB7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5"/>
                    </a:solidFill>
                  </a:rPr>
                  <a:t>Lorem ipsum</a:t>
                </a:r>
                <a:endParaRPr lang="en-US" sz="2000" b="1" cap="all">
                  <a:solidFill>
                    <a:schemeClr val="accent5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D522A0A-A14D-447C-9DA1-AE7B1A1E4C40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8E35E2E-6617-417E-AB53-4872F7F66ABA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F03CE9E-7E25-4C99-9A10-CBAA832A939E}"/>
              </a:ext>
            </a:extLst>
          </p:cNvPr>
          <p:cNvGrpSpPr/>
          <p:nvPr/>
        </p:nvGrpSpPr>
        <p:grpSpPr>
          <a:xfrm>
            <a:off x="174226" y="1760680"/>
            <a:ext cx="2104558" cy="542591"/>
            <a:chOff x="5853028" y="6176859"/>
            <a:chExt cx="2104558" cy="54259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1BEA52E-8055-4163-AE41-AE302647044E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B114E762-90E8-4407-93FC-240CCF5E5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4737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38740-9A28-4E12-B334-A684B261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D89C1-E678-4E97-A388-CA1799D47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6 (Down) Step Staircase – Version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8C087-735C-4D87-9C21-0407D116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544083-8F7A-4342-ACD7-FB097A6D889C}"/>
              </a:ext>
            </a:extLst>
          </p:cNvPr>
          <p:cNvSpPr/>
          <p:nvPr/>
        </p:nvSpPr>
        <p:spPr>
          <a:xfrm>
            <a:off x="7615183" y="4112133"/>
            <a:ext cx="2856476" cy="1306102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2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B6C5CB-3B95-4973-90CF-44F0D0692100}"/>
              </a:ext>
            </a:extLst>
          </p:cNvPr>
          <p:cNvSpPr/>
          <p:nvPr/>
        </p:nvSpPr>
        <p:spPr>
          <a:xfrm>
            <a:off x="6436213" y="4020693"/>
            <a:ext cx="2856476" cy="1306102"/>
          </a:xfrm>
          <a:prstGeom prst="rect">
            <a:avLst/>
          </a:prstGeom>
          <a:solidFill>
            <a:schemeClr val="accent1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622300"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078DB2-02DE-4FCB-ABF5-8496A279FF92}"/>
              </a:ext>
            </a:extLst>
          </p:cNvPr>
          <p:cNvSpPr/>
          <p:nvPr/>
        </p:nvSpPr>
        <p:spPr>
          <a:xfrm>
            <a:off x="5257245" y="3929253"/>
            <a:ext cx="2856476" cy="1306102"/>
          </a:xfrm>
          <a:prstGeom prst="rect">
            <a:avLst/>
          </a:prstGeom>
          <a:solidFill>
            <a:schemeClr val="accent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933450">
            <a:extrusionClr>
              <a:schemeClr val="accent2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08285D-EAF2-4A46-AB4F-5ACC817EC613}"/>
              </a:ext>
            </a:extLst>
          </p:cNvPr>
          <p:cNvSpPr/>
          <p:nvPr/>
        </p:nvSpPr>
        <p:spPr>
          <a:xfrm>
            <a:off x="4078277" y="3846957"/>
            <a:ext cx="2856476" cy="1306102"/>
          </a:xfrm>
          <a:prstGeom prst="rect">
            <a:avLst/>
          </a:prstGeom>
          <a:solidFill>
            <a:schemeClr val="accent3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1244600">
            <a:extrusionClr>
              <a:schemeClr val="accent3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E35315-C4CF-434E-921F-24D1C58F05EE}"/>
              </a:ext>
            </a:extLst>
          </p:cNvPr>
          <p:cNvSpPr/>
          <p:nvPr/>
        </p:nvSpPr>
        <p:spPr>
          <a:xfrm>
            <a:off x="2899309" y="3755517"/>
            <a:ext cx="2856476" cy="1306102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1555750">
            <a:extrusionClr>
              <a:schemeClr val="accent4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86E49E-41A7-4BED-A09B-51CE141802DC}"/>
              </a:ext>
            </a:extLst>
          </p:cNvPr>
          <p:cNvSpPr/>
          <p:nvPr/>
        </p:nvSpPr>
        <p:spPr>
          <a:xfrm>
            <a:off x="1720341" y="3673221"/>
            <a:ext cx="2856476" cy="1306102"/>
          </a:xfrm>
          <a:prstGeom prst="rect">
            <a:avLst/>
          </a:prstGeom>
          <a:solidFill>
            <a:schemeClr val="accent5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1866900">
            <a:extrusionClr>
              <a:schemeClr val="accent5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481C5D3-7B7C-4F99-9213-7BCCBF41553E}"/>
              </a:ext>
            </a:extLst>
          </p:cNvPr>
          <p:cNvGrpSpPr/>
          <p:nvPr/>
        </p:nvGrpSpPr>
        <p:grpSpPr>
          <a:xfrm>
            <a:off x="144487" y="1815001"/>
            <a:ext cx="2768094" cy="923161"/>
            <a:chOff x="-98397" y="4383466"/>
            <a:chExt cx="2768094" cy="923161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27476D30-2020-4698-ACE8-0319CBAEB41F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5A7A73E-1474-47EE-BF95-A7C985F0F906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5"/>
                    </a:solidFill>
                  </a:rPr>
                  <a:t>Lorem ipsum</a:t>
                </a:r>
                <a:endParaRPr lang="en-US" sz="2000" b="1" cap="all">
                  <a:solidFill>
                    <a:schemeClr val="accent5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C4F738D6-D6C3-4E03-847A-671FC5D59058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F18C56F-F234-4137-9474-333991DE0996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67E62CC-8EFB-43A0-876E-31207EE8BFF3}"/>
              </a:ext>
            </a:extLst>
          </p:cNvPr>
          <p:cNvGrpSpPr/>
          <p:nvPr/>
        </p:nvGrpSpPr>
        <p:grpSpPr>
          <a:xfrm>
            <a:off x="3148579" y="1810928"/>
            <a:ext cx="2768094" cy="923161"/>
            <a:chOff x="-98397" y="4383466"/>
            <a:chExt cx="2768094" cy="923161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E3DB98C2-76B6-4D22-B627-524FDFEA30D6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E66C3A36-226A-4790-8FC9-C1DD93EB9063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4"/>
                    </a:solidFill>
                  </a:rPr>
                  <a:t>Lorem ipsum</a:t>
                </a:r>
                <a:endParaRPr lang="en-US" sz="2000" b="1" cap="all">
                  <a:solidFill>
                    <a:schemeClr val="accent4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B476E784-9A40-49A8-B1B3-1544A9B9C38D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B2FB019-C66A-429D-ABE9-71C1168AA1C6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34CCCCE-B13B-4354-BCF1-6D49C6C2C2AC}"/>
              </a:ext>
            </a:extLst>
          </p:cNvPr>
          <p:cNvGrpSpPr/>
          <p:nvPr/>
        </p:nvGrpSpPr>
        <p:grpSpPr>
          <a:xfrm>
            <a:off x="3961581" y="3015236"/>
            <a:ext cx="2768094" cy="923161"/>
            <a:chOff x="-98397" y="4383466"/>
            <a:chExt cx="2768094" cy="92316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B49447-2955-452F-A089-C82016199A2F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2AD729A3-67D2-4280-8F75-04FF9DD2927D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3"/>
                    </a:solidFill>
                  </a:rPr>
                  <a:t>Lorem ipsum</a:t>
                </a:r>
                <a:endParaRPr lang="en-US" sz="2000" b="1" cap="all">
                  <a:solidFill>
                    <a:schemeClr val="accent3"/>
                  </a:solidFill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922B5335-6595-4FF1-B790-B97FDE26BFAF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B5A11F0-39C7-47AF-81E3-FDD34367B500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82FD6362-D7CA-46AA-8186-4960F1075F4E}"/>
              </a:ext>
            </a:extLst>
          </p:cNvPr>
          <p:cNvGrpSpPr/>
          <p:nvPr/>
        </p:nvGrpSpPr>
        <p:grpSpPr>
          <a:xfrm>
            <a:off x="9292689" y="5708416"/>
            <a:ext cx="2768094" cy="923161"/>
            <a:chOff x="-98397" y="4383466"/>
            <a:chExt cx="2768094" cy="923161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9ADF5CB-9256-47AB-B6A4-04202939633C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7E6241D-9405-49D4-9F00-9EC936D2D2BA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tx2"/>
                    </a:solidFill>
                  </a:rPr>
                  <a:t>Lorem ipsum</a:t>
                </a:r>
                <a:endParaRPr lang="en-US" sz="2000" b="1" cap="all">
                  <a:solidFill>
                    <a:schemeClr val="tx2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51F7BEEB-1D41-4743-9AD5-8DE48E9C3239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14CA42F-5965-49BA-B404-4108C41218D7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5F9C8105-7FF2-45EA-B9D6-91C4C2FA16ED}"/>
              </a:ext>
            </a:extLst>
          </p:cNvPr>
          <p:cNvGrpSpPr/>
          <p:nvPr/>
        </p:nvGrpSpPr>
        <p:grpSpPr>
          <a:xfrm>
            <a:off x="8688288" y="3339508"/>
            <a:ext cx="2768094" cy="923161"/>
            <a:chOff x="-98397" y="4383466"/>
            <a:chExt cx="2768094" cy="923161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B368233-5FE4-46C6-8E89-C6363154F666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DF21498-8164-4219-B866-D73077EEA1E9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1"/>
                    </a:solidFill>
                  </a:rPr>
                  <a:t>Lorem ipsum</a:t>
                </a:r>
                <a:endParaRPr lang="en-US" sz="2000" b="1" cap="all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E7D99E3B-833C-4880-B9D8-88638EE57DE4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02618F39-D135-42B8-8DC7-943667D0023A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1C990B0-2064-44BB-B813-C873D35DB579}"/>
              </a:ext>
            </a:extLst>
          </p:cNvPr>
          <p:cNvGrpSpPr/>
          <p:nvPr/>
        </p:nvGrpSpPr>
        <p:grpSpPr>
          <a:xfrm>
            <a:off x="6480404" y="2413082"/>
            <a:ext cx="2768094" cy="923161"/>
            <a:chOff x="-98397" y="4383466"/>
            <a:chExt cx="2768094" cy="923161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894559E-9E41-4C4A-8254-FDD968F60B7A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3BE0248D-EDD2-4E06-9695-D307200F0A50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2"/>
                    </a:solidFill>
                  </a:rPr>
                  <a:t>Lorem ipsum</a:t>
                </a:r>
                <a:endParaRPr lang="en-US" sz="2000" b="1" cap="all">
                  <a:solidFill>
                    <a:schemeClr val="accent2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A56CF771-5493-4A16-93B2-B6C7F885DBB5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79682C46-3E51-4024-B0DC-D96722469A06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E2FFFA-895F-4BCD-98FA-DEF880F6C45A}"/>
              </a:ext>
            </a:extLst>
          </p:cNvPr>
          <p:cNvGrpSpPr/>
          <p:nvPr/>
        </p:nvGrpSpPr>
        <p:grpSpPr>
          <a:xfrm>
            <a:off x="6240016" y="6176859"/>
            <a:ext cx="2104558" cy="542591"/>
            <a:chOff x="5853028" y="6176859"/>
            <a:chExt cx="2104558" cy="54259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81FDC4D-9B98-4A64-AB43-C99967E3E929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5634A01-A993-4BD3-BFC2-7486ACFAE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1830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8544083-8F7A-4342-ACD7-FB097A6D889C}"/>
              </a:ext>
            </a:extLst>
          </p:cNvPr>
          <p:cNvSpPr/>
          <p:nvPr/>
        </p:nvSpPr>
        <p:spPr>
          <a:xfrm>
            <a:off x="7615183" y="4112133"/>
            <a:ext cx="2856476" cy="1306102"/>
          </a:xfrm>
          <a:prstGeom prst="rect">
            <a:avLst/>
          </a:prstGeom>
          <a:solidFill>
            <a:schemeClr val="tx2"/>
          </a:solidFill>
          <a:ln>
            <a:noFill/>
          </a:ln>
          <a:scene3d>
            <a:camera prst="isometricOffAxis2Top">
              <a:rot lat="19800000" lon="4200000" rev="16800000"/>
            </a:camera>
            <a:lightRig rig="balanced" dir="t"/>
          </a:scene3d>
          <a:sp3d z="-6350" extrusionH="311150">
            <a:extrusionClr>
              <a:schemeClr val="tx2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/>
              <a:t>Lorem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9C7C097-6F1C-4BAD-9B81-83A92AE9ADF1}"/>
              </a:ext>
            </a:extLst>
          </p:cNvPr>
          <p:cNvGrpSpPr/>
          <p:nvPr/>
        </p:nvGrpSpPr>
        <p:grpSpPr>
          <a:xfrm>
            <a:off x="6436213" y="4020693"/>
            <a:ext cx="2856478" cy="1598179"/>
            <a:chOff x="6436213" y="4020693"/>
            <a:chExt cx="2856478" cy="1598179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04096E2-F866-45FC-97BD-83C6BB56E545}"/>
                </a:ext>
              </a:extLst>
            </p:cNvPr>
            <p:cNvSpPr/>
            <p:nvPr/>
          </p:nvSpPr>
          <p:spPr>
            <a:xfrm>
              <a:off x="6436213" y="4312770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60000"/>
                  <a:lumOff val="4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8632F4F5-C482-4B8C-A7AE-CCB9F22C40FE}"/>
                </a:ext>
              </a:extLst>
            </p:cNvPr>
            <p:cNvSpPr/>
            <p:nvPr/>
          </p:nvSpPr>
          <p:spPr>
            <a:xfrm>
              <a:off x="6436215" y="4020693"/>
              <a:ext cx="2856476" cy="130610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accent1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Lorem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038A656-E3E8-4C31-8C7D-6A8D494B9516}"/>
              </a:ext>
            </a:extLst>
          </p:cNvPr>
          <p:cNvGrpSpPr/>
          <p:nvPr/>
        </p:nvGrpSpPr>
        <p:grpSpPr>
          <a:xfrm>
            <a:off x="5257245" y="3929253"/>
            <a:ext cx="2856478" cy="1899821"/>
            <a:chOff x="5257245" y="3929253"/>
            <a:chExt cx="2856478" cy="1899821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4909F32-4E02-4B22-9AC9-C6E6CF8087B8}"/>
                </a:ext>
              </a:extLst>
            </p:cNvPr>
            <p:cNvSpPr/>
            <p:nvPr/>
          </p:nvSpPr>
          <p:spPr>
            <a:xfrm>
              <a:off x="5257246" y="4522972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20000"/>
                  <a:lumOff val="8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D890FF0-4A8D-4065-8776-8998D7AFCE2C}"/>
                </a:ext>
              </a:extLst>
            </p:cNvPr>
            <p:cNvSpPr/>
            <p:nvPr/>
          </p:nvSpPr>
          <p:spPr>
            <a:xfrm>
              <a:off x="5257245" y="4226113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60000"/>
                  <a:lumOff val="4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E50C1B8-B649-45A2-865E-2DA29E13061D}"/>
                </a:ext>
              </a:extLst>
            </p:cNvPr>
            <p:cNvSpPr/>
            <p:nvPr/>
          </p:nvSpPr>
          <p:spPr>
            <a:xfrm>
              <a:off x="5257247" y="3929253"/>
              <a:ext cx="2856476" cy="130610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accent2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Lorem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322C9AD-7E6F-43A3-A0AC-1A65363A7AB4}"/>
              </a:ext>
            </a:extLst>
          </p:cNvPr>
          <p:cNvGrpSpPr/>
          <p:nvPr/>
        </p:nvGrpSpPr>
        <p:grpSpPr>
          <a:xfrm>
            <a:off x="4078277" y="3846957"/>
            <a:ext cx="2856478" cy="2200089"/>
            <a:chOff x="4078277" y="3846957"/>
            <a:chExt cx="2856478" cy="220008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7CC0CBD-4D9E-4400-B3FD-16ABB55893EF}"/>
                </a:ext>
              </a:extLst>
            </p:cNvPr>
            <p:cNvSpPr/>
            <p:nvPr/>
          </p:nvSpPr>
          <p:spPr>
            <a:xfrm>
              <a:off x="4078278" y="4740944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60000"/>
                  <a:lumOff val="4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FF9446A-55CD-4A36-9B7B-38CA33189F89}"/>
                </a:ext>
              </a:extLst>
            </p:cNvPr>
            <p:cNvSpPr/>
            <p:nvPr/>
          </p:nvSpPr>
          <p:spPr>
            <a:xfrm>
              <a:off x="4078278" y="4442949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20000"/>
                  <a:lumOff val="8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40DEE9E-ECBE-4F1F-888B-CFC0769412DF}"/>
                </a:ext>
              </a:extLst>
            </p:cNvPr>
            <p:cNvSpPr/>
            <p:nvPr/>
          </p:nvSpPr>
          <p:spPr>
            <a:xfrm>
              <a:off x="4078277" y="4144953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60000"/>
                  <a:lumOff val="4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0B61E69-725B-41CA-8330-72883DFA1165}"/>
                </a:ext>
              </a:extLst>
            </p:cNvPr>
            <p:cNvSpPr/>
            <p:nvPr/>
          </p:nvSpPr>
          <p:spPr>
            <a:xfrm>
              <a:off x="4078279" y="3846957"/>
              <a:ext cx="2856476" cy="130610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accent3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Lorem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D699079-CC4B-4479-9414-3F30583ED835}"/>
              </a:ext>
            </a:extLst>
          </p:cNvPr>
          <p:cNvGrpSpPr/>
          <p:nvPr/>
        </p:nvGrpSpPr>
        <p:grpSpPr>
          <a:xfrm>
            <a:off x="2899309" y="3755517"/>
            <a:ext cx="2856478" cy="2492415"/>
            <a:chOff x="2899309" y="3755517"/>
            <a:chExt cx="2856478" cy="249241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A80750B1-CC75-4BA1-9870-310DA06A7CBD}"/>
                </a:ext>
              </a:extLst>
            </p:cNvPr>
            <p:cNvSpPr/>
            <p:nvPr/>
          </p:nvSpPr>
          <p:spPr>
            <a:xfrm>
              <a:off x="2899310" y="4941830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20000"/>
                  <a:lumOff val="8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A43ED2E-A9D0-4445-A78F-87B2ADD9E00D}"/>
                </a:ext>
              </a:extLst>
            </p:cNvPr>
            <p:cNvSpPr/>
            <p:nvPr/>
          </p:nvSpPr>
          <p:spPr>
            <a:xfrm>
              <a:off x="2899310" y="4645251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60000"/>
                  <a:lumOff val="4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8C21488-9F54-44D9-9C84-A43A3E6C97BB}"/>
                </a:ext>
              </a:extLst>
            </p:cNvPr>
            <p:cNvSpPr/>
            <p:nvPr/>
          </p:nvSpPr>
          <p:spPr>
            <a:xfrm>
              <a:off x="2899310" y="4348673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20000"/>
                  <a:lumOff val="8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610C8F3-5546-4664-9B37-DCC56903A224}"/>
                </a:ext>
              </a:extLst>
            </p:cNvPr>
            <p:cNvSpPr/>
            <p:nvPr/>
          </p:nvSpPr>
          <p:spPr>
            <a:xfrm>
              <a:off x="2899309" y="4052095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60000"/>
                  <a:lumOff val="4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C80AC5E-8207-419E-BB06-F48F0130CCAE}"/>
                </a:ext>
              </a:extLst>
            </p:cNvPr>
            <p:cNvSpPr/>
            <p:nvPr/>
          </p:nvSpPr>
          <p:spPr>
            <a:xfrm>
              <a:off x="2899311" y="3755517"/>
              <a:ext cx="2856476" cy="130610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accent4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Lorem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66914FE-DE7B-4CC2-A175-4BA1D7BF791B}"/>
              </a:ext>
            </a:extLst>
          </p:cNvPr>
          <p:cNvGrpSpPr/>
          <p:nvPr/>
        </p:nvGrpSpPr>
        <p:grpSpPr>
          <a:xfrm>
            <a:off x="1720341" y="3673221"/>
            <a:ext cx="2856478" cy="2789743"/>
            <a:chOff x="1720341" y="3673221"/>
            <a:chExt cx="2856478" cy="2789743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68068E9-2F44-46B2-8F95-99C0BBD568E1}"/>
                </a:ext>
              </a:extLst>
            </p:cNvPr>
            <p:cNvSpPr/>
            <p:nvPr/>
          </p:nvSpPr>
          <p:spPr>
            <a:xfrm>
              <a:off x="1720341" y="5156862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60000"/>
                  <a:lumOff val="4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36B3B59-350D-4EC2-BBA8-29631A6DF97C}"/>
                </a:ext>
              </a:extLst>
            </p:cNvPr>
            <p:cNvSpPr/>
            <p:nvPr/>
          </p:nvSpPr>
          <p:spPr>
            <a:xfrm>
              <a:off x="1720342" y="4860133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20000"/>
                  <a:lumOff val="8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6F2C0F0-2031-401C-B94D-73F16DB0A165}"/>
                </a:ext>
              </a:extLst>
            </p:cNvPr>
            <p:cNvSpPr/>
            <p:nvPr/>
          </p:nvSpPr>
          <p:spPr>
            <a:xfrm>
              <a:off x="1720342" y="4563405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60000"/>
                  <a:lumOff val="4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2065E6A-FB71-4503-9147-02B1FEFAD3FB}"/>
                </a:ext>
              </a:extLst>
            </p:cNvPr>
            <p:cNvSpPr/>
            <p:nvPr/>
          </p:nvSpPr>
          <p:spPr>
            <a:xfrm>
              <a:off x="1720342" y="4266677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20000"/>
                  <a:lumOff val="8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428C128-A720-48AA-BE12-0F98A78A9BB5}"/>
                </a:ext>
              </a:extLst>
            </p:cNvPr>
            <p:cNvSpPr/>
            <p:nvPr/>
          </p:nvSpPr>
          <p:spPr>
            <a:xfrm>
              <a:off x="1720341" y="3969949"/>
              <a:ext cx="2856476" cy="13061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tx1">
                  <a:lumMod val="60000"/>
                  <a:lumOff val="4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Welcome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40EFF81-9E23-4421-A38B-DFB484A307BB}"/>
                </a:ext>
              </a:extLst>
            </p:cNvPr>
            <p:cNvSpPr/>
            <p:nvPr/>
          </p:nvSpPr>
          <p:spPr>
            <a:xfrm>
              <a:off x="1720343" y="3673221"/>
              <a:ext cx="2856476" cy="130610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scene3d>
              <a:camera prst="isometricOffAxis2Top">
                <a:rot lat="19800000" lon="4200000" rev="16800000"/>
              </a:camera>
              <a:lightRig rig="balanced" dir="t"/>
            </a:scene3d>
            <a:sp3d z="-6350" extrusionH="311150">
              <a:extrusionClr>
                <a:schemeClr val="accent5"/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4800"/>
                <a:t>Lorem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338740-9A28-4E12-B334-A684B261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D89C1-E678-4E97-A388-CA1799D47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6 (Down) Step Staircase – Version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8C087-735C-4D87-9C21-0407D116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14</a:t>
            </a:fld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9D74E74-64E7-4AB3-9EE7-DBE9784BE10C}"/>
              </a:ext>
            </a:extLst>
          </p:cNvPr>
          <p:cNvGrpSpPr/>
          <p:nvPr/>
        </p:nvGrpSpPr>
        <p:grpSpPr>
          <a:xfrm>
            <a:off x="144487" y="1815001"/>
            <a:ext cx="2768094" cy="923161"/>
            <a:chOff x="-98397" y="4383466"/>
            <a:chExt cx="2768094" cy="92316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B1279EF-80B7-4E0B-83B4-5CEF44CC2B0F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1FD243C-06CD-434C-A923-F931F0B5BF09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5"/>
                    </a:solidFill>
                  </a:rPr>
                  <a:t>Lorem ipsum</a:t>
                </a:r>
                <a:endParaRPr lang="en-US" sz="2000" b="1" cap="all">
                  <a:solidFill>
                    <a:schemeClr val="accent5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DA313F7-1A12-4110-BC83-839E6ACDC784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2E35A0D-D5F6-4755-A1A3-C43D7F9793A8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5C69CCA-6C75-4EDB-91B9-85098F5FEF62}"/>
              </a:ext>
            </a:extLst>
          </p:cNvPr>
          <p:cNvGrpSpPr/>
          <p:nvPr/>
        </p:nvGrpSpPr>
        <p:grpSpPr>
          <a:xfrm>
            <a:off x="3148579" y="1810928"/>
            <a:ext cx="2768094" cy="923161"/>
            <a:chOff x="-98397" y="4383466"/>
            <a:chExt cx="2768094" cy="92316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AEF8C29-AE07-4F0A-8C18-29D2C6B50483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7AF1A295-E2B5-4E20-B164-AB6F00BBAE7C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4"/>
                    </a:solidFill>
                  </a:rPr>
                  <a:t>Lorem ipsum</a:t>
                </a:r>
                <a:endParaRPr lang="en-US" sz="2000" b="1" cap="all">
                  <a:solidFill>
                    <a:schemeClr val="accent4"/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43C3E936-4B7F-4D44-B12B-50F723DF0914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0C9A694-8FE1-4B06-8B8B-5CD4B612181F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3D1297-65D0-496B-B4A3-8F26BE2E4200}"/>
              </a:ext>
            </a:extLst>
          </p:cNvPr>
          <p:cNvGrpSpPr/>
          <p:nvPr/>
        </p:nvGrpSpPr>
        <p:grpSpPr>
          <a:xfrm>
            <a:off x="3961581" y="3015236"/>
            <a:ext cx="2768094" cy="923161"/>
            <a:chOff x="-98397" y="4383466"/>
            <a:chExt cx="2768094" cy="923161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513FAFB-29D9-4642-AFFE-AC050C7C794C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7D9AA7F-C2FC-4C64-9867-3DBEB918C3DC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3"/>
                    </a:solidFill>
                  </a:rPr>
                  <a:t>Lorem ipsum</a:t>
                </a:r>
                <a:endParaRPr lang="en-US" sz="2000" b="1" cap="all">
                  <a:solidFill>
                    <a:schemeClr val="accent3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2982E42-F6A4-47A7-96FD-37F03CA81475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313AE00-5A6C-4DED-B0DD-899E64DA4E56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19A067-30D1-4DBD-8FDB-14B83AF0469F}"/>
              </a:ext>
            </a:extLst>
          </p:cNvPr>
          <p:cNvGrpSpPr/>
          <p:nvPr/>
        </p:nvGrpSpPr>
        <p:grpSpPr>
          <a:xfrm>
            <a:off x="9292689" y="5708416"/>
            <a:ext cx="2768094" cy="923161"/>
            <a:chOff x="-98397" y="4383466"/>
            <a:chExt cx="2768094" cy="923161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6E84FD4-A4EA-4631-8ABC-37E17BF78849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26DB75E-4618-4377-842E-3B906D376DB6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tx2"/>
                    </a:solidFill>
                  </a:rPr>
                  <a:t>Lorem ipsum</a:t>
                </a:r>
                <a:endParaRPr lang="en-US" sz="2000" b="1" cap="all">
                  <a:solidFill>
                    <a:schemeClr val="tx2"/>
                  </a:solidFill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300E1F3-7372-4410-B8C3-27A7260C4F29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CCC1C9B-8724-4A11-9E14-CEE1529463C2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E945892-C28B-4C66-ADDF-7D09A87A4BE9}"/>
              </a:ext>
            </a:extLst>
          </p:cNvPr>
          <p:cNvGrpSpPr/>
          <p:nvPr/>
        </p:nvGrpSpPr>
        <p:grpSpPr>
          <a:xfrm>
            <a:off x="8688288" y="3339508"/>
            <a:ext cx="2768094" cy="923161"/>
            <a:chOff x="-98397" y="4383466"/>
            <a:chExt cx="2768094" cy="92316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3512A55-F7DF-4527-8A5B-9CEEACF41C3B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444A6E8-C461-47ED-8AB4-B67CF4C934BF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1"/>
                    </a:solidFill>
                  </a:rPr>
                  <a:t>Lorem ipsum</a:t>
                </a:r>
                <a:endParaRPr lang="en-US" sz="2000" b="1" cap="all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B12489E-EA83-4674-A20B-2F9195A7459F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C8BDD10-C88B-4EC6-8299-339316790E00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55AC72-7A2F-4344-ACFF-07E1C48F70B3}"/>
              </a:ext>
            </a:extLst>
          </p:cNvPr>
          <p:cNvGrpSpPr/>
          <p:nvPr/>
        </p:nvGrpSpPr>
        <p:grpSpPr>
          <a:xfrm>
            <a:off x="6480404" y="2413082"/>
            <a:ext cx="2768094" cy="923161"/>
            <a:chOff x="-98397" y="4383466"/>
            <a:chExt cx="2768094" cy="923161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77C4853-5433-4DE1-AD89-857A6E4C2C1A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A942756-AE76-4393-B0DA-46B1EC538FE4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2"/>
                    </a:solidFill>
                  </a:rPr>
                  <a:t>Lorem ipsum</a:t>
                </a:r>
                <a:endParaRPr lang="en-US" sz="2000" b="1" cap="all">
                  <a:solidFill>
                    <a:schemeClr val="accent2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263C48C-D392-4018-85C3-910FA8A0A9FC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8129F9A-05F7-47C7-B4FB-771649865B2D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5A15C74-0A3B-4D6F-BF81-C4627FC46E68}"/>
              </a:ext>
            </a:extLst>
          </p:cNvPr>
          <p:cNvGrpSpPr/>
          <p:nvPr/>
        </p:nvGrpSpPr>
        <p:grpSpPr>
          <a:xfrm>
            <a:off x="6240016" y="6176859"/>
            <a:ext cx="2104558" cy="542591"/>
            <a:chOff x="5853028" y="6176859"/>
            <a:chExt cx="2104558" cy="542591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8A75EB0-0A0B-421F-BA84-87795B9CB1F1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FF21B5AF-4B1D-4762-9465-EE10CBC3D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0994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676F-AC33-4411-A198-621F8385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F2326-074A-4E01-BE4D-0E18E84EE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Staircase with 5 Steps and Arrow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A069F-FC75-47AA-A25B-14C443E1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A61A36E-910C-4BFA-BD50-6BFF19A76E1A}"/>
              </a:ext>
            </a:extLst>
          </p:cNvPr>
          <p:cNvGrpSpPr/>
          <p:nvPr/>
        </p:nvGrpSpPr>
        <p:grpSpPr>
          <a:xfrm>
            <a:off x="3719736" y="1053618"/>
            <a:ext cx="3358447" cy="5423976"/>
            <a:chOff x="4202793" y="1053617"/>
            <a:chExt cx="3502463" cy="5656565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AB48329-643A-4524-81D2-05E75980163B}"/>
                </a:ext>
              </a:extLst>
            </p:cNvPr>
            <p:cNvGrpSpPr/>
            <p:nvPr/>
          </p:nvGrpSpPr>
          <p:grpSpPr>
            <a:xfrm>
              <a:off x="4202793" y="1832524"/>
              <a:ext cx="3502463" cy="4877658"/>
              <a:chOff x="4202793" y="1832524"/>
              <a:chExt cx="3502463" cy="4877658"/>
            </a:xfrm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1298CFE7-AB32-4A8D-A00D-79E22F69D445}"/>
                  </a:ext>
                </a:extLst>
              </p:cNvPr>
              <p:cNvSpPr/>
              <p:nvPr/>
            </p:nvSpPr>
            <p:spPr>
              <a:xfrm>
                <a:off x="4202793" y="1832524"/>
                <a:ext cx="3502463" cy="4877658"/>
              </a:xfrm>
              <a:custGeom>
                <a:avLst/>
                <a:gdLst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118309 w 3502463"/>
                  <a:gd name="connsiteY2" fmla="*/ 816380 h 4877658"/>
                  <a:gd name="connsiteX3" fmla="*/ 3118358 w 3502463"/>
                  <a:gd name="connsiteY3" fmla="*/ 816415 h 4877658"/>
                  <a:gd name="connsiteX4" fmla="*/ 3500515 w 3502463"/>
                  <a:gd name="connsiteY4" fmla="*/ 595634 h 4877658"/>
                  <a:gd name="connsiteX5" fmla="*/ 3502463 w 3502463"/>
                  <a:gd name="connsiteY5" fmla="*/ 1165691 h 4877658"/>
                  <a:gd name="connsiteX6" fmla="*/ 1525120 w 3502463"/>
                  <a:gd name="connsiteY6" fmla="*/ 4590390 h 4877658"/>
                  <a:gd name="connsiteX7" fmla="*/ 1028894 w 3502463"/>
                  <a:gd name="connsiteY7" fmla="*/ 4877004 h 4877658"/>
                  <a:gd name="connsiteX8" fmla="*/ 1028317 w 3502463"/>
                  <a:gd name="connsiteY8" fmla="*/ 4615809 h 4877658"/>
                  <a:gd name="connsiteX9" fmla="*/ 1027698 w 3502463"/>
                  <a:gd name="connsiteY9" fmla="*/ 4615773 h 4877658"/>
                  <a:gd name="connsiteX10" fmla="*/ 1028288 w 3502463"/>
                  <a:gd name="connsiteY10" fmla="*/ 4877658 h 4877658"/>
                  <a:gd name="connsiteX11" fmla="*/ 1952 w 3502463"/>
                  <a:gd name="connsiteY11" fmla="*/ 4280690 h 4877658"/>
                  <a:gd name="connsiteX12" fmla="*/ 0 w 3502463"/>
                  <a:gd name="connsiteY12" fmla="*/ 3711261 h 4877658"/>
                  <a:gd name="connsiteX13" fmla="*/ 343359 w 3502463"/>
                  <a:gd name="connsiteY13" fmla="*/ 3910612 h 4877658"/>
                  <a:gd name="connsiteX14" fmla="*/ 344013 w 3502463"/>
                  <a:gd name="connsiteY14" fmla="*/ 3909693 h 4877658"/>
                  <a:gd name="connsiteX15" fmla="*/ 0 w 3502463"/>
                  <a:gd name="connsiteY15" fmla="*/ 3709945 h 4877658"/>
                  <a:gd name="connsiteX16" fmla="*/ 496141 w 3502463"/>
                  <a:gd name="connsiteY16" fmla="*/ 3423262 h 4877658"/>
                  <a:gd name="connsiteX17" fmla="*/ 633345 w 3502463"/>
                  <a:gd name="connsiteY17" fmla="*/ 3503065 h 4877658"/>
                  <a:gd name="connsiteX18" fmla="*/ 634128 w 3502463"/>
                  <a:gd name="connsiteY18" fmla="*/ 3501964 h 4877658"/>
                  <a:gd name="connsiteX19" fmla="*/ 498785 w 3502463"/>
                  <a:gd name="connsiteY19" fmla="*/ 3423239 h 4877658"/>
                  <a:gd name="connsiteX20" fmla="*/ 497453 w 3502463"/>
                  <a:gd name="connsiteY20" fmla="*/ 2853810 h 4877658"/>
                  <a:gd name="connsiteX21" fmla="*/ 920450 w 3502463"/>
                  <a:gd name="connsiteY21" fmla="*/ 3099566 h 4877658"/>
                  <a:gd name="connsiteX22" fmla="*/ 921108 w 3502463"/>
                  <a:gd name="connsiteY22" fmla="*/ 3098641 h 4877658"/>
                  <a:gd name="connsiteX23" fmla="*/ 497453 w 3502463"/>
                  <a:gd name="connsiteY23" fmla="*/ 2852493 h 4877658"/>
                  <a:gd name="connsiteX24" fmla="*/ 991341 w 3502463"/>
                  <a:gd name="connsiteY24" fmla="*/ 2566746 h 4877658"/>
                  <a:gd name="connsiteX25" fmla="*/ 989692 w 3502463"/>
                  <a:gd name="connsiteY25" fmla="*/ 2565787 h 4877658"/>
                  <a:gd name="connsiteX26" fmla="*/ 988360 w 3502463"/>
                  <a:gd name="connsiteY26" fmla="*/ 1996358 h 4877658"/>
                  <a:gd name="connsiteX27" fmla="*/ 1406987 w 3502463"/>
                  <a:gd name="connsiteY27" fmla="*/ 2239574 h 4877658"/>
                  <a:gd name="connsiteX28" fmla="*/ 1407499 w 3502463"/>
                  <a:gd name="connsiteY28" fmla="*/ 2238560 h 4877658"/>
                  <a:gd name="connsiteX29" fmla="*/ 988360 w 3502463"/>
                  <a:gd name="connsiteY29" fmla="*/ 1995040 h 4877658"/>
                  <a:gd name="connsiteX30" fmla="*/ 1483867 w 3502463"/>
                  <a:gd name="connsiteY30" fmla="*/ 1708358 h 4877658"/>
                  <a:gd name="connsiteX31" fmla="*/ 1652876 w 3502463"/>
                  <a:gd name="connsiteY31" fmla="*/ 1806492 h 4877658"/>
                  <a:gd name="connsiteX32" fmla="*/ 1653431 w 3502463"/>
                  <a:gd name="connsiteY32" fmla="*/ 1805584 h 4877658"/>
                  <a:gd name="connsiteX33" fmla="*/ 1487147 w 3502463"/>
                  <a:gd name="connsiteY33" fmla="*/ 1709037 h 4877658"/>
                  <a:gd name="connsiteX34" fmla="*/ 1485825 w 3502463"/>
                  <a:gd name="connsiteY34" fmla="*/ 1143487 h 4877658"/>
                  <a:gd name="connsiteX35" fmla="*/ 1485814 w 3502463"/>
                  <a:gd name="connsiteY35" fmla="*/ 1143480 h 4877658"/>
                  <a:gd name="connsiteX36" fmla="*/ 1485824 w 3502463"/>
                  <a:gd name="connsiteY36" fmla="*/ 1143474 h 4877658"/>
                  <a:gd name="connsiteX37" fmla="*/ 1485814 w 3502463"/>
                  <a:gd name="connsiteY37" fmla="*/ 1138906 h 4877658"/>
                  <a:gd name="connsiteX38" fmla="*/ 1489763 w 3502463"/>
                  <a:gd name="connsiteY38" fmla="*/ 1141203 h 4877658"/>
                  <a:gd name="connsiteX39" fmla="*/ 1979723 w 3502463"/>
                  <a:gd name="connsiteY39" fmla="*/ 858739 h 4877658"/>
                  <a:gd name="connsiteX40" fmla="*/ 1978674 w 3502463"/>
                  <a:gd name="connsiteY40" fmla="*/ 858130 h 4877658"/>
                  <a:gd name="connsiteX41" fmla="*/ 1976722 w 3502463"/>
                  <a:gd name="connsiteY41" fmla="*/ 287999 h 4877658"/>
                  <a:gd name="connsiteX42" fmla="*/ 2315637 w 3502463"/>
                  <a:gd name="connsiteY42" fmla="*/ 485129 h 4877658"/>
                  <a:gd name="connsiteX43" fmla="*/ 2315608 w 3502463"/>
                  <a:gd name="connsiteY43" fmla="*/ 483138 h 4877658"/>
                  <a:gd name="connsiteX44" fmla="*/ 1976721 w 3502463"/>
                  <a:gd name="connsiteY44" fmla="*/ 286028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118309 w 3502463"/>
                  <a:gd name="connsiteY2" fmla="*/ 816380 h 4877658"/>
                  <a:gd name="connsiteX3" fmla="*/ 3118358 w 3502463"/>
                  <a:gd name="connsiteY3" fmla="*/ 816415 h 4877658"/>
                  <a:gd name="connsiteX4" fmla="*/ 3500515 w 3502463"/>
                  <a:gd name="connsiteY4" fmla="*/ 595634 h 4877658"/>
                  <a:gd name="connsiteX5" fmla="*/ 3502463 w 3502463"/>
                  <a:gd name="connsiteY5" fmla="*/ 1165691 h 4877658"/>
                  <a:gd name="connsiteX6" fmla="*/ 1525120 w 3502463"/>
                  <a:gd name="connsiteY6" fmla="*/ 4590390 h 4877658"/>
                  <a:gd name="connsiteX7" fmla="*/ 1028894 w 3502463"/>
                  <a:gd name="connsiteY7" fmla="*/ 4877004 h 4877658"/>
                  <a:gd name="connsiteX8" fmla="*/ 1028317 w 3502463"/>
                  <a:gd name="connsiteY8" fmla="*/ 4615809 h 4877658"/>
                  <a:gd name="connsiteX9" fmla="*/ 1027698 w 3502463"/>
                  <a:gd name="connsiteY9" fmla="*/ 4615773 h 4877658"/>
                  <a:gd name="connsiteX10" fmla="*/ 1028288 w 3502463"/>
                  <a:gd name="connsiteY10" fmla="*/ 4877658 h 4877658"/>
                  <a:gd name="connsiteX11" fmla="*/ 1952 w 3502463"/>
                  <a:gd name="connsiteY11" fmla="*/ 4280690 h 4877658"/>
                  <a:gd name="connsiteX12" fmla="*/ 0 w 3502463"/>
                  <a:gd name="connsiteY12" fmla="*/ 3711261 h 4877658"/>
                  <a:gd name="connsiteX13" fmla="*/ 343359 w 3502463"/>
                  <a:gd name="connsiteY13" fmla="*/ 3910612 h 4877658"/>
                  <a:gd name="connsiteX14" fmla="*/ 344013 w 3502463"/>
                  <a:gd name="connsiteY14" fmla="*/ 3909693 h 4877658"/>
                  <a:gd name="connsiteX15" fmla="*/ 0 w 3502463"/>
                  <a:gd name="connsiteY15" fmla="*/ 3709945 h 4877658"/>
                  <a:gd name="connsiteX16" fmla="*/ 496141 w 3502463"/>
                  <a:gd name="connsiteY16" fmla="*/ 3423262 h 4877658"/>
                  <a:gd name="connsiteX17" fmla="*/ 633345 w 3502463"/>
                  <a:gd name="connsiteY17" fmla="*/ 3503065 h 4877658"/>
                  <a:gd name="connsiteX18" fmla="*/ 634128 w 3502463"/>
                  <a:gd name="connsiteY18" fmla="*/ 3501964 h 4877658"/>
                  <a:gd name="connsiteX19" fmla="*/ 498785 w 3502463"/>
                  <a:gd name="connsiteY19" fmla="*/ 3423239 h 4877658"/>
                  <a:gd name="connsiteX20" fmla="*/ 497453 w 3502463"/>
                  <a:gd name="connsiteY20" fmla="*/ 2853810 h 4877658"/>
                  <a:gd name="connsiteX21" fmla="*/ 920450 w 3502463"/>
                  <a:gd name="connsiteY21" fmla="*/ 3099566 h 4877658"/>
                  <a:gd name="connsiteX22" fmla="*/ 921108 w 3502463"/>
                  <a:gd name="connsiteY22" fmla="*/ 3098641 h 4877658"/>
                  <a:gd name="connsiteX23" fmla="*/ 497453 w 3502463"/>
                  <a:gd name="connsiteY23" fmla="*/ 2852493 h 4877658"/>
                  <a:gd name="connsiteX24" fmla="*/ 991341 w 3502463"/>
                  <a:gd name="connsiteY24" fmla="*/ 2566746 h 4877658"/>
                  <a:gd name="connsiteX25" fmla="*/ 989692 w 3502463"/>
                  <a:gd name="connsiteY25" fmla="*/ 2565787 h 4877658"/>
                  <a:gd name="connsiteX26" fmla="*/ 988360 w 3502463"/>
                  <a:gd name="connsiteY26" fmla="*/ 1996358 h 4877658"/>
                  <a:gd name="connsiteX27" fmla="*/ 1406987 w 3502463"/>
                  <a:gd name="connsiteY27" fmla="*/ 2239574 h 4877658"/>
                  <a:gd name="connsiteX28" fmla="*/ 1407499 w 3502463"/>
                  <a:gd name="connsiteY28" fmla="*/ 2238560 h 4877658"/>
                  <a:gd name="connsiteX29" fmla="*/ 988360 w 3502463"/>
                  <a:gd name="connsiteY29" fmla="*/ 1995040 h 4877658"/>
                  <a:gd name="connsiteX30" fmla="*/ 1483867 w 3502463"/>
                  <a:gd name="connsiteY30" fmla="*/ 1708358 h 4877658"/>
                  <a:gd name="connsiteX31" fmla="*/ 1652876 w 3502463"/>
                  <a:gd name="connsiteY31" fmla="*/ 1806492 h 4877658"/>
                  <a:gd name="connsiteX32" fmla="*/ 1653431 w 3502463"/>
                  <a:gd name="connsiteY32" fmla="*/ 1805584 h 4877658"/>
                  <a:gd name="connsiteX33" fmla="*/ 1487147 w 3502463"/>
                  <a:gd name="connsiteY33" fmla="*/ 1709037 h 4877658"/>
                  <a:gd name="connsiteX34" fmla="*/ 1485825 w 3502463"/>
                  <a:gd name="connsiteY34" fmla="*/ 1143487 h 4877658"/>
                  <a:gd name="connsiteX35" fmla="*/ 1485814 w 3502463"/>
                  <a:gd name="connsiteY35" fmla="*/ 1143480 h 4877658"/>
                  <a:gd name="connsiteX36" fmla="*/ 1485824 w 3502463"/>
                  <a:gd name="connsiteY36" fmla="*/ 1143474 h 4877658"/>
                  <a:gd name="connsiteX37" fmla="*/ 1485814 w 3502463"/>
                  <a:gd name="connsiteY37" fmla="*/ 1138906 h 4877658"/>
                  <a:gd name="connsiteX38" fmla="*/ 1489763 w 3502463"/>
                  <a:gd name="connsiteY38" fmla="*/ 1141203 h 4877658"/>
                  <a:gd name="connsiteX39" fmla="*/ 1979723 w 3502463"/>
                  <a:gd name="connsiteY39" fmla="*/ 858739 h 4877658"/>
                  <a:gd name="connsiteX40" fmla="*/ 1978674 w 3502463"/>
                  <a:gd name="connsiteY40" fmla="*/ 858130 h 4877658"/>
                  <a:gd name="connsiteX41" fmla="*/ 1976722 w 3502463"/>
                  <a:gd name="connsiteY41" fmla="*/ 287999 h 4877658"/>
                  <a:gd name="connsiteX42" fmla="*/ 2315637 w 3502463"/>
                  <a:gd name="connsiteY42" fmla="*/ 485129 h 4877658"/>
                  <a:gd name="connsiteX43" fmla="*/ 1976721 w 3502463"/>
                  <a:gd name="connsiteY43" fmla="*/ 286028 h 4877658"/>
                  <a:gd name="connsiteX44" fmla="*/ 2472863 w 3502463"/>
                  <a:gd name="connsiteY44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118309 w 3502463"/>
                  <a:gd name="connsiteY2" fmla="*/ 816380 h 4877658"/>
                  <a:gd name="connsiteX3" fmla="*/ 3118358 w 3502463"/>
                  <a:gd name="connsiteY3" fmla="*/ 816415 h 4877658"/>
                  <a:gd name="connsiteX4" fmla="*/ 3500515 w 3502463"/>
                  <a:gd name="connsiteY4" fmla="*/ 595634 h 4877658"/>
                  <a:gd name="connsiteX5" fmla="*/ 3502463 w 3502463"/>
                  <a:gd name="connsiteY5" fmla="*/ 1165691 h 4877658"/>
                  <a:gd name="connsiteX6" fmla="*/ 1525120 w 3502463"/>
                  <a:gd name="connsiteY6" fmla="*/ 4590390 h 4877658"/>
                  <a:gd name="connsiteX7" fmla="*/ 1028894 w 3502463"/>
                  <a:gd name="connsiteY7" fmla="*/ 4877004 h 4877658"/>
                  <a:gd name="connsiteX8" fmla="*/ 1028317 w 3502463"/>
                  <a:gd name="connsiteY8" fmla="*/ 4615809 h 4877658"/>
                  <a:gd name="connsiteX9" fmla="*/ 1027698 w 3502463"/>
                  <a:gd name="connsiteY9" fmla="*/ 4615773 h 4877658"/>
                  <a:gd name="connsiteX10" fmla="*/ 1028288 w 3502463"/>
                  <a:gd name="connsiteY10" fmla="*/ 4877658 h 4877658"/>
                  <a:gd name="connsiteX11" fmla="*/ 1952 w 3502463"/>
                  <a:gd name="connsiteY11" fmla="*/ 4280690 h 4877658"/>
                  <a:gd name="connsiteX12" fmla="*/ 0 w 3502463"/>
                  <a:gd name="connsiteY12" fmla="*/ 3711261 h 4877658"/>
                  <a:gd name="connsiteX13" fmla="*/ 343359 w 3502463"/>
                  <a:gd name="connsiteY13" fmla="*/ 3910612 h 4877658"/>
                  <a:gd name="connsiteX14" fmla="*/ 344013 w 3502463"/>
                  <a:gd name="connsiteY14" fmla="*/ 3909693 h 4877658"/>
                  <a:gd name="connsiteX15" fmla="*/ 0 w 3502463"/>
                  <a:gd name="connsiteY15" fmla="*/ 3709945 h 4877658"/>
                  <a:gd name="connsiteX16" fmla="*/ 496141 w 3502463"/>
                  <a:gd name="connsiteY16" fmla="*/ 3423262 h 4877658"/>
                  <a:gd name="connsiteX17" fmla="*/ 633345 w 3502463"/>
                  <a:gd name="connsiteY17" fmla="*/ 3503065 h 4877658"/>
                  <a:gd name="connsiteX18" fmla="*/ 634128 w 3502463"/>
                  <a:gd name="connsiteY18" fmla="*/ 3501964 h 4877658"/>
                  <a:gd name="connsiteX19" fmla="*/ 498785 w 3502463"/>
                  <a:gd name="connsiteY19" fmla="*/ 3423239 h 4877658"/>
                  <a:gd name="connsiteX20" fmla="*/ 497453 w 3502463"/>
                  <a:gd name="connsiteY20" fmla="*/ 2853810 h 4877658"/>
                  <a:gd name="connsiteX21" fmla="*/ 920450 w 3502463"/>
                  <a:gd name="connsiteY21" fmla="*/ 3099566 h 4877658"/>
                  <a:gd name="connsiteX22" fmla="*/ 921108 w 3502463"/>
                  <a:gd name="connsiteY22" fmla="*/ 3098641 h 4877658"/>
                  <a:gd name="connsiteX23" fmla="*/ 497453 w 3502463"/>
                  <a:gd name="connsiteY23" fmla="*/ 2852493 h 4877658"/>
                  <a:gd name="connsiteX24" fmla="*/ 991341 w 3502463"/>
                  <a:gd name="connsiteY24" fmla="*/ 2566746 h 4877658"/>
                  <a:gd name="connsiteX25" fmla="*/ 989692 w 3502463"/>
                  <a:gd name="connsiteY25" fmla="*/ 2565787 h 4877658"/>
                  <a:gd name="connsiteX26" fmla="*/ 988360 w 3502463"/>
                  <a:gd name="connsiteY26" fmla="*/ 1996358 h 4877658"/>
                  <a:gd name="connsiteX27" fmla="*/ 1406987 w 3502463"/>
                  <a:gd name="connsiteY27" fmla="*/ 2239574 h 4877658"/>
                  <a:gd name="connsiteX28" fmla="*/ 1407499 w 3502463"/>
                  <a:gd name="connsiteY28" fmla="*/ 2238560 h 4877658"/>
                  <a:gd name="connsiteX29" fmla="*/ 988360 w 3502463"/>
                  <a:gd name="connsiteY29" fmla="*/ 1995040 h 4877658"/>
                  <a:gd name="connsiteX30" fmla="*/ 1483867 w 3502463"/>
                  <a:gd name="connsiteY30" fmla="*/ 1708358 h 4877658"/>
                  <a:gd name="connsiteX31" fmla="*/ 1652876 w 3502463"/>
                  <a:gd name="connsiteY31" fmla="*/ 1806492 h 4877658"/>
                  <a:gd name="connsiteX32" fmla="*/ 1653431 w 3502463"/>
                  <a:gd name="connsiteY32" fmla="*/ 1805584 h 4877658"/>
                  <a:gd name="connsiteX33" fmla="*/ 1487147 w 3502463"/>
                  <a:gd name="connsiteY33" fmla="*/ 1709037 h 4877658"/>
                  <a:gd name="connsiteX34" fmla="*/ 1485825 w 3502463"/>
                  <a:gd name="connsiteY34" fmla="*/ 1143487 h 4877658"/>
                  <a:gd name="connsiteX35" fmla="*/ 1485814 w 3502463"/>
                  <a:gd name="connsiteY35" fmla="*/ 1143480 h 4877658"/>
                  <a:gd name="connsiteX36" fmla="*/ 1485824 w 3502463"/>
                  <a:gd name="connsiteY36" fmla="*/ 1143474 h 4877658"/>
                  <a:gd name="connsiteX37" fmla="*/ 1485814 w 3502463"/>
                  <a:gd name="connsiteY37" fmla="*/ 1138906 h 4877658"/>
                  <a:gd name="connsiteX38" fmla="*/ 1489763 w 3502463"/>
                  <a:gd name="connsiteY38" fmla="*/ 1141203 h 4877658"/>
                  <a:gd name="connsiteX39" fmla="*/ 1979723 w 3502463"/>
                  <a:gd name="connsiteY39" fmla="*/ 858739 h 4877658"/>
                  <a:gd name="connsiteX40" fmla="*/ 1978674 w 3502463"/>
                  <a:gd name="connsiteY40" fmla="*/ 858130 h 4877658"/>
                  <a:gd name="connsiteX41" fmla="*/ 1976722 w 3502463"/>
                  <a:gd name="connsiteY41" fmla="*/ 287999 h 4877658"/>
                  <a:gd name="connsiteX42" fmla="*/ 1976721 w 3502463"/>
                  <a:gd name="connsiteY42" fmla="*/ 286028 h 4877658"/>
                  <a:gd name="connsiteX43" fmla="*/ 2472863 w 3502463"/>
                  <a:gd name="connsiteY43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118309 w 3502463"/>
                  <a:gd name="connsiteY2" fmla="*/ 816380 h 4877658"/>
                  <a:gd name="connsiteX3" fmla="*/ 3500515 w 3502463"/>
                  <a:gd name="connsiteY3" fmla="*/ 595634 h 4877658"/>
                  <a:gd name="connsiteX4" fmla="*/ 3502463 w 3502463"/>
                  <a:gd name="connsiteY4" fmla="*/ 1165691 h 4877658"/>
                  <a:gd name="connsiteX5" fmla="*/ 1525120 w 3502463"/>
                  <a:gd name="connsiteY5" fmla="*/ 4590390 h 4877658"/>
                  <a:gd name="connsiteX6" fmla="*/ 1028894 w 3502463"/>
                  <a:gd name="connsiteY6" fmla="*/ 4877004 h 4877658"/>
                  <a:gd name="connsiteX7" fmla="*/ 1028317 w 3502463"/>
                  <a:gd name="connsiteY7" fmla="*/ 4615809 h 4877658"/>
                  <a:gd name="connsiteX8" fmla="*/ 1027698 w 3502463"/>
                  <a:gd name="connsiteY8" fmla="*/ 4615773 h 4877658"/>
                  <a:gd name="connsiteX9" fmla="*/ 1028288 w 3502463"/>
                  <a:gd name="connsiteY9" fmla="*/ 4877658 h 4877658"/>
                  <a:gd name="connsiteX10" fmla="*/ 1952 w 3502463"/>
                  <a:gd name="connsiteY10" fmla="*/ 4280690 h 4877658"/>
                  <a:gd name="connsiteX11" fmla="*/ 0 w 3502463"/>
                  <a:gd name="connsiteY11" fmla="*/ 3711261 h 4877658"/>
                  <a:gd name="connsiteX12" fmla="*/ 343359 w 3502463"/>
                  <a:gd name="connsiteY12" fmla="*/ 3910612 h 4877658"/>
                  <a:gd name="connsiteX13" fmla="*/ 344013 w 3502463"/>
                  <a:gd name="connsiteY13" fmla="*/ 3909693 h 4877658"/>
                  <a:gd name="connsiteX14" fmla="*/ 0 w 3502463"/>
                  <a:gd name="connsiteY14" fmla="*/ 3709945 h 4877658"/>
                  <a:gd name="connsiteX15" fmla="*/ 496141 w 3502463"/>
                  <a:gd name="connsiteY15" fmla="*/ 3423262 h 4877658"/>
                  <a:gd name="connsiteX16" fmla="*/ 633345 w 3502463"/>
                  <a:gd name="connsiteY16" fmla="*/ 3503065 h 4877658"/>
                  <a:gd name="connsiteX17" fmla="*/ 634128 w 3502463"/>
                  <a:gd name="connsiteY17" fmla="*/ 3501964 h 4877658"/>
                  <a:gd name="connsiteX18" fmla="*/ 498785 w 3502463"/>
                  <a:gd name="connsiteY18" fmla="*/ 3423239 h 4877658"/>
                  <a:gd name="connsiteX19" fmla="*/ 497453 w 3502463"/>
                  <a:gd name="connsiteY19" fmla="*/ 2853810 h 4877658"/>
                  <a:gd name="connsiteX20" fmla="*/ 920450 w 3502463"/>
                  <a:gd name="connsiteY20" fmla="*/ 3099566 h 4877658"/>
                  <a:gd name="connsiteX21" fmla="*/ 921108 w 3502463"/>
                  <a:gd name="connsiteY21" fmla="*/ 3098641 h 4877658"/>
                  <a:gd name="connsiteX22" fmla="*/ 497453 w 3502463"/>
                  <a:gd name="connsiteY22" fmla="*/ 2852493 h 4877658"/>
                  <a:gd name="connsiteX23" fmla="*/ 991341 w 3502463"/>
                  <a:gd name="connsiteY23" fmla="*/ 2566746 h 4877658"/>
                  <a:gd name="connsiteX24" fmla="*/ 989692 w 3502463"/>
                  <a:gd name="connsiteY24" fmla="*/ 2565787 h 4877658"/>
                  <a:gd name="connsiteX25" fmla="*/ 988360 w 3502463"/>
                  <a:gd name="connsiteY25" fmla="*/ 1996358 h 4877658"/>
                  <a:gd name="connsiteX26" fmla="*/ 1406987 w 3502463"/>
                  <a:gd name="connsiteY26" fmla="*/ 2239574 h 4877658"/>
                  <a:gd name="connsiteX27" fmla="*/ 1407499 w 3502463"/>
                  <a:gd name="connsiteY27" fmla="*/ 2238560 h 4877658"/>
                  <a:gd name="connsiteX28" fmla="*/ 988360 w 3502463"/>
                  <a:gd name="connsiteY28" fmla="*/ 1995040 h 4877658"/>
                  <a:gd name="connsiteX29" fmla="*/ 1483867 w 3502463"/>
                  <a:gd name="connsiteY29" fmla="*/ 1708358 h 4877658"/>
                  <a:gd name="connsiteX30" fmla="*/ 1652876 w 3502463"/>
                  <a:gd name="connsiteY30" fmla="*/ 1806492 h 4877658"/>
                  <a:gd name="connsiteX31" fmla="*/ 1653431 w 3502463"/>
                  <a:gd name="connsiteY31" fmla="*/ 1805584 h 4877658"/>
                  <a:gd name="connsiteX32" fmla="*/ 1487147 w 3502463"/>
                  <a:gd name="connsiteY32" fmla="*/ 1709037 h 4877658"/>
                  <a:gd name="connsiteX33" fmla="*/ 1485825 w 3502463"/>
                  <a:gd name="connsiteY33" fmla="*/ 1143487 h 4877658"/>
                  <a:gd name="connsiteX34" fmla="*/ 1485814 w 3502463"/>
                  <a:gd name="connsiteY34" fmla="*/ 1143480 h 4877658"/>
                  <a:gd name="connsiteX35" fmla="*/ 1485824 w 3502463"/>
                  <a:gd name="connsiteY35" fmla="*/ 1143474 h 4877658"/>
                  <a:gd name="connsiteX36" fmla="*/ 1485814 w 3502463"/>
                  <a:gd name="connsiteY36" fmla="*/ 1138906 h 4877658"/>
                  <a:gd name="connsiteX37" fmla="*/ 1489763 w 3502463"/>
                  <a:gd name="connsiteY37" fmla="*/ 1141203 h 4877658"/>
                  <a:gd name="connsiteX38" fmla="*/ 1979723 w 3502463"/>
                  <a:gd name="connsiteY38" fmla="*/ 858739 h 4877658"/>
                  <a:gd name="connsiteX39" fmla="*/ 1978674 w 3502463"/>
                  <a:gd name="connsiteY39" fmla="*/ 858130 h 4877658"/>
                  <a:gd name="connsiteX40" fmla="*/ 1976722 w 3502463"/>
                  <a:gd name="connsiteY40" fmla="*/ 287999 h 4877658"/>
                  <a:gd name="connsiteX41" fmla="*/ 1976721 w 3502463"/>
                  <a:gd name="connsiteY41" fmla="*/ 286028 h 4877658"/>
                  <a:gd name="connsiteX42" fmla="*/ 2472863 w 3502463"/>
                  <a:gd name="connsiteY42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633345 w 3502463"/>
                  <a:gd name="connsiteY15" fmla="*/ 3503065 h 4877658"/>
                  <a:gd name="connsiteX16" fmla="*/ 634128 w 3502463"/>
                  <a:gd name="connsiteY16" fmla="*/ 3501964 h 4877658"/>
                  <a:gd name="connsiteX17" fmla="*/ 498785 w 3502463"/>
                  <a:gd name="connsiteY17" fmla="*/ 3423239 h 4877658"/>
                  <a:gd name="connsiteX18" fmla="*/ 497453 w 3502463"/>
                  <a:gd name="connsiteY18" fmla="*/ 2853810 h 4877658"/>
                  <a:gd name="connsiteX19" fmla="*/ 920450 w 3502463"/>
                  <a:gd name="connsiteY19" fmla="*/ 3099566 h 4877658"/>
                  <a:gd name="connsiteX20" fmla="*/ 921108 w 3502463"/>
                  <a:gd name="connsiteY20" fmla="*/ 3098641 h 4877658"/>
                  <a:gd name="connsiteX21" fmla="*/ 497453 w 3502463"/>
                  <a:gd name="connsiteY21" fmla="*/ 2852493 h 4877658"/>
                  <a:gd name="connsiteX22" fmla="*/ 991341 w 3502463"/>
                  <a:gd name="connsiteY22" fmla="*/ 2566746 h 4877658"/>
                  <a:gd name="connsiteX23" fmla="*/ 989692 w 3502463"/>
                  <a:gd name="connsiteY23" fmla="*/ 2565787 h 4877658"/>
                  <a:gd name="connsiteX24" fmla="*/ 988360 w 3502463"/>
                  <a:gd name="connsiteY24" fmla="*/ 1996358 h 4877658"/>
                  <a:gd name="connsiteX25" fmla="*/ 1406987 w 3502463"/>
                  <a:gd name="connsiteY25" fmla="*/ 2239574 h 4877658"/>
                  <a:gd name="connsiteX26" fmla="*/ 1407499 w 3502463"/>
                  <a:gd name="connsiteY26" fmla="*/ 2238560 h 4877658"/>
                  <a:gd name="connsiteX27" fmla="*/ 988360 w 3502463"/>
                  <a:gd name="connsiteY27" fmla="*/ 1995040 h 4877658"/>
                  <a:gd name="connsiteX28" fmla="*/ 1483867 w 3502463"/>
                  <a:gd name="connsiteY28" fmla="*/ 1708358 h 4877658"/>
                  <a:gd name="connsiteX29" fmla="*/ 1652876 w 3502463"/>
                  <a:gd name="connsiteY29" fmla="*/ 1806492 h 4877658"/>
                  <a:gd name="connsiteX30" fmla="*/ 1653431 w 3502463"/>
                  <a:gd name="connsiteY30" fmla="*/ 1805584 h 4877658"/>
                  <a:gd name="connsiteX31" fmla="*/ 1487147 w 3502463"/>
                  <a:gd name="connsiteY31" fmla="*/ 1709037 h 4877658"/>
                  <a:gd name="connsiteX32" fmla="*/ 1485825 w 3502463"/>
                  <a:gd name="connsiteY32" fmla="*/ 1143487 h 4877658"/>
                  <a:gd name="connsiteX33" fmla="*/ 1485814 w 3502463"/>
                  <a:gd name="connsiteY33" fmla="*/ 1143480 h 4877658"/>
                  <a:gd name="connsiteX34" fmla="*/ 1485824 w 3502463"/>
                  <a:gd name="connsiteY34" fmla="*/ 1143474 h 4877658"/>
                  <a:gd name="connsiteX35" fmla="*/ 1485814 w 3502463"/>
                  <a:gd name="connsiteY35" fmla="*/ 1138906 h 4877658"/>
                  <a:gd name="connsiteX36" fmla="*/ 1489763 w 3502463"/>
                  <a:gd name="connsiteY36" fmla="*/ 1141203 h 4877658"/>
                  <a:gd name="connsiteX37" fmla="*/ 1979723 w 3502463"/>
                  <a:gd name="connsiteY37" fmla="*/ 858739 h 4877658"/>
                  <a:gd name="connsiteX38" fmla="*/ 1978674 w 3502463"/>
                  <a:gd name="connsiteY38" fmla="*/ 858130 h 4877658"/>
                  <a:gd name="connsiteX39" fmla="*/ 1976722 w 3502463"/>
                  <a:gd name="connsiteY39" fmla="*/ 287999 h 4877658"/>
                  <a:gd name="connsiteX40" fmla="*/ 1976721 w 3502463"/>
                  <a:gd name="connsiteY40" fmla="*/ 286028 h 4877658"/>
                  <a:gd name="connsiteX41" fmla="*/ 2472863 w 3502463"/>
                  <a:gd name="connsiteY41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633345 w 3502463"/>
                  <a:gd name="connsiteY15" fmla="*/ 3503065 h 4877658"/>
                  <a:gd name="connsiteX16" fmla="*/ 634128 w 3502463"/>
                  <a:gd name="connsiteY16" fmla="*/ 3501964 h 4877658"/>
                  <a:gd name="connsiteX17" fmla="*/ 498785 w 3502463"/>
                  <a:gd name="connsiteY17" fmla="*/ 3423239 h 4877658"/>
                  <a:gd name="connsiteX18" fmla="*/ 497453 w 3502463"/>
                  <a:gd name="connsiteY18" fmla="*/ 2853810 h 4877658"/>
                  <a:gd name="connsiteX19" fmla="*/ 920450 w 3502463"/>
                  <a:gd name="connsiteY19" fmla="*/ 3099566 h 4877658"/>
                  <a:gd name="connsiteX20" fmla="*/ 921108 w 3502463"/>
                  <a:gd name="connsiteY20" fmla="*/ 3098641 h 4877658"/>
                  <a:gd name="connsiteX21" fmla="*/ 497453 w 3502463"/>
                  <a:gd name="connsiteY21" fmla="*/ 2852493 h 4877658"/>
                  <a:gd name="connsiteX22" fmla="*/ 991341 w 3502463"/>
                  <a:gd name="connsiteY22" fmla="*/ 2566746 h 4877658"/>
                  <a:gd name="connsiteX23" fmla="*/ 989692 w 3502463"/>
                  <a:gd name="connsiteY23" fmla="*/ 2565787 h 4877658"/>
                  <a:gd name="connsiteX24" fmla="*/ 988360 w 3502463"/>
                  <a:gd name="connsiteY24" fmla="*/ 1996358 h 4877658"/>
                  <a:gd name="connsiteX25" fmla="*/ 1406987 w 3502463"/>
                  <a:gd name="connsiteY25" fmla="*/ 2239574 h 4877658"/>
                  <a:gd name="connsiteX26" fmla="*/ 1407499 w 3502463"/>
                  <a:gd name="connsiteY26" fmla="*/ 2238560 h 4877658"/>
                  <a:gd name="connsiteX27" fmla="*/ 988360 w 3502463"/>
                  <a:gd name="connsiteY27" fmla="*/ 1995040 h 4877658"/>
                  <a:gd name="connsiteX28" fmla="*/ 1483867 w 3502463"/>
                  <a:gd name="connsiteY28" fmla="*/ 1708358 h 4877658"/>
                  <a:gd name="connsiteX29" fmla="*/ 1652876 w 3502463"/>
                  <a:gd name="connsiteY29" fmla="*/ 1806492 h 4877658"/>
                  <a:gd name="connsiteX30" fmla="*/ 1487147 w 3502463"/>
                  <a:gd name="connsiteY30" fmla="*/ 1709037 h 4877658"/>
                  <a:gd name="connsiteX31" fmla="*/ 1485825 w 3502463"/>
                  <a:gd name="connsiteY31" fmla="*/ 1143487 h 4877658"/>
                  <a:gd name="connsiteX32" fmla="*/ 1485814 w 3502463"/>
                  <a:gd name="connsiteY32" fmla="*/ 1143480 h 4877658"/>
                  <a:gd name="connsiteX33" fmla="*/ 1485824 w 3502463"/>
                  <a:gd name="connsiteY33" fmla="*/ 1143474 h 4877658"/>
                  <a:gd name="connsiteX34" fmla="*/ 1485814 w 3502463"/>
                  <a:gd name="connsiteY34" fmla="*/ 1138906 h 4877658"/>
                  <a:gd name="connsiteX35" fmla="*/ 1489763 w 3502463"/>
                  <a:gd name="connsiteY35" fmla="*/ 1141203 h 4877658"/>
                  <a:gd name="connsiteX36" fmla="*/ 1979723 w 3502463"/>
                  <a:gd name="connsiteY36" fmla="*/ 858739 h 4877658"/>
                  <a:gd name="connsiteX37" fmla="*/ 1978674 w 3502463"/>
                  <a:gd name="connsiteY37" fmla="*/ 858130 h 4877658"/>
                  <a:gd name="connsiteX38" fmla="*/ 1976722 w 3502463"/>
                  <a:gd name="connsiteY38" fmla="*/ 287999 h 4877658"/>
                  <a:gd name="connsiteX39" fmla="*/ 1976721 w 3502463"/>
                  <a:gd name="connsiteY39" fmla="*/ 286028 h 4877658"/>
                  <a:gd name="connsiteX40" fmla="*/ 2472863 w 3502463"/>
                  <a:gd name="connsiteY40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633345 w 3502463"/>
                  <a:gd name="connsiteY15" fmla="*/ 3503065 h 4877658"/>
                  <a:gd name="connsiteX16" fmla="*/ 634128 w 3502463"/>
                  <a:gd name="connsiteY16" fmla="*/ 3501964 h 4877658"/>
                  <a:gd name="connsiteX17" fmla="*/ 498785 w 3502463"/>
                  <a:gd name="connsiteY17" fmla="*/ 3423239 h 4877658"/>
                  <a:gd name="connsiteX18" fmla="*/ 497453 w 3502463"/>
                  <a:gd name="connsiteY18" fmla="*/ 2853810 h 4877658"/>
                  <a:gd name="connsiteX19" fmla="*/ 920450 w 3502463"/>
                  <a:gd name="connsiteY19" fmla="*/ 3099566 h 4877658"/>
                  <a:gd name="connsiteX20" fmla="*/ 921108 w 3502463"/>
                  <a:gd name="connsiteY20" fmla="*/ 3098641 h 4877658"/>
                  <a:gd name="connsiteX21" fmla="*/ 497453 w 3502463"/>
                  <a:gd name="connsiteY21" fmla="*/ 2852493 h 4877658"/>
                  <a:gd name="connsiteX22" fmla="*/ 991341 w 3502463"/>
                  <a:gd name="connsiteY22" fmla="*/ 2566746 h 4877658"/>
                  <a:gd name="connsiteX23" fmla="*/ 989692 w 3502463"/>
                  <a:gd name="connsiteY23" fmla="*/ 2565787 h 4877658"/>
                  <a:gd name="connsiteX24" fmla="*/ 988360 w 3502463"/>
                  <a:gd name="connsiteY24" fmla="*/ 1996358 h 4877658"/>
                  <a:gd name="connsiteX25" fmla="*/ 1406987 w 3502463"/>
                  <a:gd name="connsiteY25" fmla="*/ 2239574 h 4877658"/>
                  <a:gd name="connsiteX26" fmla="*/ 1407499 w 3502463"/>
                  <a:gd name="connsiteY26" fmla="*/ 2238560 h 4877658"/>
                  <a:gd name="connsiteX27" fmla="*/ 988360 w 3502463"/>
                  <a:gd name="connsiteY27" fmla="*/ 1995040 h 4877658"/>
                  <a:gd name="connsiteX28" fmla="*/ 1483867 w 3502463"/>
                  <a:gd name="connsiteY28" fmla="*/ 1708358 h 4877658"/>
                  <a:gd name="connsiteX29" fmla="*/ 1487147 w 3502463"/>
                  <a:gd name="connsiteY29" fmla="*/ 1709037 h 4877658"/>
                  <a:gd name="connsiteX30" fmla="*/ 1485825 w 3502463"/>
                  <a:gd name="connsiteY30" fmla="*/ 1143487 h 4877658"/>
                  <a:gd name="connsiteX31" fmla="*/ 1485814 w 3502463"/>
                  <a:gd name="connsiteY31" fmla="*/ 1143480 h 4877658"/>
                  <a:gd name="connsiteX32" fmla="*/ 1485824 w 3502463"/>
                  <a:gd name="connsiteY32" fmla="*/ 1143474 h 4877658"/>
                  <a:gd name="connsiteX33" fmla="*/ 1485814 w 3502463"/>
                  <a:gd name="connsiteY33" fmla="*/ 1138906 h 4877658"/>
                  <a:gd name="connsiteX34" fmla="*/ 1489763 w 3502463"/>
                  <a:gd name="connsiteY34" fmla="*/ 1141203 h 4877658"/>
                  <a:gd name="connsiteX35" fmla="*/ 1979723 w 3502463"/>
                  <a:gd name="connsiteY35" fmla="*/ 858739 h 4877658"/>
                  <a:gd name="connsiteX36" fmla="*/ 1978674 w 3502463"/>
                  <a:gd name="connsiteY36" fmla="*/ 858130 h 4877658"/>
                  <a:gd name="connsiteX37" fmla="*/ 1976722 w 3502463"/>
                  <a:gd name="connsiteY37" fmla="*/ 287999 h 4877658"/>
                  <a:gd name="connsiteX38" fmla="*/ 1976721 w 3502463"/>
                  <a:gd name="connsiteY38" fmla="*/ 286028 h 4877658"/>
                  <a:gd name="connsiteX39" fmla="*/ 2472863 w 3502463"/>
                  <a:gd name="connsiteY39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633345 w 3502463"/>
                  <a:gd name="connsiteY15" fmla="*/ 3503065 h 4877658"/>
                  <a:gd name="connsiteX16" fmla="*/ 634128 w 3502463"/>
                  <a:gd name="connsiteY16" fmla="*/ 3501964 h 4877658"/>
                  <a:gd name="connsiteX17" fmla="*/ 498785 w 3502463"/>
                  <a:gd name="connsiteY17" fmla="*/ 3423239 h 4877658"/>
                  <a:gd name="connsiteX18" fmla="*/ 497453 w 3502463"/>
                  <a:gd name="connsiteY18" fmla="*/ 2853810 h 4877658"/>
                  <a:gd name="connsiteX19" fmla="*/ 920450 w 3502463"/>
                  <a:gd name="connsiteY19" fmla="*/ 3099566 h 4877658"/>
                  <a:gd name="connsiteX20" fmla="*/ 921108 w 3502463"/>
                  <a:gd name="connsiteY20" fmla="*/ 3098641 h 4877658"/>
                  <a:gd name="connsiteX21" fmla="*/ 497453 w 3502463"/>
                  <a:gd name="connsiteY21" fmla="*/ 2852493 h 4877658"/>
                  <a:gd name="connsiteX22" fmla="*/ 991341 w 3502463"/>
                  <a:gd name="connsiteY22" fmla="*/ 2566746 h 4877658"/>
                  <a:gd name="connsiteX23" fmla="*/ 989692 w 3502463"/>
                  <a:gd name="connsiteY23" fmla="*/ 2565787 h 4877658"/>
                  <a:gd name="connsiteX24" fmla="*/ 988360 w 3502463"/>
                  <a:gd name="connsiteY24" fmla="*/ 1996358 h 4877658"/>
                  <a:gd name="connsiteX25" fmla="*/ 1406987 w 3502463"/>
                  <a:gd name="connsiteY25" fmla="*/ 2239574 h 4877658"/>
                  <a:gd name="connsiteX26" fmla="*/ 1384639 w 3502463"/>
                  <a:gd name="connsiteY26" fmla="*/ 2246180 h 4877658"/>
                  <a:gd name="connsiteX27" fmla="*/ 988360 w 3502463"/>
                  <a:gd name="connsiteY27" fmla="*/ 1995040 h 4877658"/>
                  <a:gd name="connsiteX28" fmla="*/ 1483867 w 3502463"/>
                  <a:gd name="connsiteY28" fmla="*/ 1708358 h 4877658"/>
                  <a:gd name="connsiteX29" fmla="*/ 1487147 w 3502463"/>
                  <a:gd name="connsiteY29" fmla="*/ 1709037 h 4877658"/>
                  <a:gd name="connsiteX30" fmla="*/ 1485825 w 3502463"/>
                  <a:gd name="connsiteY30" fmla="*/ 1143487 h 4877658"/>
                  <a:gd name="connsiteX31" fmla="*/ 1485814 w 3502463"/>
                  <a:gd name="connsiteY31" fmla="*/ 1143480 h 4877658"/>
                  <a:gd name="connsiteX32" fmla="*/ 1485824 w 3502463"/>
                  <a:gd name="connsiteY32" fmla="*/ 1143474 h 4877658"/>
                  <a:gd name="connsiteX33" fmla="*/ 1485814 w 3502463"/>
                  <a:gd name="connsiteY33" fmla="*/ 1138906 h 4877658"/>
                  <a:gd name="connsiteX34" fmla="*/ 1489763 w 3502463"/>
                  <a:gd name="connsiteY34" fmla="*/ 1141203 h 4877658"/>
                  <a:gd name="connsiteX35" fmla="*/ 1979723 w 3502463"/>
                  <a:gd name="connsiteY35" fmla="*/ 858739 h 4877658"/>
                  <a:gd name="connsiteX36" fmla="*/ 1978674 w 3502463"/>
                  <a:gd name="connsiteY36" fmla="*/ 858130 h 4877658"/>
                  <a:gd name="connsiteX37" fmla="*/ 1976722 w 3502463"/>
                  <a:gd name="connsiteY37" fmla="*/ 287999 h 4877658"/>
                  <a:gd name="connsiteX38" fmla="*/ 1976721 w 3502463"/>
                  <a:gd name="connsiteY38" fmla="*/ 286028 h 4877658"/>
                  <a:gd name="connsiteX39" fmla="*/ 2472863 w 3502463"/>
                  <a:gd name="connsiteY39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633345 w 3502463"/>
                  <a:gd name="connsiteY15" fmla="*/ 3503065 h 4877658"/>
                  <a:gd name="connsiteX16" fmla="*/ 634128 w 3502463"/>
                  <a:gd name="connsiteY16" fmla="*/ 3501964 h 4877658"/>
                  <a:gd name="connsiteX17" fmla="*/ 498785 w 3502463"/>
                  <a:gd name="connsiteY17" fmla="*/ 3423239 h 4877658"/>
                  <a:gd name="connsiteX18" fmla="*/ 497453 w 3502463"/>
                  <a:gd name="connsiteY18" fmla="*/ 2853810 h 4877658"/>
                  <a:gd name="connsiteX19" fmla="*/ 920450 w 3502463"/>
                  <a:gd name="connsiteY19" fmla="*/ 3099566 h 4877658"/>
                  <a:gd name="connsiteX20" fmla="*/ 921108 w 3502463"/>
                  <a:gd name="connsiteY20" fmla="*/ 3098641 h 4877658"/>
                  <a:gd name="connsiteX21" fmla="*/ 497453 w 3502463"/>
                  <a:gd name="connsiteY21" fmla="*/ 2852493 h 4877658"/>
                  <a:gd name="connsiteX22" fmla="*/ 991341 w 3502463"/>
                  <a:gd name="connsiteY22" fmla="*/ 2566746 h 4877658"/>
                  <a:gd name="connsiteX23" fmla="*/ 989692 w 3502463"/>
                  <a:gd name="connsiteY23" fmla="*/ 2565787 h 4877658"/>
                  <a:gd name="connsiteX24" fmla="*/ 988360 w 3502463"/>
                  <a:gd name="connsiteY24" fmla="*/ 1996358 h 4877658"/>
                  <a:gd name="connsiteX25" fmla="*/ 1406987 w 3502463"/>
                  <a:gd name="connsiteY25" fmla="*/ 2239574 h 4877658"/>
                  <a:gd name="connsiteX26" fmla="*/ 988360 w 3502463"/>
                  <a:gd name="connsiteY26" fmla="*/ 1995040 h 4877658"/>
                  <a:gd name="connsiteX27" fmla="*/ 1483867 w 3502463"/>
                  <a:gd name="connsiteY27" fmla="*/ 1708358 h 4877658"/>
                  <a:gd name="connsiteX28" fmla="*/ 1487147 w 3502463"/>
                  <a:gd name="connsiteY28" fmla="*/ 1709037 h 4877658"/>
                  <a:gd name="connsiteX29" fmla="*/ 1485825 w 3502463"/>
                  <a:gd name="connsiteY29" fmla="*/ 1143487 h 4877658"/>
                  <a:gd name="connsiteX30" fmla="*/ 1485814 w 3502463"/>
                  <a:gd name="connsiteY30" fmla="*/ 1143480 h 4877658"/>
                  <a:gd name="connsiteX31" fmla="*/ 1485824 w 3502463"/>
                  <a:gd name="connsiteY31" fmla="*/ 1143474 h 4877658"/>
                  <a:gd name="connsiteX32" fmla="*/ 1485814 w 3502463"/>
                  <a:gd name="connsiteY32" fmla="*/ 1138906 h 4877658"/>
                  <a:gd name="connsiteX33" fmla="*/ 1489763 w 3502463"/>
                  <a:gd name="connsiteY33" fmla="*/ 1141203 h 4877658"/>
                  <a:gd name="connsiteX34" fmla="*/ 1979723 w 3502463"/>
                  <a:gd name="connsiteY34" fmla="*/ 858739 h 4877658"/>
                  <a:gd name="connsiteX35" fmla="*/ 1978674 w 3502463"/>
                  <a:gd name="connsiteY35" fmla="*/ 858130 h 4877658"/>
                  <a:gd name="connsiteX36" fmla="*/ 1976722 w 3502463"/>
                  <a:gd name="connsiteY36" fmla="*/ 287999 h 4877658"/>
                  <a:gd name="connsiteX37" fmla="*/ 1976721 w 3502463"/>
                  <a:gd name="connsiteY37" fmla="*/ 286028 h 4877658"/>
                  <a:gd name="connsiteX38" fmla="*/ 2472863 w 3502463"/>
                  <a:gd name="connsiteY38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633345 w 3502463"/>
                  <a:gd name="connsiteY15" fmla="*/ 3503065 h 4877658"/>
                  <a:gd name="connsiteX16" fmla="*/ 634128 w 3502463"/>
                  <a:gd name="connsiteY16" fmla="*/ 3501964 h 4877658"/>
                  <a:gd name="connsiteX17" fmla="*/ 498785 w 3502463"/>
                  <a:gd name="connsiteY17" fmla="*/ 3423239 h 4877658"/>
                  <a:gd name="connsiteX18" fmla="*/ 497453 w 3502463"/>
                  <a:gd name="connsiteY18" fmla="*/ 2853810 h 4877658"/>
                  <a:gd name="connsiteX19" fmla="*/ 920450 w 3502463"/>
                  <a:gd name="connsiteY19" fmla="*/ 3099566 h 4877658"/>
                  <a:gd name="connsiteX20" fmla="*/ 921108 w 3502463"/>
                  <a:gd name="connsiteY20" fmla="*/ 3098641 h 4877658"/>
                  <a:gd name="connsiteX21" fmla="*/ 497453 w 3502463"/>
                  <a:gd name="connsiteY21" fmla="*/ 2852493 h 4877658"/>
                  <a:gd name="connsiteX22" fmla="*/ 991341 w 3502463"/>
                  <a:gd name="connsiteY22" fmla="*/ 2566746 h 4877658"/>
                  <a:gd name="connsiteX23" fmla="*/ 989692 w 3502463"/>
                  <a:gd name="connsiteY23" fmla="*/ 2565787 h 4877658"/>
                  <a:gd name="connsiteX24" fmla="*/ 988360 w 3502463"/>
                  <a:gd name="connsiteY24" fmla="*/ 1996358 h 4877658"/>
                  <a:gd name="connsiteX25" fmla="*/ 988360 w 3502463"/>
                  <a:gd name="connsiteY25" fmla="*/ 1995040 h 4877658"/>
                  <a:gd name="connsiteX26" fmla="*/ 1483867 w 3502463"/>
                  <a:gd name="connsiteY26" fmla="*/ 1708358 h 4877658"/>
                  <a:gd name="connsiteX27" fmla="*/ 1487147 w 3502463"/>
                  <a:gd name="connsiteY27" fmla="*/ 1709037 h 4877658"/>
                  <a:gd name="connsiteX28" fmla="*/ 1485825 w 3502463"/>
                  <a:gd name="connsiteY28" fmla="*/ 1143487 h 4877658"/>
                  <a:gd name="connsiteX29" fmla="*/ 1485814 w 3502463"/>
                  <a:gd name="connsiteY29" fmla="*/ 1143480 h 4877658"/>
                  <a:gd name="connsiteX30" fmla="*/ 1485824 w 3502463"/>
                  <a:gd name="connsiteY30" fmla="*/ 1143474 h 4877658"/>
                  <a:gd name="connsiteX31" fmla="*/ 1485814 w 3502463"/>
                  <a:gd name="connsiteY31" fmla="*/ 1138906 h 4877658"/>
                  <a:gd name="connsiteX32" fmla="*/ 1489763 w 3502463"/>
                  <a:gd name="connsiteY32" fmla="*/ 1141203 h 4877658"/>
                  <a:gd name="connsiteX33" fmla="*/ 1979723 w 3502463"/>
                  <a:gd name="connsiteY33" fmla="*/ 858739 h 4877658"/>
                  <a:gd name="connsiteX34" fmla="*/ 1978674 w 3502463"/>
                  <a:gd name="connsiteY34" fmla="*/ 858130 h 4877658"/>
                  <a:gd name="connsiteX35" fmla="*/ 1976722 w 3502463"/>
                  <a:gd name="connsiteY35" fmla="*/ 287999 h 4877658"/>
                  <a:gd name="connsiteX36" fmla="*/ 1976721 w 3502463"/>
                  <a:gd name="connsiteY36" fmla="*/ 286028 h 4877658"/>
                  <a:gd name="connsiteX37" fmla="*/ 2472863 w 3502463"/>
                  <a:gd name="connsiteY37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633345 w 3502463"/>
                  <a:gd name="connsiteY15" fmla="*/ 3503065 h 4877658"/>
                  <a:gd name="connsiteX16" fmla="*/ 634128 w 3502463"/>
                  <a:gd name="connsiteY16" fmla="*/ 3501964 h 4877658"/>
                  <a:gd name="connsiteX17" fmla="*/ 498785 w 3502463"/>
                  <a:gd name="connsiteY17" fmla="*/ 3423239 h 4877658"/>
                  <a:gd name="connsiteX18" fmla="*/ 497453 w 3502463"/>
                  <a:gd name="connsiteY18" fmla="*/ 2853810 h 4877658"/>
                  <a:gd name="connsiteX19" fmla="*/ 920450 w 3502463"/>
                  <a:gd name="connsiteY19" fmla="*/ 3099566 h 4877658"/>
                  <a:gd name="connsiteX20" fmla="*/ 497453 w 3502463"/>
                  <a:gd name="connsiteY20" fmla="*/ 2852493 h 4877658"/>
                  <a:gd name="connsiteX21" fmla="*/ 991341 w 3502463"/>
                  <a:gd name="connsiteY21" fmla="*/ 2566746 h 4877658"/>
                  <a:gd name="connsiteX22" fmla="*/ 989692 w 3502463"/>
                  <a:gd name="connsiteY22" fmla="*/ 2565787 h 4877658"/>
                  <a:gd name="connsiteX23" fmla="*/ 988360 w 3502463"/>
                  <a:gd name="connsiteY23" fmla="*/ 1996358 h 4877658"/>
                  <a:gd name="connsiteX24" fmla="*/ 988360 w 3502463"/>
                  <a:gd name="connsiteY24" fmla="*/ 1995040 h 4877658"/>
                  <a:gd name="connsiteX25" fmla="*/ 1483867 w 3502463"/>
                  <a:gd name="connsiteY25" fmla="*/ 1708358 h 4877658"/>
                  <a:gd name="connsiteX26" fmla="*/ 1487147 w 3502463"/>
                  <a:gd name="connsiteY26" fmla="*/ 1709037 h 4877658"/>
                  <a:gd name="connsiteX27" fmla="*/ 1485825 w 3502463"/>
                  <a:gd name="connsiteY27" fmla="*/ 1143487 h 4877658"/>
                  <a:gd name="connsiteX28" fmla="*/ 1485814 w 3502463"/>
                  <a:gd name="connsiteY28" fmla="*/ 1143480 h 4877658"/>
                  <a:gd name="connsiteX29" fmla="*/ 1485824 w 3502463"/>
                  <a:gd name="connsiteY29" fmla="*/ 1143474 h 4877658"/>
                  <a:gd name="connsiteX30" fmla="*/ 1485814 w 3502463"/>
                  <a:gd name="connsiteY30" fmla="*/ 1138906 h 4877658"/>
                  <a:gd name="connsiteX31" fmla="*/ 1489763 w 3502463"/>
                  <a:gd name="connsiteY31" fmla="*/ 1141203 h 4877658"/>
                  <a:gd name="connsiteX32" fmla="*/ 1979723 w 3502463"/>
                  <a:gd name="connsiteY32" fmla="*/ 858739 h 4877658"/>
                  <a:gd name="connsiteX33" fmla="*/ 1978674 w 3502463"/>
                  <a:gd name="connsiteY33" fmla="*/ 858130 h 4877658"/>
                  <a:gd name="connsiteX34" fmla="*/ 1976722 w 3502463"/>
                  <a:gd name="connsiteY34" fmla="*/ 287999 h 4877658"/>
                  <a:gd name="connsiteX35" fmla="*/ 1976721 w 3502463"/>
                  <a:gd name="connsiteY35" fmla="*/ 286028 h 4877658"/>
                  <a:gd name="connsiteX36" fmla="*/ 2472863 w 3502463"/>
                  <a:gd name="connsiteY36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633345 w 3502463"/>
                  <a:gd name="connsiteY15" fmla="*/ 3503065 h 4877658"/>
                  <a:gd name="connsiteX16" fmla="*/ 634128 w 3502463"/>
                  <a:gd name="connsiteY16" fmla="*/ 3501964 h 4877658"/>
                  <a:gd name="connsiteX17" fmla="*/ 498785 w 3502463"/>
                  <a:gd name="connsiteY17" fmla="*/ 3423239 h 4877658"/>
                  <a:gd name="connsiteX18" fmla="*/ 497453 w 3502463"/>
                  <a:gd name="connsiteY18" fmla="*/ 2853810 h 4877658"/>
                  <a:gd name="connsiteX19" fmla="*/ 497453 w 3502463"/>
                  <a:gd name="connsiteY19" fmla="*/ 2852493 h 4877658"/>
                  <a:gd name="connsiteX20" fmla="*/ 991341 w 3502463"/>
                  <a:gd name="connsiteY20" fmla="*/ 2566746 h 4877658"/>
                  <a:gd name="connsiteX21" fmla="*/ 989692 w 3502463"/>
                  <a:gd name="connsiteY21" fmla="*/ 2565787 h 4877658"/>
                  <a:gd name="connsiteX22" fmla="*/ 988360 w 3502463"/>
                  <a:gd name="connsiteY22" fmla="*/ 1996358 h 4877658"/>
                  <a:gd name="connsiteX23" fmla="*/ 988360 w 3502463"/>
                  <a:gd name="connsiteY23" fmla="*/ 1995040 h 4877658"/>
                  <a:gd name="connsiteX24" fmla="*/ 1483867 w 3502463"/>
                  <a:gd name="connsiteY24" fmla="*/ 1708358 h 4877658"/>
                  <a:gd name="connsiteX25" fmla="*/ 1487147 w 3502463"/>
                  <a:gd name="connsiteY25" fmla="*/ 1709037 h 4877658"/>
                  <a:gd name="connsiteX26" fmla="*/ 1485825 w 3502463"/>
                  <a:gd name="connsiteY26" fmla="*/ 1143487 h 4877658"/>
                  <a:gd name="connsiteX27" fmla="*/ 1485814 w 3502463"/>
                  <a:gd name="connsiteY27" fmla="*/ 1143480 h 4877658"/>
                  <a:gd name="connsiteX28" fmla="*/ 1485824 w 3502463"/>
                  <a:gd name="connsiteY28" fmla="*/ 1143474 h 4877658"/>
                  <a:gd name="connsiteX29" fmla="*/ 1485814 w 3502463"/>
                  <a:gd name="connsiteY29" fmla="*/ 1138906 h 4877658"/>
                  <a:gd name="connsiteX30" fmla="*/ 1489763 w 3502463"/>
                  <a:gd name="connsiteY30" fmla="*/ 1141203 h 4877658"/>
                  <a:gd name="connsiteX31" fmla="*/ 1979723 w 3502463"/>
                  <a:gd name="connsiteY31" fmla="*/ 858739 h 4877658"/>
                  <a:gd name="connsiteX32" fmla="*/ 1978674 w 3502463"/>
                  <a:gd name="connsiteY32" fmla="*/ 858130 h 4877658"/>
                  <a:gd name="connsiteX33" fmla="*/ 1976722 w 3502463"/>
                  <a:gd name="connsiteY33" fmla="*/ 287999 h 4877658"/>
                  <a:gd name="connsiteX34" fmla="*/ 1976721 w 3502463"/>
                  <a:gd name="connsiteY34" fmla="*/ 286028 h 4877658"/>
                  <a:gd name="connsiteX35" fmla="*/ 2472863 w 3502463"/>
                  <a:gd name="connsiteY35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633345 w 3502463"/>
                  <a:gd name="connsiteY15" fmla="*/ 3503065 h 4877658"/>
                  <a:gd name="connsiteX16" fmla="*/ 498785 w 3502463"/>
                  <a:gd name="connsiteY16" fmla="*/ 3423239 h 4877658"/>
                  <a:gd name="connsiteX17" fmla="*/ 497453 w 3502463"/>
                  <a:gd name="connsiteY17" fmla="*/ 2853810 h 4877658"/>
                  <a:gd name="connsiteX18" fmla="*/ 497453 w 3502463"/>
                  <a:gd name="connsiteY18" fmla="*/ 2852493 h 4877658"/>
                  <a:gd name="connsiteX19" fmla="*/ 991341 w 3502463"/>
                  <a:gd name="connsiteY19" fmla="*/ 2566746 h 4877658"/>
                  <a:gd name="connsiteX20" fmla="*/ 989692 w 3502463"/>
                  <a:gd name="connsiteY20" fmla="*/ 2565787 h 4877658"/>
                  <a:gd name="connsiteX21" fmla="*/ 988360 w 3502463"/>
                  <a:gd name="connsiteY21" fmla="*/ 1996358 h 4877658"/>
                  <a:gd name="connsiteX22" fmla="*/ 988360 w 3502463"/>
                  <a:gd name="connsiteY22" fmla="*/ 1995040 h 4877658"/>
                  <a:gd name="connsiteX23" fmla="*/ 1483867 w 3502463"/>
                  <a:gd name="connsiteY23" fmla="*/ 1708358 h 4877658"/>
                  <a:gd name="connsiteX24" fmla="*/ 1487147 w 3502463"/>
                  <a:gd name="connsiteY24" fmla="*/ 1709037 h 4877658"/>
                  <a:gd name="connsiteX25" fmla="*/ 1485825 w 3502463"/>
                  <a:gd name="connsiteY25" fmla="*/ 1143487 h 4877658"/>
                  <a:gd name="connsiteX26" fmla="*/ 1485814 w 3502463"/>
                  <a:gd name="connsiteY26" fmla="*/ 1143480 h 4877658"/>
                  <a:gd name="connsiteX27" fmla="*/ 1485824 w 3502463"/>
                  <a:gd name="connsiteY27" fmla="*/ 1143474 h 4877658"/>
                  <a:gd name="connsiteX28" fmla="*/ 1485814 w 3502463"/>
                  <a:gd name="connsiteY28" fmla="*/ 1138906 h 4877658"/>
                  <a:gd name="connsiteX29" fmla="*/ 1489763 w 3502463"/>
                  <a:gd name="connsiteY29" fmla="*/ 1141203 h 4877658"/>
                  <a:gd name="connsiteX30" fmla="*/ 1979723 w 3502463"/>
                  <a:gd name="connsiteY30" fmla="*/ 858739 h 4877658"/>
                  <a:gd name="connsiteX31" fmla="*/ 1978674 w 3502463"/>
                  <a:gd name="connsiteY31" fmla="*/ 858130 h 4877658"/>
                  <a:gd name="connsiteX32" fmla="*/ 1976722 w 3502463"/>
                  <a:gd name="connsiteY32" fmla="*/ 287999 h 4877658"/>
                  <a:gd name="connsiteX33" fmla="*/ 1976721 w 3502463"/>
                  <a:gd name="connsiteY33" fmla="*/ 286028 h 4877658"/>
                  <a:gd name="connsiteX34" fmla="*/ 2472863 w 3502463"/>
                  <a:gd name="connsiteY34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344013 w 3502463"/>
                  <a:gd name="connsiteY12" fmla="*/ 390969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498785 w 3502463"/>
                  <a:gd name="connsiteY15" fmla="*/ 3423239 h 4877658"/>
                  <a:gd name="connsiteX16" fmla="*/ 497453 w 3502463"/>
                  <a:gd name="connsiteY16" fmla="*/ 2853810 h 4877658"/>
                  <a:gd name="connsiteX17" fmla="*/ 497453 w 3502463"/>
                  <a:gd name="connsiteY17" fmla="*/ 2852493 h 4877658"/>
                  <a:gd name="connsiteX18" fmla="*/ 991341 w 3502463"/>
                  <a:gd name="connsiteY18" fmla="*/ 2566746 h 4877658"/>
                  <a:gd name="connsiteX19" fmla="*/ 989692 w 3502463"/>
                  <a:gd name="connsiteY19" fmla="*/ 2565787 h 4877658"/>
                  <a:gd name="connsiteX20" fmla="*/ 988360 w 3502463"/>
                  <a:gd name="connsiteY20" fmla="*/ 1996358 h 4877658"/>
                  <a:gd name="connsiteX21" fmla="*/ 988360 w 3502463"/>
                  <a:gd name="connsiteY21" fmla="*/ 1995040 h 4877658"/>
                  <a:gd name="connsiteX22" fmla="*/ 1483867 w 3502463"/>
                  <a:gd name="connsiteY22" fmla="*/ 1708358 h 4877658"/>
                  <a:gd name="connsiteX23" fmla="*/ 1487147 w 3502463"/>
                  <a:gd name="connsiteY23" fmla="*/ 1709037 h 4877658"/>
                  <a:gd name="connsiteX24" fmla="*/ 1485825 w 3502463"/>
                  <a:gd name="connsiteY24" fmla="*/ 1143487 h 4877658"/>
                  <a:gd name="connsiteX25" fmla="*/ 1485814 w 3502463"/>
                  <a:gd name="connsiteY25" fmla="*/ 1143480 h 4877658"/>
                  <a:gd name="connsiteX26" fmla="*/ 1485824 w 3502463"/>
                  <a:gd name="connsiteY26" fmla="*/ 1143474 h 4877658"/>
                  <a:gd name="connsiteX27" fmla="*/ 1485814 w 3502463"/>
                  <a:gd name="connsiteY27" fmla="*/ 1138906 h 4877658"/>
                  <a:gd name="connsiteX28" fmla="*/ 1489763 w 3502463"/>
                  <a:gd name="connsiteY28" fmla="*/ 1141203 h 4877658"/>
                  <a:gd name="connsiteX29" fmla="*/ 1979723 w 3502463"/>
                  <a:gd name="connsiteY29" fmla="*/ 858739 h 4877658"/>
                  <a:gd name="connsiteX30" fmla="*/ 1978674 w 3502463"/>
                  <a:gd name="connsiteY30" fmla="*/ 858130 h 4877658"/>
                  <a:gd name="connsiteX31" fmla="*/ 1976722 w 3502463"/>
                  <a:gd name="connsiteY31" fmla="*/ 287999 h 4877658"/>
                  <a:gd name="connsiteX32" fmla="*/ 1976721 w 3502463"/>
                  <a:gd name="connsiteY32" fmla="*/ 286028 h 4877658"/>
                  <a:gd name="connsiteX33" fmla="*/ 2472863 w 3502463"/>
                  <a:gd name="connsiteY33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252573 w 3502463"/>
                  <a:gd name="connsiteY12" fmla="*/ 4001133 h 4877658"/>
                  <a:gd name="connsiteX13" fmla="*/ 0 w 3502463"/>
                  <a:gd name="connsiteY13" fmla="*/ 3709945 h 4877658"/>
                  <a:gd name="connsiteX14" fmla="*/ 496141 w 3502463"/>
                  <a:gd name="connsiteY14" fmla="*/ 3423262 h 4877658"/>
                  <a:gd name="connsiteX15" fmla="*/ 498785 w 3502463"/>
                  <a:gd name="connsiteY15" fmla="*/ 3423239 h 4877658"/>
                  <a:gd name="connsiteX16" fmla="*/ 497453 w 3502463"/>
                  <a:gd name="connsiteY16" fmla="*/ 2853810 h 4877658"/>
                  <a:gd name="connsiteX17" fmla="*/ 497453 w 3502463"/>
                  <a:gd name="connsiteY17" fmla="*/ 2852493 h 4877658"/>
                  <a:gd name="connsiteX18" fmla="*/ 991341 w 3502463"/>
                  <a:gd name="connsiteY18" fmla="*/ 2566746 h 4877658"/>
                  <a:gd name="connsiteX19" fmla="*/ 989692 w 3502463"/>
                  <a:gd name="connsiteY19" fmla="*/ 2565787 h 4877658"/>
                  <a:gd name="connsiteX20" fmla="*/ 988360 w 3502463"/>
                  <a:gd name="connsiteY20" fmla="*/ 1996358 h 4877658"/>
                  <a:gd name="connsiteX21" fmla="*/ 988360 w 3502463"/>
                  <a:gd name="connsiteY21" fmla="*/ 1995040 h 4877658"/>
                  <a:gd name="connsiteX22" fmla="*/ 1483867 w 3502463"/>
                  <a:gd name="connsiteY22" fmla="*/ 1708358 h 4877658"/>
                  <a:gd name="connsiteX23" fmla="*/ 1487147 w 3502463"/>
                  <a:gd name="connsiteY23" fmla="*/ 1709037 h 4877658"/>
                  <a:gd name="connsiteX24" fmla="*/ 1485825 w 3502463"/>
                  <a:gd name="connsiteY24" fmla="*/ 1143487 h 4877658"/>
                  <a:gd name="connsiteX25" fmla="*/ 1485814 w 3502463"/>
                  <a:gd name="connsiteY25" fmla="*/ 1143480 h 4877658"/>
                  <a:gd name="connsiteX26" fmla="*/ 1485824 w 3502463"/>
                  <a:gd name="connsiteY26" fmla="*/ 1143474 h 4877658"/>
                  <a:gd name="connsiteX27" fmla="*/ 1485814 w 3502463"/>
                  <a:gd name="connsiteY27" fmla="*/ 1138906 h 4877658"/>
                  <a:gd name="connsiteX28" fmla="*/ 1489763 w 3502463"/>
                  <a:gd name="connsiteY28" fmla="*/ 1141203 h 4877658"/>
                  <a:gd name="connsiteX29" fmla="*/ 1979723 w 3502463"/>
                  <a:gd name="connsiteY29" fmla="*/ 858739 h 4877658"/>
                  <a:gd name="connsiteX30" fmla="*/ 1978674 w 3502463"/>
                  <a:gd name="connsiteY30" fmla="*/ 858130 h 4877658"/>
                  <a:gd name="connsiteX31" fmla="*/ 1976722 w 3502463"/>
                  <a:gd name="connsiteY31" fmla="*/ 287999 h 4877658"/>
                  <a:gd name="connsiteX32" fmla="*/ 1976721 w 3502463"/>
                  <a:gd name="connsiteY32" fmla="*/ 286028 h 4877658"/>
                  <a:gd name="connsiteX33" fmla="*/ 2472863 w 3502463"/>
                  <a:gd name="connsiteY33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343359 w 3502463"/>
                  <a:gd name="connsiteY11" fmla="*/ 3910612 h 4877658"/>
                  <a:gd name="connsiteX12" fmla="*/ 0 w 3502463"/>
                  <a:gd name="connsiteY12" fmla="*/ 3709945 h 4877658"/>
                  <a:gd name="connsiteX13" fmla="*/ 496141 w 3502463"/>
                  <a:gd name="connsiteY13" fmla="*/ 3423262 h 4877658"/>
                  <a:gd name="connsiteX14" fmla="*/ 498785 w 3502463"/>
                  <a:gd name="connsiteY14" fmla="*/ 3423239 h 4877658"/>
                  <a:gd name="connsiteX15" fmla="*/ 497453 w 3502463"/>
                  <a:gd name="connsiteY15" fmla="*/ 2853810 h 4877658"/>
                  <a:gd name="connsiteX16" fmla="*/ 497453 w 3502463"/>
                  <a:gd name="connsiteY16" fmla="*/ 2852493 h 4877658"/>
                  <a:gd name="connsiteX17" fmla="*/ 991341 w 3502463"/>
                  <a:gd name="connsiteY17" fmla="*/ 2566746 h 4877658"/>
                  <a:gd name="connsiteX18" fmla="*/ 989692 w 3502463"/>
                  <a:gd name="connsiteY18" fmla="*/ 2565787 h 4877658"/>
                  <a:gd name="connsiteX19" fmla="*/ 988360 w 3502463"/>
                  <a:gd name="connsiteY19" fmla="*/ 1996358 h 4877658"/>
                  <a:gd name="connsiteX20" fmla="*/ 988360 w 3502463"/>
                  <a:gd name="connsiteY20" fmla="*/ 1995040 h 4877658"/>
                  <a:gd name="connsiteX21" fmla="*/ 1483867 w 3502463"/>
                  <a:gd name="connsiteY21" fmla="*/ 1708358 h 4877658"/>
                  <a:gd name="connsiteX22" fmla="*/ 1487147 w 3502463"/>
                  <a:gd name="connsiteY22" fmla="*/ 1709037 h 4877658"/>
                  <a:gd name="connsiteX23" fmla="*/ 1485825 w 3502463"/>
                  <a:gd name="connsiteY23" fmla="*/ 1143487 h 4877658"/>
                  <a:gd name="connsiteX24" fmla="*/ 1485814 w 3502463"/>
                  <a:gd name="connsiteY24" fmla="*/ 1143480 h 4877658"/>
                  <a:gd name="connsiteX25" fmla="*/ 1485824 w 3502463"/>
                  <a:gd name="connsiteY25" fmla="*/ 1143474 h 4877658"/>
                  <a:gd name="connsiteX26" fmla="*/ 1485814 w 3502463"/>
                  <a:gd name="connsiteY26" fmla="*/ 1138906 h 4877658"/>
                  <a:gd name="connsiteX27" fmla="*/ 1489763 w 3502463"/>
                  <a:gd name="connsiteY27" fmla="*/ 1141203 h 4877658"/>
                  <a:gd name="connsiteX28" fmla="*/ 1979723 w 3502463"/>
                  <a:gd name="connsiteY28" fmla="*/ 858739 h 4877658"/>
                  <a:gd name="connsiteX29" fmla="*/ 1978674 w 3502463"/>
                  <a:gd name="connsiteY29" fmla="*/ 858130 h 4877658"/>
                  <a:gd name="connsiteX30" fmla="*/ 1976722 w 3502463"/>
                  <a:gd name="connsiteY30" fmla="*/ 287999 h 4877658"/>
                  <a:gd name="connsiteX31" fmla="*/ 1976721 w 3502463"/>
                  <a:gd name="connsiteY31" fmla="*/ 286028 h 4877658"/>
                  <a:gd name="connsiteX32" fmla="*/ 2472863 w 3502463"/>
                  <a:gd name="connsiteY32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7698 w 3502463"/>
                  <a:gd name="connsiteY7" fmla="*/ 4615773 h 4877658"/>
                  <a:gd name="connsiteX8" fmla="*/ 1028288 w 3502463"/>
                  <a:gd name="connsiteY8" fmla="*/ 4877658 h 4877658"/>
                  <a:gd name="connsiteX9" fmla="*/ 1952 w 3502463"/>
                  <a:gd name="connsiteY9" fmla="*/ 4280690 h 4877658"/>
                  <a:gd name="connsiteX10" fmla="*/ 0 w 3502463"/>
                  <a:gd name="connsiteY10" fmla="*/ 3711261 h 4877658"/>
                  <a:gd name="connsiteX11" fmla="*/ 0 w 3502463"/>
                  <a:gd name="connsiteY11" fmla="*/ 3709945 h 4877658"/>
                  <a:gd name="connsiteX12" fmla="*/ 496141 w 3502463"/>
                  <a:gd name="connsiteY12" fmla="*/ 3423262 h 4877658"/>
                  <a:gd name="connsiteX13" fmla="*/ 498785 w 3502463"/>
                  <a:gd name="connsiteY13" fmla="*/ 3423239 h 4877658"/>
                  <a:gd name="connsiteX14" fmla="*/ 497453 w 3502463"/>
                  <a:gd name="connsiteY14" fmla="*/ 2853810 h 4877658"/>
                  <a:gd name="connsiteX15" fmla="*/ 497453 w 3502463"/>
                  <a:gd name="connsiteY15" fmla="*/ 2852493 h 4877658"/>
                  <a:gd name="connsiteX16" fmla="*/ 991341 w 3502463"/>
                  <a:gd name="connsiteY16" fmla="*/ 2566746 h 4877658"/>
                  <a:gd name="connsiteX17" fmla="*/ 989692 w 3502463"/>
                  <a:gd name="connsiteY17" fmla="*/ 2565787 h 4877658"/>
                  <a:gd name="connsiteX18" fmla="*/ 988360 w 3502463"/>
                  <a:gd name="connsiteY18" fmla="*/ 1996358 h 4877658"/>
                  <a:gd name="connsiteX19" fmla="*/ 988360 w 3502463"/>
                  <a:gd name="connsiteY19" fmla="*/ 1995040 h 4877658"/>
                  <a:gd name="connsiteX20" fmla="*/ 1483867 w 3502463"/>
                  <a:gd name="connsiteY20" fmla="*/ 1708358 h 4877658"/>
                  <a:gd name="connsiteX21" fmla="*/ 1487147 w 3502463"/>
                  <a:gd name="connsiteY21" fmla="*/ 1709037 h 4877658"/>
                  <a:gd name="connsiteX22" fmla="*/ 1485825 w 3502463"/>
                  <a:gd name="connsiteY22" fmla="*/ 1143487 h 4877658"/>
                  <a:gd name="connsiteX23" fmla="*/ 1485814 w 3502463"/>
                  <a:gd name="connsiteY23" fmla="*/ 1143480 h 4877658"/>
                  <a:gd name="connsiteX24" fmla="*/ 1485824 w 3502463"/>
                  <a:gd name="connsiteY24" fmla="*/ 1143474 h 4877658"/>
                  <a:gd name="connsiteX25" fmla="*/ 1485814 w 3502463"/>
                  <a:gd name="connsiteY25" fmla="*/ 1138906 h 4877658"/>
                  <a:gd name="connsiteX26" fmla="*/ 1489763 w 3502463"/>
                  <a:gd name="connsiteY26" fmla="*/ 1141203 h 4877658"/>
                  <a:gd name="connsiteX27" fmla="*/ 1979723 w 3502463"/>
                  <a:gd name="connsiteY27" fmla="*/ 858739 h 4877658"/>
                  <a:gd name="connsiteX28" fmla="*/ 1978674 w 3502463"/>
                  <a:gd name="connsiteY28" fmla="*/ 858130 h 4877658"/>
                  <a:gd name="connsiteX29" fmla="*/ 1976722 w 3502463"/>
                  <a:gd name="connsiteY29" fmla="*/ 287999 h 4877658"/>
                  <a:gd name="connsiteX30" fmla="*/ 1976721 w 3502463"/>
                  <a:gd name="connsiteY30" fmla="*/ 286028 h 4877658"/>
                  <a:gd name="connsiteX31" fmla="*/ 2472863 w 3502463"/>
                  <a:gd name="connsiteY31" fmla="*/ 0 h 4877658"/>
                  <a:gd name="connsiteX0" fmla="*/ 2472863 w 3502463"/>
                  <a:gd name="connsiteY0" fmla="*/ 0 h 4877658"/>
                  <a:gd name="connsiteX1" fmla="*/ 3499190 w 3502463"/>
                  <a:gd name="connsiteY1" fmla="*/ 596298 h 4877658"/>
                  <a:gd name="connsiteX2" fmla="*/ 3500515 w 3502463"/>
                  <a:gd name="connsiteY2" fmla="*/ 595634 h 4877658"/>
                  <a:gd name="connsiteX3" fmla="*/ 3502463 w 3502463"/>
                  <a:gd name="connsiteY3" fmla="*/ 1165691 h 4877658"/>
                  <a:gd name="connsiteX4" fmla="*/ 1525120 w 3502463"/>
                  <a:gd name="connsiteY4" fmla="*/ 4590390 h 4877658"/>
                  <a:gd name="connsiteX5" fmla="*/ 1028894 w 3502463"/>
                  <a:gd name="connsiteY5" fmla="*/ 4877004 h 4877658"/>
                  <a:gd name="connsiteX6" fmla="*/ 1028317 w 3502463"/>
                  <a:gd name="connsiteY6" fmla="*/ 4615809 h 4877658"/>
                  <a:gd name="connsiteX7" fmla="*/ 1028288 w 3502463"/>
                  <a:gd name="connsiteY7" fmla="*/ 4877658 h 4877658"/>
                  <a:gd name="connsiteX8" fmla="*/ 1952 w 3502463"/>
                  <a:gd name="connsiteY8" fmla="*/ 4280690 h 4877658"/>
                  <a:gd name="connsiteX9" fmla="*/ 0 w 3502463"/>
                  <a:gd name="connsiteY9" fmla="*/ 3711261 h 4877658"/>
                  <a:gd name="connsiteX10" fmla="*/ 0 w 3502463"/>
                  <a:gd name="connsiteY10" fmla="*/ 3709945 h 4877658"/>
                  <a:gd name="connsiteX11" fmla="*/ 496141 w 3502463"/>
                  <a:gd name="connsiteY11" fmla="*/ 3423262 h 4877658"/>
                  <a:gd name="connsiteX12" fmla="*/ 498785 w 3502463"/>
                  <a:gd name="connsiteY12" fmla="*/ 3423239 h 4877658"/>
                  <a:gd name="connsiteX13" fmla="*/ 497453 w 3502463"/>
                  <a:gd name="connsiteY13" fmla="*/ 2853810 h 4877658"/>
                  <a:gd name="connsiteX14" fmla="*/ 497453 w 3502463"/>
                  <a:gd name="connsiteY14" fmla="*/ 2852493 h 4877658"/>
                  <a:gd name="connsiteX15" fmla="*/ 991341 w 3502463"/>
                  <a:gd name="connsiteY15" fmla="*/ 2566746 h 4877658"/>
                  <a:gd name="connsiteX16" fmla="*/ 989692 w 3502463"/>
                  <a:gd name="connsiteY16" fmla="*/ 2565787 h 4877658"/>
                  <a:gd name="connsiteX17" fmla="*/ 988360 w 3502463"/>
                  <a:gd name="connsiteY17" fmla="*/ 1996358 h 4877658"/>
                  <a:gd name="connsiteX18" fmla="*/ 988360 w 3502463"/>
                  <a:gd name="connsiteY18" fmla="*/ 1995040 h 4877658"/>
                  <a:gd name="connsiteX19" fmla="*/ 1483867 w 3502463"/>
                  <a:gd name="connsiteY19" fmla="*/ 1708358 h 4877658"/>
                  <a:gd name="connsiteX20" fmla="*/ 1487147 w 3502463"/>
                  <a:gd name="connsiteY20" fmla="*/ 1709037 h 4877658"/>
                  <a:gd name="connsiteX21" fmla="*/ 1485825 w 3502463"/>
                  <a:gd name="connsiteY21" fmla="*/ 1143487 h 4877658"/>
                  <a:gd name="connsiteX22" fmla="*/ 1485814 w 3502463"/>
                  <a:gd name="connsiteY22" fmla="*/ 1143480 h 4877658"/>
                  <a:gd name="connsiteX23" fmla="*/ 1485824 w 3502463"/>
                  <a:gd name="connsiteY23" fmla="*/ 1143474 h 4877658"/>
                  <a:gd name="connsiteX24" fmla="*/ 1485814 w 3502463"/>
                  <a:gd name="connsiteY24" fmla="*/ 1138906 h 4877658"/>
                  <a:gd name="connsiteX25" fmla="*/ 1489763 w 3502463"/>
                  <a:gd name="connsiteY25" fmla="*/ 1141203 h 4877658"/>
                  <a:gd name="connsiteX26" fmla="*/ 1979723 w 3502463"/>
                  <a:gd name="connsiteY26" fmla="*/ 858739 h 4877658"/>
                  <a:gd name="connsiteX27" fmla="*/ 1978674 w 3502463"/>
                  <a:gd name="connsiteY27" fmla="*/ 858130 h 4877658"/>
                  <a:gd name="connsiteX28" fmla="*/ 1976722 w 3502463"/>
                  <a:gd name="connsiteY28" fmla="*/ 287999 h 4877658"/>
                  <a:gd name="connsiteX29" fmla="*/ 1976721 w 3502463"/>
                  <a:gd name="connsiteY29" fmla="*/ 286028 h 4877658"/>
                  <a:gd name="connsiteX30" fmla="*/ 2472863 w 3502463"/>
                  <a:gd name="connsiteY30" fmla="*/ 0 h 4877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02463" h="4877658">
                    <a:moveTo>
                      <a:pt x="2472863" y="0"/>
                    </a:moveTo>
                    <a:lnTo>
                      <a:pt x="3499190" y="596298"/>
                    </a:lnTo>
                    <a:lnTo>
                      <a:pt x="3500515" y="595634"/>
                    </a:lnTo>
                    <a:cubicBezTo>
                      <a:pt x="3501164" y="785653"/>
                      <a:pt x="3501814" y="975672"/>
                      <a:pt x="3502463" y="1165691"/>
                    </a:cubicBezTo>
                    <a:lnTo>
                      <a:pt x="1525120" y="4590390"/>
                    </a:lnTo>
                    <a:lnTo>
                      <a:pt x="1028894" y="4877004"/>
                    </a:lnTo>
                    <a:cubicBezTo>
                      <a:pt x="1028702" y="4789939"/>
                      <a:pt x="1028509" y="4702874"/>
                      <a:pt x="1028317" y="4615809"/>
                    </a:cubicBezTo>
                    <a:cubicBezTo>
                      <a:pt x="1028307" y="4703092"/>
                      <a:pt x="1028298" y="4790375"/>
                      <a:pt x="1028288" y="4877658"/>
                    </a:cubicBezTo>
                    <a:lnTo>
                      <a:pt x="1952" y="4280690"/>
                    </a:lnTo>
                    <a:cubicBezTo>
                      <a:pt x="1301" y="4090880"/>
                      <a:pt x="651" y="3901071"/>
                      <a:pt x="0" y="3711261"/>
                    </a:cubicBezTo>
                    <a:lnTo>
                      <a:pt x="0" y="3709945"/>
                    </a:lnTo>
                    <a:lnTo>
                      <a:pt x="496141" y="3423262"/>
                    </a:lnTo>
                    <a:lnTo>
                      <a:pt x="498785" y="3423239"/>
                    </a:lnTo>
                    <a:lnTo>
                      <a:pt x="497453" y="2853810"/>
                    </a:lnTo>
                    <a:lnTo>
                      <a:pt x="497453" y="2852493"/>
                    </a:lnTo>
                    <a:lnTo>
                      <a:pt x="991341" y="2566746"/>
                    </a:lnTo>
                    <a:lnTo>
                      <a:pt x="989692" y="2565787"/>
                    </a:lnTo>
                    <a:lnTo>
                      <a:pt x="988360" y="1996358"/>
                    </a:lnTo>
                    <a:lnTo>
                      <a:pt x="988360" y="1995040"/>
                    </a:lnTo>
                    <a:lnTo>
                      <a:pt x="1483867" y="1708358"/>
                    </a:lnTo>
                    <a:lnTo>
                      <a:pt x="1487147" y="1709037"/>
                    </a:lnTo>
                    <a:cubicBezTo>
                      <a:pt x="1486706" y="1520520"/>
                      <a:pt x="1486266" y="1332004"/>
                      <a:pt x="1485825" y="1143487"/>
                    </a:cubicBezTo>
                    <a:cubicBezTo>
                      <a:pt x="1485821" y="1143485"/>
                      <a:pt x="1485818" y="1143482"/>
                      <a:pt x="1485814" y="1143480"/>
                    </a:cubicBezTo>
                    <a:cubicBezTo>
                      <a:pt x="1485817" y="1143478"/>
                      <a:pt x="1485821" y="1143476"/>
                      <a:pt x="1485824" y="1143474"/>
                    </a:cubicBezTo>
                    <a:cubicBezTo>
                      <a:pt x="1485821" y="1141951"/>
                      <a:pt x="1485817" y="1140429"/>
                      <a:pt x="1485814" y="1138906"/>
                    </a:cubicBezTo>
                    <a:lnTo>
                      <a:pt x="1489763" y="1141203"/>
                    </a:lnTo>
                    <a:lnTo>
                      <a:pt x="1979723" y="858739"/>
                    </a:lnTo>
                    <a:lnTo>
                      <a:pt x="1978674" y="858130"/>
                    </a:lnTo>
                    <a:cubicBezTo>
                      <a:pt x="1978023" y="668086"/>
                      <a:pt x="1977373" y="478043"/>
                      <a:pt x="1976722" y="287999"/>
                    </a:cubicBezTo>
                    <a:cubicBezTo>
                      <a:pt x="1976722" y="287342"/>
                      <a:pt x="1976721" y="286685"/>
                      <a:pt x="1976721" y="286028"/>
                    </a:cubicBezTo>
                    <a:lnTo>
                      <a:pt x="247286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miter lim="400000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6" name="Figure">
                <a:extLst>
                  <a:ext uri="{FF2B5EF4-FFF2-40B4-BE49-F238E27FC236}">
                    <a16:creationId xmlns:a16="http://schemas.microsoft.com/office/drawing/2014/main" id="{66133838-FDD3-4E3D-90E9-05DA4EE0BD4D}"/>
                  </a:ext>
                </a:extLst>
              </p:cNvPr>
              <p:cNvSpPr/>
              <p:nvPr/>
            </p:nvSpPr>
            <p:spPr>
              <a:xfrm>
                <a:off x="4202793" y="5543785"/>
                <a:ext cx="1028288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41" y="10545"/>
                    </a:lnTo>
                    <a:lnTo>
                      <a:pt x="0" y="0"/>
                    </a:lnTo>
                    <a:lnTo>
                      <a:pt x="21573" y="1104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8" name="Figure">
                <a:extLst>
                  <a:ext uri="{FF2B5EF4-FFF2-40B4-BE49-F238E27FC236}">
                    <a16:creationId xmlns:a16="http://schemas.microsoft.com/office/drawing/2014/main" id="{6CD57D79-5902-4C6F-93B6-D194EC5A802D}"/>
                  </a:ext>
                </a:extLst>
              </p:cNvPr>
              <p:cNvSpPr/>
              <p:nvPr/>
            </p:nvSpPr>
            <p:spPr>
              <a:xfrm>
                <a:off x="4700246" y="4686334"/>
                <a:ext cx="1027634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8" y="10545"/>
                    </a:lnTo>
                    <a:lnTo>
                      <a:pt x="0" y="0"/>
                    </a:lnTo>
                    <a:lnTo>
                      <a:pt x="21572" y="1104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0" name="Figure">
                <a:extLst>
                  <a:ext uri="{FF2B5EF4-FFF2-40B4-BE49-F238E27FC236}">
                    <a16:creationId xmlns:a16="http://schemas.microsoft.com/office/drawing/2014/main" id="{FCF45B7D-E1CA-4FA5-8459-E829C67C4075}"/>
                  </a:ext>
                </a:extLst>
              </p:cNvPr>
              <p:cNvSpPr/>
              <p:nvPr/>
            </p:nvSpPr>
            <p:spPr>
              <a:xfrm>
                <a:off x="5191153" y="3828882"/>
                <a:ext cx="1027634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8" y="10545"/>
                    </a:lnTo>
                    <a:lnTo>
                      <a:pt x="0" y="0"/>
                    </a:lnTo>
                    <a:lnTo>
                      <a:pt x="21572" y="1104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2" name="Figure">
                <a:extLst>
                  <a:ext uri="{FF2B5EF4-FFF2-40B4-BE49-F238E27FC236}">
                    <a16:creationId xmlns:a16="http://schemas.microsoft.com/office/drawing/2014/main" id="{2D0383C1-31EC-4838-AF8A-3A6900B1C642}"/>
                  </a:ext>
                </a:extLst>
              </p:cNvPr>
              <p:cNvSpPr/>
              <p:nvPr/>
            </p:nvSpPr>
            <p:spPr>
              <a:xfrm>
                <a:off x="5688607" y="2971430"/>
                <a:ext cx="1028288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8" y="10558"/>
                    </a:lnTo>
                    <a:lnTo>
                      <a:pt x="0" y="0"/>
                    </a:lnTo>
                    <a:lnTo>
                      <a:pt x="21559" y="1105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Figure">
                <a:extLst>
                  <a:ext uri="{FF2B5EF4-FFF2-40B4-BE49-F238E27FC236}">
                    <a16:creationId xmlns:a16="http://schemas.microsoft.com/office/drawing/2014/main" id="{F6061123-27CA-49E8-815F-A79324A8F3E1}"/>
                  </a:ext>
                </a:extLst>
              </p:cNvPr>
              <p:cNvSpPr/>
              <p:nvPr/>
            </p:nvSpPr>
            <p:spPr>
              <a:xfrm>
                <a:off x="5230427" y="2428158"/>
                <a:ext cx="2474829" cy="42813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83" y="0"/>
                    </a:moveTo>
                    <a:lnTo>
                      <a:pt x="21600" y="2876"/>
                    </a:lnTo>
                    <a:lnTo>
                      <a:pt x="4342" y="20154"/>
                    </a:lnTo>
                    <a:lnTo>
                      <a:pt x="11" y="21600"/>
                    </a:lnTo>
                    <a:lnTo>
                      <a:pt x="0" y="18724"/>
                    </a:lnTo>
                    <a:lnTo>
                      <a:pt x="4325" y="17281"/>
                    </a:lnTo>
                    <a:lnTo>
                      <a:pt x="4313" y="14404"/>
                    </a:lnTo>
                    <a:lnTo>
                      <a:pt x="8638" y="12961"/>
                    </a:lnTo>
                    <a:lnTo>
                      <a:pt x="8626" y="10085"/>
                    </a:lnTo>
                    <a:lnTo>
                      <a:pt x="12957" y="8639"/>
                    </a:lnTo>
                    <a:lnTo>
                      <a:pt x="12939" y="5766"/>
                    </a:lnTo>
                    <a:lnTo>
                      <a:pt x="17270" y="4319"/>
                    </a:lnTo>
                    <a:lnTo>
                      <a:pt x="17253" y="1446"/>
                    </a:ln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5" name="Figure">
                <a:extLst>
                  <a:ext uri="{FF2B5EF4-FFF2-40B4-BE49-F238E27FC236}">
                    <a16:creationId xmlns:a16="http://schemas.microsoft.com/office/drawing/2014/main" id="{AF9E9C29-61A9-4F1D-99FE-77504FD15036}"/>
                  </a:ext>
                </a:extLst>
              </p:cNvPr>
              <p:cNvSpPr/>
              <p:nvPr/>
            </p:nvSpPr>
            <p:spPr>
              <a:xfrm>
                <a:off x="6179515" y="2120523"/>
                <a:ext cx="1028288" cy="11663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41" y="10558"/>
                    </a:lnTo>
                    <a:lnTo>
                      <a:pt x="0" y="0"/>
                    </a:lnTo>
                    <a:lnTo>
                      <a:pt x="21559" y="1105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3F49D4E-86F3-42E2-BEE6-8D51E5D244C9}"/>
                </a:ext>
              </a:extLst>
            </p:cNvPr>
            <p:cNvGrpSpPr/>
            <p:nvPr/>
          </p:nvGrpSpPr>
          <p:grpSpPr>
            <a:xfrm>
              <a:off x="4516973" y="1053617"/>
              <a:ext cx="2935629" cy="5481149"/>
              <a:chOff x="4516973" y="1053617"/>
              <a:chExt cx="2935629" cy="5481149"/>
            </a:xfrm>
          </p:grpSpPr>
          <p:sp>
            <p:nvSpPr>
              <p:cNvPr id="19" name="Figure">
                <a:extLst>
                  <a:ext uri="{FF2B5EF4-FFF2-40B4-BE49-F238E27FC236}">
                    <a16:creationId xmlns:a16="http://schemas.microsoft.com/office/drawing/2014/main" id="{22BF1C61-A5CC-41DF-A7DE-C5456AA958DE}"/>
                  </a:ext>
                </a:extLst>
              </p:cNvPr>
              <p:cNvSpPr/>
              <p:nvPr/>
            </p:nvSpPr>
            <p:spPr>
              <a:xfrm>
                <a:off x="4654428" y="1596889"/>
                <a:ext cx="2611629" cy="49378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84" y="0"/>
                    </a:moveTo>
                    <a:lnTo>
                      <a:pt x="21600" y="2525"/>
                    </a:lnTo>
                    <a:lnTo>
                      <a:pt x="17518" y="3785"/>
                    </a:lnTo>
                    <a:lnTo>
                      <a:pt x="17518" y="6273"/>
                    </a:lnTo>
                    <a:lnTo>
                      <a:pt x="13431" y="7530"/>
                    </a:lnTo>
                    <a:lnTo>
                      <a:pt x="13431" y="10018"/>
                    </a:lnTo>
                    <a:lnTo>
                      <a:pt x="9344" y="11275"/>
                    </a:lnTo>
                    <a:lnTo>
                      <a:pt x="9344" y="13763"/>
                    </a:lnTo>
                    <a:lnTo>
                      <a:pt x="5257" y="15020"/>
                    </a:lnTo>
                    <a:lnTo>
                      <a:pt x="5257" y="17508"/>
                    </a:lnTo>
                    <a:lnTo>
                      <a:pt x="1169" y="18765"/>
                    </a:lnTo>
                    <a:lnTo>
                      <a:pt x="1169" y="21256"/>
                    </a:lnTo>
                    <a:lnTo>
                      <a:pt x="16" y="21600"/>
                    </a:lnTo>
                    <a:lnTo>
                      <a:pt x="0" y="18428"/>
                    </a:lnTo>
                    <a:lnTo>
                      <a:pt x="4103" y="17176"/>
                    </a:lnTo>
                    <a:lnTo>
                      <a:pt x="4087" y="14683"/>
                    </a:lnTo>
                    <a:lnTo>
                      <a:pt x="8191" y="13431"/>
                    </a:lnTo>
                    <a:lnTo>
                      <a:pt x="8180" y="10937"/>
                    </a:lnTo>
                    <a:lnTo>
                      <a:pt x="12278" y="9683"/>
                    </a:lnTo>
                    <a:lnTo>
                      <a:pt x="12267" y="7192"/>
                    </a:lnTo>
                    <a:lnTo>
                      <a:pt x="16371" y="5938"/>
                    </a:lnTo>
                    <a:lnTo>
                      <a:pt x="16354" y="3447"/>
                    </a:lnTo>
                    <a:lnTo>
                      <a:pt x="20458" y="2193"/>
                    </a:lnTo>
                    <a:lnTo>
                      <a:pt x="20447" y="346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15EB1A0-CAE3-436E-8B52-1F8EFA6CDA2F}"/>
                  </a:ext>
                </a:extLst>
              </p:cNvPr>
              <p:cNvSpPr/>
              <p:nvPr/>
            </p:nvSpPr>
            <p:spPr>
              <a:xfrm>
                <a:off x="4516973" y="1053617"/>
                <a:ext cx="2935628" cy="5477875"/>
              </a:xfrm>
              <a:custGeom>
                <a:avLst/>
                <a:gdLst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2472880 w 2935628"/>
                  <a:gd name="connsiteY4" fmla="*/ 962179 h 5481149"/>
                  <a:gd name="connsiteX5" fmla="*/ 2609666 w 2935628"/>
                  <a:gd name="connsiteY5" fmla="*/ 1041371 h 5481149"/>
                  <a:gd name="connsiteX6" fmla="*/ 2113508 w 2935628"/>
                  <a:gd name="connsiteY6" fmla="*/ 1328069 h 5481149"/>
                  <a:gd name="connsiteX7" fmla="*/ 1976722 w 2935628"/>
                  <a:gd name="connsiteY7" fmla="*/ 1248217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621972 w 2935628"/>
                  <a:gd name="connsiteY50" fmla="*/ 2756858 h 5481149"/>
                  <a:gd name="connsiteX51" fmla="*/ 1621969 w 2935628"/>
                  <a:gd name="connsiteY51" fmla="*/ 2755807 h 5481149"/>
                  <a:gd name="connsiteX52" fmla="*/ 1487124 w 2935628"/>
                  <a:gd name="connsiteY52" fmla="*/ 2677729 h 5481149"/>
                  <a:gd name="connsiteX53" fmla="*/ 1485813 w 2935628"/>
                  <a:gd name="connsiteY53" fmla="*/ 2107630 h 5481149"/>
                  <a:gd name="connsiteX54" fmla="*/ 1621573 w 2935628"/>
                  <a:gd name="connsiteY54" fmla="*/ 2186864 h 5481149"/>
                  <a:gd name="connsiteX55" fmla="*/ 2116851 w 2935628"/>
                  <a:gd name="connsiteY55" fmla="*/ 1900731 h 5481149"/>
                  <a:gd name="connsiteX56" fmla="*/ 2116848 w 2935628"/>
                  <a:gd name="connsiteY56" fmla="*/ 1899926 h 5481149"/>
                  <a:gd name="connsiteX57" fmla="*/ 1622600 w 2935628"/>
                  <a:gd name="connsiteY57" fmla="*/ 2185521 h 5481149"/>
                  <a:gd name="connsiteX58" fmla="*/ 1485814 w 2935628"/>
                  <a:gd name="connsiteY58" fmla="*/ 2105669 h 5481149"/>
                  <a:gd name="connsiteX59" fmla="*/ 1979107 w 2935628"/>
                  <a:gd name="connsiteY59" fmla="*/ 1820896 h 5481149"/>
                  <a:gd name="connsiteX60" fmla="*/ 1978033 w 2935628"/>
                  <a:gd name="connsiteY60" fmla="*/ 1820277 h 5481149"/>
                  <a:gd name="connsiteX61" fmla="*/ 1976722 w 2935628"/>
                  <a:gd name="connsiteY61" fmla="*/ 1250178 h 5481149"/>
                  <a:gd name="connsiteX62" fmla="*/ 2113519 w 2935628"/>
                  <a:gd name="connsiteY62" fmla="*/ 1330019 h 5481149"/>
                  <a:gd name="connsiteX63" fmla="*/ 2115476 w 2935628"/>
                  <a:gd name="connsiteY63" fmla="*/ 1896932 h 5481149"/>
                  <a:gd name="connsiteX64" fmla="*/ 2116840 w 2935628"/>
                  <a:gd name="connsiteY64" fmla="*/ 1897718 h 5481149"/>
                  <a:gd name="connsiteX65" fmla="*/ 2114796 w 2935628"/>
                  <a:gd name="connsiteY65" fmla="*/ 1331275 h 5481149"/>
                  <a:gd name="connsiteX66" fmla="*/ 2611005 w 2935628"/>
                  <a:gd name="connsiteY66" fmla="*/ 1044604 h 5481149"/>
                  <a:gd name="connsiteX67" fmla="*/ 2610993 w 2935628"/>
                  <a:gd name="connsiteY67" fmla="*/ 1040799 h 5481149"/>
                  <a:gd name="connsiteX68" fmla="*/ 2477448 w 2935628"/>
                  <a:gd name="connsiteY68" fmla="*/ 963504 h 5481149"/>
                  <a:gd name="connsiteX69" fmla="*/ 2476131 w 2935628"/>
                  <a:gd name="connsiteY69" fmla="*/ 544593 h 5481149"/>
                  <a:gd name="connsiteX70" fmla="*/ 2290902 w 2935628"/>
                  <a:gd name="connsiteY70" fmla="*/ 437242 h 5481149"/>
                  <a:gd name="connsiteX71" fmla="*/ 2546183 w 2935628"/>
                  <a:gd name="connsiteY71" fmla="*/ 78545 h 5481149"/>
                  <a:gd name="connsiteX72" fmla="*/ 2546595 w 2935628"/>
                  <a:gd name="connsiteY72" fmla="*/ 79611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2609666 w 2935628"/>
                  <a:gd name="connsiteY6" fmla="*/ 1041371 h 5481149"/>
                  <a:gd name="connsiteX7" fmla="*/ 2113508 w 2935628"/>
                  <a:gd name="connsiteY7" fmla="*/ 1328069 h 5481149"/>
                  <a:gd name="connsiteX8" fmla="*/ 1976722 w 2935628"/>
                  <a:gd name="connsiteY8" fmla="*/ 1248217 h 5481149"/>
                  <a:gd name="connsiteX9" fmla="*/ 2472880 w 2935628"/>
                  <a:gd name="connsiteY9" fmla="*/ 962179 h 5481149"/>
                  <a:gd name="connsiteX10" fmla="*/ 2682971 w 2935628"/>
                  <a:gd name="connsiteY10" fmla="*/ 0 h 5481149"/>
                  <a:gd name="connsiteX11" fmla="*/ 2935628 w 2935628"/>
                  <a:gd name="connsiteY11" fmla="*/ 652579 h 5481149"/>
                  <a:gd name="connsiteX12" fmla="*/ 2798833 w 2935628"/>
                  <a:gd name="connsiteY12" fmla="*/ 732435 h 5481149"/>
                  <a:gd name="connsiteX13" fmla="*/ 2798181 w 2935628"/>
                  <a:gd name="connsiteY13" fmla="*/ 730751 h 5481149"/>
                  <a:gd name="connsiteX14" fmla="*/ 2747679 w 2935628"/>
                  <a:gd name="connsiteY14" fmla="*/ 701404 h 5481149"/>
                  <a:gd name="connsiteX15" fmla="*/ 2749083 w 2935628"/>
                  <a:gd name="connsiteY15" fmla="*/ 1120501 h 5481149"/>
                  <a:gd name="connsiteX16" fmla="*/ 2255534 w 2935628"/>
                  <a:gd name="connsiteY16" fmla="*/ 1408544 h 5481149"/>
                  <a:gd name="connsiteX17" fmla="*/ 2255534 w 2935628"/>
                  <a:gd name="connsiteY17" fmla="*/ 1977314 h 5481149"/>
                  <a:gd name="connsiteX18" fmla="*/ 1761380 w 2935628"/>
                  <a:gd name="connsiteY18" fmla="*/ 2264671 h 5481149"/>
                  <a:gd name="connsiteX19" fmla="*/ 1761380 w 2935628"/>
                  <a:gd name="connsiteY19" fmla="*/ 2833441 h 5481149"/>
                  <a:gd name="connsiteX20" fmla="*/ 1267226 w 2935628"/>
                  <a:gd name="connsiteY20" fmla="*/ 3120798 h 5481149"/>
                  <a:gd name="connsiteX21" fmla="*/ 1267226 w 2935628"/>
                  <a:gd name="connsiteY21" fmla="*/ 3689568 h 5481149"/>
                  <a:gd name="connsiteX22" fmla="*/ 773072 w 2935628"/>
                  <a:gd name="connsiteY22" fmla="*/ 3976925 h 5481149"/>
                  <a:gd name="connsiteX23" fmla="*/ 773072 w 2935628"/>
                  <a:gd name="connsiteY23" fmla="*/ 4545696 h 5481149"/>
                  <a:gd name="connsiteX24" fmla="*/ 278797 w 2935628"/>
                  <a:gd name="connsiteY24" fmla="*/ 4833053 h 5481149"/>
                  <a:gd name="connsiteX25" fmla="*/ 278797 w 2935628"/>
                  <a:gd name="connsiteY25" fmla="*/ 5402509 h 5481149"/>
                  <a:gd name="connsiteX26" fmla="*/ 139389 w 2935628"/>
                  <a:gd name="connsiteY26" fmla="*/ 5481149 h 5481149"/>
                  <a:gd name="connsiteX27" fmla="*/ 137458 w 2935628"/>
                  <a:gd name="connsiteY27" fmla="*/ 4757490 h 5481149"/>
                  <a:gd name="connsiteX28" fmla="*/ 136811 w 2935628"/>
                  <a:gd name="connsiteY28" fmla="*/ 4757863 h 5481149"/>
                  <a:gd name="connsiteX29" fmla="*/ 138763 w 2935628"/>
                  <a:gd name="connsiteY29" fmla="*/ 5477875 h 5481149"/>
                  <a:gd name="connsiteX30" fmla="*/ 1966 w 2935628"/>
                  <a:gd name="connsiteY30" fmla="*/ 5398028 h 5481149"/>
                  <a:gd name="connsiteX31" fmla="*/ 14 w 2935628"/>
                  <a:gd name="connsiteY31" fmla="*/ 4678694 h 5481149"/>
                  <a:gd name="connsiteX32" fmla="*/ 0 w 2935628"/>
                  <a:gd name="connsiteY32" fmla="*/ 4678686 h 5481149"/>
                  <a:gd name="connsiteX33" fmla="*/ 14 w 2935628"/>
                  <a:gd name="connsiteY33" fmla="*/ 4678678 h 5481149"/>
                  <a:gd name="connsiteX34" fmla="*/ 0 w 2935628"/>
                  <a:gd name="connsiteY34" fmla="*/ 4673441 h 5481149"/>
                  <a:gd name="connsiteX35" fmla="*/ 4533 w 2935628"/>
                  <a:gd name="connsiteY35" fmla="*/ 4676066 h 5481149"/>
                  <a:gd name="connsiteX36" fmla="*/ 496158 w 2935628"/>
                  <a:gd name="connsiteY36" fmla="*/ 4391987 h 5481149"/>
                  <a:gd name="connsiteX37" fmla="*/ 631484 w 2935628"/>
                  <a:gd name="connsiteY37" fmla="*/ 4470987 h 5481149"/>
                  <a:gd name="connsiteX38" fmla="*/ 633127 w 2935628"/>
                  <a:gd name="connsiteY38" fmla="*/ 4470039 h 5481149"/>
                  <a:gd name="connsiteX39" fmla="*/ 499419 w 2935628"/>
                  <a:gd name="connsiteY39" fmla="*/ 4392001 h 5481149"/>
                  <a:gd name="connsiteX40" fmla="*/ 497453 w 2935628"/>
                  <a:gd name="connsiteY40" fmla="*/ 3822534 h 5481149"/>
                  <a:gd name="connsiteX41" fmla="*/ 631609 w 2935628"/>
                  <a:gd name="connsiteY41" fmla="*/ 3900215 h 5481149"/>
                  <a:gd name="connsiteX42" fmla="*/ 631608 w 2935628"/>
                  <a:gd name="connsiteY42" fmla="*/ 3899885 h 5481149"/>
                  <a:gd name="connsiteX43" fmla="*/ 632459 w 2935628"/>
                  <a:gd name="connsiteY43" fmla="*/ 3899395 h 5481149"/>
                  <a:gd name="connsiteX44" fmla="*/ 497453 w 2935628"/>
                  <a:gd name="connsiteY44" fmla="*/ 3821234 h 5481149"/>
                  <a:gd name="connsiteX45" fmla="*/ 991073 w 2935628"/>
                  <a:gd name="connsiteY45" fmla="*/ 3536002 h 5481149"/>
                  <a:gd name="connsiteX46" fmla="*/ 989671 w 2935628"/>
                  <a:gd name="connsiteY46" fmla="*/ 3535183 h 5481149"/>
                  <a:gd name="connsiteX47" fmla="*/ 988360 w 2935628"/>
                  <a:gd name="connsiteY47" fmla="*/ 2965082 h 5481149"/>
                  <a:gd name="connsiteX48" fmla="*/ 1125159 w 2935628"/>
                  <a:gd name="connsiteY48" fmla="*/ 3044943 h 5481149"/>
                  <a:gd name="connsiteX49" fmla="*/ 1126463 w 2935628"/>
                  <a:gd name="connsiteY49" fmla="*/ 3612091 h 5481149"/>
                  <a:gd name="connsiteX50" fmla="*/ 1127816 w 2935628"/>
                  <a:gd name="connsiteY50" fmla="*/ 3612880 h 5481149"/>
                  <a:gd name="connsiteX51" fmla="*/ 1126488 w 2935628"/>
                  <a:gd name="connsiteY51" fmla="*/ 3043530 h 5481149"/>
                  <a:gd name="connsiteX52" fmla="*/ 1621972 w 2935628"/>
                  <a:gd name="connsiteY52" fmla="*/ 2756858 h 5481149"/>
                  <a:gd name="connsiteX53" fmla="*/ 1621969 w 2935628"/>
                  <a:gd name="connsiteY53" fmla="*/ 2755807 h 5481149"/>
                  <a:gd name="connsiteX54" fmla="*/ 1487124 w 2935628"/>
                  <a:gd name="connsiteY54" fmla="*/ 2677729 h 5481149"/>
                  <a:gd name="connsiteX55" fmla="*/ 1485813 w 2935628"/>
                  <a:gd name="connsiteY55" fmla="*/ 2107630 h 5481149"/>
                  <a:gd name="connsiteX56" fmla="*/ 1621573 w 2935628"/>
                  <a:gd name="connsiteY56" fmla="*/ 2186864 h 5481149"/>
                  <a:gd name="connsiteX57" fmla="*/ 2116851 w 2935628"/>
                  <a:gd name="connsiteY57" fmla="*/ 1900731 h 5481149"/>
                  <a:gd name="connsiteX58" fmla="*/ 2116848 w 2935628"/>
                  <a:gd name="connsiteY58" fmla="*/ 1899926 h 5481149"/>
                  <a:gd name="connsiteX59" fmla="*/ 1622600 w 2935628"/>
                  <a:gd name="connsiteY59" fmla="*/ 2185521 h 5481149"/>
                  <a:gd name="connsiteX60" fmla="*/ 1485814 w 2935628"/>
                  <a:gd name="connsiteY60" fmla="*/ 2105669 h 5481149"/>
                  <a:gd name="connsiteX61" fmla="*/ 1979107 w 2935628"/>
                  <a:gd name="connsiteY61" fmla="*/ 1820896 h 5481149"/>
                  <a:gd name="connsiteX62" fmla="*/ 1978033 w 2935628"/>
                  <a:gd name="connsiteY62" fmla="*/ 1820277 h 5481149"/>
                  <a:gd name="connsiteX63" fmla="*/ 1976722 w 2935628"/>
                  <a:gd name="connsiteY63" fmla="*/ 1250178 h 5481149"/>
                  <a:gd name="connsiteX64" fmla="*/ 2113519 w 2935628"/>
                  <a:gd name="connsiteY64" fmla="*/ 1330019 h 5481149"/>
                  <a:gd name="connsiteX65" fmla="*/ 2115476 w 2935628"/>
                  <a:gd name="connsiteY65" fmla="*/ 1896932 h 5481149"/>
                  <a:gd name="connsiteX66" fmla="*/ 2116840 w 2935628"/>
                  <a:gd name="connsiteY66" fmla="*/ 1897718 h 5481149"/>
                  <a:gd name="connsiteX67" fmla="*/ 2114796 w 2935628"/>
                  <a:gd name="connsiteY67" fmla="*/ 1331275 h 5481149"/>
                  <a:gd name="connsiteX68" fmla="*/ 2611005 w 2935628"/>
                  <a:gd name="connsiteY68" fmla="*/ 1044604 h 5481149"/>
                  <a:gd name="connsiteX69" fmla="*/ 2477448 w 2935628"/>
                  <a:gd name="connsiteY69" fmla="*/ 963504 h 5481149"/>
                  <a:gd name="connsiteX70" fmla="*/ 2476131 w 2935628"/>
                  <a:gd name="connsiteY70" fmla="*/ 544593 h 5481149"/>
                  <a:gd name="connsiteX71" fmla="*/ 2290902 w 2935628"/>
                  <a:gd name="connsiteY71" fmla="*/ 437242 h 5481149"/>
                  <a:gd name="connsiteX72" fmla="*/ 2546183 w 2935628"/>
                  <a:gd name="connsiteY72" fmla="*/ 78545 h 5481149"/>
                  <a:gd name="connsiteX73" fmla="*/ 2546595 w 2935628"/>
                  <a:gd name="connsiteY73" fmla="*/ 79611 h 5481149"/>
                  <a:gd name="connsiteX74" fmla="*/ 2682971 w 2935628"/>
                  <a:gd name="connsiteY74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2609666 w 2935628"/>
                  <a:gd name="connsiteY6" fmla="*/ 1041371 h 5481149"/>
                  <a:gd name="connsiteX7" fmla="*/ 2113508 w 2935628"/>
                  <a:gd name="connsiteY7" fmla="*/ 1328069 h 5481149"/>
                  <a:gd name="connsiteX8" fmla="*/ 1976722 w 2935628"/>
                  <a:gd name="connsiteY8" fmla="*/ 1248217 h 5481149"/>
                  <a:gd name="connsiteX9" fmla="*/ 2472880 w 2935628"/>
                  <a:gd name="connsiteY9" fmla="*/ 962179 h 5481149"/>
                  <a:gd name="connsiteX10" fmla="*/ 2682971 w 2935628"/>
                  <a:gd name="connsiteY10" fmla="*/ 0 h 5481149"/>
                  <a:gd name="connsiteX11" fmla="*/ 2935628 w 2935628"/>
                  <a:gd name="connsiteY11" fmla="*/ 652579 h 5481149"/>
                  <a:gd name="connsiteX12" fmla="*/ 2798833 w 2935628"/>
                  <a:gd name="connsiteY12" fmla="*/ 732435 h 5481149"/>
                  <a:gd name="connsiteX13" fmla="*/ 2798181 w 2935628"/>
                  <a:gd name="connsiteY13" fmla="*/ 730751 h 5481149"/>
                  <a:gd name="connsiteX14" fmla="*/ 2747679 w 2935628"/>
                  <a:gd name="connsiteY14" fmla="*/ 701404 h 5481149"/>
                  <a:gd name="connsiteX15" fmla="*/ 2749083 w 2935628"/>
                  <a:gd name="connsiteY15" fmla="*/ 1120501 h 5481149"/>
                  <a:gd name="connsiteX16" fmla="*/ 2255534 w 2935628"/>
                  <a:gd name="connsiteY16" fmla="*/ 1408544 h 5481149"/>
                  <a:gd name="connsiteX17" fmla="*/ 2255534 w 2935628"/>
                  <a:gd name="connsiteY17" fmla="*/ 1977314 h 5481149"/>
                  <a:gd name="connsiteX18" fmla="*/ 1761380 w 2935628"/>
                  <a:gd name="connsiteY18" fmla="*/ 2264671 h 5481149"/>
                  <a:gd name="connsiteX19" fmla="*/ 1761380 w 2935628"/>
                  <a:gd name="connsiteY19" fmla="*/ 2833441 h 5481149"/>
                  <a:gd name="connsiteX20" fmla="*/ 1267226 w 2935628"/>
                  <a:gd name="connsiteY20" fmla="*/ 3120798 h 5481149"/>
                  <a:gd name="connsiteX21" fmla="*/ 1267226 w 2935628"/>
                  <a:gd name="connsiteY21" fmla="*/ 3689568 h 5481149"/>
                  <a:gd name="connsiteX22" fmla="*/ 773072 w 2935628"/>
                  <a:gd name="connsiteY22" fmla="*/ 3976925 h 5481149"/>
                  <a:gd name="connsiteX23" fmla="*/ 773072 w 2935628"/>
                  <a:gd name="connsiteY23" fmla="*/ 4545696 h 5481149"/>
                  <a:gd name="connsiteX24" fmla="*/ 278797 w 2935628"/>
                  <a:gd name="connsiteY24" fmla="*/ 4833053 h 5481149"/>
                  <a:gd name="connsiteX25" fmla="*/ 278797 w 2935628"/>
                  <a:gd name="connsiteY25" fmla="*/ 5402509 h 5481149"/>
                  <a:gd name="connsiteX26" fmla="*/ 139389 w 2935628"/>
                  <a:gd name="connsiteY26" fmla="*/ 5481149 h 5481149"/>
                  <a:gd name="connsiteX27" fmla="*/ 137458 w 2935628"/>
                  <a:gd name="connsiteY27" fmla="*/ 4757490 h 5481149"/>
                  <a:gd name="connsiteX28" fmla="*/ 136811 w 2935628"/>
                  <a:gd name="connsiteY28" fmla="*/ 4757863 h 5481149"/>
                  <a:gd name="connsiteX29" fmla="*/ 138763 w 2935628"/>
                  <a:gd name="connsiteY29" fmla="*/ 5477875 h 5481149"/>
                  <a:gd name="connsiteX30" fmla="*/ 1966 w 2935628"/>
                  <a:gd name="connsiteY30" fmla="*/ 5398028 h 5481149"/>
                  <a:gd name="connsiteX31" fmla="*/ 14 w 2935628"/>
                  <a:gd name="connsiteY31" fmla="*/ 4678694 h 5481149"/>
                  <a:gd name="connsiteX32" fmla="*/ 0 w 2935628"/>
                  <a:gd name="connsiteY32" fmla="*/ 4678686 h 5481149"/>
                  <a:gd name="connsiteX33" fmla="*/ 14 w 2935628"/>
                  <a:gd name="connsiteY33" fmla="*/ 4678678 h 5481149"/>
                  <a:gd name="connsiteX34" fmla="*/ 0 w 2935628"/>
                  <a:gd name="connsiteY34" fmla="*/ 4673441 h 5481149"/>
                  <a:gd name="connsiteX35" fmla="*/ 4533 w 2935628"/>
                  <a:gd name="connsiteY35" fmla="*/ 4676066 h 5481149"/>
                  <a:gd name="connsiteX36" fmla="*/ 496158 w 2935628"/>
                  <a:gd name="connsiteY36" fmla="*/ 4391987 h 5481149"/>
                  <a:gd name="connsiteX37" fmla="*/ 631484 w 2935628"/>
                  <a:gd name="connsiteY37" fmla="*/ 4470987 h 5481149"/>
                  <a:gd name="connsiteX38" fmla="*/ 633127 w 2935628"/>
                  <a:gd name="connsiteY38" fmla="*/ 4470039 h 5481149"/>
                  <a:gd name="connsiteX39" fmla="*/ 499419 w 2935628"/>
                  <a:gd name="connsiteY39" fmla="*/ 4392001 h 5481149"/>
                  <a:gd name="connsiteX40" fmla="*/ 497453 w 2935628"/>
                  <a:gd name="connsiteY40" fmla="*/ 3822534 h 5481149"/>
                  <a:gd name="connsiteX41" fmla="*/ 631609 w 2935628"/>
                  <a:gd name="connsiteY41" fmla="*/ 3900215 h 5481149"/>
                  <a:gd name="connsiteX42" fmla="*/ 631608 w 2935628"/>
                  <a:gd name="connsiteY42" fmla="*/ 3899885 h 5481149"/>
                  <a:gd name="connsiteX43" fmla="*/ 632459 w 2935628"/>
                  <a:gd name="connsiteY43" fmla="*/ 3899395 h 5481149"/>
                  <a:gd name="connsiteX44" fmla="*/ 497453 w 2935628"/>
                  <a:gd name="connsiteY44" fmla="*/ 3821234 h 5481149"/>
                  <a:gd name="connsiteX45" fmla="*/ 991073 w 2935628"/>
                  <a:gd name="connsiteY45" fmla="*/ 3536002 h 5481149"/>
                  <a:gd name="connsiteX46" fmla="*/ 989671 w 2935628"/>
                  <a:gd name="connsiteY46" fmla="*/ 3535183 h 5481149"/>
                  <a:gd name="connsiteX47" fmla="*/ 988360 w 2935628"/>
                  <a:gd name="connsiteY47" fmla="*/ 2965082 h 5481149"/>
                  <a:gd name="connsiteX48" fmla="*/ 1125159 w 2935628"/>
                  <a:gd name="connsiteY48" fmla="*/ 3044943 h 5481149"/>
                  <a:gd name="connsiteX49" fmla="*/ 1126463 w 2935628"/>
                  <a:gd name="connsiteY49" fmla="*/ 3612091 h 5481149"/>
                  <a:gd name="connsiteX50" fmla="*/ 1127816 w 2935628"/>
                  <a:gd name="connsiteY50" fmla="*/ 3612880 h 5481149"/>
                  <a:gd name="connsiteX51" fmla="*/ 1126488 w 2935628"/>
                  <a:gd name="connsiteY51" fmla="*/ 3043530 h 5481149"/>
                  <a:gd name="connsiteX52" fmla="*/ 1621972 w 2935628"/>
                  <a:gd name="connsiteY52" fmla="*/ 2756858 h 5481149"/>
                  <a:gd name="connsiteX53" fmla="*/ 1621969 w 2935628"/>
                  <a:gd name="connsiteY53" fmla="*/ 2755807 h 5481149"/>
                  <a:gd name="connsiteX54" fmla="*/ 1487124 w 2935628"/>
                  <a:gd name="connsiteY54" fmla="*/ 2677729 h 5481149"/>
                  <a:gd name="connsiteX55" fmla="*/ 1485813 w 2935628"/>
                  <a:gd name="connsiteY55" fmla="*/ 2107630 h 5481149"/>
                  <a:gd name="connsiteX56" fmla="*/ 1621573 w 2935628"/>
                  <a:gd name="connsiteY56" fmla="*/ 2186864 h 5481149"/>
                  <a:gd name="connsiteX57" fmla="*/ 2116851 w 2935628"/>
                  <a:gd name="connsiteY57" fmla="*/ 1900731 h 5481149"/>
                  <a:gd name="connsiteX58" fmla="*/ 2116848 w 2935628"/>
                  <a:gd name="connsiteY58" fmla="*/ 1899926 h 5481149"/>
                  <a:gd name="connsiteX59" fmla="*/ 1622600 w 2935628"/>
                  <a:gd name="connsiteY59" fmla="*/ 2185521 h 5481149"/>
                  <a:gd name="connsiteX60" fmla="*/ 1485814 w 2935628"/>
                  <a:gd name="connsiteY60" fmla="*/ 2105669 h 5481149"/>
                  <a:gd name="connsiteX61" fmla="*/ 1979107 w 2935628"/>
                  <a:gd name="connsiteY61" fmla="*/ 1820896 h 5481149"/>
                  <a:gd name="connsiteX62" fmla="*/ 1978033 w 2935628"/>
                  <a:gd name="connsiteY62" fmla="*/ 1820277 h 5481149"/>
                  <a:gd name="connsiteX63" fmla="*/ 1976722 w 2935628"/>
                  <a:gd name="connsiteY63" fmla="*/ 1250178 h 5481149"/>
                  <a:gd name="connsiteX64" fmla="*/ 2113519 w 2935628"/>
                  <a:gd name="connsiteY64" fmla="*/ 1330019 h 5481149"/>
                  <a:gd name="connsiteX65" fmla="*/ 2115476 w 2935628"/>
                  <a:gd name="connsiteY65" fmla="*/ 1896932 h 5481149"/>
                  <a:gd name="connsiteX66" fmla="*/ 2116840 w 2935628"/>
                  <a:gd name="connsiteY66" fmla="*/ 1897718 h 5481149"/>
                  <a:gd name="connsiteX67" fmla="*/ 2114796 w 2935628"/>
                  <a:gd name="connsiteY67" fmla="*/ 1331275 h 5481149"/>
                  <a:gd name="connsiteX68" fmla="*/ 2477448 w 2935628"/>
                  <a:gd name="connsiteY68" fmla="*/ 963504 h 5481149"/>
                  <a:gd name="connsiteX69" fmla="*/ 2476131 w 2935628"/>
                  <a:gd name="connsiteY69" fmla="*/ 544593 h 5481149"/>
                  <a:gd name="connsiteX70" fmla="*/ 2290902 w 2935628"/>
                  <a:gd name="connsiteY70" fmla="*/ 437242 h 5481149"/>
                  <a:gd name="connsiteX71" fmla="*/ 2546183 w 2935628"/>
                  <a:gd name="connsiteY71" fmla="*/ 78545 h 5481149"/>
                  <a:gd name="connsiteX72" fmla="*/ 2546595 w 2935628"/>
                  <a:gd name="connsiteY72" fmla="*/ 79611 h 5481149"/>
                  <a:gd name="connsiteX73" fmla="*/ 2682971 w 2935628"/>
                  <a:gd name="connsiteY73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2113508 w 2935628"/>
                  <a:gd name="connsiteY6" fmla="*/ 1328069 h 5481149"/>
                  <a:gd name="connsiteX7" fmla="*/ 1976722 w 2935628"/>
                  <a:gd name="connsiteY7" fmla="*/ 1248217 h 5481149"/>
                  <a:gd name="connsiteX8" fmla="*/ 2472880 w 2935628"/>
                  <a:gd name="connsiteY8" fmla="*/ 962179 h 5481149"/>
                  <a:gd name="connsiteX9" fmla="*/ 2682971 w 2935628"/>
                  <a:gd name="connsiteY9" fmla="*/ 0 h 5481149"/>
                  <a:gd name="connsiteX10" fmla="*/ 2935628 w 2935628"/>
                  <a:gd name="connsiteY10" fmla="*/ 652579 h 5481149"/>
                  <a:gd name="connsiteX11" fmla="*/ 2798833 w 2935628"/>
                  <a:gd name="connsiteY11" fmla="*/ 732435 h 5481149"/>
                  <a:gd name="connsiteX12" fmla="*/ 2798181 w 2935628"/>
                  <a:gd name="connsiteY12" fmla="*/ 730751 h 5481149"/>
                  <a:gd name="connsiteX13" fmla="*/ 2747679 w 2935628"/>
                  <a:gd name="connsiteY13" fmla="*/ 701404 h 5481149"/>
                  <a:gd name="connsiteX14" fmla="*/ 2749083 w 2935628"/>
                  <a:gd name="connsiteY14" fmla="*/ 1120501 h 5481149"/>
                  <a:gd name="connsiteX15" fmla="*/ 2255534 w 2935628"/>
                  <a:gd name="connsiteY15" fmla="*/ 1408544 h 5481149"/>
                  <a:gd name="connsiteX16" fmla="*/ 2255534 w 2935628"/>
                  <a:gd name="connsiteY16" fmla="*/ 1977314 h 5481149"/>
                  <a:gd name="connsiteX17" fmla="*/ 1761380 w 2935628"/>
                  <a:gd name="connsiteY17" fmla="*/ 2264671 h 5481149"/>
                  <a:gd name="connsiteX18" fmla="*/ 1761380 w 2935628"/>
                  <a:gd name="connsiteY18" fmla="*/ 2833441 h 5481149"/>
                  <a:gd name="connsiteX19" fmla="*/ 1267226 w 2935628"/>
                  <a:gd name="connsiteY19" fmla="*/ 3120798 h 5481149"/>
                  <a:gd name="connsiteX20" fmla="*/ 1267226 w 2935628"/>
                  <a:gd name="connsiteY20" fmla="*/ 3689568 h 5481149"/>
                  <a:gd name="connsiteX21" fmla="*/ 773072 w 2935628"/>
                  <a:gd name="connsiteY21" fmla="*/ 3976925 h 5481149"/>
                  <a:gd name="connsiteX22" fmla="*/ 773072 w 2935628"/>
                  <a:gd name="connsiteY22" fmla="*/ 4545696 h 5481149"/>
                  <a:gd name="connsiteX23" fmla="*/ 278797 w 2935628"/>
                  <a:gd name="connsiteY23" fmla="*/ 4833053 h 5481149"/>
                  <a:gd name="connsiteX24" fmla="*/ 278797 w 2935628"/>
                  <a:gd name="connsiteY24" fmla="*/ 5402509 h 5481149"/>
                  <a:gd name="connsiteX25" fmla="*/ 139389 w 2935628"/>
                  <a:gd name="connsiteY25" fmla="*/ 5481149 h 5481149"/>
                  <a:gd name="connsiteX26" fmla="*/ 137458 w 2935628"/>
                  <a:gd name="connsiteY26" fmla="*/ 4757490 h 5481149"/>
                  <a:gd name="connsiteX27" fmla="*/ 136811 w 2935628"/>
                  <a:gd name="connsiteY27" fmla="*/ 4757863 h 5481149"/>
                  <a:gd name="connsiteX28" fmla="*/ 138763 w 2935628"/>
                  <a:gd name="connsiteY28" fmla="*/ 5477875 h 5481149"/>
                  <a:gd name="connsiteX29" fmla="*/ 1966 w 2935628"/>
                  <a:gd name="connsiteY29" fmla="*/ 5398028 h 5481149"/>
                  <a:gd name="connsiteX30" fmla="*/ 14 w 2935628"/>
                  <a:gd name="connsiteY30" fmla="*/ 4678694 h 5481149"/>
                  <a:gd name="connsiteX31" fmla="*/ 0 w 2935628"/>
                  <a:gd name="connsiteY31" fmla="*/ 4678686 h 5481149"/>
                  <a:gd name="connsiteX32" fmla="*/ 14 w 2935628"/>
                  <a:gd name="connsiteY32" fmla="*/ 4678678 h 5481149"/>
                  <a:gd name="connsiteX33" fmla="*/ 0 w 2935628"/>
                  <a:gd name="connsiteY33" fmla="*/ 4673441 h 5481149"/>
                  <a:gd name="connsiteX34" fmla="*/ 4533 w 2935628"/>
                  <a:gd name="connsiteY34" fmla="*/ 4676066 h 5481149"/>
                  <a:gd name="connsiteX35" fmla="*/ 496158 w 2935628"/>
                  <a:gd name="connsiteY35" fmla="*/ 4391987 h 5481149"/>
                  <a:gd name="connsiteX36" fmla="*/ 631484 w 2935628"/>
                  <a:gd name="connsiteY36" fmla="*/ 4470987 h 5481149"/>
                  <a:gd name="connsiteX37" fmla="*/ 633127 w 2935628"/>
                  <a:gd name="connsiteY37" fmla="*/ 4470039 h 5481149"/>
                  <a:gd name="connsiteX38" fmla="*/ 499419 w 2935628"/>
                  <a:gd name="connsiteY38" fmla="*/ 4392001 h 5481149"/>
                  <a:gd name="connsiteX39" fmla="*/ 497453 w 2935628"/>
                  <a:gd name="connsiteY39" fmla="*/ 3822534 h 5481149"/>
                  <a:gd name="connsiteX40" fmla="*/ 631609 w 2935628"/>
                  <a:gd name="connsiteY40" fmla="*/ 3900215 h 5481149"/>
                  <a:gd name="connsiteX41" fmla="*/ 631608 w 2935628"/>
                  <a:gd name="connsiteY41" fmla="*/ 3899885 h 5481149"/>
                  <a:gd name="connsiteX42" fmla="*/ 632459 w 2935628"/>
                  <a:gd name="connsiteY42" fmla="*/ 3899395 h 5481149"/>
                  <a:gd name="connsiteX43" fmla="*/ 497453 w 2935628"/>
                  <a:gd name="connsiteY43" fmla="*/ 3821234 h 5481149"/>
                  <a:gd name="connsiteX44" fmla="*/ 991073 w 2935628"/>
                  <a:gd name="connsiteY44" fmla="*/ 3536002 h 5481149"/>
                  <a:gd name="connsiteX45" fmla="*/ 989671 w 2935628"/>
                  <a:gd name="connsiteY45" fmla="*/ 3535183 h 5481149"/>
                  <a:gd name="connsiteX46" fmla="*/ 988360 w 2935628"/>
                  <a:gd name="connsiteY46" fmla="*/ 2965082 h 5481149"/>
                  <a:gd name="connsiteX47" fmla="*/ 1125159 w 2935628"/>
                  <a:gd name="connsiteY47" fmla="*/ 3044943 h 5481149"/>
                  <a:gd name="connsiteX48" fmla="*/ 1126463 w 2935628"/>
                  <a:gd name="connsiteY48" fmla="*/ 3612091 h 5481149"/>
                  <a:gd name="connsiteX49" fmla="*/ 1127816 w 2935628"/>
                  <a:gd name="connsiteY49" fmla="*/ 3612880 h 5481149"/>
                  <a:gd name="connsiteX50" fmla="*/ 1126488 w 2935628"/>
                  <a:gd name="connsiteY50" fmla="*/ 3043530 h 5481149"/>
                  <a:gd name="connsiteX51" fmla="*/ 1621972 w 2935628"/>
                  <a:gd name="connsiteY51" fmla="*/ 2756858 h 5481149"/>
                  <a:gd name="connsiteX52" fmla="*/ 1621969 w 2935628"/>
                  <a:gd name="connsiteY52" fmla="*/ 2755807 h 5481149"/>
                  <a:gd name="connsiteX53" fmla="*/ 1487124 w 2935628"/>
                  <a:gd name="connsiteY53" fmla="*/ 2677729 h 5481149"/>
                  <a:gd name="connsiteX54" fmla="*/ 1485813 w 2935628"/>
                  <a:gd name="connsiteY54" fmla="*/ 2107630 h 5481149"/>
                  <a:gd name="connsiteX55" fmla="*/ 1621573 w 2935628"/>
                  <a:gd name="connsiteY55" fmla="*/ 2186864 h 5481149"/>
                  <a:gd name="connsiteX56" fmla="*/ 2116851 w 2935628"/>
                  <a:gd name="connsiteY56" fmla="*/ 1900731 h 5481149"/>
                  <a:gd name="connsiteX57" fmla="*/ 2116848 w 2935628"/>
                  <a:gd name="connsiteY57" fmla="*/ 1899926 h 5481149"/>
                  <a:gd name="connsiteX58" fmla="*/ 1622600 w 2935628"/>
                  <a:gd name="connsiteY58" fmla="*/ 2185521 h 5481149"/>
                  <a:gd name="connsiteX59" fmla="*/ 1485814 w 2935628"/>
                  <a:gd name="connsiteY59" fmla="*/ 2105669 h 5481149"/>
                  <a:gd name="connsiteX60" fmla="*/ 1979107 w 2935628"/>
                  <a:gd name="connsiteY60" fmla="*/ 1820896 h 5481149"/>
                  <a:gd name="connsiteX61" fmla="*/ 1978033 w 2935628"/>
                  <a:gd name="connsiteY61" fmla="*/ 1820277 h 5481149"/>
                  <a:gd name="connsiteX62" fmla="*/ 1976722 w 2935628"/>
                  <a:gd name="connsiteY62" fmla="*/ 1250178 h 5481149"/>
                  <a:gd name="connsiteX63" fmla="*/ 2113519 w 2935628"/>
                  <a:gd name="connsiteY63" fmla="*/ 1330019 h 5481149"/>
                  <a:gd name="connsiteX64" fmla="*/ 2115476 w 2935628"/>
                  <a:gd name="connsiteY64" fmla="*/ 1896932 h 5481149"/>
                  <a:gd name="connsiteX65" fmla="*/ 2116840 w 2935628"/>
                  <a:gd name="connsiteY65" fmla="*/ 1897718 h 5481149"/>
                  <a:gd name="connsiteX66" fmla="*/ 2114796 w 2935628"/>
                  <a:gd name="connsiteY66" fmla="*/ 1331275 h 5481149"/>
                  <a:gd name="connsiteX67" fmla="*/ 2477448 w 2935628"/>
                  <a:gd name="connsiteY67" fmla="*/ 963504 h 5481149"/>
                  <a:gd name="connsiteX68" fmla="*/ 2476131 w 2935628"/>
                  <a:gd name="connsiteY68" fmla="*/ 544593 h 5481149"/>
                  <a:gd name="connsiteX69" fmla="*/ 2290902 w 2935628"/>
                  <a:gd name="connsiteY69" fmla="*/ 437242 h 5481149"/>
                  <a:gd name="connsiteX70" fmla="*/ 2546183 w 2935628"/>
                  <a:gd name="connsiteY70" fmla="*/ 78545 h 5481149"/>
                  <a:gd name="connsiteX71" fmla="*/ 2546595 w 2935628"/>
                  <a:gd name="connsiteY71" fmla="*/ 79611 h 5481149"/>
                  <a:gd name="connsiteX72" fmla="*/ 2682971 w 2935628"/>
                  <a:gd name="connsiteY72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2113508 w 2935628"/>
                  <a:gd name="connsiteY6" fmla="*/ 1328069 h 5481149"/>
                  <a:gd name="connsiteX7" fmla="*/ 1976722 w 2935628"/>
                  <a:gd name="connsiteY7" fmla="*/ 1248217 h 5481149"/>
                  <a:gd name="connsiteX8" fmla="*/ 2472880 w 2935628"/>
                  <a:gd name="connsiteY8" fmla="*/ 962179 h 5481149"/>
                  <a:gd name="connsiteX9" fmla="*/ 2682971 w 2935628"/>
                  <a:gd name="connsiteY9" fmla="*/ 0 h 5481149"/>
                  <a:gd name="connsiteX10" fmla="*/ 2935628 w 2935628"/>
                  <a:gd name="connsiteY10" fmla="*/ 652579 h 5481149"/>
                  <a:gd name="connsiteX11" fmla="*/ 2798833 w 2935628"/>
                  <a:gd name="connsiteY11" fmla="*/ 732435 h 5481149"/>
                  <a:gd name="connsiteX12" fmla="*/ 2798181 w 2935628"/>
                  <a:gd name="connsiteY12" fmla="*/ 730751 h 5481149"/>
                  <a:gd name="connsiteX13" fmla="*/ 2747679 w 2935628"/>
                  <a:gd name="connsiteY13" fmla="*/ 701404 h 5481149"/>
                  <a:gd name="connsiteX14" fmla="*/ 2749083 w 2935628"/>
                  <a:gd name="connsiteY14" fmla="*/ 1120501 h 5481149"/>
                  <a:gd name="connsiteX15" fmla="*/ 2255534 w 2935628"/>
                  <a:gd name="connsiteY15" fmla="*/ 1408544 h 5481149"/>
                  <a:gd name="connsiteX16" fmla="*/ 2255534 w 2935628"/>
                  <a:gd name="connsiteY16" fmla="*/ 1977314 h 5481149"/>
                  <a:gd name="connsiteX17" fmla="*/ 1761380 w 2935628"/>
                  <a:gd name="connsiteY17" fmla="*/ 2264671 h 5481149"/>
                  <a:gd name="connsiteX18" fmla="*/ 1761380 w 2935628"/>
                  <a:gd name="connsiteY18" fmla="*/ 2833441 h 5481149"/>
                  <a:gd name="connsiteX19" fmla="*/ 1267226 w 2935628"/>
                  <a:gd name="connsiteY19" fmla="*/ 3120798 h 5481149"/>
                  <a:gd name="connsiteX20" fmla="*/ 1267226 w 2935628"/>
                  <a:gd name="connsiteY20" fmla="*/ 3689568 h 5481149"/>
                  <a:gd name="connsiteX21" fmla="*/ 773072 w 2935628"/>
                  <a:gd name="connsiteY21" fmla="*/ 3976925 h 5481149"/>
                  <a:gd name="connsiteX22" fmla="*/ 773072 w 2935628"/>
                  <a:gd name="connsiteY22" fmla="*/ 4545696 h 5481149"/>
                  <a:gd name="connsiteX23" fmla="*/ 278797 w 2935628"/>
                  <a:gd name="connsiteY23" fmla="*/ 4833053 h 5481149"/>
                  <a:gd name="connsiteX24" fmla="*/ 278797 w 2935628"/>
                  <a:gd name="connsiteY24" fmla="*/ 5402509 h 5481149"/>
                  <a:gd name="connsiteX25" fmla="*/ 139389 w 2935628"/>
                  <a:gd name="connsiteY25" fmla="*/ 5481149 h 5481149"/>
                  <a:gd name="connsiteX26" fmla="*/ 137458 w 2935628"/>
                  <a:gd name="connsiteY26" fmla="*/ 4757490 h 5481149"/>
                  <a:gd name="connsiteX27" fmla="*/ 136811 w 2935628"/>
                  <a:gd name="connsiteY27" fmla="*/ 4757863 h 5481149"/>
                  <a:gd name="connsiteX28" fmla="*/ 138763 w 2935628"/>
                  <a:gd name="connsiteY28" fmla="*/ 5477875 h 5481149"/>
                  <a:gd name="connsiteX29" fmla="*/ 1966 w 2935628"/>
                  <a:gd name="connsiteY29" fmla="*/ 5398028 h 5481149"/>
                  <a:gd name="connsiteX30" fmla="*/ 14 w 2935628"/>
                  <a:gd name="connsiteY30" fmla="*/ 4678694 h 5481149"/>
                  <a:gd name="connsiteX31" fmla="*/ 0 w 2935628"/>
                  <a:gd name="connsiteY31" fmla="*/ 4678686 h 5481149"/>
                  <a:gd name="connsiteX32" fmla="*/ 14 w 2935628"/>
                  <a:gd name="connsiteY32" fmla="*/ 4678678 h 5481149"/>
                  <a:gd name="connsiteX33" fmla="*/ 0 w 2935628"/>
                  <a:gd name="connsiteY33" fmla="*/ 4673441 h 5481149"/>
                  <a:gd name="connsiteX34" fmla="*/ 4533 w 2935628"/>
                  <a:gd name="connsiteY34" fmla="*/ 4676066 h 5481149"/>
                  <a:gd name="connsiteX35" fmla="*/ 496158 w 2935628"/>
                  <a:gd name="connsiteY35" fmla="*/ 4391987 h 5481149"/>
                  <a:gd name="connsiteX36" fmla="*/ 631484 w 2935628"/>
                  <a:gd name="connsiteY36" fmla="*/ 4470987 h 5481149"/>
                  <a:gd name="connsiteX37" fmla="*/ 633127 w 2935628"/>
                  <a:gd name="connsiteY37" fmla="*/ 4470039 h 5481149"/>
                  <a:gd name="connsiteX38" fmla="*/ 499419 w 2935628"/>
                  <a:gd name="connsiteY38" fmla="*/ 4392001 h 5481149"/>
                  <a:gd name="connsiteX39" fmla="*/ 497453 w 2935628"/>
                  <a:gd name="connsiteY39" fmla="*/ 3822534 h 5481149"/>
                  <a:gd name="connsiteX40" fmla="*/ 631609 w 2935628"/>
                  <a:gd name="connsiteY40" fmla="*/ 3900215 h 5481149"/>
                  <a:gd name="connsiteX41" fmla="*/ 631608 w 2935628"/>
                  <a:gd name="connsiteY41" fmla="*/ 3899885 h 5481149"/>
                  <a:gd name="connsiteX42" fmla="*/ 632459 w 2935628"/>
                  <a:gd name="connsiteY42" fmla="*/ 3899395 h 5481149"/>
                  <a:gd name="connsiteX43" fmla="*/ 497453 w 2935628"/>
                  <a:gd name="connsiteY43" fmla="*/ 3821234 h 5481149"/>
                  <a:gd name="connsiteX44" fmla="*/ 991073 w 2935628"/>
                  <a:gd name="connsiteY44" fmla="*/ 3536002 h 5481149"/>
                  <a:gd name="connsiteX45" fmla="*/ 989671 w 2935628"/>
                  <a:gd name="connsiteY45" fmla="*/ 3535183 h 5481149"/>
                  <a:gd name="connsiteX46" fmla="*/ 988360 w 2935628"/>
                  <a:gd name="connsiteY46" fmla="*/ 2965082 h 5481149"/>
                  <a:gd name="connsiteX47" fmla="*/ 1125159 w 2935628"/>
                  <a:gd name="connsiteY47" fmla="*/ 3044943 h 5481149"/>
                  <a:gd name="connsiteX48" fmla="*/ 1126463 w 2935628"/>
                  <a:gd name="connsiteY48" fmla="*/ 3612091 h 5481149"/>
                  <a:gd name="connsiteX49" fmla="*/ 1127816 w 2935628"/>
                  <a:gd name="connsiteY49" fmla="*/ 3612880 h 5481149"/>
                  <a:gd name="connsiteX50" fmla="*/ 1126488 w 2935628"/>
                  <a:gd name="connsiteY50" fmla="*/ 3043530 h 5481149"/>
                  <a:gd name="connsiteX51" fmla="*/ 1621972 w 2935628"/>
                  <a:gd name="connsiteY51" fmla="*/ 2756858 h 5481149"/>
                  <a:gd name="connsiteX52" fmla="*/ 1621969 w 2935628"/>
                  <a:gd name="connsiteY52" fmla="*/ 2755807 h 5481149"/>
                  <a:gd name="connsiteX53" fmla="*/ 1487124 w 2935628"/>
                  <a:gd name="connsiteY53" fmla="*/ 2677729 h 5481149"/>
                  <a:gd name="connsiteX54" fmla="*/ 1485813 w 2935628"/>
                  <a:gd name="connsiteY54" fmla="*/ 2107630 h 5481149"/>
                  <a:gd name="connsiteX55" fmla="*/ 1621573 w 2935628"/>
                  <a:gd name="connsiteY55" fmla="*/ 2186864 h 5481149"/>
                  <a:gd name="connsiteX56" fmla="*/ 2116851 w 2935628"/>
                  <a:gd name="connsiteY56" fmla="*/ 1900731 h 5481149"/>
                  <a:gd name="connsiteX57" fmla="*/ 2116848 w 2935628"/>
                  <a:gd name="connsiteY57" fmla="*/ 1899926 h 5481149"/>
                  <a:gd name="connsiteX58" fmla="*/ 1622600 w 2935628"/>
                  <a:gd name="connsiteY58" fmla="*/ 2185521 h 5481149"/>
                  <a:gd name="connsiteX59" fmla="*/ 1485814 w 2935628"/>
                  <a:gd name="connsiteY59" fmla="*/ 2105669 h 5481149"/>
                  <a:gd name="connsiteX60" fmla="*/ 1979107 w 2935628"/>
                  <a:gd name="connsiteY60" fmla="*/ 1820896 h 5481149"/>
                  <a:gd name="connsiteX61" fmla="*/ 1978033 w 2935628"/>
                  <a:gd name="connsiteY61" fmla="*/ 1820277 h 5481149"/>
                  <a:gd name="connsiteX62" fmla="*/ 1976722 w 2935628"/>
                  <a:gd name="connsiteY62" fmla="*/ 1250178 h 5481149"/>
                  <a:gd name="connsiteX63" fmla="*/ 2113519 w 2935628"/>
                  <a:gd name="connsiteY63" fmla="*/ 1330019 h 5481149"/>
                  <a:gd name="connsiteX64" fmla="*/ 2115476 w 2935628"/>
                  <a:gd name="connsiteY64" fmla="*/ 1896932 h 5481149"/>
                  <a:gd name="connsiteX65" fmla="*/ 2116840 w 2935628"/>
                  <a:gd name="connsiteY65" fmla="*/ 1897718 h 5481149"/>
                  <a:gd name="connsiteX66" fmla="*/ 2477448 w 2935628"/>
                  <a:gd name="connsiteY66" fmla="*/ 963504 h 5481149"/>
                  <a:gd name="connsiteX67" fmla="*/ 2476131 w 2935628"/>
                  <a:gd name="connsiteY67" fmla="*/ 544593 h 5481149"/>
                  <a:gd name="connsiteX68" fmla="*/ 2290902 w 2935628"/>
                  <a:gd name="connsiteY68" fmla="*/ 437242 h 5481149"/>
                  <a:gd name="connsiteX69" fmla="*/ 2546183 w 2935628"/>
                  <a:gd name="connsiteY69" fmla="*/ 78545 h 5481149"/>
                  <a:gd name="connsiteX70" fmla="*/ 2546595 w 2935628"/>
                  <a:gd name="connsiteY70" fmla="*/ 79611 h 5481149"/>
                  <a:gd name="connsiteX71" fmla="*/ 2682971 w 2935628"/>
                  <a:gd name="connsiteY71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2113508 w 2935628"/>
                  <a:gd name="connsiteY6" fmla="*/ 1328069 h 5481149"/>
                  <a:gd name="connsiteX7" fmla="*/ 1976722 w 2935628"/>
                  <a:gd name="connsiteY7" fmla="*/ 1248217 h 5481149"/>
                  <a:gd name="connsiteX8" fmla="*/ 2472880 w 2935628"/>
                  <a:gd name="connsiteY8" fmla="*/ 962179 h 5481149"/>
                  <a:gd name="connsiteX9" fmla="*/ 2682971 w 2935628"/>
                  <a:gd name="connsiteY9" fmla="*/ 0 h 5481149"/>
                  <a:gd name="connsiteX10" fmla="*/ 2935628 w 2935628"/>
                  <a:gd name="connsiteY10" fmla="*/ 652579 h 5481149"/>
                  <a:gd name="connsiteX11" fmla="*/ 2798833 w 2935628"/>
                  <a:gd name="connsiteY11" fmla="*/ 732435 h 5481149"/>
                  <a:gd name="connsiteX12" fmla="*/ 2798181 w 2935628"/>
                  <a:gd name="connsiteY12" fmla="*/ 730751 h 5481149"/>
                  <a:gd name="connsiteX13" fmla="*/ 2747679 w 2935628"/>
                  <a:gd name="connsiteY13" fmla="*/ 701404 h 5481149"/>
                  <a:gd name="connsiteX14" fmla="*/ 2749083 w 2935628"/>
                  <a:gd name="connsiteY14" fmla="*/ 1120501 h 5481149"/>
                  <a:gd name="connsiteX15" fmla="*/ 2255534 w 2935628"/>
                  <a:gd name="connsiteY15" fmla="*/ 1408544 h 5481149"/>
                  <a:gd name="connsiteX16" fmla="*/ 2255534 w 2935628"/>
                  <a:gd name="connsiteY16" fmla="*/ 1977314 h 5481149"/>
                  <a:gd name="connsiteX17" fmla="*/ 1761380 w 2935628"/>
                  <a:gd name="connsiteY17" fmla="*/ 2264671 h 5481149"/>
                  <a:gd name="connsiteX18" fmla="*/ 1761380 w 2935628"/>
                  <a:gd name="connsiteY18" fmla="*/ 2833441 h 5481149"/>
                  <a:gd name="connsiteX19" fmla="*/ 1267226 w 2935628"/>
                  <a:gd name="connsiteY19" fmla="*/ 3120798 h 5481149"/>
                  <a:gd name="connsiteX20" fmla="*/ 1267226 w 2935628"/>
                  <a:gd name="connsiteY20" fmla="*/ 3689568 h 5481149"/>
                  <a:gd name="connsiteX21" fmla="*/ 773072 w 2935628"/>
                  <a:gd name="connsiteY21" fmla="*/ 3976925 h 5481149"/>
                  <a:gd name="connsiteX22" fmla="*/ 773072 w 2935628"/>
                  <a:gd name="connsiteY22" fmla="*/ 4545696 h 5481149"/>
                  <a:gd name="connsiteX23" fmla="*/ 278797 w 2935628"/>
                  <a:gd name="connsiteY23" fmla="*/ 4833053 h 5481149"/>
                  <a:gd name="connsiteX24" fmla="*/ 278797 w 2935628"/>
                  <a:gd name="connsiteY24" fmla="*/ 5402509 h 5481149"/>
                  <a:gd name="connsiteX25" fmla="*/ 139389 w 2935628"/>
                  <a:gd name="connsiteY25" fmla="*/ 5481149 h 5481149"/>
                  <a:gd name="connsiteX26" fmla="*/ 137458 w 2935628"/>
                  <a:gd name="connsiteY26" fmla="*/ 4757490 h 5481149"/>
                  <a:gd name="connsiteX27" fmla="*/ 136811 w 2935628"/>
                  <a:gd name="connsiteY27" fmla="*/ 4757863 h 5481149"/>
                  <a:gd name="connsiteX28" fmla="*/ 138763 w 2935628"/>
                  <a:gd name="connsiteY28" fmla="*/ 5477875 h 5481149"/>
                  <a:gd name="connsiteX29" fmla="*/ 1966 w 2935628"/>
                  <a:gd name="connsiteY29" fmla="*/ 5398028 h 5481149"/>
                  <a:gd name="connsiteX30" fmla="*/ 14 w 2935628"/>
                  <a:gd name="connsiteY30" fmla="*/ 4678694 h 5481149"/>
                  <a:gd name="connsiteX31" fmla="*/ 0 w 2935628"/>
                  <a:gd name="connsiteY31" fmla="*/ 4678686 h 5481149"/>
                  <a:gd name="connsiteX32" fmla="*/ 14 w 2935628"/>
                  <a:gd name="connsiteY32" fmla="*/ 4678678 h 5481149"/>
                  <a:gd name="connsiteX33" fmla="*/ 0 w 2935628"/>
                  <a:gd name="connsiteY33" fmla="*/ 4673441 h 5481149"/>
                  <a:gd name="connsiteX34" fmla="*/ 4533 w 2935628"/>
                  <a:gd name="connsiteY34" fmla="*/ 4676066 h 5481149"/>
                  <a:gd name="connsiteX35" fmla="*/ 496158 w 2935628"/>
                  <a:gd name="connsiteY35" fmla="*/ 4391987 h 5481149"/>
                  <a:gd name="connsiteX36" fmla="*/ 631484 w 2935628"/>
                  <a:gd name="connsiteY36" fmla="*/ 4470987 h 5481149"/>
                  <a:gd name="connsiteX37" fmla="*/ 633127 w 2935628"/>
                  <a:gd name="connsiteY37" fmla="*/ 4470039 h 5481149"/>
                  <a:gd name="connsiteX38" fmla="*/ 499419 w 2935628"/>
                  <a:gd name="connsiteY38" fmla="*/ 4392001 h 5481149"/>
                  <a:gd name="connsiteX39" fmla="*/ 497453 w 2935628"/>
                  <a:gd name="connsiteY39" fmla="*/ 3822534 h 5481149"/>
                  <a:gd name="connsiteX40" fmla="*/ 631609 w 2935628"/>
                  <a:gd name="connsiteY40" fmla="*/ 3900215 h 5481149"/>
                  <a:gd name="connsiteX41" fmla="*/ 631608 w 2935628"/>
                  <a:gd name="connsiteY41" fmla="*/ 3899885 h 5481149"/>
                  <a:gd name="connsiteX42" fmla="*/ 632459 w 2935628"/>
                  <a:gd name="connsiteY42" fmla="*/ 3899395 h 5481149"/>
                  <a:gd name="connsiteX43" fmla="*/ 497453 w 2935628"/>
                  <a:gd name="connsiteY43" fmla="*/ 3821234 h 5481149"/>
                  <a:gd name="connsiteX44" fmla="*/ 991073 w 2935628"/>
                  <a:gd name="connsiteY44" fmla="*/ 3536002 h 5481149"/>
                  <a:gd name="connsiteX45" fmla="*/ 989671 w 2935628"/>
                  <a:gd name="connsiteY45" fmla="*/ 3535183 h 5481149"/>
                  <a:gd name="connsiteX46" fmla="*/ 988360 w 2935628"/>
                  <a:gd name="connsiteY46" fmla="*/ 2965082 h 5481149"/>
                  <a:gd name="connsiteX47" fmla="*/ 1125159 w 2935628"/>
                  <a:gd name="connsiteY47" fmla="*/ 3044943 h 5481149"/>
                  <a:gd name="connsiteX48" fmla="*/ 1126463 w 2935628"/>
                  <a:gd name="connsiteY48" fmla="*/ 3612091 h 5481149"/>
                  <a:gd name="connsiteX49" fmla="*/ 1127816 w 2935628"/>
                  <a:gd name="connsiteY49" fmla="*/ 3612880 h 5481149"/>
                  <a:gd name="connsiteX50" fmla="*/ 1126488 w 2935628"/>
                  <a:gd name="connsiteY50" fmla="*/ 3043530 h 5481149"/>
                  <a:gd name="connsiteX51" fmla="*/ 1621972 w 2935628"/>
                  <a:gd name="connsiteY51" fmla="*/ 2756858 h 5481149"/>
                  <a:gd name="connsiteX52" fmla="*/ 1621969 w 2935628"/>
                  <a:gd name="connsiteY52" fmla="*/ 2755807 h 5481149"/>
                  <a:gd name="connsiteX53" fmla="*/ 1487124 w 2935628"/>
                  <a:gd name="connsiteY53" fmla="*/ 2677729 h 5481149"/>
                  <a:gd name="connsiteX54" fmla="*/ 1485813 w 2935628"/>
                  <a:gd name="connsiteY54" fmla="*/ 2107630 h 5481149"/>
                  <a:gd name="connsiteX55" fmla="*/ 1621573 w 2935628"/>
                  <a:gd name="connsiteY55" fmla="*/ 2186864 h 5481149"/>
                  <a:gd name="connsiteX56" fmla="*/ 2116851 w 2935628"/>
                  <a:gd name="connsiteY56" fmla="*/ 1900731 h 5481149"/>
                  <a:gd name="connsiteX57" fmla="*/ 2116848 w 2935628"/>
                  <a:gd name="connsiteY57" fmla="*/ 1899926 h 5481149"/>
                  <a:gd name="connsiteX58" fmla="*/ 1622600 w 2935628"/>
                  <a:gd name="connsiteY58" fmla="*/ 2185521 h 5481149"/>
                  <a:gd name="connsiteX59" fmla="*/ 1485814 w 2935628"/>
                  <a:gd name="connsiteY59" fmla="*/ 2105669 h 5481149"/>
                  <a:gd name="connsiteX60" fmla="*/ 1979107 w 2935628"/>
                  <a:gd name="connsiteY60" fmla="*/ 1820896 h 5481149"/>
                  <a:gd name="connsiteX61" fmla="*/ 1978033 w 2935628"/>
                  <a:gd name="connsiteY61" fmla="*/ 1820277 h 5481149"/>
                  <a:gd name="connsiteX62" fmla="*/ 1976722 w 2935628"/>
                  <a:gd name="connsiteY62" fmla="*/ 1250178 h 5481149"/>
                  <a:gd name="connsiteX63" fmla="*/ 2115476 w 2935628"/>
                  <a:gd name="connsiteY63" fmla="*/ 1896932 h 5481149"/>
                  <a:gd name="connsiteX64" fmla="*/ 2116840 w 2935628"/>
                  <a:gd name="connsiteY64" fmla="*/ 1897718 h 5481149"/>
                  <a:gd name="connsiteX65" fmla="*/ 2477448 w 2935628"/>
                  <a:gd name="connsiteY65" fmla="*/ 963504 h 5481149"/>
                  <a:gd name="connsiteX66" fmla="*/ 2476131 w 2935628"/>
                  <a:gd name="connsiteY66" fmla="*/ 544593 h 5481149"/>
                  <a:gd name="connsiteX67" fmla="*/ 2290902 w 2935628"/>
                  <a:gd name="connsiteY67" fmla="*/ 437242 h 5481149"/>
                  <a:gd name="connsiteX68" fmla="*/ 2546183 w 2935628"/>
                  <a:gd name="connsiteY68" fmla="*/ 78545 h 5481149"/>
                  <a:gd name="connsiteX69" fmla="*/ 2546595 w 2935628"/>
                  <a:gd name="connsiteY69" fmla="*/ 79611 h 5481149"/>
                  <a:gd name="connsiteX70" fmla="*/ 2682971 w 2935628"/>
                  <a:gd name="connsiteY70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1976722 w 2935628"/>
                  <a:gd name="connsiteY6" fmla="*/ 1248217 h 5481149"/>
                  <a:gd name="connsiteX7" fmla="*/ 2472880 w 2935628"/>
                  <a:gd name="connsiteY7" fmla="*/ 962179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621972 w 2935628"/>
                  <a:gd name="connsiteY50" fmla="*/ 2756858 h 5481149"/>
                  <a:gd name="connsiteX51" fmla="*/ 1621969 w 2935628"/>
                  <a:gd name="connsiteY51" fmla="*/ 2755807 h 5481149"/>
                  <a:gd name="connsiteX52" fmla="*/ 1487124 w 2935628"/>
                  <a:gd name="connsiteY52" fmla="*/ 2677729 h 5481149"/>
                  <a:gd name="connsiteX53" fmla="*/ 1485813 w 2935628"/>
                  <a:gd name="connsiteY53" fmla="*/ 2107630 h 5481149"/>
                  <a:gd name="connsiteX54" fmla="*/ 1621573 w 2935628"/>
                  <a:gd name="connsiteY54" fmla="*/ 2186864 h 5481149"/>
                  <a:gd name="connsiteX55" fmla="*/ 2116851 w 2935628"/>
                  <a:gd name="connsiteY55" fmla="*/ 1900731 h 5481149"/>
                  <a:gd name="connsiteX56" fmla="*/ 2116848 w 2935628"/>
                  <a:gd name="connsiteY56" fmla="*/ 1899926 h 5481149"/>
                  <a:gd name="connsiteX57" fmla="*/ 1622600 w 2935628"/>
                  <a:gd name="connsiteY57" fmla="*/ 2185521 h 5481149"/>
                  <a:gd name="connsiteX58" fmla="*/ 1485814 w 2935628"/>
                  <a:gd name="connsiteY58" fmla="*/ 2105669 h 5481149"/>
                  <a:gd name="connsiteX59" fmla="*/ 1979107 w 2935628"/>
                  <a:gd name="connsiteY59" fmla="*/ 1820896 h 5481149"/>
                  <a:gd name="connsiteX60" fmla="*/ 1978033 w 2935628"/>
                  <a:gd name="connsiteY60" fmla="*/ 1820277 h 5481149"/>
                  <a:gd name="connsiteX61" fmla="*/ 1976722 w 2935628"/>
                  <a:gd name="connsiteY61" fmla="*/ 1250178 h 5481149"/>
                  <a:gd name="connsiteX62" fmla="*/ 2115476 w 2935628"/>
                  <a:gd name="connsiteY62" fmla="*/ 1896932 h 5481149"/>
                  <a:gd name="connsiteX63" fmla="*/ 2116840 w 2935628"/>
                  <a:gd name="connsiteY63" fmla="*/ 1897718 h 5481149"/>
                  <a:gd name="connsiteX64" fmla="*/ 2477448 w 2935628"/>
                  <a:gd name="connsiteY64" fmla="*/ 963504 h 5481149"/>
                  <a:gd name="connsiteX65" fmla="*/ 2476131 w 2935628"/>
                  <a:gd name="connsiteY65" fmla="*/ 544593 h 5481149"/>
                  <a:gd name="connsiteX66" fmla="*/ 2290902 w 2935628"/>
                  <a:gd name="connsiteY66" fmla="*/ 437242 h 5481149"/>
                  <a:gd name="connsiteX67" fmla="*/ 2546183 w 2935628"/>
                  <a:gd name="connsiteY67" fmla="*/ 78545 h 5481149"/>
                  <a:gd name="connsiteX68" fmla="*/ 2546595 w 2935628"/>
                  <a:gd name="connsiteY68" fmla="*/ 79611 h 5481149"/>
                  <a:gd name="connsiteX69" fmla="*/ 2682971 w 2935628"/>
                  <a:gd name="connsiteY69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1976722 w 2935628"/>
                  <a:gd name="connsiteY6" fmla="*/ 1248217 h 5481149"/>
                  <a:gd name="connsiteX7" fmla="*/ 2472880 w 2935628"/>
                  <a:gd name="connsiteY7" fmla="*/ 962179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621972 w 2935628"/>
                  <a:gd name="connsiteY50" fmla="*/ 2756858 h 5481149"/>
                  <a:gd name="connsiteX51" fmla="*/ 1621969 w 2935628"/>
                  <a:gd name="connsiteY51" fmla="*/ 2755807 h 5481149"/>
                  <a:gd name="connsiteX52" fmla="*/ 1487124 w 2935628"/>
                  <a:gd name="connsiteY52" fmla="*/ 2677729 h 5481149"/>
                  <a:gd name="connsiteX53" fmla="*/ 1485813 w 2935628"/>
                  <a:gd name="connsiteY53" fmla="*/ 2107630 h 5481149"/>
                  <a:gd name="connsiteX54" fmla="*/ 1621573 w 2935628"/>
                  <a:gd name="connsiteY54" fmla="*/ 2186864 h 5481149"/>
                  <a:gd name="connsiteX55" fmla="*/ 2116851 w 2935628"/>
                  <a:gd name="connsiteY55" fmla="*/ 1900731 h 5481149"/>
                  <a:gd name="connsiteX56" fmla="*/ 2116848 w 2935628"/>
                  <a:gd name="connsiteY56" fmla="*/ 1899926 h 5481149"/>
                  <a:gd name="connsiteX57" fmla="*/ 1622600 w 2935628"/>
                  <a:gd name="connsiteY57" fmla="*/ 2185521 h 5481149"/>
                  <a:gd name="connsiteX58" fmla="*/ 1485814 w 2935628"/>
                  <a:gd name="connsiteY58" fmla="*/ 2105669 h 5481149"/>
                  <a:gd name="connsiteX59" fmla="*/ 1979107 w 2935628"/>
                  <a:gd name="connsiteY59" fmla="*/ 1820896 h 5481149"/>
                  <a:gd name="connsiteX60" fmla="*/ 1978033 w 2935628"/>
                  <a:gd name="connsiteY60" fmla="*/ 1820277 h 5481149"/>
                  <a:gd name="connsiteX61" fmla="*/ 1976722 w 2935628"/>
                  <a:gd name="connsiteY61" fmla="*/ 1250178 h 5481149"/>
                  <a:gd name="connsiteX62" fmla="*/ 2115476 w 2935628"/>
                  <a:gd name="connsiteY62" fmla="*/ 1896932 h 5481149"/>
                  <a:gd name="connsiteX63" fmla="*/ 2477448 w 2935628"/>
                  <a:gd name="connsiteY63" fmla="*/ 963504 h 5481149"/>
                  <a:gd name="connsiteX64" fmla="*/ 2476131 w 2935628"/>
                  <a:gd name="connsiteY64" fmla="*/ 544593 h 5481149"/>
                  <a:gd name="connsiteX65" fmla="*/ 2290902 w 2935628"/>
                  <a:gd name="connsiteY65" fmla="*/ 437242 h 5481149"/>
                  <a:gd name="connsiteX66" fmla="*/ 2546183 w 2935628"/>
                  <a:gd name="connsiteY66" fmla="*/ 78545 h 5481149"/>
                  <a:gd name="connsiteX67" fmla="*/ 2546595 w 2935628"/>
                  <a:gd name="connsiteY67" fmla="*/ 79611 h 5481149"/>
                  <a:gd name="connsiteX68" fmla="*/ 2682971 w 2935628"/>
                  <a:gd name="connsiteY68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1976722 w 2935628"/>
                  <a:gd name="connsiteY6" fmla="*/ 1248217 h 5481149"/>
                  <a:gd name="connsiteX7" fmla="*/ 2472880 w 2935628"/>
                  <a:gd name="connsiteY7" fmla="*/ 962179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621972 w 2935628"/>
                  <a:gd name="connsiteY50" fmla="*/ 2756858 h 5481149"/>
                  <a:gd name="connsiteX51" fmla="*/ 1621969 w 2935628"/>
                  <a:gd name="connsiteY51" fmla="*/ 2755807 h 5481149"/>
                  <a:gd name="connsiteX52" fmla="*/ 1487124 w 2935628"/>
                  <a:gd name="connsiteY52" fmla="*/ 2677729 h 5481149"/>
                  <a:gd name="connsiteX53" fmla="*/ 1485813 w 2935628"/>
                  <a:gd name="connsiteY53" fmla="*/ 2107630 h 5481149"/>
                  <a:gd name="connsiteX54" fmla="*/ 1621573 w 2935628"/>
                  <a:gd name="connsiteY54" fmla="*/ 2186864 h 5481149"/>
                  <a:gd name="connsiteX55" fmla="*/ 2116851 w 2935628"/>
                  <a:gd name="connsiteY55" fmla="*/ 1900731 h 5481149"/>
                  <a:gd name="connsiteX56" fmla="*/ 2116848 w 2935628"/>
                  <a:gd name="connsiteY56" fmla="*/ 1899926 h 5481149"/>
                  <a:gd name="connsiteX57" fmla="*/ 1622600 w 2935628"/>
                  <a:gd name="connsiteY57" fmla="*/ 2185521 h 5481149"/>
                  <a:gd name="connsiteX58" fmla="*/ 1485814 w 2935628"/>
                  <a:gd name="connsiteY58" fmla="*/ 2105669 h 5481149"/>
                  <a:gd name="connsiteX59" fmla="*/ 1979107 w 2935628"/>
                  <a:gd name="connsiteY59" fmla="*/ 1820896 h 5481149"/>
                  <a:gd name="connsiteX60" fmla="*/ 1978033 w 2935628"/>
                  <a:gd name="connsiteY60" fmla="*/ 1820277 h 5481149"/>
                  <a:gd name="connsiteX61" fmla="*/ 1976722 w 2935628"/>
                  <a:gd name="connsiteY61" fmla="*/ 1250178 h 5481149"/>
                  <a:gd name="connsiteX62" fmla="*/ 2477448 w 2935628"/>
                  <a:gd name="connsiteY62" fmla="*/ 963504 h 5481149"/>
                  <a:gd name="connsiteX63" fmla="*/ 2476131 w 2935628"/>
                  <a:gd name="connsiteY63" fmla="*/ 544593 h 5481149"/>
                  <a:gd name="connsiteX64" fmla="*/ 2290902 w 2935628"/>
                  <a:gd name="connsiteY64" fmla="*/ 437242 h 5481149"/>
                  <a:gd name="connsiteX65" fmla="*/ 2546183 w 2935628"/>
                  <a:gd name="connsiteY65" fmla="*/ 78545 h 5481149"/>
                  <a:gd name="connsiteX66" fmla="*/ 2546595 w 2935628"/>
                  <a:gd name="connsiteY66" fmla="*/ 79611 h 5481149"/>
                  <a:gd name="connsiteX67" fmla="*/ 2682971 w 2935628"/>
                  <a:gd name="connsiteY67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1976722 w 2935628"/>
                  <a:gd name="connsiteY6" fmla="*/ 1248217 h 5481149"/>
                  <a:gd name="connsiteX7" fmla="*/ 2472880 w 2935628"/>
                  <a:gd name="connsiteY7" fmla="*/ 962179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621972 w 2935628"/>
                  <a:gd name="connsiteY50" fmla="*/ 2756858 h 5481149"/>
                  <a:gd name="connsiteX51" fmla="*/ 1621969 w 2935628"/>
                  <a:gd name="connsiteY51" fmla="*/ 2755807 h 5481149"/>
                  <a:gd name="connsiteX52" fmla="*/ 1487124 w 2935628"/>
                  <a:gd name="connsiteY52" fmla="*/ 2677729 h 5481149"/>
                  <a:gd name="connsiteX53" fmla="*/ 1485813 w 2935628"/>
                  <a:gd name="connsiteY53" fmla="*/ 2107630 h 5481149"/>
                  <a:gd name="connsiteX54" fmla="*/ 1621573 w 2935628"/>
                  <a:gd name="connsiteY54" fmla="*/ 2186864 h 5481149"/>
                  <a:gd name="connsiteX55" fmla="*/ 2116851 w 2935628"/>
                  <a:gd name="connsiteY55" fmla="*/ 1900731 h 5481149"/>
                  <a:gd name="connsiteX56" fmla="*/ 1622600 w 2935628"/>
                  <a:gd name="connsiteY56" fmla="*/ 2185521 h 5481149"/>
                  <a:gd name="connsiteX57" fmla="*/ 1485814 w 2935628"/>
                  <a:gd name="connsiteY57" fmla="*/ 2105669 h 5481149"/>
                  <a:gd name="connsiteX58" fmla="*/ 1979107 w 2935628"/>
                  <a:gd name="connsiteY58" fmla="*/ 1820896 h 5481149"/>
                  <a:gd name="connsiteX59" fmla="*/ 1978033 w 2935628"/>
                  <a:gd name="connsiteY59" fmla="*/ 1820277 h 5481149"/>
                  <a:gd name="connsiteX60" fmla="*/ 1976722 w 2935628"/>
                  <a:gd name="connsiteY60" fmla="*/ 1250178 h 5481149"/>
                  <a:gd name="connsiteX61" fmla="*/ 2477448 w 2935628"/>
                  <a:gd name="connsiteY61" fmla="*/ 963504 h 5481149"/>
                  <a:gd name="connsiteX62" fmla="*/ 2476131 w 2935628"/>
                  <a:gd name="connsiteY62" fmla="*/ 544593 h 5481149"/>
                  <a:gd name="connsiteX63" fmla="*/ 2290902 w 2935628"/>
                  <a:gd name="connsiteY63" fmla="*/ 437242 h 5481149"/>
                  <a:gd name="connsiteX64" fmla="*/ 2546183 w 2935628"/>
                  <a:gd name="connsiteY64" fmla="*/ 78545 h 5481149"/>
                  <a:gd name="connsiteX65" fmla="*/ 2546595 w 2935628"/>
                  <a:gd name="connsiteY65" fmla="*/ 79611 h 5481149"/>
                  <a:gd name="connsiteX66" fmla="*/ 2682971 w 2935628"/>
                  <a:gd name="connsiteY66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1976722 w 2935628"/>
                  <a:gd name="connsiteY6" fmla="*/ 1248217 h 5481149"/>
                  <a:gd name="connsiteX7" fmla="*/ 2472880 w 2935628"/>
                  <a:gd name="connsiteY7" fmla="*/ 962179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621972 w 2935628"/>
                  <a:gd name="connsiteY50" fmla="*/ 2756858 h 5481149"/>
                  <a:gd name="connsiteX51" fmla="*/ 1621969 w 2935628"/>
                  <a:gd name="connsiteY51" fmla="*/ 2755807 h 5481149"/>
                  <a:gd name="connsiteX52" fmla="*/ 1487124 w 2935628"/>
                  <a:gd name="connsiteY52" fmla="*/ 2677729 h 5481149"/>
                  <a:gd name="connsiteX53" fmla="*/ 1485813 w 2935628"/>
                  <a:gd name="connsiteY53" fmla="*/ 2107630 h 5481149"/>
                  <a:gd name="connsiteX54" fmla="*/ 1621573 w 2935628"/>
                  <a:gd name="connsiteY54" fmla="*/ 2186864 h 5481149"/>
                  <a:gd name="connsiteX55" fmla="*/ 1622600 w 2935628"/>
                  <a:gd name="connsiteY55" fmla="*/ 2185521 h 5481149"/>
                  <a:gd name="connsiteX56" fmla="*/ 1485814 w 2935628"/>
                  <a:gd name="connsiteY56" fmla="*/ 2105669 h 5481149"/>
                  <a:gd name="connsiteX57" fmla="*/ 1979107 w 2935628"/>
                  <a:gd name="connsiteY57" fmla="*/ 1820896 h 5481149"/>
                  <a:gd name="connsiteX58" fmla="*/ 1978033 w 2935628"/>
                  <a:gd name="connsiteY58" fmla="*/ 1820277 h 5481149"/>
                  <a:gd name="connsiteX59" fmla="*/ 1976722 w 2935628"/>
                  <a:gd name="connsiteY59" fmla="*/ 1250178 h 5481149"/>
                  <a:gd name="connsiteX60" fmla="*/ 2477448 w 2935628"/>
                  <a:gd name="connsiteY60" fmla="*/ 963504 h 5481149"/>
                  <a:gd name="connsiteX61" fmla="*/ 2476131 w 2935628"/>
                  <a:gd name="connsiteY61" fmla="*/ 544593 h 5481149"/>
                  <a:gd name="connsiteX62" fmla="*/ 2290902 w 2935628"/>
                  <a:gd name="connsiteY62" fmla="*/ 437242 h 5481149"/>
                  <a:gd name="connsiteX63" fmla="*/ 2546183 w 2935628"/>
                  <a:gd name="connsiteY63" fmla="*/ 78545 h 5481149"/>
                  <a:gd name="connsiteX64" fmla="*/ 2546595 w 2935628"/>
                  <a:gd name="connsiteY64" fmla="*/ 79611 h 5481149"/>
                  <a:gd name="connsiteX65" fmla="*/ 2682971 w 2935628"/>
                  <a:gd name="connsiteY65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1976722 w 2935628"/>
                  <a:gd name="connsiteY6" fmla="*/ 1248217 h 5481149"/>
                  <a:gd name="connsiteX7" fmla="*/ 2472880 w 2935628"/>
                  <a:gd name="connsiteY7" fmla="*/ 962179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621972 w 2935628"/>
                  <a:gd name="connsiteY50" fmla="*/ 2756858 h 5481149"/>
                  <a:gd name="connsiteX51" fmla="*/ 1621969 w 2935628"/>
                  <a:gd name="connsiteY51" fmla="*/ 2755807 h 5481149"/>
                  <a:gd name="connsiteX52" fmla="*/ 1487124 w 2935628"/>
                  <a:gd name="connsiteY52" fmla="*/ 2677729 h 5481149"/>
                  <a:gd name="connsiteX53" fmla="*/ 1485813 w 2935628"/>
                  <a:gd name="connsiteY53" fmla="*/ 2107630 h 5481149"/>
                  <a:gd name="connsiteX54" fmla="*/ 1621573 w 2935628"/>
                  <a:gd name="connsiteY54" fmla="*/ 2186864 h 5481149"/>
                  <a:gd name="connsiteX55" fmla="*/ 1485814 w 2935628"/>
                  <a:gd name="connsiteY55" fmla="*/ 2105669 h 5481149"/>
                  <a:gd name="connsiteX56" fmla="*/ 1979107 w 2935628"/>
                  <a:gd name="connsiteY56" fmla="*/ 1820896 h 5481149"/>
                  <a:gd name="connsiteX57" fmla="*/ 1978033 w 2935628"/>
                  <a:gd name="connsiteY57" fmla="*/ 1820277 h 5481149"/>
                  <a:gd name="connsiteX58" fmla="*/ 1976722 w 2935628"/>
                  <a:gd name="connsiteY58" fmla="*/ 1250178 h 5481149"/>
                  <a:gd name="connsiteX59" fmla="*/ 2477448 w 2935628"/>
                  <a:gd name="connsiteY59" fmla="*/ 963504 h 5481149"/>
                  <a:gd name="connsiteX60" fmla="*/ 2476131 w 2935628"/>
                  <a:gd name="connsiteY60" fmla="*/ 544593 h 5481149"/>
                  <a:gd name="connsiteX61" fmla="*/ 2290902 w 2935628"/>
                  <a:gd name="connsiteY61" fmla="*/ 437242 h 5481149"/>
                  <a:gd name="connsiteX62" fmla="*/ 2546183 w 2935628"/>
                  <a:gd name="connsiteY62" fmla="*/ 78545 h 5481149"/>
                  <a:gd name="connsiteX63" fmla="*/ 2546595 w 2935628"/>
                  <a:gd name="connsiteY63" fmla="*/ 79611 h 5481149"/>
                  <a:gd name="connsiteX64" fmla="*/ 2682971 w 2935628"/>
                  <a:gd name="connsiteY64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1976722 w 2935628"/>
                  <a:gd name="connsiteY6" fmla="*/ 1248217 h 5481149"/>
                  <a:gd name="connsiteX7" fmla="*/ 2472880 w 2935628"/>
                  <a:gd name="connsiteY7" fmla="*/ 962179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621972 w 2935628"/>
                  <a:gd name="connsiteY50" fmla="*/ 2756858 h 5481149"/>
                  <a:gd name="connsiteX51" fmla="*/ 1621969 w 2935628"/>
                  <a:gd name="connsiteY51" fmla="*/ 2755807 h 5481149"/>
                  <a:gd name="connsiteX52" fmla="*/ 1487124 w 2935628"/>
                  <a:gd name="connsiteY52" fmla="*/ 2677729 h 5481149"/>
                  <a:gd name="connsiteX53" fmla="*/ 1485813 w 2935628"/>
                  <a:gd name="connsiteY53" fmla="*/ 2107630 h 5481149"/>
                  <a:gd name="connsiteX54" fmla="*/ 1485814 w 2935628"/>
                  <a:gd name="connsiteY54" fmla="*/ 2105669 h 5481149"/>
                  <a:gd name="connsiteX55" fmla="*/ 1979107 w 2935628"/>
                  <a:gd name="connsiteY55" fmla="*/ 1820896 h 5481149"/>
                  <a:gd name="connsiteX56" fmla="*/ 1978033 w 2935628"/>
                  <a:gd name="connsiteY56" fmla="*/ 1820277 h 5481149"/>
                  <a:gd name="connsiteX57" fmla="*/ 1976722 w 2935628"/>
                  <a:gd name="connsiteY57" fmla="*/ 1250178 h 5481149"/>
                  <a:gd name="connsiteX58" fmla="*/ 2477448 w 2935628"/>
                  <a:gd name="connsiteY58" fmla="*/ 963504 h 5481149"/>
                  <a:gd name="connsiteX59" fmla="*/ 2476131 w 2935628"/>
                  <a:gd name="connsiteY59" fmla="*/ 544593 h 5481149"/>
                  <a:gd name="connsiteX60" fmla="*/ 2290902 w 2935628"/>
                  <a:gd name="connsiteY60" fmla="*/ 437242 h 5481149"/>
                  <a:gd name="connsiteX61" fmla="*/ 2546183 w 2935628"/>
                  <a:gd name="connsiteY61" fmla="*/ 78545 h 5481149"/>
                  <a:gd name="connsiteX62" fmla="*/ 2546595 w 2935628"/>
                  <a:gd name="connsiteY62" fmla="*/ 79611 h 5481149"/>
                  <a:gd name="connsiteX63" fmla="*/ 2682971 w 2935628"/>
                  <a:gd name="connsiteY63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1976722 w 2935628"/>
                  <a:gd name="connsiteY6" fmla="*/ 1248217 h 5481149"/>
                  <a:gd name="connsiteX7" fmla="*/ 2472880 w 2935628"/>
                  <a:gd name="connsiteY7" fmla="*/ 962179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621972 w 2935628"/>
                  <a:gd name="connsiteY50" fmla="*/ 2756858 h 5481149"/>
                  <a:gd name="connsiteX51" fmla="*/ 1487124 w 2935628"/>
                  <a:gd name="connsiteY51" fmla="*/ 2677729 h 5481149"/>
                  <a:gd name="connsiteX52" fmla="*/ 1485813 w 2935628"/>
                  <a:gd name="connsiteY52" fmla="*/ 2107630 h 5481149"/>
                  <a:gd name="connsiteX53" fmla="*/ 1485814 w 2935628"/>
                  <a:gd name="connsiteY53" fmla="*/ 2105669 h 5481149"/>
                  <a:gd name="connsiteX54" fmla="*/ 1979107 w 2935628"/>
                  <a:gd name="connsiteY54" fmla="*/ 1820896 h 5481149"/>
                  <a:gd name="connsiteX55" fmla="*/ 1978033 w 2935628"/>
                  <a:gd name="connsiteY55" fmla="*/ 1820277 h 5481149"/>
                  <a:gd name="connsiteX56" fmla="*/ 1976722 w 2935628"/>
                  <a:gd name="connsiteY56" fmla="*/ 1250178 h 5481149"/>
                  <a:gd name="connsiteX57" fmla="*/ 2477448 w 2935628"/>
                  <a:gd name="connsiteY57" fmla="*/ 963504 h 5481149"/>
                  <a:gd name="connsiteX58" fmla="*/ 2476131 w 2935628"/>
                  <a:gd name="connsiteY58" fmla="*/ 544593 h 5481149"/>
                  <a:gd name="connsiteX59" fmla="*/ 2290902 w 2935628"/>
                  <a:gd name="connsiteY59" fmla="*/ 437242 h 5481149"/>
                  <a:gd name="connsiteX60" fmla="*/ 2546183 w 2935628"/>
                  <a:gd name="connsiteY60" fmla="*/ 78545 h 5481149"/>
                  <a:gd name="connsiteX61" fmla="*/ 2546595 w 2935628"/>
                  <a:gd name="connsiteY61" fmla="*/ 79611 h 5481149"/>
                  <a:gd name="connsiteX62" fmla="*/ 2682971 w 2935628"/>
                  <a:gd name="connsiteY62" fmla="*/ 0 h 5481149"/>
                  <a:gd name="connsiteX0" fmla="*/ 1483859 w 2935628"/>
                  <a:gd name="connsiteY0" fmla="*/ 2677083 h 5481149"/>
                  <a:gd name="connsiteX1" fmla="*/ 1620650 w 2935628"/>
                  <a:gd name="connsiteY1" fmla="*/ 2756275 h 5481149"/>
                  <a:gd name="connsiteX2" fmla="*/ 1125152 w 2935628"/>
                  <a:gd name="connsiteY2" fmla="*/ 3042973 h 5481149"/>
                  <a:gd name="connsiteX3" fmla="*/ 988361 w 2935628"/>
                  <a:gd name="connsiteY3" fmla="*/ 2963121 h 5481149"/>
                  <a:gd name="connsiteX4" fmla="*/ 1483859 w 2935628"/>
                  <a:gd name="connsiteY4" fmla="*/ 2677083 h 5481149"/>
                  <a:gd name="connsiteX5" fmla="*/ 2472880 w 2935628"/>
                  <a:gd name="connsiteY5" fmla="*/ 962179 h 5481149"/>
                  <a:gd name="connsiteX6" fmla="*/ 1976722 w 2935628"/>
                  <a:gd name="connsiteY6" fmla="*/ 1248217 h 5481149"/>
                  <a:gd name="connsiteX7" fmla="*/ 2472880 w 2935628"/>
                  <a:gd name="connsiteY7" fmla="*/ 962179 h 5481149"/>
                  <a:gd name="connsiteX8" fmla="*/ 2682971 w 2935628"/>
                  <a:gd name="connsiteY8" fmla="*/ 0 h 5481149"/>
                  <a:gd name="connsiteX9" fmla="*/ 2935628 w 2935628"/>
                  <a:gd name="connsiteY9" fmla="*/ 652579 h 5481149"/>
                  <a:gd name="connsiteX10" fmla="*/ 2798833 w 2935628"/>
                  <a:gd name="connsiteY10" fmla="*/ 732435 h 5481149"/>
                  <a:gd name="connsiteX11" fmla="*/ 2798181 w 2935628"/>
                  <a:gd name="connsiteY11" fmla="*/ 730751 h 5481149"/>
                  <a:gd name="connsiteX12" fmla="*/ 2747679 w 2935628"/>
                  <a:gd name="connsiteY12" fmla="*/ 701404 h 5481149"/>
                  <a:gd name="connsiteX13" fmla="*/ 2749083 w 2935628"/>
                  <a:gd name="connsiteY13" fmla="*/ 1120501 h 5481149"/>
                  <a:gd name="connsiteX14" fmla="*/ 2255534 w 2935628"/>
                  <a:gd name="connsiteY14" fmla="*/ 1408544 h 5481149"/>
                  <a:gd name="connsiteX15" fmla="*/ 2255534 w 2935628"/>
                  <a:gd name="connsiteY15" fmla="*/ 1977314 h 5481149"/>
                  <a:gd name="connsiteX16" fmla="*/ 1761380 w 2935628"/>
                  <a:gd name="connsiteY16" fmla="*/ 2264671 h 5481149"/>
                  <a:gd name="connsiteX17" fmla="*/ 1761380 w 2935628"/>
                  <a:gd name="connsiteY17" fmla="*/ 2833441 h 5481149"/>
                  <a:gd name="connsiteX18" fmla="*/ 1267226 w 2935628"/>
                  <a:gd name="connsiteY18" fmla="*/ 3120798 h 5481149"/>
                  <a:gd name="connsiteX19" fmla="*/ 1267226 w 2935628"/>
                  <a:gd name="connsiteY19" fmla="*/ 3689568 h 5481149"/>
                  <a:gd name="connsiteX20" fmla="*/ 773072 w 2935628"/>
                  <a:gd name="connsiteY20" fmla="*/ 3976925 h 5481149"/>
                  <a:gd name="connsiteX21" fmla="*/ 773072 w 2935628"/>
                  <a:gd name="connsiteY21" fmla="*/ 4545696 h 5481149"/>
                  <a:gd name="connsiteX22" fmla="*/ 278797 w 2935628"/>
                  <a:gd name="connsiteY22" fmla="*/ 4833053 h 5481149"/>
                  <a:gd name="connsiteX23" fmla="*/ 278797 w 2935628"/>
                  <a:gd name="connsiteY23" fmla="*/ 5402509 h 5481149"/>
                  <a:gd name="connsiteX24" fmla="*/ 139389 w 2935628"/>
                  <a:gd name="connsiteY24" fmla="*/ 5481149 h 5481149"/>
                  <a:gd name="connsiteX25" fmla="*/ 137458 w 2935628"/>
                  <a:gd name="connsiteY25" fmla="*/ 4757490 h 5481149"/>
                  <a:gd name="connsiteX26" fmla="*/ 136811 w 2935628"/>
                  <a:gd name="connsiteY26" fmla="*/ 4757863 h 5481149"/>
                  <a:gd name="connsiteX27" fmla="*/ 138763 w 2935628"/>
                  <a:gd name="connsiteY27" fmla="*/ 5477875 h 5481149"/>
                  <a:gd name="connsiteX28" fmla="*/ 1966 w 2935628"/>
                  <a:gd name="connsiteY28" fmla="*/ 5398028 h 5481149"/>
                  <a:gd name="connsiteX29" fmla="*/ 14 w 2935628"/>
                  <a:gd name="connsiteY29" fmla="*/ 4678694 h 5481149"/>
                  <a:gd name="connsiteX30" fmla="*/ 0 w 2935628"/>
                  <a:gd name="connsiteY30" fmla="*/ 4678686 h 5481149"/>
                  <a:gd name="connsiteX31" fmla="*/ 14 w 2935628"/>
                  <a:gd name="connsiteY31" fmla="*/ 4678678 h 5481149"/>
                  <a:gd name="connsiteX32" fmla="*/ 0 w 2935628"/>
                  <a:gd name="connsiteY32" fmla="*/ 4673441 h 5481149"/>
                  <a:gd name="connsiteX33" fmla="*/ 4533 w 2935628"/>
                  <a:gd name="connsiteY33" fmla="*/ 4676066 h 5481149"/>
                  <a:gd name="connsiteX34" fmla="*/ 496158 w 2935628"/>
                  <a:gd name="connsiteY34" fmla="*/ 4391987 h 5481149"/>
                  <a:gd name="connsiteX35" fmla="*/ 631484 w 2935628"/>
                  <a:gd name="connsiteY35" fmla="*/ 4470987 h 5481149"/>
                  <a:gd name="connsiteX36" fmla="*/ 633127 w 2935628"/>
                  <a:gd name="connsiteY36" fmla="*/ 4470039 h 5481149"/>
                  <a:gd name="connsiteX37" fmla="*/ 499419 w 2935628"/>
                  <a:gd name="connsiteY37" fmla="*/ 4392001 h 5481149"/>
                  <a:gd name="connsiteX38" fmla="*/ 497453 w 2935628"/>
                  <a:gd name="connsiteY38" fmla="*/ 3822534 h 5481149"/>
                  <a:gd name="connsiteX39" fmla="*/ 631609 w 2935628"/>
                  <a:gd name="connsiteY39" fmla="*/ 3900215 h 5481149"/>
                  <a:gd name="connsiteX40" fmla="*/ 631608 w 2935628"/>
                  <a:gd name="connsiteY40" fmla="*/ 3899885 h 5481149"/>
                  <a:gd name="connsiteX41" fmla="*/ 632459 w 2935628"/>
                  <a:gd name="connsiteY41" fmla="*/ 3899395 h 5481149"/>
                  <a:gd name="connsiteX42" fmla="*/ 497453 w 2935628"/>
                  <a:gd name="connsiteY42" fmla="*/ 3821234 h 5481149"/>
                  <a:gd name="connsiteX43" fmla="*/ 991073 w 2935628"/>
                  <a:gd name="connsiteY43" fmla="*/ 3536002 h 5481149"/>
                  <a:gd name="connsiteX44" fmla="*/ 989671 w 2935628"/>
                  <a:gd name="connsiteY44" fmla="*/ 3535183 h 5481149"/>
                  <a:gd name="connsiteX45" fmla="*/ 988360 w 2935628"/>
                  <a:gd name="connsiteY45" fmla="*/ 2965082 h 5481149"/>
                  <a:gd name="connsiteX46" fmla="*/ 1125159 w 2935628"/>
                  <a:gd name="connsiteY46" fmla="*/ 3044943 h 5481149"/>
                  <a:gd name="connsiteX47" fmla="*/ 1126463 w 2935628"/>
                  <a:gd name="connsiteY47" fmla="*/ 3612091 h 5481149"/>
                  <a:gd name="connsiteX48" fmla="*/ 1127816 w 2935628"/>
                  <a:gd name="connsiteY48" fmla="*/ 3612880 h 5481149"/>
                  <a:gd name="connsiteX49" fmla="*/ 1126488 w 2935628"/>
                  <a:gd name="connsiteY49" fmla="*/ 3043530 h 5481149"/>
                  <a:gd name="connsiteX50" fmla="*/ 1487124 w 2935628"/>
                  <a:gd name="connsiteY50" fmla="*/ 2677729 h 5481149"/>
                  <a:gd name="connsiteX51" fmla="*/ 1485813 w 2935628"/>
                  <a:gd name="connsiteY51" fmla="*/ 2107630 h 5481149"/>
                  <a:gd name="connsiteX52" fmla="*/ 1485814 w 2935628"/>
                  <a:gd name="connsiteY52" fmla="*/ 2105669 h 5481149"/>
                  <a:gd name="connsiteX53" fmla="*/ 1979107 w 2935628"/>
                  <a:gd name="connsiteY53" fmla="*/ 1820896 h 5481149"/>
                  <a:gd name="connsiteX54" fmla="*/ 1978033 w 2935628"/>
                  <a:gd name="connsiteY54" fmla="*/ 1820277 h 5481149"/>
                  <a:gd name="connsiteX55" fmla="*/ 1976722 w 2935628"/>
                  <a:gd name="connsiteY55" fmla="*/ 1250178 h 5481149"/>
                  <a:gd name="connsiteX56" fmla="*/ 2477448 w 2935628"/>
                  <a:gd name="connsiteY56" fmla="*/ 963504 h 5481149"/>
                  <a:gd name="connsiteX57" fmla="*/ 2476131 w 2935628"/>
                  <a:gd name="connsiteY57" fmla="*/ 544593 h 5481149"/>
                  <a:gd name="connsiteX58" fmla="*/ 2290902 w 2935628"/>
                  <a:gd name="connsiteY58" fmla="*/ 437242 h 5481149"/>
                  <a:gd name="connsiteX59" fmla="*/ 2546183 w 2935628"/>
                  <a:gd name="connsiteY59" fmla="*/ 78545 h 5481149"/>
                  <a:gd name="connsiteX60" fmla="*/ 2546595 w 2935628"/>
                  <a:gd name="connsiteY60" fmla="*/ 79611 h 5481149"/>
                  <a:gd name="connsiteX61" fmla="*/ 2682971 w 2935628"/>
                  <a:gd name="connsiteY61" fmla="*/ 0 h 5481149"/>
                  <a:gd name="connsiteX0" fmla="*/ 1483859 w 2935628"/>
                  <a:gd name="connsiteY0" fmla="*/ 2677083 h 5481149"/>
                  <a:gd name="connsiteX1" fmla="*/ 1125152 w 2935628"/>
                  <a:gd name="connsiteY1" fmla="*/ 3042973 h 5481149"/>
                  <a:gd name="connsiteX2" fmla="*/ 988361 w 2935628"/>
                  <a:gd name="connsiteY2" fmla="*/ 2963121 h 5481149"/>
                  <a:gd name="connsiteX3" fmla="*/ 1483859 w 2935628"/>
                  <a:gd name="connsiteY3" fmla="*/ 2677083 h 5481149"/>
                  <a:gd name="connsiteX4" fmla="*/ 2472880 w 2935628"/>
                  <a:gd name="connsiteY4" fmla="*/ 962179 h 5481149"/>
                  <a:gd name="connsiteX5" fmla="*/ 1976722 w 2935628"/>
                  <a:gd name="connsiteY5" fmla="*/ 1248217 h 5481149"/>
                  <a:gd name="connsiteX6" fmla="*/ 2472880 w 2935628"/>
                  <a:gd name="connsiteY6" fmla="*/ 962179 h 5481149"/>
                  <a:gd name="connsiteX7" fmla="*/ 2682971 w 2935628"/>
                  <a:gd name="connsiteY7" fmla="*/ 0 h 5481149"/>
                  <a:gd name="connsiteX8" fmla="*/ 2935628 w 2935628"/>
                  <a:gd name="connsiteY8" fmla="*/ 652579 h 5481149"/>
                  <a:gd name="connsiteX9" fmla="*/ 2798833 w 2935628"/>
                  <a:gd name="connsiteY9" fmla="*/ 732435 h 5481149"/>
                  <a:gd name="connsiteX10" fmla="*/ 2798181 w 2935628"/>
                  <a:gd name="connsiteY10" fmla="*/ 730751 h 5481149"/>
                  <a:gd name="connsiteX11" fmla="*/ 2747679 w 2935628"/>
                  <a:gd name="connsiteY11" fmla="*/ 701404 h 5481149"/>
                  <a:gd name="connsiteX12" fmla="*/ 2749083 w 2935628"/>
                  <a:gd name="connsiteY12" fmla="*/ 1120501 h 5481149"/>
                  <a:gd name="connsiteX13" fmla="*/ 2255534 w 2935628"/>
                  <a:gd name="connsiteY13" fmla="*/ 1408544 h 5481149"/>
                  <a:gd name="connsiteX14" fmla="*/ 2255534 w 2935628"/>
                  <a:gd name="connsiteY14" fmla="*/ 1977314 h 5481149"/>
                  <a:gd name="connsiteX15" fmla="*/ 1761380 w 2935628"/>
                  <a:gd name="connsiteY15" fmla="*/ 2264671 h 5481149"/>
                  <a:gd name="connsiteX16" fmla="*/ 1761380 w 2935628"/>
                  <a:gd name="connsiteY16" fmla="*/ 2833441 h 5481149"/>
                  <a:gd name="connsiteX17" fmla="*/ 1267226 w 2935628"/>
                  <a:gd name="connsiteY17" fmla="*/ 3120798 h 5481149"/>
                  <a:gd name="connsiteX18" fmla="*/ 1267226 w 2935628"/>
                  <a:gd name="connsiteY18" fmla="*/ 3689568 h 5481149"/>
                  <a:gd name="connsiteX19" fmla="*/ 773072 w 2935628"/>
                  <a:gd name="connsiteY19" fmla="*/ 3976925 h 5481149"/>
                  <a:gd name="connsiteX20" fmla="*/ 773072 w 2935628"/>
                  <a:gd name="connsiteY20" fmla="*/ 4545696 h 5481149"/>
                  <a:gd name="connsiteX21" fmla="*/ 278797 w 2935628"/>
                  <a:gd name="connsiteY21" fmla="*/ 4833053 h 5481149"/>
                  <a:gd name="connsiteX22" fmla="*/ 278797 w 2935628"/>
                  <a:gd name="connsiteY22" fmla="*/ 5402509 h 5481149"/>
                  <a:gd name="connsiteX23" fmla="*/ 139389 w 2935628"/>
                  <a:gd name="connsiteY23" fmla="*/ 5481149 h 5481149"/>
                  <a:gd name="connsiteX24" fmla="*/ 137458 w 2935628"/>
                  <a:gd name="connsiteY24" fmla="*/ 4757490 h 5481149"/>
                  <a:gd name="connsiteX25" fmla="*/ 136811 w 2935628"/>
                  <a:gd name="connsiteY25" fmla="*/ 4757863 h 5481149"/>
                  <a:gd name="connsiteX26" fmla="*/ 138763 w 2935628"/>
                  <a:gd name="connsiteY26" fmla="*/ 5477875 h 5481149"/>
                  <a:gd name="connsiteX27" fmla="*/ 1966 w 2935628"/>
                  <a:gd name="connsiteY27" fmla="*/ 5398028 h 5481149"/>
                  <a:gd name="connsiteX28" fmla="*/ 14 w 2935628"/>
                  <a:gd name="connsiteY28" fmla="*/ 4678694 h 5481149"/>
                  <a:gd name="connsiteX29" fmla="*/ 0 w 2935628"/>
                  <a:gd name="connsiteY29" fmla="*/ 4678686 h 5481149"/>
                  <a:gd name="connsiteX30" fmla="*/ 14 w 2935628"/>
                  <a:gd name="connsiteY30" fmla="*/ 4678678 h 5481149"/>
                  <a:gd name="connsiteX31" fmla="*/ 0 w 2935628"/>
                  <a:gd name="connsiteY31" fmla="*/ 4673441 h 5481149"/>
                  <a:gd name="connsiteX32" fmla="*/ 4533 w 2935628"/>
                  <a:gd name="connsiteY32" fmla="*/ 4676066 h 5481149"/>
                  <a:gd name="connsiteX33" fmla="*/ 496158 w 2935628"/>
                  <a:gd name="connsiteY33" fmla="*/ 4391987 h 5481149"/>
                  <a:gd name="connsiteX34" fmla="*/ 631484 w 2935628"/>
                  <a:gd name="connsiteY34" fmla="*/ 4470987 h 5481149"/>
                  <a:gd name="connsiteX35" fmla="*/ 633127 w 2935628"/>
                  <a:gd name="connsiteY35" fmla="*/ 4470039 h 5481149"/>
                  <a:gd name="connsiteX36" fmla="*/ 499419 w 2935628"/>
                  <a:gd name="connsiteY36" fmla="*/ 4392001 h 5481149"/>
                  <a:gd name="connsiteX37" fmla="*/ 497453 w 2935628"/>
                  <a:gd name="connsiteY37" fmla="*/ 3822534 h 5481149"/>
                  <a:gd name="connsiteX38" fmla="*/ 631609 w 2935628"/>
                  <a:gd name="connsiteY38" fmla="*/ 3900215 h 5481149"/>
                  <a:gd name="connsiteX39" fmla="*/ 631608 w 2935628"/>
                  <a:gd name="connsiteY39" fmla="*/ 3899885 h 5481149"/>
                  <a:gd name="connsiteX40" fmla="*/ 632459 w 2935628"/>
                  <a:gd name="connsiteY40" fmla="*/ 3899395 h 5481149"/>
                  <a:gd name="connsiteX41" fmla="*/ 497453 w 2935628"/>
                  <a:gd name="connsiteY41" fmla="*/ 3821234 h 5481149"/>
                  <a:gd name="connsiteX42" fmla="*/ 991073 w 2935628"/>
                  <a:gd name="connsiteY42" fmla="*/ 3536002 h 5481149"/>
                  <a:gd name="connsiteX43" fmla="*/ 989671 w 2935628"/>
                  <a:gd name="connsiteY43" fmla="*/ 3535183 h 5481149"/>
                  <a:gd name="connsiteX44" fmla="*/ 988360 w 2935628"/>
                  <a:gd name="connsiteY44" fmla="*/ 2965082 h 5481149"/>
                  <a:gd name="connsiteX45" fmla="*/ 1125159 w 2935628"/>
                  <a:gd name="connsiteY45" fmla="*/ 3044943 h 5481149"/>
                  <a:gd name="connsiteX46" fmla="*/ 1126463 w 2935628"/>
                  <a:gd name="connsiteY46" fmla="*/ 3612091 h 5481149"/>
                  <a:gd name="connsiteX47" fmla="*/ 1127816 w 2935628"/>
                  <a:gd name="connsiteY47" fmla="*/ 3612880 h 5481149"/>
                  <a:gd name="connsiteX48" fmla="*/ 1126488 w 2935628"/>
                  <a:gd name="connsiteY48" fmla="*/ 3043530 h 5481149"/>
                  <a:gd name="connsiteX49" fmla="*/ 1487124 w 2935628"/>
                  <a:gd name="connsiteY49" fmla="*/ 2677729 h 5481149"/>
                  <a:gd name="connsiteX50" fmla="*/ 1485813 w 2935628"/>
                  <a:gd name="connsiteY50" fmla="*/ 2107630 h 5481149"/>
                  <a:gd name="connsiteX51" fmla="*/ 1485814 w 2935628"/>
                  <a:gd name="connsiteY51" fmla="*/ 2105669 h 5481149"/>
                  <a:gd name="connsiteX52" fmla="*/ 1979107 w 2935628"/>
                  <a:gd name="connsiteY52" fmla="*/ 1820896 h 5481149"/>
                  <a:gd name="connsiteX53" fmla="*/ 1978033 w 2935628"/>
                  <a:gd name="connsiteY53" fmla="*/ 1820277 h 5481149"/>
                  <a:gd name="connsiteX54" fmla="*/ 1976722 w 2935628"/>
                  <a:gd name="connsiteY54" fmla="*/ 1250178 h 5481149"/>
                  <a:gd name="connsiteX55" fmla="*/ 2477448 w 2935628"/>
                  <a:gd name="connsiteY55" fmla="*/ 963504 h 5481149"/>
                  <a:gd name="connsiteX56" fmla="*/ 2476131 w 2935628"/>
                  <a:gd name="connsiteY56" fmla="*/ 544593 h 5481149"/>
                  <a:gd name="connsiteX57" fmla="*/ 2290902 w 2935628"/>
                  <a:gd name="connsiteY57" fmla="*/ 437242 h 5481149"/>
                  <a:gd name="connsiteX58" fmla="*/ 2546183 w 2935628"/>
                  <a:gd name="connsiteY58" fmla="*/ 78545 h 5481149"/>
                  <a:gd name="connsiteX59" fmla="*/ 2546595 w 2935628"/>
                  <a:gd name="connsiteY59" fmla="*/ 79611 h 5481149"/>
                  <a:gd name="connsiteX60" fmla="*/ 2682971 w 2935628"/>
                  <a:gd name="connsiteY60" fmla="*/ 0 h 5481149"/>
                  <a:gd name="connsiteX0" fmla="*/ 1483859 w 2935628"/>
                  <a:gd name="connsiteY0" fmla="*/ 2677083 h 5481149"/>
                  <a:gd name="connsiteX1" fmla="*/ 1125152 w 2935628"/>
                  <a:gd name="connsiteY1" fmla="*/ 3042973 h 5481149"/>
                  <a:gd name="connsiteX2" fmla="*/ 988361 w 2935628"/>
                  <a:gd name="connsiteY2" fmla="*/ 2963121 h 5481149"/>
                  <a:gd name="connsiteX3" fmla="*/ 1483859 w 2935628"/>
                  <a:gd name="connsiteY3" fmla="*/ 2677083 h 5481149"/>
                  <a:gd name="connsiteX4" fmla="*/ 2472880 w 2935628"/>
                  <a:gd name="connsiteY4" fmla="*/ 962179 h 5481149"/>
                  <a:gd name="connsiteX5" fmla="*/ 1976722 w 2935628"/>
                  <a:gd name="connsiteY5" fmla="*/ 1248217 h 5481149"/>
                  <a:gd name="connsiteX6" fmla="*/ 2472880 w 2935628"/>
                  <a:gd name="connsiteY6" fmla="*/ 962179 h 5481149"/>
                  <a:gd name="connsiteX7" fmla="*/ 2682971 w 2935628"/>
                  <a:gd name="connsiteY7" fmla="*/ 0 h 5481149"/>
                  <a:gd name="connsiteX8" fmla="*/ 2935628 w 2935628"/>
                  <a:gd name="connsiteY8" fmla="*/ 652579 h 5481149"/>
                  <a:gd name="connsiteX9" fmla="*/ 2798833 w 2935628"/>
                  <a:gd name="connsiteY9" fmla="*/ 732435 h 5481149"/>
                  <a:gd name="connsiteX10" fmla="*/ 2798181 w 2935628"/>
                  <a:gd name="connsiteY10" fmla="*/ 730751 h 5481149"/>
                  <a:gd name="connsiteX11" fmla="*/ 2747679 w 2935628"/>
                  <a:gd name="connsiteY11" fmla="*/ 701404 h 5481149"/>
                  <a:gd name="connsiteX12" fmla="*/ 2749083 w 2935628"/>
                  <a:gd name="connsiteY12" fmla="*/ 1120501 h 5481149"/>
                  <a:gd name="connsiteX13" fmla="*/ 2255534 w 2935628"/>
                  <a:gd name="connsiteY13" fmla="*/ 1408544 h 5481149"/>
                  <a:gd name="connsiteX14" fmla="*/ 2255534 w 2935628"/>
                  <a:gd name="connsiteY14" fmla="*/ 1977314 h 5481149"/>
                  <a:gd name="connsiteX15" fmla="*/ 1761380 w 2935628"/>
                  <a:gd name="connsiteY15" fmla="*/ 2264671 h 5481149"/>
                  <a:gd name="connsiteX16" fmla="*/ 1761380 w 2935628"/>
                  <a:gd name="connsiteY16" fmla="*/ 2833441 h 5481149"/>
                  <a:gd name="connsiteX17" fmla="*/ 1267226 w 2935628"/>
                  <a:gd name="connsiteY17" fmla="*/ 3120798 h 5481149"/>
                  <a:gd name="connsiteX18" fmla="*/ 1267226 w 2935628"/>
                  <a:gd name="connsiteY18" fmla="*/ 3689568 h 5481149"/>
                  <a:gd name="connsiteX19" fmla="*/ 773072 w 2935628"/>
                  <a:gd name="connsiteY19" fmla="*/ 3976925 h 5481149"/>
                  <a:gd name="connsiteX20" fmla="*/ 773072 w 2935628"/>
                  <a:gd name="connsiteY20" fmla="*/ 4545696 h 5481149"/>
                  <a:gd name="connsiteX21" fmla="*/ 278797 w 2935628"/>
                  <a:gd name="connsiteY21" fmla="*/ 4833053 h 5481149"/>
                  <a:gd name="connsiteX22" fmla="*/ 278797 w 2935628"/>
                  <a:gd name="connsiteY22" fmla="*/ 5402509 h 5481149"/>
                  <a:gd name="connsiteX23" fmla="*/ 139389 w 2935628"/>
                  <a:gd name="connsiteY23" fmla="*/ 5481149 h 5481149"/>
                  <a:gd name="connsiteX24" fmla="*/ 137458 w 2935628"/>
                  <a:gd name="connsiteY24" fmla="*/ 4757490 h 5481149"/>
                  <a:gd name="connsiteX25" fmla="*/ 136811 w 2935628"/>
                  <a:gd name="connsiteY25" fmla="*/ 4757863 h 5481149"/>
                  <a:gd name="connsiteX26" fmla="*/ 138763 w 2935628"/>
                  <a:gd name="connsiteY26" fmla="*/ 5477875 h 5481149"/>
                  <a:gd name="connsiteX27" fmla="*/ 1966 w 2935628"/>
                  <a:gd name="connsiteY27" fmla="*/ 5398028 h 5481149"/>
                  <a:gd name="connsiteX28" fmla="*/ 14 w 2935628"/>
                  <a:gd name="connsiteY28" fmla="*/ 4678694 h 5481149"/>
                  <a:gd name="connsiteX29" fmla="*/ 0 w 2935628"/>
                  <a:gd name="connsiteY29" fmla="*/ 4678686 h 5481149"/>
                  <a:gd name="connsiteX30" fmla="*/ 14 w 2935628"/>
                  <a:gd name="connsiteY30" fmla="*/ 4678678 h 5481149"/>
                  <a:gd name="connsiteX31" fmla="*/ 0 w 2935628"/>
                  <a:gd name="connsiteY31" fmla="*/ 4673441 h 5481149"/>
                  <a:gd name="connsiteX32" fmla="*/ 4533 w 2935628"/>
                  <a:gd name="connsiteY32" fmla="*/ 4676066 h 5481149"/>
                  <a:gd name="connsiteX33" fmla="*/ 496158 w 2935628"/>
                  <a:gd name="connsiteY33" fmla="*/ 4391987 h 5481149"/>
                  <a:gd name="connsiteX34" fmla="*/ 631484 w 2935628"/>
                  <a:gd name="connsiteY34" fmla="*/ 4470987 h 5481149"/>
                  <a:gd name="connsiteX35" fmla="*/ 633127 w 2935628"/>
                  <a:gd name="connsiteY35" fmla="*/ 4470039 h 5481149"/>
                  <a:gd name="connsiteX36" fmla="*/ 499419 w 2935628"/>
                  <a:gd name="connsiteY36" fmla="*/ 4392001 h 5481149"/>
                  <a:gd name="connsiteX37" fmla="*/ 497453 w 2935628"/>
                  <a:gd name="connsiteY37" fmla="*/ 3822534 h 5481149"/>
                  <a:gd name="connsiteX38" fmla="*/ 631609 w 2935628"/>
                  <a:gd name="connsiteY38" fmla="*/ 3900215 h 5481149"/>
                  <a:gd name="connsiteX39" fmla="*/ 631608 w 2935628"/>
                  <a:gd name="connsiteY39" fmla="*/ 3899885 h 5481149"/>
                  <a:gd name="connsiteX40" fmla="*/ 632459 w 2935628"/>
                  <a:gd name="connsiteY40" fmla="*/ 3899395 h 5481149"/>
                  <a:gd name="connsiteX41" fmla="*/ 497453 w 2935628"/>
                  <a:gd name="connsiteY41" fmla="*/ 3821234 h 5481149"/>
                  <a:gd name="connsiteX42" fmla="*/ 991073 w 2935628"/>
                  <a:gd name="connsiteY42" fmla="*/ 3536002 h 5481149"/>
                  <a:gd name="connsiteX43" fmla="*/ 989671 w 2935628"/>
                  <a:gd name="connsiteY43" fmla="*/ 3535183 h 5481149"/>
                  <a:gd name="connsiteX44" fmla="*/ 988360 w 2935628"/>
                  <a:gd name="connsiteY44" fmla="*/ 2965082 h 5481149"/>
                  <a:gd name="connsiteX45" fmla="*/ 1125159 w 2935628"/>
                  <a:gd name="connsiteY45" fmla="*/ 3044943 h 5481149"/>
                  <a:gd name="connsiteX46" fmla="*/ 1126463 w 2935628"/>
                  <a:gd name="connsiteY46" fmla="*/ 3612091 h 5481149"/>
                  <a:gd name="connsiteX47" fmla="*/ 1127816 w 2935628"/>
                  <a:gd name="connsiteY47" fmla="*/ 3612880 h 5481149"/>
                  <a:gd name="connsiteX48" fmla="*/ 1487124 w 2935628"/>
                  <a:gd name="connsiteY48" fmla="*/ 2677729 h 5481149"/>
                  <a:gd name="connsiteX49" fmla="*/ 1485813 w 2935628"/>
                  <a:gd name="connsiteY49" fmla="*/ 2107630 h 5481149"/>
                  <a:gd name="connsiteX50" fmla="*/ 1485814 w 2935628"/>
                  <a:gd name="connsiteY50" fmla="*/ 2105669 h 5481149"/>
                  <a:gd name="connsiteX51" fmla="*/ 1979107 w 2935628"/>
                  <a:gd name="connsiteY51" fmla="*/ 1820896 h 5481149"/>
                  <a:gd name="connsiteX52" fmla="*/ 1978033 w 2935628"/>
                  <a:gd name="connsiteY52" fmla="*/ 1820277 h 5481149"/>
                  <a:gd name="connsiteX53" fmla="*/ 1976722 w 2935628"/>
                  <a:gd name="connsiteY53" fmla="*/ 1250178 h 5481149"/>
                  <a:gd name="connsiteX54" fmla="*/ 2477448 w 2935628"/>
                  <a:gd name="connsiteY54" fmla="*/ 963504 h 5481149"/>
                  <a:gd name="connsiteX55" fmla="*/ 2476131 w 2935628"/>
                  <a:gd name="connsiteY55" fmla="*/ 544593 h 5481149"/>
                  <a:gd name="connsiteX56" fmla="*/ 2290902 w 2935628"/>
                  <a:gd name="connsiteY56" fmla="*/ 437242 h 5481149"/>
                  <a:gd name="connsiteX57" fmla="*/ 2546183 w 2935628"/>
                  <a:gd name="connsiteY57" fmla="*/ 78545 h 5481149"/>
                  <a:gd name="connsiteX58" fmla="*/ 2546595 w 2935628"/>
                  <a:gd name="connsiteY58" fmla="*/ 79611 h 5481149"/>
                  <a:gd name="connsiteX59" fmla="*/ 2682971 w 2935628"/>
                  <a:gd name="connsiteY59" fmla="*/ 0 h 5481149"/>
                  <a:gd name="connsiteX0" fmla="*/ 1483859 w 2935628"/>
                  <a:gd name="connsiteY0" fmla="*/ 2677083 h 5481149"/>
                  <a:gd name="connsiteX1" fmla="*/ 1125152 w 2935628"/>
                  <a:gd name="connsiteY1" fmla="*/ 3042973 h 5481149"/>
                  <a:gd name="connsiteX2" fmla="*/ 988361 w 2935628"/>
                  <a:gd name="connsiteY2" fmla="*/ 2963121 h 5481149"/>
                  <a:gd name="connsiteX3" fmla="*/ 1483859 w 2935628"/>
                  <a:gd name="connsiteY3" fmla="*/ 2677083 h 5481149"/>
                  <a:gd name="connsiteX4" fmla="*/ 2472880 w 2935628"/>
                  <a:gd name="connsiteY4" fmla="*/ 962179 h 5481149"/>
                  <a:gd name="connsiteX5" fmla="*/ 1976722 w 2935628"/>
                  <a:gd name="connsiteY5" fmla="*/ 1248217 h 5481149"/>
                  <a:gd name="connsiteX6" fmla="*/ 2472880 w 2935628"/>
                  <a:gd name="connsiteY6" fmla="*/ 962179 h 5481149"/>
                  <a:gd name="connsiteX7" fmla="*/ 2682971 w 2935628"/>
                  <a:gd name="connsiteY7" fmla="*/ 0 h 5481149"/>
                  <a:gd name="connsiteX8" fmla="*/ 2935628 w 2935628"/>
                  <a:gd name="connsiteY8" fmla="*/ 652579 h 5481149"/>
                  <a:gd name="connsiteX9" fmla="*/ 2798833 w 2935628"/>
                  <a:gd name="connsiteY9" fmla="*/ 732435 h 5481149"/>
                  <a:gd name="connsiteX10" fmla="*/ 2798181 w 2935628"/>
                  <a:gd name="connsiteY10" fmla="*/ 730751 h 5481149"/>
                  <a:gd name="connsiteX11" fmla="*/ 2747679 w 2935628"/>
                  <a:gd name="connsiteY11" fmla="*/ 701404 h 5481149"/>
                  <a:gd name="connsiteX12" fmla="*/ 2749083 w 2935628"/>
                  <a:gd name="connsiteY12" fmla="*/ 1120501 h 5481149"/>
                  <a:gd name="connsiteX13" fmla="*/ 2255534 w 2935628"/>
                  <a:gd name="connsiteY13" fmla="*/ 1408544 h 5481149"/>
                  <a:gd name="connsiteX14" fmla="*/ 2255534 w 2935628"/>
                  <a:gd name="connsiteY14" fmla="*/ 1977314 h 5481149"/>
                  <a:gd name="connsiteX15" fmla="*/ 1761380 w 2935628"/>
                  <a:gd name="connsiteY15" fmla="*/ 2264671 h 5481149"/>
                  <a:gd name="connsiteX16" fmla="*/ 1761380 w 2935628"/>
                  <a:gd name="connsiteY16" fmla="*/ 2833441 h 5481149"/>
                  <a:gd name="connsiteX17" fmla="*/ 1267226 w 2935628"/>
                  <a:gd name="connsiteY17" fmla="*/ 3120798 h 5481149"/>
                  <a:gd name="connsiteX18" fmla="*/ 1267226 w 2935628"/>
                  <a:gd name="connsiteY18" fmla="*/ 3689568 h 5481149"/>
                  <a:gd name="connsiteX19" fmla="*/ 773072 w 2935628"/>
                  <a:gd name="connsiteY19" fmla="*/ 3976925 h 5481149"/>
                  <a:gd name="connsiteX20" fmla="*/ 773072 w 2935628"/>
                  <a:gd name="connsiteY20" fmla="*/ 4545696 h 5481149"/>
                  <a:gd name="connsiteX21" fmla="*/ 278797 w 2935628"/>
                  <a:gd name="connsiteY21" fmla="*/ 4833053 h 5481149"/>
                  <a:gd name="connsiteX22" fmla="*/ 278797 w 2935628"/>
                  <a:gd name="connsiteY22" fmla="*/ 5402509 h 5481149"/>
                  <a:gd name="connsiteX23" fmla="*/ 139389 w 2935628"/>
                  <a:gd name="connsiteY23" fmla="*/ 5481149 h 5481149"/>
                  <a:gd name="connsiteX24" fmla="*/ 137458 w 2935628"/>
                  <a:gd name="connsiteY24" fmla="*/ 4757490 h 5481149"/>
                  <a:gd name="connsiteX25" fmla="*/ 136811 w 2935628"/>
                  <a:gd name="connsiteY25" fmla="*/ 4757863 h 5481149"/>
                  <a:gd name="connsiteX26" fmla="*/ 138763 w 2935628"/>
                  <a:gd name="connsiteY26" fmla="*/ 5477875 h 5481149"/>
                  <a:gd name="connsiteX27" fmla="*/ 1966 w 2935628"/>
                  <a:gd name="connsiteY27" fmla="*/ 5398028 h 5481149"/>
                  <a:gd name="connsiteX28" fmla="*/ 14 w 2935628"/>
                  <a:gd name="connsiteY28" fmla="*/ 4678694 h 5481149"/>
                  <a:gd name="connsiteX29" fmla="*/ 0 w 2935628"/>
                  <a:gd name="connsiteY29" fmla="*/ 4678686 h 5481149"/>
                  <a:gd name="connsiteX30" fmla="*/ 14 w 2935628"/>
                  <a:gd name="connsiteY30" fmla="*/ 4678678 h 5481149"/>
                  <a:gd name="connsiteX31" fmla="*/ 0 w 2935628"/>
                  <a:gd name="connsiteY31" fmla="*/ 4673441 h 5481149"/>
                  <a:gd name="connsiteX32" fmla="*/ 4533 w 2935628"/>
                  <a:gd name="connsiteY32" fmla="*/ 4676066 h 5481149"/>
                  <a:gd name="connsiteX33" fmla="*/ 496158 w 2935628"/>
                  <a:gd name="connsiteY33" fmla="*/ 4391987 h 5481149"/>
                  <a:gd name="connsiteX34" fmla="*/ 631484 w 2935628"/>
                  <a:gd name="connsiteY34" fmla="*/ 4470987 h 5481149"/>
                  <a:gd name="connsiteX35" fmla="*/ 633127 w 2935628"/>
                  <a:gd name="connsiteY35" fmla="*/ 4470039 h 5481149"/>
                  <a:gd name="connsiteX36" fmla="*/ 499419 w 2935628"/>
                  <a:gd name="connsiteY36" fmla="*/ 4392001 h 5481149"/>
                  <a:gd name="connsiteX37" fmla="*/ 497453 w 2935628"/>
                  <a:gd name="connsiteY37" fmla="*/ 3822534 h 5481149"/>
                  <a:gd name="connsiteX38" fmla="*/ 631609 w 2935628"/>
                  <a:gd name="connsiteY38" fmla="*/ 3900215 h 5481149"/>
                  <a:gd name="connsiteX39" fmla="*/ 631608 w 2935628"/>
                  <a:gd name="connsiteY39" fmla="*/ 3899885 h 5481149"/>
                  <a:gd name="connsiteX40" fmla="*/ 632459 w 2935628"/>
                  <a:gd name="connsiteY40" fmla="*/ 3899395 h 5481149"/>
                  <a:gd name="connsiteX41" fmla="*/ 497453 w 2935628"/>
                  <a:gd name="connsiteY41" fmla="*/ 3821234 h 5481149"/>
                  <a:gd name="connsiteX42" fmla="*/ 991073 w 2935628"/>
                  <a:gd name="connsiteY42" fmla="*/ 3536002 h 5481149"/>
                  <a:gd name="connsiteX43" fmla="*/ 989671 w 2935628"/>
                  <a:gd name="connsiteY43" fmla="*/ 3535183 h 5481149"/>
                  <a:gd name="connsiteX44" fmla="*/ 988360 w 2935628"/>
                  <a:gd name="connsiteY44" fmla="*/ 2965082 h 5481149"/>
                  <a:gd name="connsiteX45" fmla="*/ 1126463 w 2935628"/>
                  <a:gd name="connsiteY45" fmla="*/ 3612091 h 5481149"/>
                  <a:gd name="connsiteX46" fmla="*/ 1127816 w 2935628"/>
                  <a:gd name="connsiteY46" fmla="*/ 3612880 h 5481149"/>
                  <a:gd name="connsiteX47" fmla="*/ 1487124 w 2935628"/>
                  <a:gd name="connsiteY47" fmla="*/ 2677729 h 5481149"/>
                  <a:gd name="connsiteX48" fmla="*/ 1485813 w 2935628"/>
                  <a:gd name="connsiteY48" fmla="*/ 2107630 h 5481149"/>
                  <a:gd name="connsiteX49" fmla="*/ 1485814 w 2935628"/>
                  <a:gd name="connsiteY49" fmla="*/ 2105669 h 5481149"/>
                  <a:gd name="connsiteX50" fmla="*/ 1979107 w 2935628"/>
                  <a:gd name="connsiteY50" fmla="*/ 1820896 h 5481149"/>
                  <a:gd name="connsiteX51" fmla="*/ 1978033 w 2935628"/>
                  <a:gd name="connsiteY51" fmla="*/ 1820277 h 5481149"/>
                  <a:gd name="connsiteX52" fmla="*/ 1976722 w 2935628"/>
                  <a:gd name="connsiteY52" fmla="*/ 1250178 h 5481149"/>
                  <a:gd name="connsiteX53" fmla="*/ 2477448 w 2935628"/>
                  <a:gd name="connsiteY53" fmla="*/ 963504 h 5481149"/>
                  <a:gd name="connsiteX54" fmla="*/ 2476131 w 2935628"/>
                  <a:gd name="connsiteY54" fmla="*/ 544593 h 5481149"/>
                  <a:gd name="connsiteX55" fmla="*/ 2290902 w 2935628"/>
                  <a:gd name="connsiteY55" fmla="*/ 437242 h 5481149"/>
                  <a:gd name="connsiteX56" fmla="*/ 2546183 w 2935628"/>
                  <a:gd name="connsiteY56" fmla="*/ 78545 h 5481149"/>
                  <a:gd name="connsiteX57" fmla="*/ 2546595 w 2935628"/>
                  <a:gd name="connsiteY57" fmla="*/ 79611 h 5481149"/>
                  <a:gd name="connsiteX58" fmla="*/ 2682971 w 2935628"/>
                  <a:gd name="connsiteY58" fmla="*/ 0 h 5481149"/>
                  <a:gd name="connsiteX0" fmla="*/ 1483859 w 2935628"/>
                  <a:gd name="connsiteY0" fmla="*/ 2677083 h 5481149"/>
                  <a:gd name="connsiteX1" fmla="*/ 988361 w 2935628"/>
                  <a:gd name="connsiteY1" fmla="*/ 2963121 h 5481149"/>
                  <a:gd name="connsiteX2" fmla="*/ 1483859 w 2935628"/>
                  <a:gd name="connsiteY2" fmla="*/ 2677083 h 5481149"/>
                  <a:gd name="connsiteX3" fmla="*/ 2472880 w 2935628"/>
                  <a:gd name="connsiteY3" fmla="*/ 962179 h 5481149"/>
                  <a:gd name="connsiteX4" fmla="*/ 1976722 w 2935628"/>
                  <a:gd name="connsiteY4" fmla="*/ 1248217 h 5481149"/>
                  <a:gd name="connsiteX5" fmla="*/ 2472880 w 2935628"/>
                  <a:gd name="connsiteY5" fmla="*/ 962179 h 5481149"/>
                  <a:gd name="connsiteX6" fmla="*/ 2682971 w 2935628"/>
                  <a:gd name="connsiteY6" fmla="*/ 0 h 5481149"/>
                  <a:gd name="connsiteX7" fmla="*/ 2935628 w 2935628"/>
                  <a:gd name="connsiteY7" fmla="*/ 652579 h 5481149"/>
                  <a:gd name="connsiteX8" fmla="*/ 2798833 w 2935628"/>
                  <a:gd name="connsiteY8" fmla="*/ 732435 h 5481149"/>
                  <a:gd name="connsiteX9" fmla="*/ 2798181 w 2935628"/>
                  <a:gd name="connsiteY9" fmla="*/ 730751 h 5481149"/>
                  <a:gd name="connsiteX10" fmla="*/ 2747679 w 2935628"/>
                  <a:gd name="connsiteY10" fmla="*/ 701404 h 5481149"/>
                  <a:gd name="connsiteX11" fmla="*/ 2749083 w 2935628"/>
                  <a:gd name="connsiteY11" fmla="*/ 1120501 h 5481149"/>
                  <a:gd name="connsiteX12" fmla="*/ 2255534 w 2935628"/>
                  <a:gd name="connsiteY12" fmla="*/ 1408544 h 5481149"/>
                  <a:gd name="connsiteX13" fmla="*/ 2255534 w 2935628"/>
                  <a:gd name="connsiteY13" fmla="*/ 1977314 h 5481149"/>
                  <a:gd name="connsiteX14" fmla="*/ 1761380 w 2935628"/>
                  <a:gd name="connsiteY14" fmla="*/ 2264671 h 5481149"/>
                  <a:gd name="connsiteX15" fmla="*/ 1761380 w 2935628"/>
                  <a:gd name="connsiteY15" fmla="*/ 2833441 h 5481149"/>
                  <a:gd name="connsiteX16" fmla="*/ 1267226 w 2935628"/>
                  <a:gd name="connsiteY16" fmla="*/ 3120798 h 5481149"/>
                  <a:gd name="connsiteX17" fmla="*/ 1267226 w 2935628"/>
                  <a:gd name="connsiteY17" fmla="*/ 3689568 h 5481149"/>
                  <a:gd name="connsiteX18" fmla="*/ 773072 w 2935628"/>
                  <a:gd name="connsiteY18" fmla="*/ 3976925 h 5481149"/>
                  <a:gd name="connsiteX19" fmla="*/ 773072 w 2935628"/>
                  <a:gd name="connsiteY19" fmla="*/ 4545696 h 5481149"/>
                  <a:gd name="connsiteX20" fmla="*/ 278797 w 2935628"/>
                  <a:gd name="connsiteY20" fmla="*/ 4833053 h 5481149"/>
                  <a:gd name="connsiteX21" fmla="*/ 278797 w 2935628"/>
                  <a:gd name="connsiteY21" fmla="*/ 5402509 h 5481149"/>
                  <a:gd name="connsiteX22" fmla="*/ 139389 w 2935628"/>
                  <a:gd name="connsiteY22" fmla="*/ 5481149 h 5481149"/>
                  <a:gd name="connsiteX23" fmla="*/ 137458 w 2935628"/>
                  <a:gd name="connsiteY23" fmla="*/ 4757490 h 5481149"/>
                  <a:gd name="connsiteX24" fmla="*/ 136811 w 2935628"/>
                  <a:gd name="connsiteY24" fmla="*/ 4757863 h 5481149"/>
                  <a:gd name="connsiteX25" fmla="*/ 138763 w 2935628"/>
                  <a:gd name="connsiteY25" fmla="*/ 5477875 h 5481149"/>
                  <a:gd name="connsiteX26" fmla="*/ 1966 w 2935628"/>
                  <a:gd name="connsiteY26" fmla="*/ 5398028 h 5481149"/>
                  <a:gd name="connsiteX27" fmla="*/ 14 w 2935628"/>
                  <a:gd name="connsiteY27" fmla="*/ 4678694 h 5481149"/>
                  <a:gd name="connsiteX28" fmla="*/ 0 w 2935628"/>
                  <a:gd name="connsiteY28" fmla="*/ 4678686 h 5481149"/>
                  <a:gd name="connsiteX29" fmla="*/ 14 w 2935628"/>
                  <a:gd name="connsiteY29" fmla="*/ 4678678 h 5481149"/>
                  <a:gd name="connsiteX30" fmla="*/ 0 w 2935628"/>
                  <a:gd name="connsiteY30" fmla="*/ 4673441 h 5481149"/>
                  <a:gd name="connsiteX31" fmla="*/ 4533 w 2935628"/>
                  <a:gd name="connsiteY31" fmla="*/ 4676066 h 5481149"/>
                  <a:gd name="connsiteX32" fmla="*/ 496158 w 2935628"/>
                  <a:gd name="connsiteY32" fmla="*/ 4391987 h 5481149"/>
                  <a:gd name="connsiteX33" fmla="*/ 631484 w 2935628"/>
                  <a:gd name="connsiteY33" fmla="*/ 4470987 h 5481149"/>
                  <a:gd name="connsiteX34" fmla="*/ 633127 w 2935628"/>
                  <a:gd name="connsiteY34" fmla="*/ 4470039 h 5481149"/>
                  <a:gd name="connsiteX35" fmla="*/ 499419 w 2935628"/>
                  <a:gd name="connsiteY35" fmla="*/ 4392001 h 5481149"/>
                  <a:gd name="connsiteX36" fmla="*/ 497453 w 2935628"/>
                  <a:gd name="connsiteY36" fmla="*/ 3822534 h 5481149"/>
                  <a:gd name="connsiteX37" fmla="*/ 631609 w 2935628"/>
                  <a:gd name="connsiteY37" fmla="*/ 3900215 h 5481149"/>
                  <a:gd name="connsiteX38" fmla="*/ 631608 w 2935628"/>
                  <a:gd name="connsiteY38" fmla="*/ 3899885 h 5481149"/>
                  <a:gd name="connsiteX39" fmla="*/ 632459 w 2935628"/>
                  <a:gd name="connsiteY39" fmla="*/ 3899395 h 5481149"/>
                  <a:gd name="connsiteX40" fmla="*/ 497453 w 2935628"/>
                  <a:gd name="connsiteY40" fmla="*/ 3821234 h 5481149"/>
                  <a:gd name="connsiteX41" fmla="*/ 991073 w 2935628"/>
                  <a:gd name="connsiteY41" fmla="*/ 3536002 h 5481149"/>
                  <a:gd name="connsiteX42" fmla="*/ 989671 w 2935628"/>
                  <a:gd name="connsiteY42" fmla="*/ 3535183 h 5481149"/>
                  <a:gd name="connsiteX43" fmla="*/ 988360 w 2935628"/>
                  <a:gd name="connsiteY43" fmla="*/ 2965082 h 5481149"/>
                  <a:gd name="connsiteX44" fmla="*/ 1126463 w 2935628"/>
                  <a:gd name="connsiteY44" fmla="*/ 3612091 h 5481149"/>
                  <a:gd name="connsiteX45" fmla="*/ 1127816 w 2935628"/>
                  <a:gd name="connsiteY45" fmla="*/ 3612880 h 5481149"/>
                  <a:gd name="connsiteX46" fmla="*/ 1487124 w 2935628"/>
                  <a:gd name="connsiteY46" fmla="*/ 2677729 h 5481149"/>
                  <a:gd name="connsiteX47" fmla="*/ 1485813 w 2935628"/>
                  <a:gd name="connsiteY47" fmla="*/ 2107630 h 5481149"/>
                  <a:gd name="connsiteX48" fmla="*/ 1485814 w 2935628"/>
                  <a:gd name="connsiteY48" fmla="*/ 2105669 h 5481149"/>
                  <a:gd name="connsiteX49" fmla="*/ 1979107 w 2935628"/>
                  <a:gd name="connsiteY49" fmla="*/ 1820896 h 5481149"/>
                  <a:gd name="connsiteX50" fmla="*/ 1978033 w 2935628"/>
                  <a:gd name="connsiteY50" fmla="*/ 1820277 h 5481149"/>
                  <a:gd name="connsiteX51" fmla="*/ 1976722 w 2935628"/>
                  <a:gd name="connsiteY51" fmla="*/ 1250178 h 5481149"/>
                  <a:gd name="connsiteX52" fmla="*/ 2477448 w 2935628"/>
                  <a:gd name="connsiteY52" fmla="*/ 963504 h 5481149"/>
                  <a:gd name="connsiteX53" fmla="*/ 2476131 w 2935628"/>
                  <a:gd name="connsiteY53" fmla="*/ 544593 h 5481149"/>
                  <a:gd name="connsiteX54" fmla="*/ 2290902 w 2935628"/>
                  <a:gd name="connsiteY54" fmla="*/ 437242 h 5481149"/>
                  <a:gd name="connsiteX55" fmla="*/ 2546183 w 2935628"/>
                  <a:gd name="connsiteY55" fmla="*/ 78545 h 5481149"/>
                  <a:gd name="connsiteX56" fmla="*/ 2546595 w 2935628"/>
                  <a:gd name="connsiteY56" fmla="*/ 79611 h 5481149"/>
                  <a:gd name="connsiteX57" fmla="*/ 2682971 w 2935628"/>
                  <a:gd name="connsiteY57" fmla="*/ 0 h 5481149"/>
                  <a:gd name="connsiteX0" fmla="*/ 1483859 w 2935628"/>
                  <a:gd name="connsiteY0" fmla="*/ 2677083 h 5481149"/>
                  <a:gd name="connsiteX1" fmla="*/ 988361 w 2935628"/>
                  <a:gd name="connsiteY1" fmla="*/ 2963121 h 5481149"/>
                  <a:gd name="connsiteX2" fmla="*/ 1483859 w 2935628"/>
                  <a:gd name="connsiteY2" fmla="*/ 2677083 h 5481149"/>
                  <a:gd name="connsiteX3" fmla="*/ 2472880 w 2935628"/>
                  <a:gd name="connsiteY3" fmla="*/ 962179 h 5481149"/>
                  <a:gd name="connsiteX4" fmla="*/ 1976722 w 2935628"/>
                  <a:gd name="connsiteY4" fmla="*/ 1248217 h 5481149"/>
                  <a:gd name="connsiteX5" fmla="*/ 2472880 w 2935628"/>
                  <a:gd name="connsiteY5" fmla="*/ 962179 h 5481149"/>
                  <a:gd name="connsiteX6" fmla="*/ 2682971 w 2935628"/>
                  <a:gd name="connsiteY6" fmla="*/ 0 h 5481149"/>
                  <a:gd name="connsiteX7" fmla="*/ 2935628 w 2935628"/>
                  <a:gd name="connsiteY7" fmla="*/ 652579 h 5481149"/>
                  <a:gd name="connsiteX8" fmla="*/ 2798833 w 2935628"/>
                  <a:gd name="connsiteY8" fmla="*/ 732435 h 5481149"/>
                  <a:gd name="connsiteX9" fmla="*/ 2798181 w 2935628"/>
                  <a:gd name="connsiteY9" fmla="*/ 730751 h 5481149"/>
                  <a:gd name="connsiteX10" fmla="*/ 2747679 w 2935628"/>
                  <a:gd name="connsiteY10" fmla="*/ 701404 h 5481149"/>
                  <a:gd name="connsiteX11" fmla="*/ 2749083 w 2935628"/>
                  <a:gd name="connsiteY11" fmla="*/ 1120501 h 5481149"/>
                  <a:gd name="connsiteX12" fmla="*/ 2255534 w 2935628"/>
                  <a:gd name="connsiteY12" fmla="*/ 1408544 h 5481149"/>
                  <a:gd name="connsiteX13" fmla="*/ 2255534 w 2935628"/>
                  <a:gd name="connsiteY13" fmla="*/ 1977314 h 5481149"/>
                  <a:gd name="connsiteX14" fmla="*/ 1761380 w 2935628"/>
                  <a:gd name="connsiteY14" fmla="*/ 2264671 h 5481149"/>
                  <a:gd name="connsiteX15" fmla="*/ 1761380 w 2935628"/>
                  <a:gd name="connsiteY15" fmla="*/ 2833441 h 5481149"/>
                  <a:gd name="connsiteX16" fmla="*/ 1267226 w 2935628"/>
                  <a:gd name="connsiteY16" fmla="*/ 3120798 h 5481149"/>
                  <a:gd name="connsiteX17" fmla="*/ 1267226 w 2935628"/>
                  <a:gd name="connsiteY17" fmla="*/ 3689568 h 5481149"/>
                  <a:gd name="connsiteX18" fmla="*/ 773072 w 2935628"/>
                  <a:gd name="connsiteY18" fmla="*/ 3976925 h 5481149"/>
                  <a:gd name="connsiteX19" fmla="*/ 773072 w 2935628"/>
                  <a:gd name="connsiteY19" fmla="*/ 4545696 h 5481149"/>
                  <a:gd name="connsiteX20" fmla="*/ 278797 w 2935628"/>
                  <a:gd name="connsiteY20" fmla="*/ 4833053 h 5481149"/>
                  <a:gd name="connsiteX21" fmla="*/ 278797 w 2935628"/>
                  <a:gd name="connsiteY21" fmla="*/ 5402509 h 5481149"/>
                  <a:gd name="connsiteX22" fmla="*/ 139389 w 2935628"/>
                  <a:gd name="connsiteY22" fmla="*/ 5481149 h 5481149"/>
                  <a:gd name="connsiteX23" fmla="*/ 137458 w 2935628"/>
                  <a:gd name="connsiteY23" fmla="*/ 4757490 h 5481149"/>
                  <a:gd name="connsiteX24" fmla="*/ 136811 w 2935628"/>
                  <a:gd name="connsiteY24" fmla="*/ 4757863 h 5481149"/>
                  <a:gd name="connsiteX25" fmla="*/ 138763 w 2935628"/>
                  <a:gd name="connsiteY25" fmla="*/ 5477875 h 5481149"/>
                  <a:gd name="connsiteX26" fmla="*/ 1966 w 2935628"/>
                  <a:gd name="connsiteY26" fmla="*/ 5398028 h 5481149"/>
                  <a:gd name="connsiteX27" fmla="*/ 14 w 2935628"/>
                  <a:gd name="connsiteY27" fmla="*/ 4678694 h 5481149"/>
                  <a:gd name="connsiteX28" fmla="*/ 0 w 2935628"/>
                  <a:gd name="connsiteY28" fmla="*/ 4678686 h 5481149"/>
                  <a:gd name="connsiteX29" fmla="*/ 14 w 2935628"/>
                  <a:gd name="connsiteY29" fmla="*/ 4678678 h 5481149"/>
                  <a:gd name="connsiteX30" fmla="*/ 0 w 2935628"/>
                  <a:gd name="connsiteY30" fmla="*/ 4673441 h 5481149"/>
                  <a:gd name="connsiteX31" fmla="*/ 4533 w 2935628"/>
                  <a:gd name="connsiteY31" fmla="*/ 4676066 h 5481149"/>
                  <a:gd name="connsiteX32" fmla="*/ 496158 w 2935628"/>
                  <a:gd name="connsiteY32" fmla="*/ 4391987 h 5481149"/>
                  <a:gd name="connsiteX33" fmla="*/ 631484 w 2935628"/>
                  <a:gd name="connsiteY33" fmla="*/ 4470987 h 5481149"/>
                  <a:gd name="connsiteX34" fmla="*/ 633127 w 2935628"/>
                  <a:gd name="connsiteY34" fmla="*/ 4470039 h 5481149"/>
                  <a:gd name="connsiteX35" fmla="*/ 499419 w 2935628"/>
                  <a:gd name="connsiteY35" fmla="*/ 4392001 h 5481149"/>
                  <a:gd name="connsiteX36" fmla="*/ 497453 w 2935628"/>
                  <a:gd name="connsiteY36" fmla="*/ 3822534 h 5481149"/>
                  <a:gd name="connsiteX37" fmla="*/ 631609 w 2935628"/>
                  <a:gd name="connsiteY37" fmla="*/ 3900215 h 5481149"/>
                  <a:gd name="connsiteX38" fmla="*/ 631608 w 2935628"/>
                  <a:gd name="connsiteY38" fmla="*/ 3899885 h 5481149"/>
                  <a:gd name="connsiteX39" fmla="*/ 632459 w 2935628"/>
                  <a:gd name="connsiteY39" fmla="*/ 3899395 h 5481149"/>
                  <a:gd name="connsiteX40" fmla="*/ 497453 w 2935628"/>
                  <a:gd name="connsiteY40" fmla="*/ 3821234 h 5481149"/>
                  <a:gd name="connsiteX41" fmla="*/ 991073 w 2935628"/>
                  <a:gd name="connsiteY41" fmla="*/ 3536002 h 5481149"/>
                  <a:gd name="connsiteX42" fmla="*/ 989671 w 2935628"/>
                  <a:gd name="connsiteY42" fmla="*/ 3535183 h 5481149"/>
                  <a:gd name="connsiteX43" fmla="*/ 988360 w 2935628"/>
                  <a:gd name="connsiteY43" fmla="*/ 2965082 h 5481149"/>
                  <a:gd name="connsiteX44" fmla="*/ 1126463 w 2935628"/>
                  <a:gd name="connsiteY44" fmla="*/ 3612091 h 5481149"/>
                  <a:gd name="connsiteX45" fmla="*/ 1487124 w 2935628"/>
                  <a:gd name="connsiteY45" fmla="*/ 2677729 h 5481149"/>
                  <a:gd name="connsiteX46" fmla="*/ 1485813 w 2935628"/>
                  <a:gd name="connsiteY46" fmla="*/ 2107630 h 5481149"/>
                  <a:gd name="connsiteX47" fmla="*/ 1485814 w 2935628"/>
                  <a:gd name="connsiteY47" fmla="*/ 2105669 h 5481149"/>
                  <a:gd name="connsiteX48" fmla="*/ 1979107 w 2935628"/>
                  <a:gd name="connsiteY48" fmla="*/ 1820896 h 5481149"/>
                  <a:gd name="connsiteX49" fmla="*/ 1978033 w 2935628"/>
                  <a:gd name="connsiteY49" fmla="*/ 1820277 h 5481149"/>
                  <a:gd name="connsiteX50" fmla="*/ 1976722 w 2935628"/>
                  <a:gd name="connsiteY50" fmla="*/ 1250178 h 5481149"/>
                  <a:gd name="connsiteX51" fmla="*/ 2477448 w 2935628"/>
                  <a:gd name="connsiteY51" fmla="*/ 963504 h 5481149"/>
                  <a:gd name="connsiteX52" fmla="*/ 2476131 w 2935628"/>
                  <a:gd name="connsiteY52" fmla="*/ 544593 h 5481149"/>
                  <a:gd name="connsiteX53" fmla="*/ 2290902 w 2935628"/>
                  <a:gd name="connsiteY53" fmla="*/ 437242 h 5481149"/>
                  <a:gd name="connsiteX54" fmla="*/ 2546183 w 2935628"/>
                  <a:gd name="connsiteY54" fmla="*/ 78545 h 5481149"/>
                  <a:gd name="connsiteX55" fmla="*/ 2546595 w 2935628"/>
                  <a:gd name="connsiteY55" fmla="*/ 79611 h 5481149"/>
                  <a:gd name="connsiteX56" fmla="*/ 2682971 w 2935628"/>
                  <a:gd name="connsiteY56" fmla="*/ 0 h 5481149"/>
                  <a:gd name="connsiteX0" fmla="*/ 1483859 w 2935628"/>
                  <a:gd name="connsiteY0" fmla="*/ 2677083 h 5481149"/>
                  <a:gd name="connsiteX1" fmla="*/ 988361 w 2935628"/>
                  <a:gd name="connsiteY1" fmla="*/ 2963121 h 5481149"/>
                  <a:gd name="connsiteX2" fmla="*/ 1483859 w 2935628"/>
                  <a:gd name="connsiteY2" fmla="*/ 2677083 h 5481149"/>
                  <a:gd name="connsiteX3" fmla="*/ 2472880 w 2935628"/>
                  <a:gd name="connsiteY3" fmla="*/ 962179 h 5481149"/>
                  <a:gd name="connsiteX4" fmla="*/ 1976722 w 2935628"/>
                  <a:gd name="connsiteY4" fmla="*/ 1248217 h 5481149"/>
                  <a:gd name="connsiteX5" fmla="*/ 2472880 w 2935628"/>
                  <a:gd name="connsiteY5" fmla="*/ 962179 h 5481149"/>
                  <a:gd name="connsiteX6" fmla="*/ 2682971 w 2935628"/>
                  <a:gd name="connsiteY6" fmla="*/ 0 h 5481149"/>
                  <a:gd name="connsiteX7" fmla="*/ 2935628 w 2935628"/>
                  <a:gd name="connsiteY7" fmla="*/ 652579 h 5481149"/>
                  <a:gd name="connsiteX8" fmla="*/ 2798833 w 2935628"/>
                  <a:gd name="connsiteY8" fmla="*/ 732435 h 5481149"/>
                  <a:gd name="connsiteX9" fmla="*/ 2798181 w 2935628"/>
                  <a:gd name="connsiteY9" fmla="*/ 730751 h 5481149"/>
                  <a:gd name="connsiteX10" fmla="*/ 2747679 w 2935628"/>
                  <a:gd name="connsiteY10" fmla="*/ 701404 h 5481149"/>
                  <a:gd name="connsiteX11" fmla="*/ 2749083 w 2935628"/>
                  <a:gd name="connsiteY11" fmla="*/ 1120501 h 5481149"/>
                  <a:gd name="connsiteX12" fmla="*/ 2255534 w 2935628"/>
                  <a:gd name="connsiteY12" fmla="*/ 1408544 h 5481149"/>
                  <a:gd name="connsiteX13" fmla="*/ 2255534 w 2935628"/>
                  <a:gd name="connsiteY13" fmla="*/ 1977314 h 5481149"/>
                  <a:gd name="connsiteX14" fmla="*/ 1761380 w 2935628"/>
                  <a:gd name="connsiteY14" fmla="*/ 2264671 h 5481149"/>
                  <a:gd name="connsiteX15" fmla="*/ 1761380 w 2935628"/>
                  <a:gd name="connsiteY15" fmla="*/ 2833441 h 5481149"/>
                  <a:gd name="connsiteX16" fmla="*/ 1267226 w 2935628"/>
                  <a:gd name="connsiteY16" fmla="*/ 3120798 h 5481149"/>
                  <a:gd name="connsiteX17" fmla="*/ 1267226 w 2935628"/>
                  <a:gd name="connsiteY17" fmla="*/ 3689568 h 5481149"/>
                  <a:gd name="connsiteX18" fmla="*/ 773072 w 2935628"/>
                  <a:gd name="connsiteY18" fmla="*/ 3976925 h 5481149"/>
                  <a:gd name="connsiteX19" fmla="*/ 773072 w 2935628"/>
                  <a:gd name="connsiteY19" fmla="*/ 4545696 h 5481149"/>
                  <a:gd name="connsiteX20" fmla="*/ 278797 w 2935628"/>
                  <a:gd name="connsiteY20" fmla="*/ 4833053 h 5481149"/>
                  <a:gd name="connsiteX21" fmla="*/ 278797 w 2935628"/>
                  <a:gd name="connsiteY21" fmla="*/ 5402509 h 5481149"/>
                  <a:gd name="connsiteX22" fmla="*/ 139389 w 2935628"/>
                  <a:gd name="connsiteY22" fmla="*/ 5481149 h 5481149"/>
                  <a:gd name="connsiteX23" fmla="*/ 137458 w 2935628"/>
                  <a:gd name="connsiteY23" fmla="*/ 4757490 h 5481149"/>
                  <a:gd name="connsiteX24" fmla="*/ 136811 w 2935628"/>
                  <a:gd name="connsiteY24" fmla="*/ 4757863 h 5481149"/>
                  <a:gd name="connsiteX25" fmla="*/ 138763 w 2935628"/>
                  <a:gd name="connsiteY25" fmla="*/ 5477875 h 5481149"/>
                  <a:gd name="connsiteX26" fmla="*/ 1966 w 2935628"/>
                  <a:gd name="connsiteY26" fmla="*/ 5398028 h 5481149"/>
                  <a:gd name="connsiteX27" fmla="*/ 14 w 2935628"/>
                  <a:gd name="connsiteY27" fmla="*/ 4678694 h 5481149"/>
                  <a:gd name="connsiteX28" fmla="*/ 0 w 2935628"/>
                  <a:gd name="connsiteY28" fmla="*/ 4678686 h 5481149"/>
                  <a:gd name="connsiteX29" fmla="*/ 14 w 2935628"/>
                  <a:gd name="connsiteY29" fmla="*/ 4678678 h 5481149"/>
                  <a:gd name="connsiteX30" fmla="*/ 0 w 2935628"/>
                  <a:gd name="connsiteY30" fmla="*/ 4673441 h 5481149"/>
                  <a:gd name="connsiteX31" fmla="*/ 4533 w 2935628"/>
                  <a:gd name="connsiteY31" fmla="*/ 4676066 h 5481149"/>
                  <a:gd name="connsiteX32" fmla="*/ 496158 w 2935628"/>
                  <a:gd name="connsiteY32" fmla="*/ 4391987 h 5481149"/>
                  <a:gd name="connsiteX33" fmla="*/ 631484 w 2935628"/>
                  <a:gd name="connsiteY33" fmla="*/ 4470987 h 5481149"/>
                  <a:gd name="connsiteX34" fmla="*/ 633127 w 2935628"/>
                  <a:gd name="connsiteY34" fmla="*/ 4470039 h 5481149"/>
                  <a:gd name="connsiteX35" fmla="*/ 499419 w 2935628"/>
                  <a:gd name="connsiteY35" fmla="*/ 4392001 h 5481149"/>
                  <a:gd name="connsiteX36" fmla="*/ 497453 w 2935628"/>
                  <a:gd name="connsiteY36" fmla="*/ 3822534 h 5481149"/>
                  <a:gd name="connsiteX37" fmla="*/ 631609 w 2935628"/>
                  <a:gd name="connsiteY37" fmla="*/ 3900215 h 5481149"/>
                  <a:gd name="connsiteX38" fmla="*/ 631608 w 2935628"/>
                  <a:gd name="connsiteY38" fmla="*/ 3899885 h 5481149"/>
                  <a:gd name="connsiteX39" fmla="*/ 632459 w 2935628"/>
                  <a:gd name="connsiteY39" fmla="*/ 3899395 h 5481149"/>
                  <a:gd name="connsiteX40" fmla="*/ 497453 w 2935628"/>
                  <a:gd name="connsiteY40" fmla="*/ 3821234 h 5481149"/>
                  <a:gd name="connsiteX41" fmla="*/ 991073 w 2935628"/>
                  <a:gd name="connsiteY41" fmla="*/ 3536002 h 5481149"/>
                  <a:gd name="connsiteX42" fmla="*/ 989671 w 2935628"/>
                  <a:gd name="connsiteY42" fmla="*/ 3535183 h 5481149"/>
                  <a:gd name="connsiteX43" fmla="*/ 988360 w 2935628"/>
                  <a:gd name="connsiteY43" fmla="*/ 2965082 h 5481149"/>
                  <a:gd name="connsiteX44" fmla="*/ 1487124 w 2935628"/>
                  <a:gd name="connsiteY44" fmla="*/ 2677729 h 5481149"/>
                  <a:gd name="connsiteX45" fmla="*/ 1485813 w 2935628"/>
                  <a:gd name="connsiteY45" fmla="*/ 2107630 h 5481149"/>
                  <a:gd name="connsiteX46" fmla="*/ 1485814 w 2935628"/>
                  <a:gd name="connsiteY46" fmla="*/ 2105669 h 5481149"/>
                  <a:gd name="connsiteX47" fmla="*/ 1979107 w 2935628"/>
                  <a:gd name="connsiteY47" fmla="*/ 1820896 h 5481149"/>
                  <a:gd name="connsiteX48" fmla="*/ 1978033 w 2935628"/>
                  <a:gd name="connsiteY48" fmla="*/ 1820277 h 5481149"/>
                  <a:gd name="connsiteX49" fmla="*/ 1976722 w 2935628"/>
                  <a:gd name="connsiteY49" fmla="*/ 1250178 h 5481149"/>
                  <a:gd name="connsiteX50" fmla="*/ 2477448 w 2935628"/>
                  <a:gd name="connsiteY50" fmla="*/ 963504 h 5481149"/>
                  <a:gd name="connsiteX51" fmla="*/ 2476131 w 2935628"/>
                  <a:gd name="connsiteY51" fmla="*/ 544593 h 5481149"/>
                  <a:gd name="connsiteX52" fmla="*/ 2290902 w 2935628"/>
                  <a:gd name="connsiteY52" fmla="*/ 437242 h 5481149"/>
                  <a:gd name="connsiteX53" fmla="*/ 2546183 w 2935628"/>
                  <a:gd name="connsiteY53" fmla="*/ 78545 h 5481149"/>
                  <a:gd name="connsiteX54" fmla="*/ 2546595 w 2935628"/>
                  <a:gd name="connsiteY54" fmla="*/ 79611 h 5481149"/>
                  <a:gd name="connsiteX55" fmla="*/ 2682971 w 2935628"/>
                  <a:gd name="connsiteY55" fmla="*/ 0 h 5481149"/>
                  <a:gd name="connsiteX0" fmla="*/ 1483859 w 2935628"/>
                  <a:gd name="connsiteY0" fmla="*/ 2677083 h 5481149"/>
                  <a:gd name="connsiteX1" fmla="*/ 988361 w 2935628"/>
                  <a:gd name="connsiteY1" fmla="*/ 2963121 h 5481149"/>
                  <a:gd name="connsiteX2" fmla="*/ 1483859 w 2935628"/>
                  <a:gd name="connsiteY2" fmla="*/ 2677083 h 5481149"/>
                  <a:gd name="connsiteX3" fmla="*/ 2472880 w 2935628"/>
                  <a:gd name="connsiteY3" fmla="*/ 962179 h 5481149"/>
                  <a:gd name="connsiteX4" fmla="*/ 1976722 w 2935628"/>
                  <a:gd name="connsiteY4" fmla="*/ 1248217 h 5481149"/>
                  <a:gd name="connsiteX5" fmla="*/ 2472880 w 2935628"/>
                  <a:gd name="connsiteY5" fmla="*/ 962179 h 5481149"/>
                  <a:gd name="connsiteX6" fmla="*/ 2682971 w 2935628"/>
                  <a:gd name="connsiteY6" fmla="*/ 0 h 5481149"/>
                  <a:gd name="connsiteX7" fmla="*/ 2935628 w 2935628"/>
                  <a:gd name="connsiteY7" fmla="*/ 652579 h 5481149"/>
                  <a:gd name="connsiteX8" fmla="*/ 2798833 w 2935628"/>
                  <a:gd name="connsiteY8" fmla="*/ 732435 h 5481149"/>
                  <a:gd name="connsiteX9" fmla="*/ 2798181 w 2935628"/>
                  <a:gd name="connsiteY9" fmla="*/ 730751 h 5481149"/>
                  <a:gd name="connsiteX10" fmla="*/ 2747679 w 2935628"/>
                  <a:gd name="connsiteY10" fmla="*/ 701404 h 5481149"/>
                  <a:gd name="connsiteX11" fmla="*/ 2749083 w 2935628"/>
                  <a:gd name="connsiteY11" fmla="*/ 1120501 h 5481149"/>
                  <a:gd name="connsiteX12" fmla="*/ 2255534 w 2935628"/>
                  <a:gd name="connsiteY12" fmla="*/ 1408544 h 5481149"/>
                  <a:gd name="connsiteX13" fmla="*/ 2255534 w 2935628"/>
                  <a:gd name="connsiteY13" fmla="*/ 1977314 h 5481149"/>
                  <a:gd name="connsiteX14" fmla="*/ 1761380 w 2935628"/>
                  <a:gd name="connsiteY14" fmla="*/ 2264671 h 5481149"/>
                  <a:gd name="connsiteX15" fmla="*/ 1761380 w 2935628"/>
                  <a:gd name="connsiteY15" fmla="*/ 2833441 h 5481149"/>
                  <a:gd name="connsiteX16" fmla="*/ 1267226 w 2935628"/>
                  <a:gd name="connsiteY16" fmla="*/ 3120798 h 5481149"/>
                  <a:gd name="connsiteX17" fmla="*/ 1267226 w 2935628"/>
                  <a:gd name="connsiteY17" fmla="*/ 3689568 h 5481149"/>
                  <a:gd name="connsiteX18" fmla="*/ 773072 w 2935628"/>
                  <a:gd name="connsiteY18" fmla="*/ 3976925 h 5481149"/>
                  <a:gd name="connsiteX19" fmla="*/ 773072 w 2935628"/>
                  <a:gd name="connsiteY19" fmla="*/ 4545696 h 5481149"/>
                  <a:gd name="connsiteX20" fmla="*/ 278797 w 2935628"/>
                  <a:gd name="connsiteY20" fmla="*/ 4833053 h 5481149"/>
                  <a:gd name="connsiteX21" fmla="*/ 278797 w 2935628"/>
                  <a:gd name="connsiteY21" fmla="*/ 5402509 h 5481149"/>
                  <a:gd name="connsiteX22" fmla="*/ 139389 w 2935628"/>
                  <a:gd name="connsiteY22" fmla="*/ 5481149 h 5481149"/>
                  <a:gd name="connsiteX23" fmla="*/ 137458 w 2935628"/>
                  <a:gd name="connsiteY23" fmla="*/ 4757490 h 5481149"/>
                  <a:gd name="connsiteX24" fmla="*/ 136811 w 2935628"/>
                  <a:gd name="connsiteY24" fmla="*/ 4757863 h 5481149"/>
                  <a:gd name="connsiteX25" fmla="*/ 138763 w 2935628"/>
                  <a:gd name="connsiteY25" fmla="*/ 5477875 h 5481149"/>
                  <a:gd name="connsiteX26" fmla="*/ 1966 w 2935628"/>
                  <a:gd name="connsiteY26" fmla="*/ 5398028 h 5481149"/>
                  <a:gd name="connsiteX27" fmla="*/ 14 w 2935628"/>
                  <a:gd name="connsiteY27" fmla="*/ 4678694 h 5481149"/>
                  <a:gd name="connsiteX28" fmla="*/ 0 w 2935628"/>
                  <a:gd name="connsiteY28" fmla="*/ 4678686 h 5481149"/>
                  <a:gd name="connsiteX29" fmla="*/ 14 w 2935628"/>
                  <a:gd name="connsiteY29" fmla="*/ 4678678 h 5481149"/>
                  <a:gd name="connsiteX30" fmla="*/ 0 w 2935628"/>
                  <a:gd name="connsiteY30" fmla="*/ 4673441 h 5481149"/>
                  <a:gd name="connsiteX31" fmla="*/ 4533 w 2935628"/>
                  <a:gd name="connsiteY31" fmla="*/ 4676066 h 5481149"/>
                  <a:gd name="connsiteX32" fmla="*/ 496158 w 2935628"/>
                  <a:gd name="connsiteY32" fmla="*/ 4391987 h 5481149"/>
                  <a:gd name="connsiteX33" fmla="*/ 631484 w 2935628"/>
                  <a:gd name="connsiteY33" fmla="*/ 4470987 h 5481149"/>
                  <a:gd name="connsiteX34" fmla="*/ 633127 w 2935628"/>
                  <a:gd name="connsiteY34" fmla="*/ 4470039 h 5481149"/>
                  <a:gd name="connsiteX35" fmla="*/ 499419 w 2935628"/>
                  <a:gd name="connsiteY35" fmla="*/ 4392001 h 5481149"/>
                  <a:gd name="connsiteX36" fmla="*/ 497453 w 2935628"/>
                  <a:gd name="connsiteY36" fmla="*/ 3822534 h 5481149"/>
                  <a:gd name="connsiteX37" fmla="*/ 631609 w 2935628"/>
                  <a:gd name="connsiteY37" fmla="*/ 3900215 h 5481149"/>
                  <a:gd name="connsiteX38" fmla="*/ 631608 w 2935628"/>
                  <a:gd name="connsiteY38" fmla="*/ 3899885 h 5481149"/>
                  <a:gd name="connsiteX39" fmla="*/ 497453 w 2935628"/>
                  <a:gd name="connsiteY39" fmla="*/ 3821234 h 5481149"/>
                  <a:gd name="connsiteX40" fmla="*/ 991073 w 2935628"/>
                  <a:gd name="connsiteY40" fmla="*/ 3536002 h 5481149"/>
                  <a:gd name="connsiteX41" fmla="*/ 989671 w 2935628"/>
                  <a:gd name="connsiteY41" fmla="*/ 3535183 h 5481149"/>
                  <a:gd name="connsiteX42" fmla="*/ 988360 w 2935628"/>
                  <a:gd name="connsiteY42" fmla="*/ 2965082 h 5481149"/>
                  <a:gd name="connsiteX43" fmla="*/ 1487124 w 2935628"/>
                  <a:gd name="connsiteY43" fmla="*/ 2677729 h 5481149"/>
                  <a:gd name="connsiteX44" fmla="*/ 1485813 w 2935628"/>
                  <a:gd name="connsiteY44" fmla="*/ 2107630 h 5481149"/>
                  <a:gd name="connsiteX45" fmla="*/ 1485814 w 2935628"/>
                  <a:gd name="connsiteY45" fmla="*/ 2105669 h 5481149"/>
                  <a:gd name="connsiteX46" fmla="*/ 1979107 w 2935628"/>
                  <a:gd name="connsiteY46" fmla="*/ 1820896 h 5481149"/>
                  <a:gd name="connsiteX47" fmla="*/ 1978033 w 2935628"/>
                  <a:gd name="connsiteY47" fmla="*/ 1820277 h 5481149"/>
                  <a:gd name="connsiteX48" fmla="*/ 1976722 w 2935628"/>
                  <a:gd name="connsiteY48" fmla="*/ 1250178 h 5481149"/>
                  <a:gd name="connsiteX49" fmla="*/ 2477448 w 2935628"/>
                  <a:gd name="connsiteY49" fmla="*/ 963504 h 5481149"/>
                  <a:gd name="connsiteX50" fmla="*/ 2476131 w 2935628"/>
                  <a:gd name="connsiteY50" fmla="*/ 544593 h 5481149"/>
                  <a:gd name="connsiteX51" fmla="*/ 2290902 w 2935628"/>
                  <a:gd name="connsiteY51" fmla="*/ 437242 h 5481149"/>
                  <a:gd name="connsiteX52" fmla="*/ 2546183 w 2935628"/>
                  <a:gd name="connsiteY52" fmla="*/ 78545 h 5481149"/>
                  <a:gd name="connsiteX53" fmla="*/ 2546595 w 2935628"/>
                  <a:gd name="connsiteY53" fmla="*/ 79611 h 5481149"/>
                  <a:gd name="connsiteX54" fmla="*/ 2682971 w 2935628"/>
                  <a:gd name="connsiteY54" fmla="*/ 0 h 5481149"/>
                  <a:gd name="connsiteX0" fmla="*/ 1483859 w 2935628"/>
                  <a:gd name="connsiteY0" fmla="*/ 2677083 h 5481149"/>
                  <a:gd name="connsiteX1" fmla="*/ 988361 w 2935628"/>
                  <a:gd name="connsiteY1" fmla="*/ 2963121 h 5481149"/>
                  <a:gd name="connsiteX2" fmla="*/ 1483859 w 2935628"/>
                  <a:gd name="connsiteY2" fmla="*/ 2677083 h 5481149"/>
                  <a:gd name="connsiteX3" fmla="*/ 2472880 w 2935628"/>
                  <a:gd name="connsiteY3" fmla="*/ 962179 h 5481149"/>
                  <a:gd name="connsiteX4" fmla="*/ 1976722 w 2935628"/>
                  <a:gd name="connsiteY4" fmla="*/ 1248217 h 5481149"/>
                  <a:gd name="connsiteX5" fmla="*/ 2472880 w 2935628"/>
                  <a:gd name="connsiteY5" fmla="*/ 962179 h 5481149"/>
                  <a:gd name="connsiteX6" fmla="*/ 2682971 w 2935628"/>
                  <a:gd name="connsiteY6" fmla="*/ 0 h 5481149"/>
                  <a:gd name="connsiteX7" fmla="*/ 2935628 w 2935628"/>
                  <a:gd name="connsiteY7" fmla="*/ 652579 h 5481149"/>
                  <a:gd name="connsiteX8" fmla="*/ 2798833 w 2935628"/>
                  <a:gd name="connsiteY8" fmla="*/ 732435 h 5481149"/>
                  <a:gd name="connsiteX9" fmla="*/ 2798181 w 2935628"/>
                  <a:gd name="connsiteY9" fmla="*/ 730751 h 5481149"/>
                  <a:gd name="connsiteX10" fmla="*/ 2747679 w 2935628"/>
                  <a:gd name="connsiteY10" fmla="*/ 701404 h 5481149"/>
                  <a:gd name="connsiteX11" fmla="*/ 2749083 w 2935628"/>
                  <a:gd name="connsiteY11" fmla="*/ 1120501 h 5481149"/>
                  <a:gd name="connsiteX12" fmla="*/ 2255534 w 2935628"/>
                  <a:gd name="connsiteY12" fmla="*/ 1408544 h 5481149"/>
                  <a:gd name="connsiteX13" fmla="*/ 2255534 w 2935628"/>
                  <a:gd name="connsiteY13" fmla="*/ 1977314 h 5481149"/>
                  <a:gd name="connsiteX14" fmla="*/ 1761380 w 2935628"/>
                  <a:gd name="connsiteY14" fmla="*/ 2264671 h 5481149"/>
                  <a:gd name="connsiteX15" fmla="*/ 1761380 w 2935628"/>
                  <a:gd name="connsiteY15" fmla="*/ 2833441 h 5481149"/>
                  <a:gd name="connsiteX16" fmla="*/ 1267226 w 2935628"/>
                  <a:gd name="connsiteY16" fmla="*/ 3120798 h 5481149"/>
                  <a:gd name="connsiteX17" fmla="*/ 1267226 w 2935628"/>
                  <a:gd name="connsiteY17" fmla="*/ 3689568 h 5481149"/>
                  <a:gd name="connsiteX18" fmla="*/ 773072 w 2935628"/>
                  <a:gd name="connsiteY18" fmla="*/ 3976925 h 5481149"/>
                  <a:gd name="connsiteX19" fmla="*/ 773072 w 2935628"/>
                  <a:gd name="connsiteY19" fmla="*/ 4545696 h 5481149"/>
                  <a:gd name="connsiteX20" fmla="*/ 278797 w 2935628"/>
                  <a:gd name="connsiteY20" fmla="*/ 4833053 h 5481149"/>
                  <a:gd name="connsiteX21" fmla="*/ 278797 w 2935628"/>
                  <a:gd name="connsiteY21" fmla="*/ 5402509 h 5481149"/>
                  <a:gd name="connsiteX22" fmla="*/ 139389 w 2935628"/>
                  <a:gd name="connsiteY22" fmla="*/ 5481149 h 5481149"/>
                  <a:gd name="connsiteX23" fmla="*/ 137458 w 2935628"/>
                  <a:gd name="connsiteY23" fmla="*/ 4757490 h 5481149"/>
                  <a:gd name="connsiteX24" fmla="*/ 136811 w 2935628"/>
                  <a:gd name="connsiteY24" fmla="*/ 4757863 h 5481149"/>
                  <a:gd name="connsiteX25" fmla="*/ 138763 w 2935628"/>
                  <a:gd name="connsiteY25" fmla="*/ 5477875 h 5481149"/>
                  <a:gd name="connsiteX26" fmla="*/ 1966 w 2935628"/>
                  <a:gd name="connsiteY26" fmla="*/ 5398028 h 5481149"/>
                  <a:gd name="connsiteX27" fmla="*/ 14 w 2935628"/>
                  <a:gd name="connsiteY27" fmla="*/ 4678694 h 5481149"/>
                  <a:gd name="connsiteX28" fmla="*/ 0 w 2935628"/>
                  <a:gd name="connsiteY28" fmla="*/ 4678686 h 5481149"/>
                  <a:gd name="connsiteX29" fmla="*/ 14 w 2935628"/>
                  <a:gd name="connsiteY29" fmla="*/ 4678678 h 5481149"/>
                  <a:gd name="connsiteX30" fmla="*/ 0 w 2935628"/>
                  <a:gd name="connsiteY30" fmla="*/ 4673441 h 5481149"/>
                  <a:gd name="connsiteX31" fmla="*/ 4533 w 2935628"/>
                  <a:gd name="connsiteY31" fmla="*/ 4676066 h 5481149"/>
                  <a:gd name="connsiteX32" fmla="*/ 496158 w 2935628"/>
                  <a:gd name="connsiteY32" fmla="*/ 4391987 h 5481149"/>
                  <a:gd name="connsiteX33" fmla="*/ 631484 w 2935628"/>
                  <a:gd name="connsiteY33" fmla="*/ 4470987 h 5481149"/>
                  <a:gd name="connsiteX34" fmla="*/ 633127 w 2935628"/>
                  <a:gd name="connsiteY34" fmla="*/ 4470039 h 5481149"/>
                  <a:gd name="connsiteX35" fmla="*/ 499419 w 2935628"/>
                  <a:gd name="connsiteY35" fmla="*/ 4392001 h 5481149"/>
                  <a:gd name="connsiteX36" fmla="*/ 497453 w 2935628"/>
                  <a:gd name="connsiteY36" fmla="*/ 3822534 h 5481149"/>
                  <a:gd name="connsiteX37" fmla="*/ 631609 w 2935628"/>
                  <a:gd name="connsiteY37" fmla="*/ 3900215 h 5481149"/>
                  <a:gd name="connsiteX38" fmla="*/ 497453 w 2935628"/>
                  <a:gd name="connsiteY38" fmla="*/ 3821234 h 5481149"/>
                  <a:gd name="connsiteX39" fmla="*/ 991073 w 2935628"/>
                  <a:gd name="connsiteY39" fmla="*/ 3536002 h 5481149"/>
                  <a:gd name="connsiteX40" fmla="*/ 989671 w 2935628"/>
                  <a:gd name="connsiteY40" fmla="*/ 3535183 h 5481149"/>
                  <a:gd name="connsiteX41" fmla="*/ 988360 w 2935628"/>
                  <a:gd name="connsiteY41" fmla="*/ 2965082 h 5481149"/>
                  <a:gd name="connsiteX42" fmla="*/ 1487124 w 2935628"/>
                  <a:gd name="connsiteY42" fmla="*/ 2677729 h 5481149"/>
                  <a:gd name="connsiteX43" fmla="*/ 1485813 w 2935628"/>
                  <a:gd name="connsiteY43" fmla="*/ 2107630 h 5481149"/>
                  <a:gd name="connsiteX44" fmla="*/ 1485814 w 2935628"/>
                  <a:gd name="connsiteY44" fmla="*/ 2105669 h 5481149"/>
                  <a:gd name="connsiteX45" fmla="*/ 1979107 w 2935628"/>
                  <a:gd name="connsiteY45" fmla="*/ 1820896 h 5481149"/>
                  <a:gd name="connsiteX46" fmla="*/ 1978033 w 2935628"/>
                  <a:gd name="connsiteY46" fmla="*/ 1820277 h 5481149"/>
                  <a:gd name="connsiteX47" fmla="*/ 1976722 w 2935628"/>
                  <a:gd name="connsiteY47" fmla="*/ 1250178 h 5481149"/>
                  <a:gd name="connsiteX48" fmla="*/ 2477448 w 2935628"/>
                  <a:gd name="connsiteY48" fmla="*/ 963504 h 5481149"/>
                  <a:gd name="connsiteX49" fmla="*/ 2476131 w 2935628"/>
                  <a:gd name="connsiteY49" fmla="*/ 544593 h 5481149"/>
                  <a:gd name="connsiteX50" fmla="*/ 2290902 w 2935628"/>
                  <a:gd name="connsiteY50" fmla="*/ 437242 h 5481149"/>
                  <a:gd name="connsiteX51" fmla="*/ 2546183 w 2935628"/>
                  <a:gd name="connsiteY51" fmla="*/ 78545 h 5481149"/>
                  <a:gd name="connsiteX52" fmla="*/ 2546595 w 2935628"/>
                  <a:gd name="connsiteY52" fmla="*/ 79611 h 5481149"/>
                  <a:gd name="connsiteX53" fmla="*/ 2682971 w 2935628"/>
                  <a:gd name="connsiteY53" fmla="*/ 0 h 5481149"/>
                  <a:gd name="connsiteX0" fmla="*/ 1483859 w 2935628"/>
                  <a:gd name="connsiteY0" fmla="*/ 2677083 h 5481149"/>
                  <a:gd name="connsiteX1" fmla="*/ 988361 w 2935628"/>
                  <a:gd name="connsiteY1" fmla="*/ 2963121 h 5481149"/>
                  <a:gd name="connsiteX2" fmla="*/ 1483859 w 2935628"/>
                  <a:gd name="connsiteY2" fmla="*/ 2677083 h 5481149"/>
                  <a:gd name="connsiteX3" fmla="*/ 2472880 w 2935628"/>
                  <a:gd name="connsiteY3" fmla="*/ 962179 h 5481149"/>
                  <a:gd name="connsiteX4" fmla="*/ 1976722 w 2935628"/>
                  <a:gd name="connsiteY4" fmla="*/ 1248217 h 5481149"/>
                  <a:gd name="connsiteX5" fmla="*/ 2472880 w 2935628"/>
                  <a:gd name="connsiteY5" fmla="*/ 962179 h 5481149"/>
                  <a:gd name="connsiteX6" fmla="*/ 2682971 w 2935628"/>
                  <a:gd name="connsiteY6" fmla="*/ 0 h 5481149"/>
                  <a:gd name="connsiteX7" fmla="*/ 2935628 w 2935628"/>
                  <a:gd name="connsiteY7" fmla="*/ 652579 h 5481149"/>
                  <a:gd name="connsiteX8" fmla="*/ 2798833 w 2935628"/>
                  <a:gd name="connsiteY8" fmla="*/ 732435 h 5481149"/>
                  <a:gd name="connsiteX9" fmla="*/ 2798181 w 2935628"/>
                  <a:gd name="connsiteY9" fmla="*/ 730751 h 5481149"/>
                  <a:gd name="connsiteX10" fmla="*/ 2747679 w 2935628"/>
                  <a:gd name="connsiteY10" fmla="*/ 701404 h 5481149"/>
                  <a:gd name="connsiteX11" fmla="*/ 2749083 w 2935628"/>
                  <a:gd name="connsiteY11" fmla="*/ 1120501 h 5481149"/>
                  <a:gd name="connsiteX12" fmla="*/ 2255534 w 2935628"/>
                  <a:gd name="connsiteY12" fmla="*/ 1408544 h 5481149"/>
                  <a:gd name="connsiteX13" fmla="*/ 2255534 w 2935628"/>
                  <a:gd name="connsiteY13" fmla="*/ 1977314 h 5481149"/>
                  <a:gd name="connsiteX14" fmla="*/ 1761380 w 2935628"/>
                  <a:gd name="connsiteY14" fmla="*/ 2264671 h 5481149"/>
                  <a:gd name="connsiteX15" fmla="*/ 1761380 w 2935628"/>
                  <a:gd name="connsiteY15" fmla="*/ 2833441 h 5481149"/>
                  <a:gd name="connsiteX16" fmla="*/ 1267226 w 2935628"/>
                  <a:gd name="connsiteY16" fmla="*/ 3120798 h 5481149"/>
                  <a:gd name="connsiteX17" fmla="*/ 1267226 w 2935628"/>
                  <a:gd name="connsiteY17" fmla="*/ 3689568 h 5481149"/>
                  <a:gd name="connsiteX18" fmla="*/ 773072 w 2935628"/>
                  <a:gd name="connsiteY18" fmla="*/ 3976925 h 5481149"/>
                  <a:gd name="connsiteX19" fmla="*/ 773072 w 2935628"/>
                  <a:gd name="connsiteY19" fmla="*/ 4545696 h 5481149"/>
                  <a:gd name="connsiteX20" fmla="*/ 278797 w 2935628"/>
                  <a:gd name="connsiteY20" fmla="*/ 4833053 h 5481149"/>
                  <a:gd name="connsiteX21" fmla="*/ 278797 w 2935628"/>
                  <a:gd name="connsiteY21" fmla="*/ 5402509 h 5481149"/>
                  <a:gd name="connsiteX22" fmla="*/ 139389 w 2935628"/>
                  <a:gd name="connsiteY22" fmla="*/ 5481149 h 5481149"/>
                  <a:gd name="connsiteX23" fmla="*/ 137458 w 2935628"/>
                  <a:gd name="connsiteY23" fmla="*/ 4757490 h 5481149"/>
                  <a:gd name="connsiteX24" fmla="*/ 136811 w 2935628"/>
                  <a:gd name="connsiteY24" fmla="*/ 4757863 h 5481149"/>
                  <a:gd name="connsiteX25" fmla="*/ 138763 w 2935628"/>
                  <a:gd name="connsiteY25" fmla="*/ 5477875 h 5481149"/>
                  <a:gd name="connsiteX26" fmla="*/ 1966 w 2935628"/>
                  <a:gd name="connsiteY26" fmla="*/ 5398028 h 5481149"/>
                  <a:gd name="connsiteX27" fmla="*/ 14 w 2935628"/>
                  <a:gd name="connsiteY27" fmla="*/ 4678694 h 5481149"/>
                  <a:gd name="connsiteX28" fmla="*/ 0 w 2935628"/>
                  <a:gd name="connsiteY28" fmla="*/ 4678686 h 5481149"/>
                  <a:gd name="connsiteX29" fmla="*/ 14 w 2935628"/>
                  <a:gd name="connsiteY29" fmla="*/ 4678678 h 5481149"/>
                  <a:gd name="connsiteX30" fmla="*/ 0 w 2935628"/>
                  <a:gd name="connsiteY30" fmla="*/ 4673441 h 5481149"/>
                  <a:gd name="connsiteX31" fmla="*/ 4533 w 2935628"/>
                  <a:gd name="connsiteY31" fmla="*/ 4676066 h 5481149"/>
                  <a:gd name="connsiteX32" fmla="*/ 496158 w 2935628"/>
                  <a:gd name="connsiteY32" fmla="*/ 4391987 h 5481149"/>
                  <a:gd name="connsiteX33" fmla="*/ 631484 w 2935628"/>
                  <a:gd name="connsiteY33" fmla="*/ 4470987 h 5481149"/>
                  <a:gd name="connsiteX34" fmla="*/ 633127 w 2935628"/>
                  <a:gd name="connsiteY34" fmla="*/ 4470039 h 5481149"/>
                  <a:gd name="connsiteX35" fmla="*/ 499419 w 2935628"/>
                  <a:gd name="connsiteY35" fmla="*/ 4392001 h 5481149"/>
                  <a:gd name="connsiteX36" fmla="*/ 497453 w 2935628"/>
                  <a:gd name="connsiteY36" fmla="*/ 3822534 h 5481149"/>
                  <a:gd name="connsiteX37" fmla="*/ 497453 w 2935628"/>
                  <a:gd name="connsiteY37" fmla="*/ 3821234 h 5481149"/>
                  <a:gd name="connsiteX38" fmla="*/ 991073 w 2935628"/>
                  <a:gd name="connsiteY38" fmla="*/ 3536002 h 5481149"/>
                  <a:gd name="connsiteX39" fmla="*/ 989671 w 2935628"/>
                  <a:gd name="connsiteY39" fmla="*/ 3535183 h 5481149"/>
                  <a:gd name="connsiteX40" fmla="*/ 988360 w 2935628"/>
                  <a:gd name="connsiteY40" fmla="*/ 2965082 h 5481149"/>
                  <a:gd name="connsiteX41" fmla="*/ 1487124 w 2935628"/>
                  <a:gd name="connsiteY41" fmla="*/ 2677729 h 5481149"/>
                  <a:gd name="connsiteX42" fmla="*/ 1485813 w 2935628"/>
                  <a:gd name="connsiteY42" fmla="*/ 2107630 h 5481149"/>
                  <a:gd name="connsiteX43" fmla="*/ 1485814 w 2935628"/>
                  <a:gd name="connsiteY43" fmla="*/ 2105669 h 5481149"/>
                  <a:gd name="connsiteX44" fmla="*/ 1979107 w 2935628"/>
                  <a:gd name="connsiteY44" fmla="*/ 1820896 h 5481149"/>
                  <a:gd name="connsiteX45" fmla="*/ 1978033 w 2935628"/>
                  <a:gd name="connsiteY45" fmla="*/ 1820277 h 5481149"/>
                  <a:gd name="connsiteX46" fmla="*/ 1976722 w 2935628"/>
                  <a:gd name="connsiteY46" fmla="*/ 1250178 h 5481149"/>
                  <a:gd name="connsiteX47" fmla="*/ 2477448 w 2935628"/>
                  <a:gd name="connsiteY47" fmla="*/ 963504 h 5481149"/>
                  <a:gd name="connsiteX48" fmla="*/ 2476131 w 2935628"/>
                  <a:gd name="connsiteY48" fmla="*/ 544593 h 5481149"/>
                  <a:gd name="connsiteX49" fmla="*/ 2290902 w 2935628"/>
                  <a:gd name="connsiteY49" fmla="*/ 437242 h 5481149"/>
                  <a:gd name="connsiteX50" fmla="*/ 2546183 w 2935628"/>
                  <a:gd name="connsiteY50" fmla="*/ 78545 h 5481149"/>
                  <a:gd name="connsiteX51" fmla="*/ 2546595 w 2935628"/>
                  <a:gd name="connsiteY51" fmla="*/ 79611 h 5481149"/>
                  <a:gd name="connsiteX52" fmla="*/ 2682971 w 2935628"/>
                  <a:gd name="connsiteY52" fmla="*/ 0 h 5481149"/>
                  <a:gd name="connsiteX0" fmla="*/ 1483859 w 2935628"/>
                  <a:gd name="connsiteY0" fmla="*/ 2677083 h 5481149"/>
                  <a:gd name="connsiteX1" fmla="*/ 988361 w 2935628"/>
                  <a:gd name="connsiteY1" fmla="*/ 2963121 h 5481149"/>
                  <a:gd name="connsiteX2" fmla="*/ 1483859 w 2935628"/>
                  <a:gd name="connsiteY2" fmla="*/ 2677083 h 5481149"/>
                  <a:gd name="connsiteX3" fmla="*/ 2472880 w 2935628"/>
                  <a:gd name="connsiteY3" fmla="*/ 962179 h 5481149"/>
                  <a:gd name="connsiteX4" fmla="*/ 1976722 w 2935628"/>
                  <a:gd name="connsiteY4" fmla="*/ 1248217 h 5481149"/>
                  <a:gd name="connsiteX5" fmla="*/ 2472880 w 2935628"/>
                  <a:gd name="connsiteY5" fmla="*/ 962179 h 5481149"/>
                  <a:gd name="connsiteX6" fmla="*/ 2682971 w 2935628"/>
                  <a:gd name="connsiteY6" fmla="*/ 0 h 5481149"/>
                  <a:gd name="connsiteX7" fmla="*/ 2935628 w 2935628"/>
                  <a:gd name="connsiteY7" fmla="*/ 652579 h 5481149"/>
                  <a:gd name="connsiteX8" fmla="*/ 2798833 w 2935628"/>
                  <a:gd name="connsiteY8" fmla="*/ 732435 h 5481149"/>
                  <a:gd name="connsiteX9" fmla="*/ 2798181 w 2935628"/>
                  <a:gd name="connsiteY9" fmla="*/ 730751 h 5481149"/>
                  <a:gd name="connsiteX10" fmla="*/ 2747679 w 2935628"/>
                  <a:gd name="connsiteY10" fmla="*/ 701404 h 5481149"/>
                  <a:gd name="connsiteX11" fmla="*/ 2749083 w 2935628"/>
                  <a:gd name="connsiteY11" fmla="*/ 1120501 h 5481149"/>
                  <a:gd name="connsiteX12" fmla="*/ 2255534 w 2935628"/>
                  <a:gd name="connsiteY12" fmla="*/ 1408544 h 5481149"/>
                  <a:gd name="connsiteX13" fmla="*/ 2255534 w 2935628"/>
                  <a:gd name="connsiteY13" fmla="*/ 1977314 h 5481149"/>
                  <a:gd name="connsiteX14" fmla="*/ 1761380 w 2935628"/>
                  <a:gd name="connsiteY14" fmla="*/ 2264671 h 5481149"/>
                  <a:gd name="connsiteX15" fmla="*/ 1761380 w 2935628"/>
                  <a:gd name="connsiteY15" fmla="*/ 2833441 h 5481149"/>
                  <a:gd name="connsiteX16" fmla="*/ 1267226 w 2935628"/>
                  <a:gd name="connsiteY16" fmla="*/ 3120798 h 5481149"/>
                  <a:gd name="connsiteX17" fmla="*/ 1267226 w 2935628"/>
                  <a:gd name="connsiteY17" fmla="*/ 3689568 h 5481149"/>
                  <a:gd name="connsiteX18" fmla="*/ 773072 w 2935628"/>
                  <a:gd name="connsiteY18" fmla="*/ 3976925 h 5481149"/>
                  <a:gd name="connsiteX19" fmla="*/ 773072 w 2935628"/>
                  <a:gd name="connsiteY19" fmla="*/ 4545696 h 5481149"/>
                  <a:gd name="connsiteX20" fmla="*/ 278797 w 2935628"/>
                  <a:gd name="connsiteY20" fmla="*/ 4833053 h 5481149"/>
                  <a:gd name="connsiteX21" fmla="*/ 278797 w 2935628"/>
                  <a:gd name="connsiteY21" fmla="*/ 5402509 h 5481149"/>
                  <a:gd name="connsiteX22" fmla="*/ 139389 w 2935628"/>
                  <a:gd name="connsiteY22" fmla="*/ 5481149 h 5481149"/>
                  <a:gd name="connsiteX23" fmla="*/ 137458 w 2935628"/>
                  <a:gd name="connsiteY23" fmla="*/ 4757490 h 5481149"/>
                  <a:gd name="connsiteX24" fmla="*/ 136811 w 2935628"/>
                  <a:gd name="connsiteY24" fmla="*/ 4757863 h 5481149"/>
                  <a:gd name="connsiteX25" fmla="*/ 138763 w 2935628"/>
                  <a:gd name="connsiteY25" fmla="*/ 5477875 h 5481149"/>
                  <a:gd name="connsiteX26" fmla="*/ 1966 w 2935628"/>
                  <a:gd name="connsiteY26" fmla="*/ 5398028 h 5481149"/>
                  <a:gd name="connsiteX27" fmla="*/ 14 w 2935628"/>
                  <a:gd name="connsiteY27" fmla="*/ 4678694 h 5481149"/>
                  <a:gd name="connsiteX28" fmla="*/ 0 w 2935628"/>
                  <a:gd name="connsiteY28" fmla="*/ 4678686 h 5481149"/>
                  <a:gd name="connsiteX29" fmla="*/ 14 w 2935628"/>
                  <a:gd name="connsiteY29" fmla="*/ 4678678 h 5481149"/>
                  <a:gd name="connsiteX30" fmla="*/ 0 w 2935628"/>
                  <a:gd name="connsiteY30" fmla="*/ 4673441 h 5481149"/>
                  <a:gd name="connsiteX31" fmla="*/ 4533 w 2935628"/>
                  <a:gd name="connsiteY31" fmla="*/ 4676066 h 5481149"/>
                  <a:gd name="connsiteX32" fmla="*/ 496158 w 2935628"/>
                  <a:gd name="connsiteY32" fmla="*/ 4391987 h 5481149"/>
                  <a:gd name="connsiteX33" fmla="*/ 631484 w 2935628"/>
                  <a:gd name="connsiteY33" fmla="*/ 4470987 h 5481149"/>
                  <a:gd name="connsiteX34" fmla="*/ 499419 w 2935628"/>
                  <a:gd name="connsiteY34" fmla="*/ 4392001 h 5481149"/>
                  <a:gd name="connsiteX35" fmla="*/ 497453 w 2935628"/>
                  <a:gd name="connsiteY35" fmla="*/ 3822534 h 5481149"/>
                  <a:gd name="connsiteX36" fmla="*/ 497453 w 2935628"/>
                  <a:gd name="connsiteY36" fmla="*/ 3821234 h 5481149"/>
                  <a:gd name="connsiteX37" fmla="*/ 991073 w 2935628"/>
                  <a:gd name="connsiteY37" fmla="*/ 3536002 h 5481149"/>
                  <a:gd name="connsiteX38" fmla="*/ 989671 w 2935628"/>
                  <a:gd name="connsiteY38" fmla="*/ 3535183 h 5481149"/>
                  <a:gd name="connsiteX39" fmla="*/ 988360 w 2935628"/>
                  <a:gd name="connsiteY39" fmla="*/ 2965082 h 5481149"/>
                  <a:gd name="connsiteX40" fmla="*/ 1487124 w 2935628"/>
                  <a:gd name="connsiteY40" fmla="*/ 2677729 h 5481149"/>
                  <a:gd name="connsiteX41" fmla="*/ 1485813 w 2935628"/>
                  <a:gd name="connsiteY41" fmla="*/ 2107630 h 5481149"/>
                  <a:gd name="connsiteX42" fmla="*/ 1485814 w 2935628"/>
                  <a:gd name="connsiteY42" fmla="*/ 2105669 h 5481149"/>
                  <a:gd name="connsiteX43" fmla="*/ 1979107 w 2935628"/>
                  <a:gd name="connsiteY43" fmla="*/ 1820896 h 5481149"/>
                  <a:gd name="connsiteX44" fmla="*/ 1978033 w 2935628"/>
                  <a:gd name="connsiteY44" fmla="*/ 1820277 h 5481149"/>
                  <a:gd name="connsiteX45" fmla="*/ 1976722 w 2935628"/>
                  <a:gd name="connsiteY45" fmla="*/ 1250178 h 5481149"/>
                  <a:gd name="connsiteX46" fmla="*/ 2477448 w 2935628"/>
                  <a:gd name="connsiteY46" fmla="*/ 963504 h 5481149"/>
                  <a:gd name="connsiteX47" fmla="*/ 2476131 w 2935628"/>
                  <a:gd name="connsiteY47" fmla="*/ 544593 h 5481149"/>
                  <a:gd name="connsiteX48" fmla="*/ 2290902 w 2935628"/>
                  <a:gd name="connsiteY48" fmla="*/ 437242 h 5481149"/>
                  <a:gd name="connsiteX49" fmla="*/ 2546183 w 2935628"/>
                  <a:gd name="connsiteY49" fmla="*/ 78545 h 5481149"/>
                  <a:gd name="connsiteX50" fmla="*/ 2546595 w 2935628"/>
                  <a:gd name="connsiteY50" fmla="*/ 79611 h 5481149"/>
                  <a:gd name="connsiteX51" fmla="*/ 2682971 w 2935628"/>
                  <a:gd name="connsiteY51" fmla="*/ 0 h 5481149"/>
                  <a:gd name="connsiteX0" fmla="*/ 1483859 w 2935628"/>
                  <a:gd name="connsiteY0" fmla="*/ 2677083 h 5481149"/>
                  <a:gd name="connsiteX1" fmla="*/ 988361 w 2935628"/>
                  <a:gd name="connsiteY1" fmla="*/ 2963121 h 5481149"/>
                  <a:gd name="connsiteX2" fmla="*/ 1483859 w 2935628"/>
                  <a:gd name="connsiteY2" fmla="*/ 2677083 h 5481149"/>
                  <a:gd name="connsiteX3" fmla="*/ 2472880 w 2935628"/>
                  <a:gd name="connsiteY3" fmla="*/ 962179 h 5481149"/>
                  <a:gd name="connsiteX4" fmla="*/ 1976722 w 2935628"/>
                  <a:gd name="connsiteY4" fmla="*/ 1248217 h 5481149"/>
                  <a:gd name="connsiteX5" fmla="*/ 2472880 w 2935628"/>
                  <a:gd name="connsiteY5" fmla="*/ 962179 h 5481149"/>
                  <a:gd name="connsiteX6" fmla="*/ 2682971 w 2935628"/>
                  <a:gd name="connsiteY6" fmla="*/ 0 h 5481149"/>
                  <a:gd name="connsiteX7" fmla="*/ 2935628 w 2935628"/>
                  <a:gd name="connsiteY7" fmla="*/ 652579 h 5481149"/>
                  <a:gd name="connsiteX8" fmla="*/ 2798833 w 2935628"/>
                  <a:gd name="connsiteY8" fmla="*/ 732435 h 5481149"/>
                  <a:gd name="connsiteX9" fmla="*/ 2798181 w 2935628"/>
                  <a:gd name="connsiteY9" fmla="*/ 730751 h 5481149"/>
                  <a:gd name="connsiteX10" fmla="*/ 2747679 w 2935628"/>
                  <a:gd name="connsiteY10" fmla="*/ 701404 h 5481149"/>
                  <a:gd name="connsiteX11" fmla="*/ 2749083 w 2935628"/>
                  <a:gd name="connsiteY11" fmla="*/ 1120501 h 5481149"/>
                  <a:gd name="connsiteX12" fmla="*/ 2255534 w 2935628"/>
                  <a:gd name="connsiteY12" fmla="*/ 1408544 h 5481149"/>
                  <a:gd name="connsiteX13" fmla="*/ 2255534 w 2935628"/>
                  <a:gd name="connsiteY13" fmla="*/ 1977314 h 5481149"/>
                  <a:gd name="connsiteX14" fmla="*/ 1761380 w 2935628"/>
                  <a:gd name="connsiteY14" fmla="*/ 2264671 h 5481149"/>
                  <a:gd name="connsiteX15" fmla="*/ 1761380 w 2935628"/>
                  <a:gd name="connsiteY15" fmla="*/ 2833441 h 5481149"/>
                  <a:gd name="connsiteX16" fmla="*/ 1267226 w 2935628"/>
                  <a:gd name="connsiteY16" fmla="*/ 3120798 h 5481149"/>
                  <a:gd name="connsiteX17" fmla="*/ 1267226 w 2935628"/>
                  <a:gd name="connsiteY17" fmla="*/ 3689568 h 5481149"/>
                  <a:gd name="connsiteX18" fmla="*/ 773072 w 2935628"/>
                  <a:gd name="connsiteY18" fmla="*/ 3976925 h 5481149"/>
                  <a:gd name="connsiteX19" fmla="*/ 773072 w 2935628"/>
                  <a:gd name="connsiteY19" fmla="*/ 4545696 h 5481149"/>
                  <a:gd name="connsiteX20" fmla="*/ 278797 w 2935628"/>
                  <a:gd name="connsiteY20" fmla="*/ 4833053 h 5481149"/>
                  <a:gd name="connsiteX21" fmla="*/ 278797 w 2935628"/>
                  <a:gd name="connsiteY21" fmla="*/ 5402509 h 5481149"/>
                  <a:gd name="connsiteX22" fmla="*/ 139389 w 2935628"/>
                  <a:gd name="connsiteY22" fmla="*/ 5481149 h 5481149"/>
                  <a:gd name="connsiteX23" fmla="*/ 137458 w 2935628"/>
                  <a:gd name="connsiteY23" fmla="*/ 4757490 h 5481149"/>
                  <a:gd name="connsiteX24" fmla="*/ 136811 w 2935628"/>
                  <a:gd name="connsiteY24" fmla="*/ 4757863 h 5481149"/>
                  <a:gd name="connsiteX25" fmla="*/ 138763 w 2935628"/>
                  <a:gd name="connsiteY25" fmla="*/ 5477875 h 5481149"/>
                  <a:gd name="connsiteX26" fmla="*/ 1966 w 2935628"/>
                  <a:gd name="connsiteY26" fmla="*/ 5398028 h 5481149"/>
                  <a:gd name="connsiteX27" fmla="*/ 14 w 2935628"/>
                  <a:gd name="connsiteY27" fmla="*/ 4678694 h 5481149"/>
                  <a:gd name="connsiteX28" fmla="*/ 0 w 2935628"/>
                  <a:gd name="connsiteY28" fmla="*/ 4678686 h 5481149"/>
                  <a:gd name="connsiteX29" fmla="*/ 14 w 2935628"/>
                  <a:gd name="connsiteY29" fmla="*/ 4678678 h 5481149"/>
                  <a:gd name="connsiteX30" fmla="*/ 0 w 2935628"/>
                  <a:gd name="connsiteY30" fmla="*/ 4673441 h 5481149"/>
                  <a:gd name="connsiteX31" fmla="*/ 4533 w 2935628"/>
                  <a:gd name="connsiteY31" fmla="*/ 4676066 h 5481149"/>
                  <a:gd name="connsiteX32" fmla="*/ 496158 w 2935628"/>
                  <a:gd name="connsiteY32" fmla="*/ 4391987 h 5481149"/>
                  <a:gd name="connsiteX33" fmla="*/ 499419 w 2935628"/>
                  <a:gd name="connsiteY33" fmla="*/ 4392001 h 5481149"/>
                  <a:gd name="connsiteX34" fmla="*/ 497453 w 2935628"/>
                  <a:gd name="connsiteY34" fmla="*/ 3822534 h 5481149"/>
                  <a:gd name="connsiteX35" fmla="*/ 497453 w 2935628"/>
                  <a:gd name="connsiteY35" fmla="*/ 3821234 h 5481149"/>
                  <a:gd name="connsiteX36" fmla="*/ 991073 w 2935628"/>
                  <a:gd name="connsiteY36" fmla="*/ 3536002 h 5481149"/>
                  <a:gd name="connsiteX37" fmla="*/ 989671 w 2935628"/>
                  <a:gd name="connsiteY37" fmla="*/ 3535183 h 5481149"/>
                  <a:gd name="connsiteX38" fmla="*/ 988360 w 2935628"/>
                  <a:gd name="connsiteY38" fmla="*/ 2965082 h 5481149"/>
                  <a:gd name="connsiteX39" fmla="*/ 1487124 w 2935628"/>
                  <a:gd name="connsiteY39" fmla="*/ 2677729 h 5481149"/>
                  <a:gd name="connsiteX40" fmla="*/ 1485813 w 2935628"/>
                  <a:gd name="connsiteY40" fmla="*/ 2107630 h 5481149"/>
                  <a:gd name="connsiteX41" fmla="*/ 1485814 w 2935628"/>
                  <a:gd name="connsiteY41" fmla="*/ 2105669 h 5481149"/>
                  <a:gd name="connsiteX42" fmla="*/ 1979107 w 2935628"/>
                  <a:gd name="connsiteY42" fmla="*/ 1820896 h 5481149"/>
                  <a:gd name="connsiteX43" fmla="*/ 1978033 w 2935628"/>
                  <a:gd name="connsiteY43" fmla="*/ 1820277 h 5481149"/>
                  <a:gd name="connsiteX44" fmla="*/ 1976722 w 2935628"/>
                  <a:gd name="connsiteY44" fmla="*/ 1250178 h 5481149"/>
                  <a:gd name="connsiteX45" fmla="*/ 2477448 w 2935628"/>
                  <a:gd name="connsiteY45" fmla="*/ 963504 h 5481149"/>
                  <a:gd name="connsiteX46" fmla="*/ 2476131 w 2935628"/>
                  <a:gd name="connsiteY46" fmla="*/ 544593 h 5481149"/>
                  <a:gd name="connsiteX47" fmla="*/ 2290902 w 2935628"/>
                  <a:gd name="connsiteY47" fmla="*/ 437242 h 5481149"/>
                  <a:gd name="connsiteX48" fmla="*/ 2546183 w 2935628"/>
                  <a:gd name="connsiteY48" fmla="*/ 78545 h 5481149"/>
                  <a:gd name="connsiteX49" fmla="*/ 2546595 w 2935628"/>
                  <a:gd name="connsiteY49" fmla="*/ 79611 h 5481149"/>
                  <a:gd name="connsiteX50" fmla="*/ 2682971 w 2935628"/>
                  <a:gd name="connsiteY50" fmla="*/ 0 h 5481149"/>
                  <a:gd name="connsiteX0" fmla="*/ 1483859 w 2935628"/>
                  <a:gd name="connsiteY0" fmla="*/ 2677083 h 5481149"/>
                  <a:gd name="connsiteX1" fmla="*/ 988361 w 2935628"/>
                  <a:gd name="connsiteY1" fmla="*/ 2963121 h 5481149"/>
                  <a:gd name="connsiteX2" fmla="*/ 1483859 w 2935628"/>
                  <a:gd name="connsiteY2" fmla="*/ 2677083 h 5481149"/>
                  <a:gd name="connsiteX3" fmla="*/ 2472880 w 2935628"/>
                  <a:gd name="connsiteY3" fmla="*/ 962179 h 5481149"/>
                  <a:gd name="connsiteX4" fmla="*/ 1976722 w 2935628"/>
                  <a:gd name="connsiteY4" fmla="*/ 1248217 h 5481149"/>
                  <a:gd name="connsiteX5" fmla="*/ 2472880 w 2935628"/>
                  <a:gd name="connsiteY5" fmla="*/ 962179 h 5481149"/>
                  <a:gd name="connsiteX6" fmla="*/ 2682971 w 2935628"/>
                  <a:gd name="connsiteY6" fmla="*/ 0 h 5481149"/>
                  <a:gd name="connsiteX7" fmla="*/ 2935628 w 2935628"/>
                  <a:gd name="connsiteY7" fmla="*/ 652579 h 5481149"/>
                  <a:gd name="connsiteX8" fmla="*/ 2798833 w 2935628"/>
                  <a:gd name="connsiteY8" fmla="*/ 732435 h 5481149"/>
                  <a:gd name="connsiteX9" fmla="*/ 2798181 w 2935628"/>
                  <a:gd name="connsiteY9" fmla="*/ 730751 h 5481149"/>
                  <a:gd name="connsiteX10" fmla="*/ 2747679 w 2935628"/>
                  <a:gd name="connsiteY10" fmla="*/ 701404 h 5481149"/>
                  <a:gd name="connsiteX11" fmla="*/ 2749083 w 2935628"/>
                  <a:gd name="connsiteY11" fmla="*/ 1120501 h 5481149"/>
                  <a:gd name="connsiteX12" fmla="*/ 2255534 w 2935628"/>
                  <a:gd name="connsiteY12" fmla="*/ 1408544 h 5481149"/>
                  <a:gd name="connsiteX13" fmla="*/ 2255534 w 2935628"/>
                  <a:gd name="connsiteY13" fmla="*/ 1977314 h 5481149"/>
                  <a:gd name="connsiteX14" fmla="*/ 1761380 w 2935628"/>
                  <a:gd name="connsiteY14" fmla="*/ 2264671 h 5481149"/>
                  <a:gd name="connsiteX15" fmla="*/ 1761380 w 2935628"/>
                  <a:gd name="connsiteY15" fmla="*/ 2833441 h 5481149"/>
                  <a:gd name="connsiteX16" fmla="*/ 1267226 w 2935628"/>
                  <a:gd name="connsiteY16" fmla="*/ 3120798 h 5481149"/>
                  <a:gd name="connsiteX17" fmla="*/ 1267226 w 2935628"/>
                  <a:gd name="connsiteY17" fmla="*/ 3689568 h 5481149"/>
                  <a:gd name="connsiteX18" fmla="*/ 773072 w 2935628"/>
                  <a:gd name="connsiteY18" fmla="*/ 3976925 h 5481149"/>
                  <a:gd name="connsiteX19" fmla="*/ 773072 w 2935628"/>
                  <a:gd name="connsiteY19" fmla="*/ 4545696 h 5481149"/>
                  <a:gd name="connsiteX20" fmla="*/ 278797 w 2935628"/>
                  <a:gd name="connsiteY20" fmla="*/ 4833053 h 5481149"/>
                  <a:gd name="connsiteX21" fmla="*/ 278797 w 2935628"/>
                  <a:gd name="connsiteY21" fmla="*/ 5402509 h 5481149"/>
                  <a:gd name="connsiteX22" fmla="*/ 139389 w 2935628"/>
                  <a:gd name="connsiteY22" fmla="*/ 5481149 h 5481149"/>
                  <a:gd name="connsiteX23" fmla="*/ 137458 w 2935628"/>
                  <a:gd name="connsiteY23" fmla="*/ 4757490 h 5481149"/>
                  <a:gd name="connsiteX24" fmla="*/ 138763 w 2935628"/>
                  <a:gd name="connsiteY24" fmla="*/ 5477875 h 5481149"/>
                  <a:gd name="connsiteX25" fmla="*/ 1966 w 2935628"/>
                  <a:gd name="connsiteY25" fmla="*/ 5398028 h 5481149"/>
                  <a:gd name="connsiteX26" fmla="*/ 14 w 2935628"/>
                  <a:gd name="connsiteY26" fmla="*/ 4678694 h 5481149"/>
                  <a:gd name="connsiteX27" fmla="*/ 0 w 2935628"/>
                  <a:gd name="connsiteY27" fmla="*/ 4678686 h 5481149"/>
                  <a:gd name="connsiteX28" fmla="*/ 14 w 2935628"/>
                  <a:gd name="connsiteY28" fmla="*/ 4678678 h 5481149"/>
                  <a:gd name="connsiteX29" fmla="*/ 0 w 2935628"/>
                  <a:gd name="connsiteY29" fmla="*/ 4673441 h 5481149"/>
                  <a:gd name="connsiteX30" fmla="*/ 4533 w 2935628"/>
                  <a:gd name="connsiteY30" fmla="*/ 4676066 h 5481149"/>
                  <a:gd name="connsiteX31" fmla="*/ 496158 w 2935628"/>
                  <a:gd name="connsiteY31" fmla="*/ 4391987 h 5481149"/>
                  <a:gd name="connsiteX32" fmla="*/ 499419 w 2935628"/>
                  <a:gd name="connsiteY32" fmla="*/ 4392001 h 5481149"/>
                  <a:gd name="connsiteX33" fmla="*/ 497453 w 2935628"/>
                  <a:gd name="connsiteY33" fmla="*/ 3822534 h 5481149"/>
                  <a:gd name="connsiteX34" fmla="*/ 497453 w 2935628"/>
                  <a:gd name="connsiteY34" fmla="*/ 3821234 h 5481149"/>
                  <a:gd name="connsiteX35" fmla="*/ 991073 w 2935628"/>
                  <a:gd name="connsiteY35" fmla="*/ 3536002 h 5481149"/>
                  <a:gd name="connsiteX36" fmla="*/ 989671 w 2935628"/>
                  <a:gd name="connsiteY36" fmla="*/ 3535183 h 5481149"/>
                  <a:gd name="connsiteX37" fmla="*/ 988360 w 2935628"/>
                  <a:gd name="connsiteY37" fmla="*/ 2965082 h 5481149"/>
                  <a:gd name="connsiteX38" fmla="*/ 1487124 w 2935628"/>
                  <a:gd name="connsiteY38" fmla="*/ 2677729 h 5481149"/>
                  <a:gd name="connsiteX39" fmla="*/ 1485813 w 2935628"/>
                  <a:gd name="connsiteY39" fmla="*/ 2107630 h 5481149"/>
                  <a:gd name="connsiteX40" fmla="*/ 1485814 w 2935628"/>
                  <a:gd name="connsiteY40" fmla="*/ 2105669 h 5481149"/>
                  <a:gd name="connsiteX41" fmla="*/ 1979107 w 2935628"/>
                  <a:gd name="connsiteY41" fmla="*/ 1820896 h 5481149"/>
                  <a:gd name="connsiteX42" fmla="*/ 1978033 w 2935628"/>
                  <a:gd name="connsiteY42" fmla="*/ 1820277 h 5481149"/>
                  <a:gd name="connsiteX43" fmla="*/ 1976722 w 2935628"/>
                  <a:gd name="connsiteY43" fmla="*/ 1250178 h 5481149"/>
                  <a:gd name="connsiteX44" fmla="*/ 2477448 w 2935628"/>
                  <a:gd name="connsiteY44" fmla="*/ 963504 h 5481149"/>
                  <a:gd name="connsiteX45" fmla="*/ 2476131 w 2935628"/>
                  <a:gd name="connsiteY45" fmla="*/ 544593 h 5481149"/>
                  <a:gd name="connsiteX46" fmla="*/ 2290902 w 2935628"/>
                  <a:gd name="connsiteY46" fmla="*/ 437242 h 5481149"/>
                  <a:gd name="connsiteX47" fmla="*/ 2546183 w 2935628"/>
                  <a:gd name="connsiteY47" fmla="*/ 78545 h 5481149"/>
                  <a:gd name="connsiteX48" fmla="*/ 2546595 w 2935628"/>
                  <a:gd name="connsiteY48" fmla="*/ 79611 h 5481149"/>
                  <a:gd name="connsiteX49" fmla="*/ 2682971 w 2935628"/>
                  <a:gd name="connsiteY49" fmla="*/ 0 h 5481149"/>
                  <a:gd name="connsiteX0" fmla="*/ 1483859 w 2935628"/>
                  <a:gd name="connsiteY0" fmla="*/ 2677083 h 5489515"/>
                  <a:gd name="connsiteX1" fmla="*/ 988361 w 2935628"/>
                  <a:gd name="connsiteY1" fmla="*/ 2963121 h 5489515"/>
                  <a:gd name="connsiteX2" fmla="*/ 1483859 w 2935628"/>
                  <a:gd name="connsiteY2" fmla="*/ 2677083 h 5489515"/>
                  <a:gd name="connsiteX3" fmla="*/ 2472880 w 2935628"/>
                  <a:gd name="connsiteY3" fmla="*/ 962179 h 5489515"/>
                  <a:gd name="connsiteX4" fmla="*/ 1976722 w 2935628"/>
                  <a:gd name="connsiteY4" fmla="*/ 1248217 h 5489515"/>
                  <a:gd name="connsiteX5" fmla="*/ 2472880 w 2935628"/>
                  <a:gd name="connsiteY5" fmla="*/ 962179 h 5489515"/>
                  <a:gd name="connsiteX6" fmla="*/ 2682971 w 2935628"/>
                  <a:gd name="connsiteY6" fmla="*/ 0 h 5489515"/>
                  <a:gd name="connsiteX7" fmla="*/ 2935628 w 2935628"/>
                  <a:gd name="connsiteY7" fmla="*/ 652579 h 5489515"/>
                  <a:gd name="connsiteX8" fmla="*/ 2798833 w 2935628"/>
                  <a:gd name="connsiteY8" fmla="*/ 732435 h 5489515"/>
                  <a:gd name="connsiteX9" fmla="*/ 2798181 w 2935628"/>
                  <a:gd name="connsiteY9" fmla="*/ 730751 h 5489515"/>
                  <a:gd name="connsiteX10" fmla="*/ 2747679 w 2935628"/>
                  <a:gd name="connsiteY10" fmla="*/ 701404 h 5489515"/>
                  <a:gd name="connsiteX11" fmla="*/ 2749083 w 2935628"/>
                  <a:gd name="connsiteY11" fmla="*/ 1120501 h 5489515"/>
                  <a:gd name="connsiteX12" fmla="*/ 2255534 w 2935628"/>
                  <a:gd name="connsiteY12" fmla="*/ 1408544 h 5489515"/>
                  <a:gd name="connsiteX13" fmla="*/ 2255534 w 2935628"/>
                  <a:gd name="connsiteY13" fmla="*/ 1977314 h 5489515"/>
                  <a:gd name="connsiteX14" fmla="*/ 1761380 w 2935628"/>
                  <a:gd name="connsiteY14" fmla="*/ 2264671 h 5489515"/>
                  <a:gd name="connsiteX15" fmla="*/ 1761380 w 2935628"/>
                  <a:gd name="connsiteY15" fmla="*/ 2833441 h 5489515"/>
                  <a:gd name="connsiteX16" fmla="*/ 1267226 w 2935628"/>
                  <a:gd name="connsiteY16" fmla="*/ 3120798 h 5489515"/>
                  <a:gd name="connsiteX17" fmla="*/ 1267226 w 2935628"/>
                  <a:gd name="connsiteY17" fmla="*/ 3689568 h 5489515"/>
                  <a:gd name="connsiteX18" fmla="*/ 773072 w 2935628"/>
                  <a:gd name="connsiteY18" fmla="*/ 3976925 h 5489515"/>
                  <a:gd name="connsiteX19" fmla="*/ 773072 w 2935628"/>
                  <a:gd name="connsiteY19" fmla="*/ 4545696 h 5489515"/>
                  <a:gd name="connsiteX20" fmla="*/ 278797 w 2935628"/>
                  <a:gd name="connsiteY20" fmla="*/ 4833053 h 5489515"/>
                  <a:gd name="connsiteX21" fmla="*/ 278797 w 2935628"/>
                  <a:gd name="connsiteY21" fmla="*/ 5402509 h 5489515"/>
                  <a:gd name="connsiteX22" fmla="*/ 139389 w 2935628"/>
                  <a:gd name="connsiteY22" fmla="*/ 5481149 h 5489515"/>
                  <a:gd name="connsiteX23" fmla="*/ 138763 w 2935628"/>
                  <a:gd name="connsiteY23" fmla="*/ 5477875 h 5489515"/>
                  <a:gd name="connsiteX24" fmla="*/ 1966 w 2935628"/>
                  <a:gd name="connsiteY24" fmla="*/ 5398028 h 5489515"/>
                  <a:gd name="connsiteX25" fmla="*/ 14 w 2935628"/>
                  <a:gd name="connsiteY25" fmla="*/ 4678694 h 5489515"/>
                  <a:gd name="connsiteX26" fmla="*/ 0 w 2935628"/>
                  <a:gd name="connsiteY26" fmla="*/ 4678686 h 5489515"/>
                  <a:gd name="connsiteX27" fmla="*/ 14 w 2935628"/>
                  <a:gd name="connsiteY27" fmla="*/ 4678678 h 5489515"/>
                  <a:gd name="connsiteX28" fmla="*/ 0 w 2935628"/>
                  <a:gd name="connsiteY28" fmla="*/ 4673441 h 5489515"/>
                  <a:gd name="connsiteX29" fmla="*/ 4533 w 2935628"/>
                  <a:gd name="connsiteY29" fmla="*/ 4676066 h 5489515"/>
                  <a:gd name="connsiteX30" fmla="*/ 496158 w 2935628"/>
                  <a:gd name="connsiteY30" fmla="*/ 4391987 h 5489515"/>
                  <a:gd name="connsiteX31" fmla="*/ 499419 w 2935628"/>
                  <a:gd name="connsiteY31" fmla="*/ 4392001 h 5489515"/>
                  <a:gd name="connsiteX32" fmla="*/ 497453 w 2935628"/>
                  <a:gd name="connsiteY32" fmla="*/ 3822534 h 5489515"/>
                  <a:gd name="connsiteX33" fmla="*/ 497453 w 2935628"/>
                  <a:gd name="connsiteY33" fmla="*/ 3821234 h 5489515"/>
                  <a:gd name="connsiteX34" fmla="*/ 991073 w 2935628"/>
                  <a:gd name="connsiteY34" fmla="*/ 3536002 h 5489515"/>
                  <a:gd name="connsiteX35" fmla="*/ 989671 w 2935628"/>
                  <a:gd name="connsiteY35" fmla="*/ 3535183 h 5489515"/>
                  <a:gd name="connsiteX36" fmla="*/ 988360 w 2935628"/>
                  <a:gd name="connsiteY36" fmla="*/ 2965082 h 5489515"/>
                  <a:gd name="connsiteX37" fmla="*/ 1487124 w 2935628"/>
                  <a:gd name="connsiteY37" fmla="*/ 2677729 h 5489515"/>
                  <a:gd name="connsiteX38" fmla="*/ 1485813 w 2935628"/>
                  <a:gd name="connsiteY38" fmla="*/ 2107630 h 5489515"/>
                  <a:gd name="connsiteX39" fmla="*/ 1485814 w 2935628"/>
                  <a:gd name="connsiteY39" fmla="*/ 2105669 h 5489515"/>
                  <a:gd name="connsiteX40" fmla="*/ 1979107 w 2935628"/>
                  <a:gd name="connsiteY40" fmla="*/ 1820896 h 5489515"/>
                  <a:gd name="connsiteX41" fmla="*/ 1978033 w 2935628"/>
                  <a:gd name="connsiteY41" fmla="*/ 1820277 h 5489515"/>
                  <a:gd name="connsiteX42" fmla="*/ 1976722 w 2935628"/>
                  <a:gd name="connsiteY42" fmla="*/ 1250178 h 5489515"/>
                  <a:gd name="connsiteX43" fmla="*/ 2477448 w 2935628"/>
                  <a:gd name="connsiteY43" fmla="*/ 963504 h 5489515"/>
                  <a:gd name="connsiteX44" fmla="*/ 2476131 w 2935628"/>
                  <a:gd name="connsiteY44" fmla="*/ 544593 h 5489515"/>
                  <a:gd name="connsiteX45" fmla="*/ 2290902 w 2935628"/>
                  <a:gd name="connsiteY45" fmla="*/ 437242 h 5489515"/>
                  <a:gd name="connsiteX46" fmla="*/ 2546183 w 2935628"/>
                  <a:gd name="connsiteY46" fmla="*/ 78545 h 5489515"/>
                  <a:gd name="connsiteX47" fmla="*/ 2546595 w 2935628"/>
                  <a:gd name="connsiteY47" fmla="*/ 79611 h 5489515"/>
                  <a:gd name="connsiteX48" fmla="*/ 2682971 w 2935628"/>
                  <a:gd name="connsiteY48" fmla="*/ 0 h 5489515"/>
                  <a:gd name="connsiteX0" fmla="*/ 1483859 w 2935628"/>
                  <a:gd name="connsiteY0" fmla="*/ 2677083 h 5485543"/>
                  <a:gd name="connsiteX1" fmla="*/ 988361 w 2935628"/>
                  <a:gd name="connsiteY1" fmla="*/ 2963121 h 5485543"/>
                  <a:gd name="connsiteX2" fmla="*/ 1483859 w 2935628"/>
                  <a:gd name="connsiteY2" fmla="*/ 2677083 h 5485543"/>
                  <a:gd name="connsiteX3" fmla="*/ 2472880 w 2935628"/>
                  <a:gd name="connsiteY3" fmla="*/ 962179 h 5485543"/>
                  <a:gd name="connsiteX4" fmla="*/ 1976722 w 2935628"/>
                  <a:gd name="connsiteY4" fmla="*/ 1248217 h 5485543"/>
                  <a:gd name="connsiteX5" fmla="*/ 2472880 w 2935628"/>
                  <a:gd name="connsiteY5" fmla="*/ 962179 h 5485543"/>
                  <a:gd name="connsiteX6" fmla="*/ 2682971 w 2935628"/>
                  <a:gd name="connsiteY6" fmla="*/ 0 h 5485543"/>
                  <a:gd name="connsiteX7" fmla="*/ 2935628 w 2935628"/>
                  <a:gd name="connsiteY7" fmla="*/ 652579 h 5485543"/>
                  <a:gd name="connsiteX8" fmla="*/ 2798833 w 2935628"/>
                  <a:gd name="connsiteY8" fmla="*/ 732435 h 5485543"/>
                  <a:gd name="connsiteX9" fmla="*/ 2798181 w 2935628"/>
                  <a:gd name="connsiteY9" fmla="*/ 730751 h 5485543"/>
                  <a:gd name="connsiteX10" fmla="*/ 2747679 w 2935628"/>
                  <a:gd name="connsiteY10" fmla="*/ 701404 h 5485543"/>
                  <a:gd name="connsiteX11" fmla="*/ 2749083 w 2935628"/>
                  <a:gd name="connsiteY11" fmla="*/ 1120501 h 5485543"/>
                  <a:gd name="connsiteX12" fmla="*/ 2255534 w 2935628"/>
                  <a:gd name="connsiteY12" fmla="*/ 1408544 h 5485543"/>
                  <a:gd name="connsiteX13" fmla="*/ 2255534 w 2935628"/>
                  <a:gd name="connsiteY13" fmla="*/ 1977314 h 5485543"/>
                  <a:gd name="connsiteX14" fmla="*/ 1761380 w 2935628"/>
                  <a:gd name="connsiteY14" fmla="*/ 2264671 h 5485543"/>
                  <a:gd name="connsiteX15" fmla="*/ 1761380 w 2935628"/>
                  <a:gd name="connsiteY15" fmla="*/ 2833441 h 5485543"/>
                  <a:gd name="connsiteX16" fmla="*/ 1267226 w 2935628"/>
                  <a:gd name="connsiteY16" fmla="*/ 3120798 h 5485543"/>
                  <a:gd name="connsiteX17" fmla="*/ 1267226 w 2935628"/>
                  <a:gd name="connsiteY17" fmla="*/ 3689568 h 5485543"/>
                  <a:gd name="connsiteX18" fmla="*/ 773072 w 2935628"/>
                  <a:gd name="connsiteY18" fmla="*/ 3976925 h 5485543"/>
                  <a:gd name="connsiteX19" fmla="*/ 773072 w 2935628"/>
                  <a:gd name="connsiteY19" fmla="*/ 4545696 h 5485543"/>
                  <a:gd name="connsiteX20" fmla="*/ 278797 w 2935628"/>
                  <a:gd name="connsiteY20" fmla="*/ 4833053 h 5485543"/>
                  <a:gd name="connsiteX21" fmla="*/ 278797 w 2935628"/>
                  <a:gd name="connsiteY21" fmla="*/ 5402509 h 5485543"/>
                  <a:gd name="connsiteX22" fmla="*/ 139389 w 2935628"/>
                  <a:gd name="connsiteY22" fmla="*/ 5481149 h 5485543"/>
                  <a:gd name="connsiteX23" fmla="*/ 138763 w 2935628"/>
                  <a:gd name="connsiteY23" fmla="*/ 5477875 h 5485543"/>
                  <a:gd name="connsiteX24" fmla="*/ 1966 w 2935628"/>
                  <a:gd name="connsiteY24" fmla="*/ 5398028 h 5485543"/>
                  <a:gd name="connsiteX25" fmla="*/ 14 w 2935628"/>
                  <a:gd name="connsiteY25" fmla="*/ 4678694 h 5485543"/>
                  <a:gd name="connsiteX26" fmla="*/ 0 w 2935628"/>
                  <a:gd name="connsiteY26" fmla="*/ 4678686 h 5485543"/>
                  <a:gd name="connsiteX27" fmla="*/ 14 w 2935628"/>
                  <a:gd name="connsiteY27" fmla="*/ 4678678 h 5485543"/>
                  <a:gd name="connsiteX28" fmla="*/ 0 w 2935628"/>
                  <a:gd name="connsiteY28" fmla="*/ 4673441 h 5485543"/>
                  <a:gd name="connsiteX29" fmla="*/ 4533 w 2935628"/>
                  <a:gd name="connsiteY29" fmla="*/ 4676066 h 5485543"/>
                  <a:gd name="connsiteX30" fmla="*/ 496158 w 2935628"/>
                  <a:gd name="connsiteY30" fmla="*/ 4391987 h 5485543"/>
                  <a:gd name="connsiteX31" fmla="*/ 499419 w 2935628"/>
                  <a:gd name="connsiteY31" fmla="*/ 4392001 h 5485543"/>
                  <a:gd name="connsiteX32" fmla="*/ 497453 w 2935628"/>
                  <a:gd name="connsiteY32" fmla="*/ 3822534 h 5485543"/>
                  <a:gd name="connsiteX33" fmla="*/ 497453 w 2935628"/>
                  <a:gd name="connsiteY33" fmla="*/ 3821234 h 5485543"/>
                  <a:gd name="connsiteX34" fmla="*/ 991073 w 2935628"/>
                  <a:gd name="connsiteY34" fmla="*/ 3536002 h 5485543"/>
                  <a:gd name="connsiteX35" fmla="*/ 989671 w 2935628"/>
                  <a:gd name="connsiteY35" fmla="*/ 3535183 h 5485543"/>
                  <a:gd name="connsiteX36" fmla="*/ 988360 w 2935628"/>
                  <a:gd name="connsiteY36" fmla="*/ 2965082 h 5485543"/>
                  <a:gd name="connsiteX37" fmla="*/ 1487124 w 2935628"/>
                  <a:gd name="connsiteY37" fmla="*/ 2677729 h 5485543"/>
                  <a:gd name="connsiteX38" fmla="*/ 1485813 w 2935628"/>
                  <a:gd name="connsiteY38" fmla="*/ 2107630 h 5485543"/>
                  <a:gd name="connsiteX39" fmla="*/ 1485814 w 2935628"/>
                  <a:gd name="connsiteY39" fmla="*/ 2105669 h 5485543"/>
                  <a:gd name="connsiteX40" fmla="*/ 1979107 w 2935628"/>
                  <a:gd name="connsiteY40" fmla="*/ 1820896 h 5485543"/>
                  <a:gd name="connsiteX41" fmla="*/ 1978033 w 2935628"/>
                  <a:gd name="connsiteY41" fmla="*/ 1820277 h 5485543"/>
                  <a:gd name="connsiteX42" fmla="*/ 1976722 w 2935628"/>
                  <a:gd name="connsiteY42" fmla="*/ 1250178 h 5485543"/>
                  <a:gd name="connsiteX43" fmla="*/ 2477448 w 2935628"/>
                  <a:gd name="connsiteY43" fmla="*/ 963504 h 5485543"/>
                  <a:gd name="connsiteX44" fmla="*/ 2476131 w 2935628"/>
                  <a:gd name="connsiteY44" fmla="*/ 544593 h 5485543"/>
                  <a:gd name="connsiteX45" fmla="*/ 2290902 w 2935628"/>
                  <a:gd name="connsiteY45" fmla="*/ 437242 h 5485543"/>
                  <a:gd name="connsiteX46" fmla="*/ 2546183 w 2935628"/>
                  <a:gd name="connsiteY46" fmla="*/ 78545 h 5485543"/>
                  <a:gd name="connsiteX47" fmla="*/ 2546595 w 2935628"/>
                  <a:gd name="connsiteY47" fmla="*/ 79611 h 5485543"/>
                  <a:gd name="connsiteX48" fmla="*/ 2682971 w 2935628"/>
                  <a:gd name="connsiteY48" fmla="*/ 0 h 5485543"/>
                  <a:gd name="connsiteX0" fmla="*/ 1483859 w 2935628"/>
                  <a:gd name="connsiteY0" fmla="*/ 2677083 h 5483719"/>
                  <a:gd name="connsiteX1" fmla="*/ 988361 w 2935628"/>
                  <a:gd name="connsiteY1" fmla="*/ 2963121 h 5483719"/>
                  <a:gd name="connsiteX2" fmla="*/ 1483859 w 2935628"/>
                  <a:gd name="connsiteY2" fmla="*/ 2677083 h 5483719"/>
                  <a:gd name="connsiteX3" fmla="*/ 2472880 w 2935628"/>
                  <a:gd name="connsiteY3" fmla="*/ 962179 h 5483719"/>
                  <a:gd name="connsiteX4" fmla="*/ 1976722 w 2935628"/>
                  <a:gd name="connsiteY4" fmla="*/ 1248217 h 5483719"/>
                  <a:gd name="connsiteX5" fmla="*/ 2472880 w 2935628"/>
                  <a:gd name="connsiteY5" fmla="*/ 962179 h 5483719"/>
                  <a:gd name="connsiteX6" fmla="*/ 2682971 w 2935628"/>
                  <a:gd name="connsiteY6" fmla="*/ 0 h 5483719"/>
                  <a:gd name="connsiteX7" fmla="*/ 2935628 w 2935628"/>
                  <a:gd name="connsiteY7" fmla="*/ 652579 h 5483719"/>
                  <a:gd name="connsiteX8" fmla="*/ 2798833 w 2935628"/>
                  <a:gd name="connsiteY8" fmla="*/ 732435 h 5483719"/>
                  <a:gd name="connsiteX9" fmla="*/ 2798181 w 2935628"/>
                  <a:gd name="connsiteY9" fmla="*/ 730751 h 5483719"/>
                  <a:gd name="connsiteX10" fmla="*/ 2747679 w 2935628"/>
                  <a:gd name="connsiteY10" fmla="*/ 701404 h 5483719"/>
                  <a:gd name="connsiteX11" fmla="*/ 2749083 w 2935628"/>
                  <a:gd name="connsiteY11" fmla="*/ 1120501 h 5483719"/>
                  <a:gd name="connsiteX12" fmla="*/ 2255534 w 2935628"/>
                  <a:gd name="connsiteY12" fmla="*/ 1408544 h 5483719"/>
                  <a:gd name="connsiteX13" fmla="*/ 2255534 w 2935628"/>
                  <a:gd name="connsiteY13" fmla="*/ 1977314 h 5483719"/>
                  <a:gd name="connsiteX14" fmla="*/ 1761380 w 2935628"/>
                  <a:gd name="connsiteY14" fmla="*/ 2264671 h 5483719"/>
                  <a:gd name="connsiteX15" fmla="*/ 1761380 w 2935628"/>
                  <a:gd name="connsiteY15" fmla="*/ 2833441 h 5483719"/>
                  <a:gd name="connsiteX16" fmla="*/ 1267226 w 2935628"/>
                  <a:gd name="connsiteY16" fmla="*/ 3120798 h 5483719"/>
                  <a:gd name="connsiteX17" fmla="*/ 1267226 w 2935628"/>
                  <a:gd name="connsiteY17" fmla="*/ 3689568 h 5483719"/>
                  <a:gd name="connsiteX18" fmla="*/ 773072 w 2935628"/>
                  <a:gd name="connsiteY18" fmla="*/ 3976925 h 5483719"/>
                  <a:gd name="connsiteX19" fmla="*/ 773072 w 2935628"/>
                  <a:gd name="connsiteY19" fmla="*/ 4545696 h 5483719"/>
                  <a:gd name="connsiteX20" fmla="*/ 278797 w 2935628"/>
                  <a:gd name="connsiteY20" fmla="*/ 4833053 h 5483719"/>
                  <a:gd name="connsiteX21" fmla="*/ 278797 w 2935628"/>
                  <a:gd name="connsiteY21" fmla="*/ 5402509 h 5483719"/>
                  <a:gd name="connsiteX22" fmla="*/ 139389 w 2935628"/>
                  <a:gd name="connsiteY22" fmla="*/ 5481149 h 5483719"/>
                  <a:gd name="connsiteX23" fmla="*/ 138763 w 2935628"/>
                  <a:gd name="connsiteY23" fmla="*/ 5458825 h 5483719"/>
                  <a:gd name="connsiteX24" fmla="*/ 1966 w 2935628"/>
                  <a:gd name="connsiteY24" fmla="*/ 5398028 h 5483719"/>
                  <a:gd name="connsiteX25" fmla="*/ 14 w 2935628"/>
                  <a:gd name="connsiteY25" fmla="*/ 4678694 h 5483719"/>
                  <a:gd name="connsiteX26" fmla="*/ 0 w 2935628"/>
                  <a:gd name="connsiteY26" fmla="*/ 4678686 h 5483719"/>
                  <a:gd name="connsiteX27" fmla="*/ 14 w 2935628"/>
                  <a:gd name="connsiteY27" fmla="*/ 4678678 h 5483719"/>
                  <a:gd name="connsiteX28" fmla="*/ 0 w 2935628"/>
                  <a:gd name="connsiteY28" fmla="*/ 4673441 h 5483719"/>
                  <a:gd name="connsiteX29" fmla="*/ 4533 w 2935628"/>
                  <a:gd name="connsiteY29" fmla="*/ 4676066 h 5483719"/>
                  <a:gd name="connsiteX30" fmla="*/ 496158 w 2935628"/>
                  <a:gd name="connsiteY30" fmla="*/ 4391987 h 5483719"/>
                  <a:gd name="connsiteX31" fmla="*/ 499419 w 2935628"/>
                  <a:gd name="connsiteY31" fmla="*/ 4392001 h 5483719"/>
                  <a:gd name="connsiteX32" fmla="*/ 497453 w 2935628"/>
                  <a:gd name="connsiteY32" fmla="*/ 3822534 h 5483719"/>
                  <a:gd name="connsiteX33" fmla="*/ 497453 w 2935628"/>
                  <a:gd name="connsiteY33" fmla="*/ 3821234 h 5483719"/>
                  <a:gd name="connsiteX34" fmla="*/ 991073 w 2935628"/>
                  <a:gd name="connsiteY34" fmla="*/ 3536002 h 5483719"/>
                  <a:gd name="connsiteX35" fmla="*/ 989671 w 2935628"/>
                  <a:gd name="connsiteY35" fmla="*/ 3535183 h 5483719"/>
                  <a:gd name="connsiteX36" fmla="*/ 988360 w 2935628"/>
                  <a:gd name="connsiteY36" fmla="*/ 2965082 h 5483719"/>
                  <a:gd name="connsiteX37" fmla="*/ 1487124 w 2935628"/>
                  <a:gd name="connsiteY37" fmla="*/ 2677729 h 5483719"/>
                  <a:gd name="connsiteX38" fmla="*/ 1485813 w 2935628"/>
                  <a:gd name="connsiteY38" fmla="*/ 2107630 h 5483719"/>
                  <a:gd name="connsiteX39" fmla="*/ 1485814 w 2935628"/>
                  <a:gd name="connsiteY39" fmla="*/ 2105669 h 5483719"/>
                  <a:gd name="connsiteX40" fmla="*/ 1979107 w 2935628"/>
                  <a:gd name="connsiteY40" fmla="*/ 1820896 h 5483719"/>
                  <a:gd name="connsiteX41" fmla="*/ 1978033 w 2935628"/>
                  <a:gd name="connsiteY41" fmla="*/ 1820277 h 5483719"/>
                  <a:gd name="connsiteX42" fmla="*/ 1976722 w 2935628"/>
                  <a:gd name="connsiteY42" fmla="*/ 1250178 h 5483719"/>
                  <a:gd name="connsiteX43" fmla="*/ 2477448 w 2935628"/>
                  <a:gd name="connsiteY43" fmla="*/ 963504 h 5483719"/>
                  <a:gd name="connsiteX44" fmla="*/ 2476131 w 2935628"/>
                  <a:gd name="connsiteY44" fmla="*/ 544593 h 5483719"/>
                  <a:gd name="connsiteX45" fmla="*/ 2290902 w 2935628"/>
                  <a:gd name="connsiteY45" fmla="*/ 437242 h 5483719"/>
                  <a:gd name="connsiteX46" fmla="*/ 2546183 w 2935628"/>
                  <a:gd name="connsiteY46" fmla="*/ 78545 h 5483719"/>
                  <a:gd name="connsiteX47" fmla="*/ 2546595 w 2935628"/>
                  <a:gd name="connsiteY47" fmla="*/ 79611 h 5483719"/>
                  <a:gd name="connsiteX48" fmla="*/ 2682971 w 2935628"/>
                  <a:gd name="connsiteY48" fmla="*/ 0 h 5483719"/>
                  <a:gd name="connsiteX0" fmla="*/ 1483859 w 2935628"/>
                  <a:gd name="connsiteY0" fmla="*/ 2677083 h 5472713"/>
                  <a:gd name="connsiteX1" fmla="*/ 988361 w 2935628"/>
                  <a:gd name="connsiteY1" fmla="*/ 2963121 h 5472713"/>
                  <a:gd name="connsiteX2" fmla="*/ 1483859 w 2935628"/>
                  <a:gd name="connsiteY2" fmla="*/ 2677083 h 5472713"/>
                  <a:gd name="connsiteX3" fmla="*/ 2472880 w 2935628"/>
                  <a:gd name="connsiteY3" fmla="*/ 962179 h 5472713"/>
                  <a:gd name="connsiteX4" fmla="*/ 1976722 w 2935628"/>
                  <a:gd name="connsiteY4" fmla="*/ 1248217 h 5472713"/>
                  <a:gd name="connsiteX5" fmla="*/ 2472880 w 2935628"/>
                  <a:gd name="connsiteY5" fmla="*/ 962179 h 5472713"/>
                  <a:gd name="connsiteX6" fmla="*/ 2682971 w 2935628"/>
                  <a:gd name="connsiteY6" fmla="*/ 0 h 5472713"/>
                  <a:gd name="connsiteX7" fmla="*/ 2935628 w 2935628"/>
                  <a:gd name="connsiteY7" fmla="*/ 652579 h 5472713"/>
                  <a:gd name="connsiteX8" fmla="*/ 2798833 w 2935628"/>
                  <a:gd name="connsiteY8" fmla="*/ 732435 h 5472713"/>
                  <a:gd name="connsiteX9" fmla="*/ 2798181 w 2935628"/>
                  <a:gd name="connsiteY9" fmla="*/ 730751 h 5472713"/>
                  <a:gd name="connsiteX10" fmla="*/ 2747679 w 2935628"/>
                  <a:gd name="connsiteY10" fmla="*/ 701404 h 5472713"/>
                  <a:gd name="connsiteX11" fmla="*/ 2749083 w 2935628"/>
                  <a:gd name="connsiteY11" fmla="*/ 1120501 h 5472713"/>
                  <a:gd name="connsiteX12" fmla="*/ 2255534 w 2935628"/>
                  <a:gd name="connsiteY12" fmla="*/ 1408544 h 5472713"/>
                  <a:gd name="connsiteX13" fmla="*/ 2255534 w 2935628"/>
                  <a:gd name="connsiteY13" fmla="*/ 1977314 h 5472713"/>
                  <a:gd name="connsiteX14" fmla="*/ 1761380 w 2935628"/>
                  <a:gd name="connsiteY14" fmla="*/ 2264671 h 5472713"/>
                  <a:gd name="connsiteX15" fmla="*/ 1761380 w 2935628"/>
                  <a:gd name="connsiteY15" fmla="*/ 2833441 h 5472713"/>
                  <a:gd name="connsiteX16" fmla="*/ 1267226 w 2935628"/>
                  <a:gd name="connsiteY16" fmla="*/ 3120798 h 5472713"/>
                  <a:gd name="connsiteX17" fmla="*/ 1267226 w 2935628"/>
                  <a:gd name="connsiteY17" fmla="*/ 3689568 h 5472713"/>
                  <a:gd name="connsiteX18" fmla="*/ 773072 w 2935628"/>
                  <a:gd name="connsiteY18" fmla="*/ 3976925 h 5472713"/>
                  <a:gd name="connsiteX19" fmla="*/ 773072 w 2935628"/>
                  <a:gd name="connsiteY19" fmla="*/ 4545696 h 5472713"/>
                  <a:gd name="connsiteX20" fmla="*/ 278797 w 2935628"/>
                  <a:gd name="connsiteY20" fmla="*/ 4833053 h 5472713"/>
                  <a:gd name="connsiteX21" fmla="*/ 278797 w 2935628"/>
                  <a:gd name="connsiteY21" fmla="*/ 5402509 h 5472713"/>
                  <a:gd name="connsiteX22" fmla="*/ 160821 w 2935628"/>
                  <a:gd name="connsiteY22" fmla="*/ 5469243 h 5472713"/>
                  <a:gd name="connsiteX23" fmla="*/ 138763 w 2935628"/>
                  <a:gd name="connsiteY23" fmla="*/ 5458825 h 5472713"/>
                  <a:gd name="connsiteX24" fmla="*/ 1966 w 2935628"/>
                  <a:gd name="connsiteY24" fmla="*/ 5398028 h 5472713"/>
                  <a:gd name="connsiteX25" fmla="*/ 14 w 2935628"/>
                  <a:gd name="connsiteY25" fmla="*/ 4678694 h 5472713"/>
                  <a:gd name="connsiteX26" fmla="*/ 0 w 2935628"/>
                  <a:gd name="connsiteY26" fmla="*/ 4678686 h 5472713"/>
                  <a:gd name="connsiteX27" fmla="*/ 14 w 2935628"/>
                  <a:gd name="connsiteY27" fmla="*/ 4678678 h 5472713"/>
                  <a:gd name="connsiteX28" fmla="*/ 0 w 2935628"/>
                  <a:gd name="connsiteY28" fmla="*/ 4673441 h 5472713"/>
                  <a:gd name="connsiteX29" fmla="*/ 4533 w 2935628"/>
                  <a:gd name="connsiteY29" fmla="*/ 4676066 h 5472713"/>
                  <a:gd name="connsiteX30" fmla="*/ 496158 w 2935628"/>
                  <a:gd name="connsiteY30" fmla="*/ 4391987 h 5472713"/>
                  <a:gd name="connsiteX31" fmla="*/ 499419 w 2935628"/>
                  <a:gd name="connsiteY31" fmla="*/ 4392001 h 5472713"/>
                  <a:gd name="connsiteX32" fmla="*/ 497453 w 2935628"/>
                  <a:gd name="connsiteY32" fmla="*/ 3822534 h 5472713"/>
                  <a:gd name="connsiteX33" fmla="*/ 497453 w 2935628"/>
                  <a:gd name="connsiteY33" fmla="*/ 3821234 h 5472713"/>
                  <a:gd name="connsiteX34" fmla="*/ 991073 w 2935628"/>
                  <a:gd name="connsiteY34" fmla="*/ 3536002 h 5472713"/>
                  <a:gd name="connsiteX35" fmla="*/ 989671 w 2935628"/>
                  <a:gd name="connsiteY35" fmla="*/ 3535183 h 5472713"/>
                  <a:gd name="connsiteX36" fmla="*/ 988360 w 2935628"/>
                  <a:gd name="connsiteY36" fmla="*/ 2965082 h 5472713"/>
                  <a:gd name="connsiteX37" fmla="*/ 1487124 w 2935628"/>
                  <a:gd name="connsiteY37" fmla="*/ 2677729 h 5472713"/>
                  <a:gd name="connsiteX38" fmla="*/ 1485813 w 2935628"/>
                  <a:gd name="connsiteY38" fmla="*/ 2107630 h 5472713"/>
                  <a:gd name="connsiteX39" fmla="*/ 1485814 w 2935628"/>
                  <a:gd name="connsiteY39" fmla="*/ 2105669 h 5472713"/>
                  <a:gd name="connsiteX40" fmla="*/ 1979107 w 2935628"/>
                  <a:gd name="connsiteY40" fmla="*/ 1820896 h 5472713"/>
                  <a:gd name="connsiteX41" fmla="*/ 1978033 w 2935628"/>
                  <a:gd name="connsiteY41" fmla="*/ 1820277 h 5472713"/>
                  <a:gd name="connsiteX42" fmla="*/ 1976722 w 2935628"/>
                  <a:gd name="connsiteY42" fmla="*/ 1250178 h 5472713"/>
                  <a:gd name="connsiteX43" fmla="*/ 2477448 w 2935628"/>
                  <a:gd name="connsiteY43" fmla="*/ 963504 h 5472713"/>
                  <a:gd name="connsiteX44" fmla="*/ 2476131 w 2935628"/>
                  <a:gd name="connsiteY44" fmla="*/ 544593 h 5472713"/>
                  <a:gd name="connsiteX45" fmla="*/ 2290902 w 2935628"/>
                  <a:gd name="connsiteY45" fmla="*/ 437242 h 5472713"/>
                  <a:gd name="connsiteX46" fmla="*/ 2546183 w 2935628"/>
                  <a:gd name="connsiteY46" fmla="*/ 78545 h 5472713"/>
                  <a:gd name="connsiteX47" fmla="*/ 2546595 w 2935628"/>
                  <a:gd name="connsiteY47" fmla="*/ 79611 h 5472713"/>
                  <a:gd name="connsiteX48" fmla="*/ 2682971 w 2935628"/>
                  <a:gd name="connsiteY48" fmla="*/ 0 h 5472713"/>
                  <a:gd name="connsiteX0" fmla="*/ 1483859 w 2935628"/>
                  <a:gd name="connsiteY0" fmla="*/ 2677083 h 5477875"/>
                  <a:gd name="connsiteX1" fmla="*/ 988361 w 2935628"/>
                  <a:gd name="connsiteY1" fmla="*/ 2963121 h 5477875"/>
                  <a:gd name="connsiteX2" fmla="*/ 1483859 w 2935628"/>
                  <a:gd name="connsiteY2" fmla="*/ 2677083 h 5477875"/>
                  <a:gd name="connsiteX3" fmla="*/ 2472880 w 2935628"/>
                  <a:gd name="connsiteY3" fmla="*/ 962179 h 5477875"/>
                  <a:gd name="connsiteX4" fmla="*/ 1976722 w 2935628"/>
                  <a:gd name="connsiteY4" fmla="*/ 1248217 h 5477875"/>
                  <a:gd name="connsiteX5" fmla="*/ 2472880 w 2935628"/>
                  <a:gd name="connsiteY5" fmla="*/ 962179 h 5477875"/>
                  <a:gd name="connsiteX6" fmla="*/ 2682971 w 2935628"/>
                  <a:gd name="connsiteY6" fmla="*/ 0 h 5477875"/>
                  <a:gd name="connsiteX7" fmla="*/ 2935628 w 2935628"/>
                  <a:gd name="connsiteY7" fmla="*/ 652579 h 5477875"/>
                  <a:gd name="connsiteX8" fmla="*/ 2798833 w 2935628"/>
                  <a:gd name="connsiteY8" fmla="*/ 732435 h 5477875"/>
                  <a:gd name="connsiteX9" fmla="*/ 2798181 w 2935628"/>
                  <a:gd name="connsiteY9" fmla="*/ 730751 h 5477875"/>
                  <a:gd name="connsiteX10" fmla="*/ 2747679 w 2935628"/>
                  <a:gd name="connsiteY10" fmla="*/ 701404 h 5477875"/>
                  <a:gd name="connsiteX11" fmla="*/ 2749083 w 2935628"/>
                  <a:gd name="connsiteY11" fmla="*/ 1120501 h 5477875"/>
                  <a:gd name="connsiteX12" fmla="*/ 2255534 w 2935628"/>
                  <a:gd name="connsiteY12" fmla="*/ 1408544 h 5477875"/>
                  <a:gd name="connsiteX13" fmla="*/ 2255534 w 2935628"/>
                  <a:gd name="connsiteY13" fmla="*/ 1977314 h 5477875"/>
                  <a:gd name="connsiteX14" fmla="*/ 1761380 w 2935628"/>
                  <a:gd name="connsiteY14" fmla="*/ 2264671 h 5477875"/>
                  <a:gd name="connsiteX15" fmla="*/ 1761380 w 2935628"/>
                  <a:gd name="connsiteY15" fmla="*/ 2833441 h 5477875"/>
                  <a:gd name="connsiteX16" fmla="*/ 1267226 w 2935628"/>
                  <a:gd name="connsiteY16" fmla="*/ 3120798 h 5477875"/>
                  <a:gd name="connsiteX17" fmla="*/ 1267226 w 2935628"/>
                  <a:gd name="connsiteY17" fmla="*/ 3689568 h 5477875"/>
                  <a:gd name="connsiteX18" fmla="*/ 773072 w 2935628"/>
                  <a:gd name="connsiteY18" fmla="*/ 3976925 h 5477875"/>
                  <a:gd name="connsiteX19" fmla="*/ 773072 w 2935628"/>
                  <a:gd name="connsiteY19" fmla="*/ 4545696 h 5477875"/>
                  <a:gd name="connsiteX20" fmla="*/ 278797 w 2935628"/>
                  <a:gd name="connsiteY20" fmla="*/ 4833053 h 5477875"/>
                  <a:gd name="connsiteX21" fmla="*/ 278797 w 2935628"/>
                  <a:gd name="connsiteY21" fmla="*/ 5402509 h 5477875"/>
                  <a:gd name="connsiteX22" fmla="*/ 160821 w 2935628"/>
                  <a:gd name="connsiteY22" fmla="*/ 5469243 h 5477875"/>
                  <a:gd name="connsiteX23" fmla="*/ 138763 w 2935628"/>
                  <a:gd name="connsiteY23" fmla="*/ 5477875 h 5477875"/>
                  <a:gd name="connsiteX24" fmla="*/ 1966 w 2935628"/>
                  <a:gd name="connsiteY24" fmla="*/ 5398028 h 5477875"/>
                  <a:gd name="connsiteX25" fmla="*/ 14 w 2935628"/>
                  <a:gd name="connsiteY25" fmla="*/ 4678694 h 5477875"/>
                  <a:gd name="connsiteX26" fmla="*/ 0 w 2935628"/>
                  <a:gd name="connsiteY26" fmla="*/ 4678686 h 5477875"/>
                  <a:gd name="connsiteX27" fmla="*/ 14 w 2935628"/>
                  <a:gd name="connsiteY27" fmla="*/ 4678678 h 5477875"/>
                  <a:gd name="connsiteX28" fmla="*/ 0 w 2935628"/>
                  <a:gd name="connsiteY28" fmla="*/ 4673441 h 5477875"/>
                  <a:gd name="connsiteX29" fmla="*/ 4533 w 2935628"/>
                  <a:gd name="connsiteY29" fmla="*/ 4676066 h 5477875"/>
                  <a:gd name="connsiteX30" fmla="*/ 496158 w 2935628"/>
                  <a:gd name="connsiteY30" fmla="*/ 4391987 h 5477875"/>
                  <a:gd name="connsiteX31" fmla="*/ 499419 w 2935628"/>
                  <a:gd name="connsiteY31" fmla="*/ 4392001 h 5477875"/>
                  <a:gd name="connsiteX32" fmla="*/ 497453 w 2935628"/>
                  <a:gd name="connsiteY32" fmla="*/ 3822534 h 5477875"/>
                  <a:gd name="connsiteX33" fmla="*/ 497453 w 2935628"/>
                  <a:gd name="connsiteY33" fmla="*/ 3821234 h 5477875"/>
                  <a:gd name="connsiteX34" fmla="*/ 991073 w 2935628"/>
                  <a:gd name="connsiteY34" fmla="*/ 3536002 h 5477875"/>
                  <a:gd name="connsiteX35" fmla="*/ 989671 w 2935628"/>
                  <a:gd name="connsiteY35" fmla="*/ 3535183 h 5477875"/>
                  <a:gd name="connsiteX36" fmla="*/ 988360 w 2935628"/>
                  <a:gd name="connsiteY36" fmla="*/ 2965082 h 5477875"/>
                  <a:gd name="connsiteX37" fmla="*/ 1487124 w 2935628"/>
                  <a:gd name="connsiteY37" fmla="*/ 2677729 h 5477875"/>
                  <a:gd name="connsiteX38" fmla="*/ 1485813 w 2935628"/>
                  <a:gd name="connsiteY38" fmla="*/ 2107630 h 5477875"/>
                  <a:gd name="connsiteX39" fmla="*/ 1485814 w 2935628"/>
                  <a:gd name="connsiteY39" fmla="*/ 2105669 h 5477875"/>
                  <a:gd name="connsiteX40" fmla="*/ 1979107 w 2935628"/>
                  <a:gd name="connsiteY40" fmla="*/ 1820896 h 5477875"/>
                  <a:gd name="connsiteX41" fmla="*/ 1978033 w 2935628"/>
                  <a:gd name="connsiteY41" fmla="*/ 1820277 h 5477875"/>
                  <a:gd name="connsiteX42" fmla="*/ 1976722 w 2935628"/>
                  <a:gd name="connsiteY42" fmla="*/ 1250178 h 5477875"/>
                  <a:gd name="connsiteX43" fmla="*/ 2477448 w 2935628"/>
                  <a:gd name="connsiteY43" fmla="*/ 963504 h 5477875"/>
                  <a:gd name="connsiteX44" fmla="*/ 2476131 w 2935628"/>
                  <a:gd name="connsiteY44" fmla="*/ 544593 h 5477875"/>
                  <a:gd name="connsiteX45" fmla="*/ 2290902 w 2935628"/>
                  <a:gd name="connsiteY45" fmla="*/ 437242 h 5477875"/>
                  <a:gd name="connsiteX46" fmla="*/ 2546183 w 2935628"/>
                  <a:gd name="connsiteY46" fmla="*/ 78545 h 5477875"/>
                  <a:gd name="connsiteX47" fmla="*/ 2546595 w 2935628"/>
                  <a:gd name="connsiteY47" fmla="*/ 79611 h 5477875"/>
                  <a:gd name="connsiteX48" fmla="*/ 2682971 w 2935628"/>
                  <a:gd name="connsiteY48" fmla="*/ 0 h 5477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2935628" h="5477875">
                    <a:moveTo>
                      <a:pt x="1483859" y="2677083"/>
                    </a:moveTo>
                    <a:lnTo>
                      <a:pt x="988361" y="2963121"/>
                    </a:lnTo>
                    <a:lnTo>
                      <a:pt x="1483859" y="2677083"/>
                    </a:lnTo>
                    <a:close/>
                    <a:moveTo>
                      <a:pt x="2472880" y="962179"/>
                    </a:moveTo>
                    <a:lnTo>
                      <a:pt x="1976722" y="1248217"/>
                    </a:lnTo>
                    <a:lnTo>
                      <a:pt x="2472880" y="962179"/>
                    </a:lnTo>
                    <a:close/>
                    <a:moveTo>
                      <a:pt x="2682971" y="0"/>
                    </a:moveTo>
                    <a:lnTo>
                      <a:pt x="2935628" y="652579"/>
                    </a:lnTo>
                    <a:lnTo>
                      <a:pt x="2798833" y="732435"/>
                    </a:lnTo>
                    <a:lnTo>
                      <a:pt x="2798181" y="730751"/>
                    </a:lnTo>
                    <a:lnTo>
                      <a:pt x="2747679" y="701404"/>
                    </a:lnTo>
                    <a:lnTo>
                      <a:pt x="2749083" y="1120501"/>
                    </a:lnTo>
                    <a:lnTo>
                      <a:pt x="2255534" y="1408544"/>
                    </a:lnTo>
                    <a:lnTo>
                      <a:pt x="2255534" y="1977314"/>
                    </a:lnTo>
                    <a:lnTo>
                      <a:pt x="1761380" y="2264671"/>
                    </a:lnTo>
                    <a:lnTo>
                      <a:pt x="1761380" y="2833441"/>
                    </a:lnTo>
                    <a:lnTo>
                      <a:pt x="1267226" y="3120798"/>
                    </a:lnTo>
                    <a:lnTo>
                      <a:pt x="1267226" y="3689568"/>
                    </a:lnTo>
                    <a:lnTo>
                      <a:pt x="773072" y="3976925"/>
                    </a:lnTo>
                    <a:lnTo>
                      <a:pt x="773072" y="4545696"/>
                    </a:lnTo>
                    <a:lnTo>
                      <a:pt x="278797" y="4833053"/>
                    </a:lnTo>
                    <a:lnTo>
                      <a:pt x="278797" y="5402509"/>
                    </a:lnTo>
                    <a:lnTo>
                      <a:pt x="160821" y="5469243"/>
                    </a:lnTo>
                    <a:cubicBezTo>
                      <a:pt x="137482" y="5481804"/>
                      <a:pt x="140236" y="5475060"/>
                      <a:pt x="138763" y="5477875"/>
                    </a:cubicBezTo>
                    <a:lnTo>
                      <a:pt x="1966" y="5398028"/>
                    </a:lnTo>
                    <a:cubicBezTo>
                      <a:pt x="1315" y="5158250"/>
                      <a:pt x="665" y="4918472"/>
                      <a:pt x="14" y="4678694"/>
                    </a:cubicBezTo>
                    <a:cubicBezTo>
                      <a:pt x="9" y="4678691"/>
                      <a:pt x="5" y="4678689"/>
                      <a:pt x="0" y="4678686"/>
                    </a:cubicBezTo>
                    <a:cubicBezTo>
                      <a:pt x="5" y="4678683"/>
                      <a:pt x="9" y="4678681"/>
                      <a:pt x="14" y="4678678"/>
                    </a:cubicBezTo>
                    <a:cubicBezTo>
                      <a:pt x="9" y="4676932"/>
                      <a:pt x="5" y="4675187"/>
                      <a:pt x="0" y="4673441"/>
                    </a:cubicBezTo>
                    <a:lnTo>
                      <a:pt x="4533" y="4676066"/>
                    </a:lnTo>
                    <a:lnTo>
                      <a:pt x="496158" y="4391987"/>
                    </a:lnTo>
                    <a:lnTo>
                      <a:pt x="499419" y="4392001"/>
                    </a:lnTo>
                    <a:cubicBezTo>
                      <a:pt x="498764" y="4202179"/>
                      <a:pt x="498108" y="4012356"/>
                      <a:pt x="497453" y="3822534"/>
                    </a:cubicBezTo>
                    <a:lnTo>
                      <a:pt x="497453" y="3821234"/>
                    </a:lnTo>
                    <a:lnTo>
                      <a:pt x="991073" y="3536002"/>
                    </a:lnTo>
                    <a:lnTo>
                      <a:pt x="989671" y="3535183"/>
                    </a:lnTo>
                    <a:lnTo>
                      <a:pt x="988360" y="2965082"/>
                    </a:lnTo>
                    <a:lnTo>
                      <a:pt x="1487124" y="2677729"/>
                    </a:lnTo>
                    <a:lnTo>
                      <a:pt x="1485813" y="2107630"/>
                    </a:lnTo>
                    <a:cubicBezTo>
                      <a:pt x="1485813" y="2106976"/>
                      <a:pt x="1485814" y="2106323"/>
                      <a:pt x="1485814" y="2105669"/>
                    </a:cubicBezTo>
                    <a:lnTo>
                      <a:pt x="1979107" y="1820896"/>
                    </a:lnTo>
                    <a:lnTo>
                      <a:pt x="1978033" y="1820277"/>
                    </a:lnTo>
                    <a:lnTo>
                      <a:pt x="1976722" y="1250178"/>
                    </a:lnTo>
                    <a:lnTo>
                      <a:pt x="2477448" y="963504"/>
                    </a:lnTo>
                    <a:lnTo>
                      <a:pt x="2476131" y="544593"/>
                    </a:lnTo>
                    <a:lnTo>
                      <a:pt x="2290902" y="437242"/>
                    </a:lnTo>
                    <a:lnTo>
                      <a:pt x="2546183" y="78545"/>
                    </a:lnTo>
                    <a:lnTo>
                      <a:pt x="2546595" y="79611"/>
                    </a:lnTo>
                    <a:lnTo>
                      <a:pt x="2682971" y="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>
                <a:miter lim="400000"/>
              </a:ln>
            </p:spPr>
            <p:txBody>
              <a:bodyPr wrap="square" lIns="38100" tIns="38100" rIns="38100" bIns="38100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1" name="Figure">
                <a:extLst>
                  <a:ext uri="{FF2B5EF4-FFF2-40B4-BE49-F238E27FC236}">
                    <a16:creationId xmlns:a16="http://schemas.microsoft.com/office/drawing/2014/main" id="{F525DBCC-3861-41A9-81CF-ED4A26D638DF}"/>
                  </a:ext>
                </a:extLst>
              </p:cNvPr>
              <p:cNvSpPr/>
              <p:nvPr/>
            </p:nvSpPr>
            <p:spPr>
              <a:xfrm>
                <a:off x="4516974" y="5445604"/>
                <a:ext cx="632944" cy="3658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68" y="21600"/>
                    </a:moveTo>
                    <a:lnTo>
                      <a:pt x="0" y="16925"/>
                    </a:lnTo>
                    <a:lnTo>
                      <a:pt x="16932" y="0"/>
                    </a:lnTo>
                    <a:lnTo>
                      <a:pt x="21600" y="4714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2" name="Figure">
                <a:extLst>
                  <a:ext uri="{FF2B5EF4-FFF2-40B4-BE49-F238E27FC236}">
                    <a16:creationId xmlns:a16="http://schemas.microsoft.com/office/drawing/2014/main" id="{FD1974DA-D9BD-4D2F-AA02-B259E29E4765}"/>
                  </a:ext>
                </a:extLst>
              </p:cNvPr>
              <p:cNvSpPr/>
              <p:nvPr/>
            </p:nvSpPr>
            <p:spPr>
              <a:xfrm>
                <a:off x="4516974" y="5727058"/>
                <a:ext cx="138763" cy="8044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306" y="19456"/>
                    </a:lnTo>
                    <a:lnTo>
                      <a:pt x="0" y="0"/>
                    </a:lnTo>
                    <a:lnTo>
                      <a:pt x="21294" y="2127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3" name="Figure">
                <a:extLst>
                  <a:ext uri="{FF2B5EF4-FFF2-40B4-BE49-F238E27FC236}">
                    <a16:creationId xmlns:a16="http://schemas.microsoft.com/office/drawing/2014/main" id="{975CFE24-CAFC-4D65-A71A-D8374FAEF163}"/>
                  </a:ext>
                </a:extLst>
              </p:cNvPr>
              <p:cNvSpPr/>
              <p:nvPr/>
            </p:nvSpPr>
            <p:spPr>
              <a:xfrm>
                <a:off x="5014427" y="4588152"/>
                <a:ext cx="632944" cy="3658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68" y="21600"/>
                    </a:moveTo>
                    <a:lnTo>
                      <a:pt x="0" y="16925"/>
                    </a:lnTo>
                    <a:lnTo>
                      <a:pt x="16932" y="0"/>
                    </a:lnTo>
                    <a:lnTo>
                      <a:pt x="21600" y="4714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4" name="Figure">
                <a:extLst>
                  <a:ext uri="{FF2B5EF4-FFF2-40B4-BE49-F238E27FC236}">
                    <a16:creationId xmlns:a16="http://schemas.microsoft.com/office/drawing/2014/main" id="{2CF80D65-2F02-4FAF-8664-EF51B9F0ADF2}"/>
                  </a:ext>
                </a:extLst>
              </p:cNvPr>
              <p:cNvSpPr/>
              <p:nvPr/>
            </p:nvSpPr>
            <p:spPr>
              <a:xfrm>
                <a:off x="5014427" y="4876151"/>
                <a:ext cx="138763" cy="6493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306" y="18944"/>
                    </a:lnTo>
                    <a:lnTo>
                      <a:pt x="0" y="0"/>
                    </a:lnTo>
                    <a:lnTo>
                      <a:pt x="21294" y="2635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5" name="Figure">
                <a:extLst>
                  <a:ext uri="{FF2B5EF4-FFF2-40B4-BE49-F238E27FC236}">
                    <a16:creationId xmlns:a16="http://schemas.microsoft.com/office/drawing/2014/main" id="{479C2DD2-9031-4F5D-A3FF-C5EA78C36963}"/>
                  </a:ext>
                </a:extLst>
              </p:cNvPr>
              <p:cNvSpPr/>
              <p:nvPr/>
            </p:nvSpPr>
            <p:spPr>
              <a:xfrm>
                <a:off x="5505335" y="3730700"/>
                <a:ext cx="632289" cy="3658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73" y="21600"/>
                    </a:moveTo>
                    <a:lnTo>
                      <a:pt x="0" y="16886"/>
                    </a:lnTo>
                    <a:lnTo>
                      <a:pt x="16927" y="0"/>
                    </a:lnTo>
                    <a:lnTo>
                      <a:pt x="21600" y="4675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6" name="Figure">
                <a:extLst>
                  <a:ext uri="{FF2B5EF4-FFF2-40B4-BE49-F238E27FC236}">
                    <a16:creationId xmlns:a16="http://schemas.microsoft.com/office/drawing/2014/main" id="{519983DC-95D2-4D4B-ACEE-22FB132F0EE3}"/>
                  </a:ext>
                </a:extLst>
              </p:cNvPr>
              <p:cNvSpPr/>
              <p:nvPr/>
            </p:nvSpPr>
            <p:spPr>
              <a:xfrm>
                <a:off x="5505334" y="4018699"/>
                <a:ext cx="138110" cy="6499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05" y="18946"/>
                    </a:lnTo>
                    <a:lnTo>
                      <a:pt x="0" y="0"/>
                    </a:lnTo>
                    <a:lnTo>
                      <a:pt x="21395" y="2654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7" name="Figure">
                <a:extLst>
                  <a:ext uri="{FF2B5EF4-FFF2-40B4-BE49-F238E27FC236}">
                    <a16:creationId xmlns:a16="http://schemas.microsoft.com/office/drawing/2014/main" id="{33CD87B5-B116-4860-9A3E-E189F97F4C34}"/>
                  </a:ext>
                </a:extLst>
              </p:cNvPr>
              <p:cNvSpPr/>
              <p:nvPr/>
            </p:nvSpPr>
            <p:spPr>
              <a:xfrm>
                <a:off x="6002787" y="3161247"/>
                <a:ext cx="138110" cy="6493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05" y="18965"/>
                    </a:lnTo>
                    <a:lnTo>
                      <a:pt x="0" y="0"/>
                    </a:lnTo>
                    <a:lnTo>
                      <a:pt x="21395" y="2656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8" name="Figure">
                <a:extLst>
                  <a:ext uri="{FF2B5EF4-FFF2-40B4-BE49-F238E27FC236}">
                    <a16:creationId xmlns:a16="http://schemas.microsoft.com/office/drawing/2014/main" id="{35CBE347-ED9E-4E43-84EE-0D0F4E2C5CF7}"/>
                  </a:ext>
                </a:extLst>
              </p:cNvPr>
              <p:cNvSpPr/>
              <p:nvPr/>
            </p:nvSpPr>
            <p:spPr>
              <a:xfrm>
                <a:off x="6002788" y="2873248"/>
                <a:ext cx="632944" cy="3658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68" y="21600"/>
                    </a:moveTo>
                    <a:lnTo>
                      <a:pt x="0" y="16886"/>
                    </a:lnTo>
                    <a:lnTo>
                      <a:pt x="16909" y="0"/>
                    </a:lnTo>
                    <a:lnTo>
                      <a:pt x="21600" y="4675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9" name="Figure">
                <a:extLst>
                  <a:ext uri="{FF2B5EF4-FFF2-40B4-BE49-F238E27FC236}">
                    <a16:creationId xmlns:a16="http://schemas.microsoft.com/office/drawing/2014/main" id="{2FCDADBC-F1FF-4D7F-A9D8-937BC20FA35B}"/>
                  </a:ext>
                </a:extLst>
              </p:cNvPr>
              <p:cNvSpPr/>
              <p:nvPr/>
            </p:nvSpPr>
            <p:spPr>
              <a:xfrm>
                <a:off x="6493696" y="2015796"/>
                <a:ext cx="632944" cy="3658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68" y="21600"/>
                    </a:moveTo>
                    <a:lnTo>
                      <a:pt x="0" y="16886"/>
                    </a:lnTo>
                    <a:lnTo>
                      <a:pt x="16932" y="0"/>
                    </a:lnTo>
                    <a:lnTo>
                      <a:pt x="21600" y="4675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0" name="Figure">
                <a:extLst>
                  <a:ext uri="{FF2B5EF4-FFF2-40B4-BE49-F238E27FC236}">
                    <a16:creationId xmlns:a16="http://schemas.microsoft.com/office/drawing/2014/main" id="{4891DB85-873C-4C96-9534-1E6B3D5F2142}"/>
                  </a:ext>
                </a:extLst>
              </p:cNvPr>
              <p:cNvSpPr/>
              <p:nvPr/>
            </p:nvSpPr>
            <p:spPr>
              <a:xfrm>
                <a:off x="6493696" y="2303795"/>
                <a:ext cx="138763" cy="6493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204" y="18965"/>
                    </a:lnTo>
                    <a:lnTo>
                      <a:pt x="0" y="0"/>
                    </a:lnTo>
                    <a:lnTo>
                      <a:pt x="21294" y="2656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1" name="Figure">
                <a:extLst>
                  <a:ext uri="{FF2B5EF4-FFF2-40B4-BE49-F238E27FC236}">
                    <a16:creationId xmlns:a16="http://schemas.microsoft.com/office/drawing/2014/main" id="{E4D8A919-3736-44B7-85CE-EE04E7B06A6A}"/>
                  </a:ext>
                </a:extLst>
              </p:cNvPr>
              <p:cNvSpPr/>
              <p:nvPr/>
            </p:nvSpPr>
            <p:spPr>
              <a:xfrm>
                <a:off x="7063149" y="1053617"/>
                <a:ext cx="389453" cy="73243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355"/>
                    </a:moveTo>
                    <a:lnTo>
                      <a:pt x="7587" y="0"/>
                    </a:lnTo>
                    <a:lnTo>
                      <a:pt x="21600" y="19245"/>
                    </a:lnTo>
                    <a:lnTo>
                      <a:pt x="14013" y="21600"/>
                    </a:lnTo>
                    <a:close/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2" name="Figure">
                <a:extLst>
                  <a:ext uri="{FF2B5EF4-FFF2-40B4-BE49-F238E27FC236}">
                    <a16:creationId xmlns:a16="http://schemas.microsoft.com/office/drawing/2014/main" id="{36D3AB35-12C3-41FA-8FC3-43B376094FC9}"/>
                  </a:ext>
                </a:extLst>
              </p:cNvPr>
              <p:cNvSpPr/>
              <p:nvPr/>
            </p:nvSpPr>
            <p:spPr>
              <a:xfrm>
                <a:off x="6807876" y="1132162"/>
                <a:ext cx="507927" cy="96414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620"/>
                    </a:moveTo>
                    <a:lnTo>
                      <a:pt x="10856" y="0"/>
                    </a:lnTo>
                    <a:lnTo>
                      <a:pt x="0" y="8036"/>
                    </a:lnTo>
                    <a:lnTo>
                      <a:pt x="7877" y="10441"/>
                    </a:lnTo>
                    <a:lnTo>
                      <a:pt x="7933" y="19826"/>
                    </a:lnTo>
                    <a:lnTo>
                      <a:pt x="13751" y="21600"/>
                    </a:lnTo>
                    <a:lnTo>
                      <a:pt x="13695" y="1220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05802D2-21D4-4139-B4CE-0EF649E2A822}"/>
                </a:ext>
              </a:extLst>
            </p:cNvPr>
            <p:cNvGrpSpPr/>
            <p:nvPr/>
          </p:nvGrpSpPr>
          <p:grpSpPr>
            <a:xfrm>
              <a:off x="5461968" y="2781368"/>
              <a:ext cx="2056038" cy="3613567"/>
              <a:chOff x="4686300" y="3898900"/>
              <a:chExt cx="4085590" cy="7180581"/>
            </a:xfrm>
          </p:grpSpPr>
          <p:sp>
            <p:nvSpPr>
              <p:cNvPr id="34" name="Figure">
                <a:extLst>
                  <a:ext uri="{FF2B5EF4-FFF2-40B4-BE49-F238E27FC236}">
                    <a16:creationId xmlns:a16="http://schemas.microsoft.com/office/drawing/2014/main" id="{F004ED20-F0BB-4452-A00C-F47099ADF944}"/>
                  </a:ext>
                </a:extLst>
              </p:cNvPr>
              <p:cNvSpPr/>
              <p:nvPr/>
            </p:nvSpPr>
            <p:spPr>
              <a:xfrm>
                <a:off x="4686300" y="10553700"/>
                <a:ext cx="205741" cy="5257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467" y="0"/>
                    </a:moveTo>
                    <a:lnTo>
                      <a:pt x="21600" y="19513"/>
                    </a:lnTo>
                    <a:lnTo>
                      <a:pt x="12400" y="21600"/>
                    </a:lnTo>
                    <a:lnTo>
                      <a:pt x="12267" y="10330"/>
                    </a:lnTo>
                    <a:lnTo>
                      <a:pt x="12400" y="8452"/>
                    </a:lnTo>
                    <a:lnTo>
                      <a:pt x="12533" y="6417"/>
                    </a:lnTo>
                    <a:cubicBezTo>
                      <a:pt x="11067" y="7461"/>
                      <a:pt x="10000" y="8139"/>
                      <a:pt x="9333" y="8504"/>
                    </a:cubicBezTo>
                    <a:lnTo>
                      <a:pt x="4400" y="11426"/>
                    </a:lnTo>
                    <a:lnTo>
                      <a:pt x="0" y="9965"/>
                    </a:lnTo>
                    <a:lnTo>
                      <a:pt x="13867" y="1826"/>
                    </a:lnTo>
                    <a:lnTo>
                      <a:pt x="2146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5" name="Figure">
                <a:extLst>
                  <a:ext uri="{FF2B5EF4-FFF2-40B4-BE49-F238E27FC236}">
                    <a16:creationId xmlns:a16="http://schemas.microsoft.com/office/drawing/2014/main" id="{EF608F99-A171-43D9-A441-38E7440407B0}"/>
                  </a:ext>
                </a:extLst>
              </p:cNvPr>
              <p:cNvSpPr/>
              <p:nvPr/>
            </p:nvSpPr>
            <p:spPr>
              <a:xfrm>
                <a:off x="5651499" y="8889999"/>
                <a:ext cx="292101" cy="5892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988" y="838"/>
                    </a:moveTo>
                    <a:cubicBezTo>
                      <a:pt x="12866" y="279"/>
                      <a:pt x="14556" y="0"/>
                      <a:pt x="16059" y="0"/>
                    </a:cubicBezTo>
                    <a:cubicBezTo>
                      <a:pt x="17562" y="0"/>
                      <a:pt x="18689" y="186"/>
                      <a:pt x="19440" y="698"/>
                    </a:cubicBezTo>
                    <a:cubicBezTo>
                      <a:pt x="20285" y="1164"/>
                      <a:pt x="20661" y="1862"/>
                      <a:pt x="20661" y="2793"/>
                    </a:cubicBezTo>
                    <a:cubicBezTo>
                      <a:pt x="20661" y="3584"/>
                      <a:pt x="20379" y="4422"/>
                      <a:pt x="19910" y="5260"/>
                    </a:cubicBezTo>
                    <a:cubicBezTo>
                      <a:pt x="19440" y="6098"/>
                      <a:pt x="18689" y="7029"/>
                      <a:pt x="17656" y="8053"/>
                    </a:cubicBezTo>
                    <a:cubicBezTo>
                      <a:pt x="16623" y="9078"/>
                      <a:pt x="14838" y="10660"/>
                      <a:pt x="12209" y="12755"/>
                    </a:cubicBezTo>
                    <a:lnTo>
                      <a:pt x="8264" y="15967"/>
                    </a:lnTo>
                    <a:lnTo>
                      <a:pt x="8264" y="16153"/>
                    </a:lnTo>
                    <a:lnTo>
                      <a:pt x="21600" y="12336"/>
                    </a:lnTo>
                    <a:lnTo>
                      <a:pt x="21600" y="15409"/>
                    </a:lnTo>
                    <a:lnTo>
                      <a:pt x="282" y="21600"/>
                    </a:lnTo>
                    <a:lnTo>
                      <a:pt x="282" y="19040"/>
                    </a:lnTo>
                    <a:lnTo>
                      <a:pt x="7889" y="12429"/>
                    </a:lnTo>
                    <a:cubicBezTo>
                      <a:pt x="10143" y="10474"/>
                      <a:pt x="11645" y="9124"/>
                      <a:pt x="12303" y="8379"/>
                    </a:cubicBezTo>
                    <a:cubicBezTo>
                      <a:pt x="12960" y="7681"/>
                      <a:pt x="13523" y="7029"/>
                      <a:pt x="13805" y="6517"/>
                    </a:cubicBezTo>
                    <a:cubicBezTo>
                      <a:pt x="14087" y="6005"/>
                      <a:pt x="14275" y="5493"/>
                      <a:pt x="14275" y="5028"/>
                    </a:cubicBezTo>
                    <a:cubicBezTo>
                      <a:pt x="14275" y="4329"/>
                      <a:pt x="13899" y="3910"/>
                      <a:pt x="13242" y="3771"/>
                    </a:cubicBezTo>
                    <a:cubicBezTo>
                      <a:pt x="12584" y="3631"/>
                      <a:pt x="11645" y="3724"/>
                      <a:pt x="10518" y="4050"/>
                    </a:cubicBezTo>
                    <a:cubicBezTo>
                      <a:pt x="9297" y="4376"/>
                      <a:pt x="8170" y="4888"/>
                      <a:pt x="7043" y="5493"/>
                    </a:cubicBezTo>
                    <a:cubicBezTo>
                      <a:pt x="5917" y="6145"/>
                      <a:pt x="4790" y="6890"/>
                      <a:pt x="3569" y="7821"/>
                    </a:cubicBezTo>
                    <a:lnTo>
                      <a:pt x="0" y="6471"/>
                    </a:lnTo>
                    <a:cubicBezTo>
                      <a:pt x="1503" y="5307"/>
                      <a:pt x="2723" y="4422"/>
                      <a:pt x="3757" y="3864"/>
                    </a:cubicBezTo>
                    <a:cubicBezTo>
                      <a:pt x="4696" y="3259"/>
                      <a:pt x="5823" y="2746"/>
                      <a:pt x="6950" y="2234"/>
                    </a:cubicBezTo>
                    <a:cubicBezTo>
                      <a:pt x="8264" y="1722"/>
                      <a:pt x="9579" y="1257"/>
                      <a:pt x="10988" y="8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6" name="Figure">
                <a:extLst>
                  <a:ext uri="{FF2B5EF4-FFF2-40B4-BE49-F238E27FC236}">
                    <a16:creationId xmlns:a16="http://schemas.microsoft.com/office/drawing/2014/main" id="{EEAD5914-6D6B-4F21-9CF8-F77DDA8C7C02}"/>
                  </a:ext>
                </a:extLst>
              </p:cNvPr>
              <p:cNvSpPr/>
              <p:nvPr/>
            </p:nvSpPr>
            <p:spPr>
              <a:xfrm>
                <a:off x="6629400" y="7239000"/>
                <a:ext cx="288292" cy="5716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61" extrusionOk="0">
                    <a:moveTo>
                      <a:pt x="10277" y="1148"/>
                    </a:moveTo>
                    <a:cubicBezTo>
                      <a:pt x="13512" y="195"/>
                      <a:pt x="15986" y="-139"/>
                      <a:pt x="17889" y="52"/>
                    </a:cubicBezTo>
                    <a:cubicBezTo>
                      <a:pt x="19792" y="242"/>
                      <a:pt x="20648" y="1053"/>
                      <a:pt x="20648" y="2388"/>
                    </a:cubicBezTo>
                    <a:cubicBezTo>
                      <a:pt x="20648" y="3485"/>
                      <a:pt x="20078" y="4629"/>
                      <a:pt x="18936" y="5726"/>
                    </a:cubicBezTo>
                    <a:cubicBezTo>
                      <a:pt x="17794" y="6870"/>
                      <a:pt x="16176" y="7872"/>
                      <a:pt x="13988" y="8778"/>
                    </a:cubicBezTo>
                    <a:lnTo>
                      <a:pt x="13988" y="8873"/>
                    </a:lnTo>
                    <a:cubicBezTo>
                      <a:pt x="16462" y="8348"/>
                      <a:pt x="18365" y="8205"/>
                      <a:pt x="19697" y="8539"/>
                    </a:cubicBezTo>
                    <a:cubicBezTo>
                      <a:pt x="21029" y="8873"/>
                      <a:pt x="21600" y="9588"/>
                      <a:pt x="21600" y="10780"/>
                    </a:cubicBezTo>
                    <a:cubicBezTo>
                      <a:pt x="21600" y="12497"/>
                      <a:pt x="20553" y="14118"/>
                      <a:pt x="18365" y="15739"/>
                    </a:cubicBezTo>
                    <a:cubicBezTo>
                      <a:pt x="16176" y="17313"/>
                      <a:pt x="13131" y="18695"/>
                      <a:pt x="9135" y="19840"/>
                    </a:cubicBezTo>
                    <a:cubicBezTo>
                      <a:pt x="5804" y="20793"/>
                      <a:pt x="2759" y="21366"/>
                      <a:pt x="190" y="21461"/>
                    </a:cubicBezTo>
                    <a:lnTo>
                      <a:pt x="190" y="18266"/>
                    </a:lnTo>
                    <a:cubicBezTo>
                      <a:pt x="1427" y="18266"/>
                      <a:pt x="2759" y="18171"/>
                      <a:pt x="4187" y="17980"/>
                    </a:cubicBezTo>
                    <a:cubicBezTo>
                      <a:pt x="5614" y="17789"/>
                      <a:pt x="7041" y="17456"/>
                      <a:pt x="8469" y="17074"/>
                    </a:cubicBezTo>
                    <a:cubicBezTo>
                      <a:pt x="10657" y="16454"/>
                      <a:pt x="12180" y="15787"/>
                      <a:pt x="13226" y="15072"/>
                    </a:cubicBezTo>
                    <a:cubicBezTo>
                      <a:pt x="14273" y="14356"/>
                      <a:pt x="14749" y="13546"/>
                      <a:pt x="14749" y="12592"/>
                    </a:cubicBezTo>
                    <a:cubicBezTo>
                      <a:pt x="14749" y="11734"/>
                      <a:pt x="14178" y="11352"/>
                      <a:pt x="12941" y="11305"/>
                    </a:cubicBezTo>
                    <a:cubicBezTo>
                      <a:pt x="11799" y="11305"/>
                      <a:pt x="9896" y="11686"/>
                      <a:pt x="7232" y="12401"/>
                    </a:cubicBezTo>
                    <a:lnTo>
                      <a:pt x="4853" y="13069"/>
                    </a:lnTo>
                    <a:lnTo>
                      <a:pt x="4853" y="10160"/>
                    </a:lnTo>
                    <a:lnTo>
                      <a:pt x="7232" y="9445"/>
                    </a:lnTo>
                    <a:cubicBezTo>
                      <a:pt x="9611" y="8730"/>
                      <a:pt x="11418" y="8062"/>
                      <a:pt x="12465" y="7395"/>
                    </a:cubicBezTo>
                    <a:cubicBezTo>
                      <a:pt x="13607" y="6727"/>
                      <a:pt x="14083" y="5917"/>
                      <a:pt x="14083" y="5058"/>
                    </a:cubicBezTo>
                    <a:cubicBezTo>
                      <a:pt x="14083" y="3723"/>
                      <a:pt x="12560" y="3437"/>
                      <a:pt x="9706" y="4295"/>
                    </a:cubicBezTo>
                    <a:cubicBezTo>
                      <a:pt x="8659" y="4582"/>
                      <a:pt x="7612" y="4963"/>
                      <a:pt x="6566" y="5488"/>
                    </a:cubicBezTo>
                    <a:cubicBezTo>
                      <a:pt x="5519" y="6012"/>
                      <a:pt x="4377" y="6680"/>
                      <a:pt x="3045" y="7490"/>
                    </a:cubicBezTo>
                    <a:lnTo>
                      <a:pt x="0" y="5774"/>
                    </a:lnTo>
                    <a:cubicBezTo>
                      <a:pt x="3045" y="3866"/>
                      <a:pt x="6375" y="2293"/>
                      <a:pt x="10277" y="11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7" name="Figure">
                <a:extLst>
                  <a:ext uri="{FF2B5EF4-FFF2-40B4-BE49-F238E27FC236}">
                    <a16:creationId xmlns:a16="http://schemas.microsoft.com/office/drawing/2014/main" id="{6A7684C1-6729-4B2F-8AEA-CCA0083F837D}"/>
                  </a:ext>
                </a:extLst>
              </p:cNvPr>
              <p:cNvSpPr/>
              <p:nvPr/>
            </p:nvSpPr>
            <p:spPr>
              <a:xfrm>
                <a:off x="7518399" y="5537200"/>
                <a:ext cx="311153" cy="5283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162" y="12254"/>
                    </a:moveTo>
                    <a:lnTo>
                      <a:pt x="21600" y="11060"/>
                    </a:lnTo>
                    <a:lnTo>
                      <a:pt x="21600" y="14227"/>
                    </a:lnTo>
                    <a:lnTo>
                      <a:pt x="18162" y="15421"/>
                    </a:lnTo>
                    <a:lnTo>
                      <a:pt x="18162" y="19471"/>
                    </a:lnTo>
                    <a:lnTo>
                      <a:pt x="12255" y="21496"/>
                    </a:lnTo>
                    <a:lnTo>
                      <a:pt x="12255" y="17446"/>
                    </a:lnTo>
                    <a:lnTo>
                      <a:pt x="0" y="21600"/>
                    </a:lnTo>
                    <a:lnTo>
                      <a:pt x="0" y="18744"/>
                    </a:lnTo>
                    <a:lnTo>
                      <a:pt x="12519" y="1921"/>
                    </a:lnTo>
                    <a:lnTo>
                      <a:pt x="18073" y="0"/>
                    </a:lnTo>
                    <a:lnTo>
                      <a:pt x="18162" y="12254"/>
                    </a:lnTo>
                    <a:close/>
                    <a:moveTo>
                      <a:pt x="12255" y="8567"/>
                    </a:moveTo>
                    <a:cubicBezTo>
                      <a:pt x="12343" y="7477"/>
                      <a:pt x="12343" y="6854"/>
                      <a:pt x="12431" y="6698"/>
                    </a:cubicBezTo>
                    <a:lnTo>
                      <a:pt x="12255" y="6750"/>
                    </a:lnTo>
                    <a:cubicBezTo>
                      <a:pt x="11814" y="7633"/>
                      <a:pt x="11197" y="8567"/>
                      <a:pt x="10491" y="9450"/>
                    </a:cubicBezTo>
                    <a:lnTo>
                      <a:pt x="5290" y="16615"/>
                    </a:lnTo>
                    <a:lnTo>
                      <a:pt x="12166" y="14279"/>
                    </a:lnTo>
                    <a:lnTo>
                      <a:pt x="12166" y="11008"/>
                    </a:lnTo>
                    <a:cubicBezTo>
                      <a:pt x="12167" y="10437"/>
                      <a:pt x="12255" y="9606"/>
                      <a:pt x="12255" y="8567"/>
                    </a:cubicBezTo>
                    <a:lnTo>
                      <a:pt x="12255" y="8567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38" name="Figure">
                <a:extLst>
                  <a:ext uri="{FF2B5EF4-FFF2-40B4-BE49-F238E27FC236}">
                    <a16:creationId xmlns:a16="http://schemas.microsoft.com/office/drawing/2014/main" id="{C115B07C-5B4D-4961-B854-6CDA37BE18F0}"/>
                  </a:ext>
                </a:extLst>
              </p:cNvPr>
              <p:cNvSpPr/>
              <p:nvPr/>
            </p:nvSpPr>
            <p:spPr>
              <a:xfrm>
                <a:off x="8496299" y="3898900"/>
                <a:ext cx="275591" cy="5982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57" extrusionOk="0">
                    <a:moveTo>
                      <a:pt x="19311" y="0"/>
                    </a:moveTo>
                    <a:lnTo>
                      <a:pt x="19311" y="3066"/>
                    </a:lnTo>
                    <a:lnTo>
                      <a:pt x="7764" y="6132"/>
                    </a:lnTo>
                    <a:lnTo>
                      <a:pt x="7167" y="9656"/>
                    </a:lnTo>
                    <a:lnTo>
                      <a:pt x="7963" y="9381"/>
                    </a:lnTo>
                    <a:cubicBezTo>
                      <a:pt x="8859" y="9015"/>
                      <a:pt x="9954" y="8695"/>
                      <a:pt x="11347" y="8329"/>
                    </a:cubicBezTo>
                    <a:cubicBezTo>
                      <a:pt x="14433" y="7505"/>
                      <a:pt x="17021" y="7322"/>
                      <a:pt x="18813" y="7734"/>
                    </a:cubicBezTo>
                    <a:cubicBezTo>
                      <a:pt x="20704" y="8192"/>
                      <a:pt x="21600" y="9198"/>
                      <a:pt x="21600" y="10800"/>
                    </a:cubicBezTo>
                    <a:cubicBezTo>
                      <a:pt x="21600" y="12722"/>
                      <a:pt x="20505" y="14461"/>
                      <a:pt x="18315" y="16108"/>
                    </a:cubicBezTo>
                    <a:cubicBezTo>
                      <a:pt x="16125" y="17710"/>
                      <a:pt x="12940" y="19083"/>
                      <a:pt x="8759" y="20181"/>
                    </a:cubicBezTo>
                    <a:cubicBezTo>
                      <a:pt x="5176" y="21142"/>
                      <a:pt x="2289" y="21600"/>
                      <a:pt x="0" y="21554"/>
                    </a:cubicBezTo>
                    <a:lnTo>
                      <a:pt x="0" y="18442"/>
                    </a:lnTo>
                    <a:cubicBezTo>
                      <a:pt x="1194" y="18442"/>
                      <a:pt x="2488" y="18351"/>
                      <a:pt x="4081" y="18168"/>
                    </a:cubicBezTo>
                    <a:cubicBezTo>
                      <a:pt x="5674" y="17939"/>
                      <a:pt x="7067" y="17664"/>
                      <a:pt x="8461" y="17298"/>
                    </a:cubicBezTo>
                    <a:cubicBezTo>
                      <a:pt x="12642" y="16200"/>
                      <a:pt x="14732" y="14736"/>
                      <a:pt x="14732" y="12905"/>
                    </a:cubicBezTo>
                    <a:cubicBezTo>
                      <a:pt x="14732" y="11166"/>
                      <a:pt x="12542" y="10892"/>
                      <a:pt x="8262" y="12036"/>
                    </a:cubicBezTo>
                    <a:cubicBezTo>
                      <a:pt x="7465" y="12264"/>
                      <a:pt x="6669" y="12493"/>
                      <a:pt x="5674" y="12859"/>
                    </a:cubicBezTo>
                    <a:cubicBezTo>
                      <a:pt x="4778" y="13180"/>
                      <a:pt x="3982" y="13500"/>
                      <a:pt x="3384" y="13729"/>
                    </a:cubicBezTo>
                    <a:lnTo>
                      <a:pt x="697" y="13683"/>
                    </a:lnTo>
                    <a:lnTo>
                      <a:pt x="1891" y="4622"/>
                    </a:lnTo>
                    <a:lnTo>
                      <a:pt x="19311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AA00F79-23E0-4B64-B1C4-666669C5411E}"/>
              </a:ext>
            </a:extLst>
          </p:cNvPr>
          <p:cNvGrpSpPr/>
          <p:nvPr/>
        </p:nvGrpSpPr>
        <p:grpSpPr>
          <a:xfrm>
            <a:off x="6469745" y="5880834"/>
            <a:ext cx="3750537" cy="743625"/>
            <a:chOff x="401267" y="3780103"/>
            <a:chExt cx="2640738" cy="743625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183474DB-11CF-4DE1-8B19-29899115FFA3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tx2"/>
                  </a:solidFill>
                </a:rPr>
                <a:t>Lorem ipsum</a:t>
              </a:r>
              <a:endParaRPr lang="en-US" sz="2000" b="1" cap="all">
                <a:solidFill>
                  <a:schemeClr val="tx2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D90B199-AEB4-4FD3-974A-B71274AE1768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62" name="Oval 61">
            <a:extLst>
              <a:ext uri="{FF2B5EF4-FFF2-40B4-BE49-F238E27FC236}">
                <a16:creationId xmlns:a16="http://schemas.microsoft.com/office/drawing/2014/main" id="{57DFFAC6-EFAA-45AF-B481-E930FA1E69E8}"/>
              </a:ext>
            </a:extLst>
          </p:cNvPr>
          <p:cNvSpPr/>
          <p:nvPr/>
        </p:nvSpPr>
        <p:spPr>
          <a:xfrm>
            <a:off x="6286866" y="599211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B577B20-615F-4EC7-BC53-35468700910F}"/>
              </a:ext>
            </a:extLst>
          </p:cNvPr>
          <p:cNvGrpSpPr/>
          <p:nvPr/>
        </p:nvGrpSpPr>
        <p:grpSpPr>
          <a:xfrm>
            <a:off x="6901006" y="5034234"/>
            <a:ext cx="3750537" cy="743625"/>
            <a:chOff x="401267" y="3780103"/>
            <a:chExt cx="2640738" cy="74362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C31FD9E-665B-4E3D-9700-A0062FF635A2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tx2"/>
                  </a:solidFill>
                </a:rPr>
                <a:t>Lorem ipsum</a:t>
              </a:r>
              <a:endParaRPr lang="en-US" sz="2000" b="1" cap="all">
                <a:solidFill>
                  <a:schemeClr val="tx2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D97263F-47E1-47AC-8229-DAF48BB524AB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72" name="Oval 71">
            <a:extLst>
              <a:ext uri="{FF2B5EF4-FFF2-40B4-BE49-F238E27FC236}">
                <a16:creationId xmlns:a16="http://schemas.microsoft.com/office/drawing/2014/main" id="{12DA91B6-65B0-494D-A322-F4C641C108E3}"/>
              </a:ext>
            </a:extLst>
          </p:cNvPr>
          <p:cNvSpPr/>
          <p:nvPr/>
        </p:nvSpPr>
        <p:spPr>
          <a:xfrm>
            <a:off x="6718127" y="514551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12B3419-7974-4F1F-960D-95D436408C39}"/>
              </a:ext>
            </a:extLst>
          </p:cNvPr>
          <p:cNvGrpSpPr/>
          <p:nvPr/>
        </p:nvGrpSpPr>
        <p:grpSpPr>
          <a:xfrm>
            <a:off x="7332267" y="4293662"/>
            <a:ext cx="3750537" cy="743625"/>
            <a:chOff x="401267" y="3780103"/>
            <a:chExt cx="2640738" cy="74362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5DA9938-D24A-430B-95C6-BE7CDE1E33FF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tx2"/>
                  </a:solidFill>
                </a:rPr>
                <a:t>Lorem ipsum</a:t>
              </a:r>
              <a:endParaRPr lang="en-US" sz="2000" b="1" cap="all">
                <a:solidFill>
                  <a:schemeClr val="tx2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D86FBD7F-DE5A-4014-97E2-5D3D267F823C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77" name="Oval 76">
            <a:extLst>
              <a:ext uri="{FF2B5EF4-FFF2-40B4-BE49-F238E27FC236}">
                <a16:creationId xmlns:a16="http://schemas.microsoft.com/office/drawing/2014/main" id="{C4D77A9F-A57B-435A-8D9F-4948E01EFC55}"/>
              </a:ext>
            </a:extLst>
          </p:cNvPr>
          <p:cNvSpPr/>
          <p:nvPr/>
        </p:nvSpPr>
        <p:spPr>
          <a:xfrm>
            <a:off x="7149388" y="4404944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D545209-F106-4AA1-9BAC-C6D4C7CFDB17}"/>
              </a:ext>
            </a:extLst>
          </p:cNvPr>
          <p:cNvGrpSpPr/>
          <p:nvPr/>
        </p:nvGrpSpPr>
        <p:grpSpPr>
          <a:xfrm>
            <a:off x="7763528" y="3429000"/>
            <a:ext cx="3750537" cy="743625"/>
            <a:chOff x="401267" y="3780103"/>
            <a:chExt cx="2640738" cy="743625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BFCE862-2B5B-4F97-AC72-CEC897B59B0C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tx2"/>
                  </a:solidFill>
                </a:rPr>
                <a:t>Lorem ipsum</a:t>
              </a:r>
              <a:endParaRPr lang="en-US" sz="2000" b="1" cap="all">
                <a:solidFill>
                  <a:schemeClr val="tx2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857A31E-A1A3-4C08-89B6-C036848D4742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82" name="Oval 81">
            <a:extLst>
              <a:ext uri="{FF2B5EF4-FFF2-40B4-BE49-F238E27FC236}">
                <a16:creationId xmlns:a16="http://schemas.microsoft.com/office/drawing/2014/main" id="{82441ED9-C8FE-4896-B08D-89E2635B6108}"/>
              </a:ext>
            </a:extLst>
          </p:cNvPr>
          <p:cNvSpPr/>
          <p:nvPr/>
        </p:nvSpPr>
        <p:spPr>
          <a:xfrm>
            <a:off x="7580649" y="3540282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0FBBEFE-584D-41A0-A003-BF5865A265AC}"/>
              </a:ext>
            </a:extLst>
          </p:cNvPr>
          <p:cNvGrpSpPr/>
          <p:nvPr/>
        </p:nvGrpSpPr>
        <p:grpSpPr>
          <a:xfrm>
            <a:off x="8194790" y="2675268"/>
            <a:ext cx="3750537" cy="743625"/>
            <a:chOff x="401267" y="3780103"/>
            <a:chExt cx="2640738" cy="743625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9578107-2BF2-452D-BEC0-909EA462574C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tx2"/>
                  </a:solidFill>
                </a:rPr>
                <a:t>Lorem ipsum</a:t>
              </a:r>
              <a:endParaRPr lang="en-US" sz="2000" b="1" cap="all">
                <a:solidFill>
                  <a:schemeClr val="tx2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532C5FA-938F-48AD-B2F1-227892B4FDBB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87" name="Oval 86">
            <a:extLst>
              <a:ext uri="{FF2B5EF4-FFF2-40B4-BE49-F238E27FC236}">
                <a16:creationId xmlns:a16="http://schemas.microsoft.com/office/drawing/2014/main" id="{68F738E3-31AC-420A-B423-B837877AB56D}"/>
              </a:ext>
            </a:extLst>
          </p:cNvPr>
          <p:cNvSpPr/>
          <p:nvPr/>
        </p:nvSpPr>
        <p:spPr>
          <a:xfrm>
            <a:off x="8011911" y="278655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0891191-6E72-4702-95B4-67E0F8F57C2B}"/>
              </a:ext>
            </a:extLst>
          </p:cNvPr>
          <p:cNvCxnSpPr>
            <a:cxnSpLocks/>
            <a:stCxn id="62" idx="2"/>
          </p:cNvCxnSpPr>
          <p:nvPr/>
        </p:nvCxnSpPr>
        <p:spPr>
          <a:xfrm flipH="1">
            <a:off x="5353137" y="6083556"/>
            <a:ext cx="9337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1EEF4006-6FA2-40DB-9012-0B72A33EFE57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5828137" y="5236956"/>
            <a:ext cx="889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F7C7C215-9B4F-471F-9625-495B3F3C989E}"/>
              </a:ext>
            </a:extLst>
          </p:cNvPr>
          <p:cNvCxnSpPr>
            <a:cxnSpLocks/>
            <a:stCxn id="77" idx="2"/>
          </p:cNvCxnSpPr>
          <p:nvPr/>
        </p:nvCxnSpPr>
        <p:spPr>
          <a:xfrm flipH="1">
            <a:off x="6267849" y="4496384"/>
            <a:ext cx="881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76F30CB8-5FFE-46F1-ADCE-2712F80896FA}"/>
              </a:ext>
            </a:extLst>
          </p:cNvPr>
          <p:cNvCxnSpPr>
            <a:cxnSpLocks/>
            <a:stCxn id="82" idx="2"/>
          </p:cNvCxnSpPr>
          <p:nvPr/>
        </p:nvCxnSpPr>
        <p:spPr>
          <a:xfrm flipH="1">
            <a:off x="6753089" y="3631722"/>
            <a:ext cx="827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B2ABCD6-5090-4232-9343-B326023B873E}"/>
              </a:ext>
            </a:extLst>
          </p:cNvPr>
          <p:cNvCxnSpPr>
            <a:cxnSpLocks/>
            <a:stCxn id="87" idx="2"/>
          </p:cNvCxnSpPr>
          <p:nvPr/>
        </p:nvCxnSpPr>
        <p:spPr>
          <a:xfrm flipH="1">
            <a:off x="7211837" y="2877990"/>
            <a:ext cx="8000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Graphic 130" descr="Users">
            <a:extLst>
              <a:ext uri="{FF2B5EF4-FFF2-40B4-BE49-F238E27FC236}">
                <a16:creationId xmlns:a16="http://schemas.microsoft.com/office/drawing/2014/main" id="{53B5AB6C-0D96-4E35-A175-DCD61419F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6859" y="5280324"/>
            <a:ext cx="653620" cy="653620"/>
          </a:xfrm>
          <a:prstGeom prst="rect">
            <a:avLst/>
          </a:prstGeom>
        </p:spPr>
      </p:pic>
      <p:pic>
        <p:nvPicPr>
          <p:cNvPr id="132" name="Graphic 131" descr="Bullseye">
            <a:extLst>
              <a:ext uri="{FF2B5EF4-FFF2-40B4-BE49-F238E27FC236}">
                <a16:creationId xmlns:a16="http://schemas.microsoft.com/office/drawing/2014/main" id="{2244A298-1937-487A-A2A6-9B0077191E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9597" y="4479839"/>
            <a:ext cx="653620" cy="653620"/>
          </a:xfrm>
          <a:prstGeom prst="rect">
            <a:avLst/>
          </a:prstGeom>
        </p:spPr>
      </p:pic>
      <p:pic>
        <p:nvPicPr>
          <p:cNvPr id="133" name="Graphic 132" descr="Puzzle">
            <a:extLst>
              <a:ext uri="{FF2B5EF4-FFF2-40B4-BE49-F238E27FC236}">
                <a16:creationId xmlns:a16="http://schemas.microsoft.com/office/drawing/2014/main" id="{0527F9DE-E62B-45DC-ADE9-8E69ACA4AF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6848" y="3650677"/>
            <a:ext cx="653620" cy="653620"/>
          </a:xfrm>
          <a:prstGeom prst="rect">
            <a:avLst/>
          </a:prstGeom>
        </p:spPr>
      </p:pic>
      <p:pic>
        <p:nvPicPr>
          <p:cNvPr id="134" name="Graphic 133" descr="Head with Gears">
            <a:extLst>
              <a:ext uri="{FF2B5EF4-FFF2-40B4-BE49-F238E27FC236}">
                <a16:creationId xmlns:a16="http://schemas.microsoft.com/office/drawing/2014/main" id="{41688EA4-2E49-4B97-8187-98B0DFBBBD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4059" y="1961059"/>
            <a:ext cx="653620" cy="653620"/>
          </a:xfrm>
          <a:prstGeom prst="rect">
            <a:avLst/>
          </a:prstGeom>
        </p:spPr>
      </p:pic>
      <p:pic>
        <p:nvPicPr>
          <p:cNvPr id="135" name="Graphic 134" descr="Database">
            <a:extLst>
              <a:ext uri="{FF2B5EF4-FFF2-40B4-BE49-F238E27FC236}">
                <a16:creationId xmlns:a16="http://schemas.microsoft.com/office/drawing/2014/main" id="{BC9C7D67-A963-4D2F-805B-32A0E56308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37763" y="2820139"/>
            <a:ext cx="653620" cy="653620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D9A3451F-F79B-41DC-919F-2F7AAFC96FA9}"/>
              </a:ext>
            </a:extLst>
          </p:cNvPr>
          <p:cNvGrpSpPr/>
          <p:nvPr/>
        </p:nvGrpSpPr>
        <p:grpSpPr>
          <a:xfrm>
            <a:off x="204451" y="1704665"/>
            <a:ext cx="2646110" cy="3370153"/>
            <a:chOff x="8141258" y="2059395"/>
            <a:chExt cx="3664857" cy="3370153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195F2CA-37B7-4339-8F3D-503F3D06E446}"/>
                </a:ext>
              </a:extLst>
            </p:cNvPr>
            <p:cNvSpPr/>
            <p:nvPr/>
          </p:nvSpPr>
          <p:spPr>
            <a:xfrm>
              <a:off x="8141258" y="2059395"/>
              <a:ext cx="3664857" cy="58477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3200" b="1" cap="all">
                  <a:solidFill>
                    <a:schemeClr val="accent5"/>
                  </a:solidFill>
                </a:rPr>
                <a:t>Lorem ipsum</a:t>
              </a:r>
              <a:endParaRPr lang="en-US" sz="3200" b="1" cap="all">
                <a:solidFill>
                  <a:schemeClr val="accent5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5FA7980-9919-4D13-AAEE-01ACC22AAD33}"/>
                </a:ext>
              </a:extLst>
            </p:cNvPr>
            <p:cNvSpPr/>
            <p:nvPr/>
          </p:nvSpPr>
          <p:spPr>
            <a:xfrm>
              <a:off x="8141258" y="2644170"/>
              <a:ext cx="3664857" cy="2785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</a:p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en-US" sz="1400">
                  <a:solidFill>
                    <a:schemeClr val="bg1">
                      <a:lumMod val="50000"/>
                    </a:schemeClr>
                  </a:solidFill>
                </a:rPr>
                <a:t>Ut mauris, nunc donec maecenas nulla vitae tempor, ultrices sem suscipit mi quis semper quam. Nulla nulla, ac elit nullam nonummy suscipit quis, id placerat neque.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8949ABD-A337-448D-866C-5D9026864315}"/>
              </a:ext>
            </a:extLst>
          </p:cNvPr>
          <p:cNvGrpSpPr/>
          <p:nvPr/>
        </p:nvGrpSpPr>
        <p:grpSpPr>
          <a:xfrm>
            <a:off x="10088652" y="1630781"/>
            <a:ext cx="2103348" cy="517042"/>
            <a:chOff x="5853028" y="6161946"/>
            <a:chExt cx="2103348" cy="51704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3A2F27-27DF-47D1-B861-2AE96E37012D}"/>
                </a:ext>
              </a:extLst>
            </p:cNvPr>
            <p:cNvSpPr txBox="1"/>
            <p:nvPr/>
          </p:nvSpPr>
          <p:spPr>
            <a:xfrm>
              <a:off x="6199925" y="6217323"/>
              <a:ext cx="175645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i="1"/>
                <a:t>Editable</a:t>
              </a:r>
              <a:r>
                <a:rPr lang="en-US" sz="1200" i="1"/>
                <a:t> but </a:t>
              </a:r>
              <a:r>
                <a:rPr lang="en-US" sz="1200" b="1" i="1"/>
                <a:t>doesn’t</a:t>
              </a:r>
              <a:r>
                <a:rPr lang="en-US" sz="1200" i="1"/>
                <a:t> use 3-D Rotation Effect </a:t>
              </a: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0386648D-A302-4E7B-B6FB-2D53D5C0A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853028" y="6161946"/>
              <a:ext cx="339838" cy="461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0856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EAB48329-643A-4524-81D2-05E75980163B}"/>
              </a:ext>
            </a:extLst>
          </p:cNvPr>
          <p:cNvGrpSpPr/>
          <p:nvPr/>
        </p:nvGrpSpPr>
        <p:grpSpPr>
          <a:xfrm>
            <a:off x="3719735" y="1800499"/>
            <a:ext cx="3358448" cy="4677096"/>
            <a:chOff x="4202792" y="1832525"/>
            <a:chExt cx="3502464" cy="487765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298CFE7-AB32-4A8D-A00D-79E22F69D445}"/>
                </a:ext>
              </a:extLst>
            </p:cNvPr>
            <p:cNvSpPr/>
            <p:nvPr/>
          </p:nvSpPr>
          <p:spPr>
            <a:xfrm>
              <a:off x="4202792" y="1832525"/>
              <a:ext cx="3502463" cy="4877658"/>
            </a:xfrm>
            <a:custGeom>
              <a:avLst/>
              <a:gdLst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118309 w 3502463"/>
                <a:gd name="connsiteY2" fmla="*/ 816380 h 4877658"/>
                <a:gd name="connsiteX3" fmla="*/ 3118358 w 3502463"/>
                <a:gd name="connsiteY3" fmla="*/ 816415 h 4877658"/>
                <a:gd name="connsiteX4" fmla="*/ 3500515 w 3502463"/>
                <a:gd name="connsiteY4" fmla="*/ 595634 h 4877658"/>
                <a:gd name="connsiteX5" fmla="*/ 3502463 w 3502463"/>
                <a:gd name="connsiteY5" fmla="*/ 1165691 h 4877658"/>
                <a:gd name="connsiteX6" fmla="*/ 1525120 w 3502463"/>
                <a:gd name="connsiteY6" fmla="*/ 4590390 h 4877658"/>
                <a:gd name="connsiteX7" fmla="*/ 1028894 w 3502463"/>
                <a:gd name="connsiteY7" fmla="*/ 4877004 h 4877658"/>
                <a:gd name="connsiteX8" fmla="*/ 1028317 w 3502463"/>
                <a:gd name="connsiteY8" fmla="*/ 4615809 h 4877658"/>
                <a:gd name="connsiteX9" fmla="*/ 1027698 w 3502463"/>
                <a:gd name="connsiteY9" fmla="*/ 4615773 h 4877658"/>
                <a:gd name="connsiteX10" fmla="*/ 1028288 w 3502463"/>
                <a:gd name="connsiteY10" fmla="*/ 4877658 h 4877658"/>
                <a:gd name="connsiteX11" fmla="*/ 1952 w 3502463"/>
                <a:gd name="connsiteY11" fmla="*/ 4280690 h 4877658"/>
                <a:gd name="connsiteX12" fmla="*/ 0 w 3502463"/>
                <a:gd name="connsiteY12" fmla="*/ 3711261 h 4877658"/>
                <a:gd name="connsiteX13" fmla="*/ 343359 w 3502463"/>
                <a:gd name="connsiteY13" fmla="*/ 3910612 h 4877658"/>
                <a:gd name="connsiteX14" fmla="*/ 344013 w 3502463"/>
                <a:gd name="connsiteY14" fmla="*/ 3909693 h 4877658"/>
                <a:gd name="connsiteX15" fmla="*/ 0 w 3502463"/>
                <a:gd name="connsiteY15" fmla="*/ 3709945 h 4877658"/>
                <a:gd name="connsiteX16" fmla="*/ 496141 w 3502463"/>
                <a:gd name="connsiteY16" fmla="*/ 3423262 h 4877658"/>
                <a:gd name="connsiteX17" fmla="*/ 633345 w 3502463"/>
                <a:gd name="connsiteY17" fmla="*/ 3503065 h 4877658"/>
                <a:gd name="connsiteX18" fmla="*/ 634128 w 3502463"/>
                <a:gd name="connsiteY18" fmla="*/ 3501964 h 4877658"/>
                <a:gd name="connsiteX19" fmla="*/ 498785 w 3502463"/>
                <a:gd name="connsiteY19" fmla="*/ 3423239 h 4877658"/>
                <a:gd name="connsiteX20" fmla="*/ 497453 w 3502463"/>
                <a:gd name="connsiteY20" fmla="*/ 2853810 h 4877658"/>
                <a:gd name="connsiteX21" fmla="*/ 920450 w 3502463"/>
                <a:gd name="connsiteY21" fmla="*/ 3099566 h 4877658"/>
                <a:gd name="connsiteX22" fmla="*/ 921108 w 3502463"/>
                <a:gd name="connsiteY22" fmla="*/ 3098641 h 4877658"/>
                <a:gd name="connsiteX23" fmla="*/ 497453 w 3502463"/>
                <a:gd name="connsiteY23" fmla="*/ 2852493 h 4877658"/>
                <a:gd name="connsiteX24" fmla="*/ 991341 w 3502463"/>
                <a:gd name="connsiteY24" fmla="*/ 2566746 h 4877658"/>
                <a:gd name="connsiteX25" fmla="*/ 989692 w 3502463"/>
                <a:gd name="connsiteY25" fmla="*/ 2565787 h 4877658"/>
                <a:gd name="connsiteX26" fmla="*/ 988360 w 3502463"/>
                <a:gd name="connsiteY26" fmla="*/ 1996358 h 4877658"/>
                <a:gd name="connsiteX27" fmla="*/ 1406987 w 3502463"/>
                <a:gd name="connsiteY27" fmla="*/ 2239574 h 4877658"/>
                <a:gd name="connsiteX28" fmla="*/ 1407499 w 3502463"/>
                <a:gd name="connsiteY28" fmla="*/ 2238560 h 4877658"/>
                <a:gd name="connsiteX29" fmla="*/ 988360 w 3502463"/>
                <a:gd name="connsiteY29" fmla="*/ 1995040 h 4877658"/>
                <a:gd name="connsiteX30" fmla="*/ 1483867 w 3502463"/>
                <a:gd name="connsiteY30" fmla="*/ 1708358 h 4877658"/>
                <a:gd name="connsiteX31" fmla="*/ 1652876 w 3502463"/>
                <a:gd name="connsiteY31" fmla="*/ 1806492 h 4877658"/>
                <a:gd name="connsiteX32" fmla="*/ 1653431 w 3502463"/>
                <a:gd name="connsiteY32" fmla="*/ 1805584 h 4877658"/>
                <a:gd name="connsiteX33" fmla="*/ 1487147 w 3502463"/>
                <a:gd name="connsiteY33" fmla="*/ 1709037 h 4877658"/>
                <a:gd name="connsiteX34" fmla="*/ 1485825 w 3502463"/>
                <a:gd name="connsiteY34" fmla="*/ 1143487 h 4877658"/>
                <a:gd name="connsiteX35" fmla="*/ 1485814 w 3502463"/>
                <a:gd name="connsiteY35" fmla="*/ 1143480 h 4877658"/>
                <a:gd name="connsiteX36" fmla="*/ 1485824 w 3502463"/>
                <a:gd name="connsiteY36" fmla="*/ 1143474 h 4877658"/>
                <a:gd name="connsiteX37" fmla="*/ 1485814 w 3502463"/>
                <a:gd name="connsiteY37" fmla="*/ 1138906 h 4877658"/>
                <a:gd name="connsiteX38" fmla="*/ 1489763 w 3502463"/>
                <a:gd name="connsiteY38" fmla="*/ 1141203 h 4877658"/>
                <a:gd name="connsiteX39" fmla="*/ 1979723 w 3502463"/>
                <a:gd name="connsiteY39" fmla="*/ 858739 h 4877658"/>
                <a:gd name="connsiteX40" fmla="*/ 1978674 w 3502463"/>
                <a:gd name="connsiteY40" fmla="*/ 858130 h 4877658"/>
                <a:gd name="connsiteX41" fmla="*/ 1976722 w 3502463"/>
                <a:gd name="connsiteY41" fmla="*/ 287999 h 4877658"/>
                <a:gd name="connsiteX42" fmla="*/ 2315637 w 3502463"/>
                <a:gd name="connsiteY42" fmla="*/ 485129 h 4877658"/>
                <a:gd name="connsiteX43" fmla="*/ 2315608 w 3502463"/>
                <a:gd name="connsiteY43" fmla="*/ 483138 h 4877658"/>
                <a:gd name="connsiteX44" fmla="*/ 1976721 w 3502463"/>
                <a:gd name="connsiteY44" fmla="*/ 286028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118309 w 3502463"/>
                <a:gd name="connsiteY2" fmla="*/ 816380 h 4877658"/>
                <a:gd name="connsiteX3" fmla="*/ 3118358 w 3502463"/>
                <a:gd name="connsiteY3" fmla="*/ 816415 h 4877658"/>
                <a:gd name="connsiteX4" fmla="*/ 3500515 w 3502463"/>
                <a:gd name="connsiteY4" fmla="*/ 595634 h 4877658"/>
                <a:gd name="connsiteX5" fmla="*/ 3502463 w 3502463"/>
                <a:gd name="connsiteY5" fmla="*/ 1165691 h 4877658"/>
                <a:gd name="connsiteX6" fmla="*/ 1525120 w 3502463"/>
                <a:gd name="connsiteY6" fmla="*/ 4590390 h 4877658"/>
                <a:gd name="connsiteX7" fmla="*/ 1028894 w 3502463"/>
                <a:gd name="connsiteY7" fmla="*/ 4877004 h 4877658"/>
                <a:gd name="connsiteX8" fmla="*/ 1028317 w 3502463"/>
                <a:gd name="connsiteY8" fmla="*/ 4615809 h 4877658"/>
                <a:gd name="connsiteX9" fmla="*/ 1027698 w 3502463"/>
                <a:gd name="connsiteY9" fmla="*/ 4615773 h 4877658"/>
                <a:gd name="connsiteX10" fmla="*/ 1028288 w 3502463"/>
                <a:gd name="connsiteY10" fmla="*/ 4877658 h 4877658"/>
                <a:gd name="connsiteX11" fmla="*/ 1952 w 3502463"/>
                <a:gd name="connsiteY11" fmla="*/ 4280690 h 4877658"/>
                <a:gd name="connsiteX12" fmla="*/ 0 w 3502463"/>
                <a:gd name="connsiteY12" fmla="*/ 3711261 h 4877658"/>
                <a:gd name="connsiteX13" fmla="*/ 343359 w 3502463"/>
                <a:gd name="connsiteY13" fmla="*/ 3910612 h 4877658"/>
                <a:gd name="connsiteX14" fmla="*/ 344013 w 3502463"/>
                <a:gd name="connsiteY14" fmla="*/ 3909693 h 4877658"/>
                <a:gd name="connsiteX15" fmla="*/ 0 w 3502463"/>
                <a:gd name="connsiteY15" fmla="*/ 3709945 h 4877658"/>
                <a:gd name="connsiteX16" fmla="*/ 496141 w 3502463"/>
                <a:gd name="connsiteY16" fmla="*/ 3423262 h 4877658"/>
                <a:gd name="connsiteX17" fmla="*/ 633345 w 3502463"/>
                <a:gd name="connsiteY17" fmla="*/ 3503065 h 4877658"/>
                <a:gd name="connsiteX18" fmla="*/ 634128 w 3502463"/>
                <a:gd name="connsiteY18" fmla="*/ 3501964 h 4877658"/>
                <a:gd name="connsiteX19" fmla="*/ 498785 w 3502463"/>
                <a:gd name="connsiteY19" fmla="*/ 3423239 h 4877658"/>
                <a:gd name="connsiteX20" fmla="*/ 497453 w 3502463"/>
                <a:gd name="connsiteY20" fmla="*/ 2853810 h 4877658"/>
                <a:gd name="connsiteX21" fmla="*/ 920450 w 3502463"/>
                <a:gd name="connsiteY21" fmla="*/ 3099566 h 4877658"/>
                <a:gd name="connsiteX22" fmla="*/ 921108 w 3502463"/>
                <a:gd name="connsiteY22" fmla="*/ 3098641 h 4877658"/>
                <a:gd name="connsiteX23" fmla="*/ 497453 w 3502463"/>
                <a:gd name="connsiteY23" fmla="*/ 2852493 h 4877658"/>
                <a:gd name="connsiteX24" fmla="*/ 991341 w 3502463"/>
                <a:gd name="connsiteY24" fmla="*/ 2566746 h 4877658"/>
                <a:gd name="connsiteX25" fmla="*/ 989692 w 3502463"/>
                <a:gd name="connsiteY25" fmla="*/ 2565787 h 4877658"/>
                <a:gd name="connsiteX26" fmla="*/ 988360 w 3502463"/>
                <a:gd name="connsiteY26" fmla="*/ 1996358 h 4877658"/>
                <a:gd name="connsiteX27" fmla="*/ 1406987 w 3502463"/>
                <a:gd name="connsiteY27" fmla="*/ 2239574 h 4877658"/>
                <a:gd name="connsiteX28" fmla="*/ 1407499 w 3502463"/>
                <a:gd name="connsiteY28" fmla="*/ 2238560 h 4877658"/>
                <a:gd name="connsiteX29" fmla="*/ 988360 w 3502463"/>
                <a:gd name="connsiteY29" fmla="*/ 1995040 h 4877658"/>
                <a:gd name="connsiteX30" fmla="*/ 1483867 w 3502463"/>
                <a:gd name="connsiteY30" fmla="*/ 1708358 h 4877658"/>
                <a:gd name="connsiteX31" fmla="*/ 1652876 w 3502463"/>
                <a:gd name="connsiteY31" fmla="*/ 1806492 h 4877658"/>
                <a:gd name="connsiteX32" fmla="*/ 1653431 w 3502463"/>
                <a:gd name="connsiteY32" fmla="*/ 1805584 h 4877658"/>
                <a:gd name="connsiteX33" fmla="*/ 1487147 w 3502463"/>
                <a:gd name="connsiteY33" fmla="*/ 1709037 h 4877658"/>
                <a:gd name="connsiteX34" fmla="*/ 1485825 w 3502463"/>
                <a:gd name="connsiteY34" fmla="*/ 1143487 h 4877658"/>
                <a:gd name="connsiteX35" fmla="*/ 1485814 w 3502463"/>
                <a:gd name="connsiteY35" fmla="*/ 1143480 h 4877658"/>
                <a:gd name="connsiteX36" fmla="*/ 1485824 w 3502463"/>
                <a:gd name="connsiteY36" fmla="*/ 1143474 h 4877658"/>
                <a:gd name="connsiteX37" fmla="*/ 1485814 w 3502463"/>
                <a:gd name="connsiteY37" fmla="*/ 1138906 h 4877658"/>
                <a:gd name="connsiteX38" fmla="*/ 1489763 w 3502463"/>
                <a:gd name="connsiteY38" fmla="*/ 1141203 h 4877658"/>
                <a:gd name="connsiteX39" fmla="*/ 1979723 w 3502463"/>
                <a:gd name="connsiteY39" fmla="*/ 858739 h 4877658"/>
                <a:gd name="connsiteX40" fmla="*/ 1978674 w 3502463"/>
                <a:gd name="connsiteY40" fmla="*/ 858130 h 4877658"/>
                <a:gd name="connsiteX41" fmla="*/ 1976722 w 3502463"/>
                <a:gd name="connsiteY41" fmla="*/ 287999 h 4877658"/>
                <a:gd name="connsiteX42" fmla="*/ 2315637 w 3502463"/>
                <a:gd name="connsiteY42" fmla="*/ 485129 h 4877658"/>
                <a:gd name="connsiteX43" fmla="*/ 1976721 w 3502463"/>
                <a:gd name="connsiteY43" fmla="*/ 286028 h 4877658"/>
                <a:gd name="connsiteX44" fmla="*/ 2472863 w 3502463"/>
                <a:gd name="connsiteY44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118309 w 3502463"/>
                <a:gd name="connsiteY2" fmla="*/ 816380 h 4877658"/>
                <a:gd name="connsiteX3" fmla="*/ 3118358 w 3502463"/>
                <a:gd name="connsiteY3" fmla="*/ 816415 h 4877658"/>
                <a:gd name="connsiteX4" fmla="*/ 3500515 w 3502463"/>
                <a:gd name="connsiteY4" fmla="*/ 595634 h 4877658"/>
                <a:gd name="connsiteX5" fmla="*/ 3502463 w 3502463"/>
                <a:gd name="connsiteY5" fmla="*/ 1165691 h 4877658"/>
                <a:gd name="connsiteX6" fmla="*/ 1525120 w 3502463"/>
                <a:gd name="connsiteY6" fmla="*/ 4590390 h 4877658"/>
                <a:gd name="connsiteX7" fmla="*/ 1028894 w 3502463"/>
                <a:gd name="connsiteY7" fmla="*/ 4877004 h 4877658"/>
                <a:gd name="connsiteX8" fmla="*/ 1028317 w 3502463"/>
                <a:gd name="connsiteY8" fmla="*/ 4615809 h 4877658"/>
                <a:gd name="connsiteX9" fmla="*/ 1027698 w 3502463"/>
                <a:gd name="connsiteY9" fmla="*/ 4615773 h 4877658"/>
                <a:gd name="connsiteX10" fmla="*/ 1028288 w 3502463"/>
                <a:gd name="connsiteY10" fmla="*/ 4877658 h 4877658"/>
                <a:gd name="connsiteX11" fmla="*/ 1952 w 3502463"/>
                <a:gd name="connsiteY11" fmla="*/ 4280690 h 4877658"/>
                <a:gd name="connsiteX12" fmla="*/ 0 w 3502463"/>
                <a:gd name="connsiteY12" fmla="*/ 3711261 h 4877658"/>
                <a:gd name="connsiteX13" fmla="*/ 343359 w 3502463"/>
                <a:gd name="connsiteY13" fmla="*/ 3910612 h 4877658"/>
                <a:gd name="connsiteX14" fmla="*/ 344013 w 3502463"/>
                <a:gd name="connsiteY14" fmla="*/ 3909693 h 4877658"/>
                <a:gd name="connsiteX15" fmla="*/ 0 w 3502463"/>
                <a:gd name="connsiteY15" fmla="*/ 3709945 h 4877658"/>
                <a:gd name="connsiteX16" fmla="*/ 496141 w 3502463"/>
                <a:gd name="connsiteY16" fmla="*/ 3423262 h 4877658"/>
                <a:gd name="connsiteX17" fmla="*/ 633345 w 3502463"/>
                <a:gd name="connsiteY17" fmla="*/ 3503065 h 4877658"/>
                <a:gd name="connsiteX18" fmla="*/ 634128 w 3502463"/>
                <a:gd name="connsiteY18" fmla="*/ 3501964 h 4877658"/>
                <a:gd name="connsiteX19" fmla="*/ 498785 w 3502463"/>
                <a:gd name="connsiteY19" fmla="*/ 3423239 h 4877658"/>
                <a:gd name="connsiteX20" fmla="*/ 497453 w 3502463"/>
                <a:gd name="connsiteY20" fmla="*/ 2853810 h 4877658"/>
                <a:gd name="connsiteX21" fmla="*/ 920450 w 3502463"/>
                <a:gd name="connsiteY21" fmla="*/ 3099566 h 4877658"/>
                <a:gd name="connsiteX22" fmla="*/ 921108 w 3502463"/>
                <a:gd name="connsiteY22" fmla="*/ 3098641 h 4877658"/>
                <a:gd name="connsiteX23" fmla="*/ 497453 w 3502463"/>
                <a:gd name="connsiteY23" fmla="*/ 2852493 h 4877658"/>
                <a:gd name="connsiteX24" fmla="*/ 991341 w 3502463"/>
                <a:gd name="connsiteY24" fmla="*/ 2566746 h 4877658"/>
                <a:gd name="connsiteX25" fmla="*/ 989692 w 3502463"/>
                <a:gd name="connsiteY25" fmla="*/ 2565787 h 4877658"/>
                <a:gd name="connsiteX26" fmla="*/ 988360 w 3502463"/>
                <a:gd name="connsiteY26" fmla="*/ 1996358 h 4877658"/>
                <a:gd name="connsiteX27" fmla="*/ 1406987 w 3502463"/>
                <a:gd name="connsiteY27" fmla="*/ 2239574 h 4877658"/>
                <a:gd name="connsiteX28" fmla="*/ 1407499 w 3502463"/>
                <a:gd name="connsiteY28" fmla="*/ 2238560 h 4877658"/>
                <a:gd name="connsiteX29" fmla="*/ 988360 w 3502463"/>
                <a:gd name="connsiteY29" fmla="*/ 1995040 h 4877658"/>
                <a:gd name="connsiteX30" fmla="*/ 1483867 w 3502463"/>
                <a:gd name="connsiteY30" fmla="*/ 1708358 h 4877658"/>
                <a:gd name="connsiteX31" fmla="*/ 1652876 w 3502463"/>
                <a:gd name="connsiteY31" fmla="*/ 1806492 h 4877658"/>
                <a:gd name="connsiteX32" fmla="*/ 1653431 w 3502463"/>
                <a:gd name="connsiteY32" fmla="*/ 1805584 h 4877658"/>
                <a:gd name="connsiteX33" fmla="*/ 1487147 w 3502463"/>
                <a:gd name="connsiteY33" fmla="*/ 1709037 h 4877658"/>
                <a:gd name="connsiteX34" fmla="*/ 1485825 w 3502463"/>
                <a:gd name="connsiteY34" fmla="*/ 1143487 h 4877658"/>
                <a:gd name="connsiteX35" fmla="*/ 1485814 w 3502463"/>
                <a:gd name="connsiteY35" fmla="*/ 1143480 h 4877658"/>
                <a:gd name="connsiteX36" fmla="*/ 1485824 w 3502463"/>
                <a:gd name="connsiteY36" fmla="*/ 1143474 h 4877658"/>
                <a:gd name="connsiteX37" fmla="*/ 1485814 w 3502463"/>
                <a:gd name="connsiteY37" fmla="*/ 1138906 h 4877658"/>
                <a:gd name="connsiteX38" fmla="*/ 1489763 w 3502463"/>
                <a:gd name="connsiteY38" fmla="*/ 1141203 h 4877658"/>
                <a:gd name="connsiteX39" fmla="*/ 1979723 w 3502463"/>
                <a:gd name="connsiteY39" fmla="*/ 858739 h 4877658"/>
                <a:gd name="connsiteX40" fmla="*/ 1978674 w 3502463"/>
                <a:gd name="connsiteY40" fmla="*/ 858130 h 4877658"/>
                <a:gd name="connsiteX41" fmla="*/ 1976722 w 3502463"/>
                <a:gd name="connsiteY41" fmla="*/ 287999 h 4877658"/>
                <a:gd name="connsiteX42" fmla="*/ 1976721 w 3502463"/>
                <a:gd name="connsiteY42" fmla="*/ 286028 h 4877658"/>
                <a:gd name="connsiteX43" fmla="*/ 2472863 w 3502463"/>
                <a:gd name="connsiteY43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118309 w 3502463"/>
                <a:gd name="connsiteY2" fmla="*/ 816380 h 4877658"/>
                <a:gd name="connsiteX3" fmla="*/ 3500515 w 3502463"/>
                <a:gd name="connsiteY3" fmla="*/ 595634 h 4877658"/>
                <a:gd name="connsiteX4" fmla="*/ 3502463 w 3502463"/>
                <a:gd name="connsiteY4" fmla="*/ 1165691 h 4877658"/>
                <a:gd name="connsiteX5" fmla="*/ 1525120 w 3502463"/>
                <a:gd name="connsiteY5" fmla="*/ 4590390 h 4877658"/>
                <a:gd name="connsiteX6" fmla="*/ 1028894 w 3502463"/>
                <a:gd name="connsiteY6" fmla="*/ 4877004 h 4877658"/>
                <a:gd name="connsiteX7" fmla="*/ 1028317 w 3502463"/>
                <a:gd name="connsiteY7" fmla="*/ 4615809 h 4877658"/>
                <a:gd name="connsiteX8" fmla="*/ 1027698 w 3502463"/>
                <a:gd name="connsiteY8" fmla="*/ 4615773 h 4877658"/>
                <a:gd name="connsiteX9" fmla="*/ 1028288 w 3502463"/>
                <a:gd name="connsiteY9" fmla="*/ 4877658 h 4877658"/>
                <a:gd name="connsiteX10" fmla="*/ 1952 w 3502463"/>
                <a:gd name="connsiteY10" fmla="*/ 4280690 h 4877658"/>
                <a:gd name="connsiteX11" fmla="*/ 0 w 3502463"/>
                <a:gd name="connsiteY11" fmla="*/ 3711261 h 4877658"/>
                <a:gd name="connsiteX12" fmla="*/ 343359 w 3502463"/>
                <a:gd name="connsiteY12" fmla="*/ 3910612 h 4877658"/>
                <a:gd name="connsiteX13" fmla="*/ 344013 w 3502463"/>
                <a:gd name="connsiteY13" fmla="*/ 3909693 h 4877658"/>
                <a:gd name="connsiteX14" fmla="*/ 0 w 3502463"/>
                <a:gd name="connsiteY14" fmla="*/ 3709945 h 4877658"/>
                <a:gd name="connsiteX15" fmla="*/ 496141 w 3502463"/>
                <a:gd name="connsiteY15" fmla="*/ 3423262 h 4877658"/>
                <a:gd name="connsiteX16" fmla="*/ 633345 w 3502463"/>
                <a:gd name="connsiteY16" fmla="*/ 3503065 h 4877658"/>
                <a:gd name="connsiteX17" fmla="*/ 634128 w 3502463"/>
                <a:gd name="connsiteY17" fmla="*/ 3501964 h 4877658"/>
                <a:gd name="connsiteX18" fmla="*/ 498785 w 3502463"/>
                <a:gd name="connsiteY18" fmla="*/ 3423239 h 4877658"/>
                <a:gd name="connsiteX19" fmla="*/ 497453 w 3502463"/>
                <a:gd name="connsiteY19" fmla="*/ 2853810 h 4877658"/>
                <a:gd name="connsiteX20" fmla="*/ 920450 w 3502463"/>
                <a:gd name="connsiteY20" fmla="*/ 3099566 h 4877658"/>
                <a:gd name="connsiteX21" fmla="*/ 921108 w 3502463"/>
                <a:gd name="connsiteY21" fmla="*/ 3098641 h 4877658"/>
                <a:gd name="connsiteX22" fmla="*/ 497453 w 3502463"/>
                <a:gd name="connsiteY22" fmla="*/ 2852493 h 4877658"/>
                <a:gd name="connsiteX23" fmla="*/ 991341 w 3502463"/>
                <a:gd name="connsiteY23" fmla="*/ 2566746 h 4877658"/>
                <a:gd name="connsiteX24" fmla="*/ 989692 w 3502463"/>
                <a:gd name="connsiteY24" fmla="*/ 2565787 h 4877658"/>
                <a:gd name="connsiteX25" fmla="*/ 988360 w 3502463"/>
                <a:gd name="connsiteY25" fmla="*/ 1996358 h 4877658"/>
                <a:gd name="connsiteX26" fmla="*/ 1406987 w 3502463"/>
                <a:gd name="connsiteY26" fmla="*/ 2239574 h 4877658"/>
                <a:gd name="connsiteX27" fmla="*/ 1407499 w 3502463"/>
                <a:gd name="connsiteY27" fmla="*/ 2238560 h 4877658"/>
                <a:gd name="connsiteX28" fmla="*/ 988360 w 3502463"/>
                <a:gd name="connsiteY28" fmla="*/ 1995040 h 4877658"/>
                <a:gd name="connsiteX29" fmla="*/ 1483867 w 3502463"/>
                <a:gd name="connsiteY29" fmla="*/ 1708358 h 4877658"/>
                <a:gd name="connsiteX30" fmla="*/ 1652876 w 3502463"/>
                <a:gd name="connsiteY30" fmla="*/ 1806492 h 4877658"/>
                <a:gd name="connsiteX31" fmla="*/ 1653431 w 3502463"/>
                <a:gd name="connsiteY31" fmla="*/ 1805584 h 4877658"/>
                <a:gd name="connsiteX32" fmla="*/ 1487147 w 3502463"/>
                <a:gd name="connsiteY32" fmla="*/ 1709037 h 4877658"/>
                <a:gd name="connsiteX33" fmla="*/ 1485825 w 3502463"/>
                <a:gd name="connsiteY33" fmla="*/ 1143487 h 4877658"/>
                <a:gd name="connsiteX34" fmla="*/ 1485814 w 3502463"/>
                <a:gd name="connsiteY34" fmla="*/ 1143480 h 4877658"/>
                <a:gd name="connsiteX35" fmla="*/ 1485824 w 3502463"/>
                <a:gd name="connsiteY35" fmla="*/ 1143474 h 4877658"/>
                <a:gd name="connsiteX36" fmla="*/ 1485814 w 3502463"/>
                <a:gd name="connsiteY36" fmla="*/ 1138906 h 4877658"/>
                <a:gd name="connsiteX37" fmla="*/ 1489763 w 3502463"/>
                <a:gd name="connsiteY37" fmla="*/ 1141203 h 4877658"/>
                <a:gd name="connsiteX38" fmla="*/ 1979723 w 3502463"/>
                <a:gd name="connsiteY38" fmla="*/ 858739 h 4877658"/>
                <a:gd name="connsiteX39" fmla="*/ 1978674 w 3502463"/>
                <a:gd name="connsiteY39" fmla="*/ 858130 h 4877658"/>
                <a:gd name="connsiteX40" fmla="*/ 1976722 w 3502463"/>
                <a:gd name="connsiteY40" fmla="*/ 287999 h 4877658"/>
                <a:gd name="connsiteX41" fmla="*/ 1976721 w 3502463"/>
                <a:gd name="connsiteY41" fmla="*/ 286028 h 4877658"/>
                <a:gd name="connsiteX42" fmla="*/ 2472863 w 3502463"/>
                <a:gd name="connsiteY42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633345 w 3502463"/>
                <a:gd name="connsiteY15" fmla="*/ 3503065 h 4877658"/>
                <a:gd name="connsiteX16" fmla="*/ 634128 w 3502463"/>
                <a:gd name="connsiteY16" fmla="*/ 3501964 h 4877658"/>
                <a:gd name="connsiteX17" fmla="*/ 498785 w 3502463"/>
                <a:gd name="connsiteY17" fmla="*/ 3423239 h 4877658"/>
                <a:gd name="connsiteX18" fmla="*/ 497453 w 3502463"/>
                <a:gd name="connsiteY18" fmla="*/ 2853810 h 4877658"/>
                <a:gd name="connsiteX19" fmla="*/ 920450 w 3502463"/>
                <a:gd name="connsiteY19" fmla="*/ 3099566 h 4877658"/>
                <a:gd name="connsiteX20" fmla="*/ 921108 w 3502463"/>
                <a:gd name="connsiteY20" fmla="*/ 3098641 h 4877658"/>
                <a:gd name="connsiteX21" fmla="*/ 497453 w 3502463"/>
                <a:gd name="connsiteY21" fmla="*/ 2852493 h 4877658"/>
                <a:gd name="connsiteX22" fmla="*/ 991341 w 3502463"/>
                <a:gd name="connsiteY22" fmla="*/ 2566746 h 4877658"/>
                <a:gd name="connsiteX23" fmla="*/ 989692 w 3502463"/>
                <a:gd name="connsiteY23" fmla="*/ 2565787 h 4877658"/>
                <a:gd name="connsiteX24" fmla="*/ 988360 w 3502463"/>
                <a:gd name="connsiteY24" fmla="*/ 1996358 h 4877658"/>
                <a:gd name="connsiteX25" fmla="*/ 1406987 w 3502463"/>
                <a:gd name="connsiteY25" fmla="*/ 2239574 h 4877658"/>
                <a:gd name="connsiteX26" fmla="*/ 1407499 w 3502463"/>
                <a:gd name="connsiteY26" fmla="*/ 2238560 h 4877658"/>
                <a:gd name="connsiteX27" fmla="*/ 988360 w 3502463"/>
                <a:gd name="connsiteY27" fmla="*/ 1995040 h 4877658"/>
                <a:gd name="connsiteX28" fmla="*/ 1483867 w 3502463"/>
                <a:gd name="connsiteY28" fmla="*/ 1708358 h 4877658"/>
                <a:gd name="connsiteX29" fmla="*/ 1652876 w 3502463"/>
                <a:gd name="connsiteY29" fmla="*/ 1806492 h 4877658"/>
                <a:gd name="connsiteX30" fmla="*/ 1653431 w 3502463"/>
                <a:gd name="connsiteY30" fmla="*/ 1805584 h 4877658"/>
                <a:gd name="connsiteX31" fmla="*/ 1487147 w 3502463"/>
                <a:gd name="connsiteY31" fmla="*/ 1709037 h 4877658"/>
                <a:gd name="connsiteX32" fmla="*/ 1485825 w 3502463"/>
                <a:gd name="connsiteY32" fmla="*/ 1143487 h 4877658"/>
                <a:gd name="connsiteX33" fmla="*/ 1485814 w 3502463"/>
                <a:gd name="connsiteY33" fmla="*/ 1143480 h 4877658"/>
                <a:gd name="connsiteX34" fmla="*/ 1485824 w 3502463"/>
                <a:gd name="connsiteY34" fmla="*/ 1143474 h 4877658"/>
                <a:gd name="connsiteX35" fmla="*/ 1485814 w 3502463"/>
                <a:gd name="connsiteY35" fmla="*/ 1138906 h 4877658"/>
                <a:gd name="connsiteX36" fmla="*/ 1489763 w 3502463"/>
                <a:gd name="connsiteY36" fmla="*/ 1141203 h 4877658"/>
                <a:gd name="connsiteX37" fmla="*/ 1979723 w 3502463"/>
                <a:gd name="connsiteY37" fmla="*/ 858739 h 4877658"/>
                <a:gd name="connsiteX38" fmla="*/ 1978674 w 3502463"/>
                <a:gd name="connsiteY38" fmla="*/ 858130 h 4877658"/>
                <a:gd name="connsiteX39" fmla="*/ 1976722 w 3502463"/>
                <a:gd name="connsiteY39" fmla="*/ 287999 h 4877658"/>
                <a:gd name="connsiteX40" fmla="*/ 1976721 w 3502463"/>
                <a:gd name="connsiteY40" fmla="*/ 286028 h 4877658"/>
                <a:gd name="connsiteX41" fmla="*/ 2472863 w 3502463"/>
                <a:gd name="connsiteY41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633345 w 3502463"/>
                <a:gd name="connsiteY15" fmla="*/ 3503065 h 4877658"/>
                <a:gd name="connsiteX16" fmla="*/ 634128 w 3502463"/>
                <a:gd name="connsiteY16" fmla="*/ 3501964 h 4877658"/>
                <a:gd name="connsiteX17" fmla="*/ 498785 w 3502463"/>
                <a:gd name="connsiteY17" fmla="*/ 3423239 h 4877658"/>
                <a:gd name="connsiteX18" fmla="*/ 497453 w 3502463"/>
                <a:gd name="connsiteY18" fmla="*/ 2853810 h 4877658"/>
                <a:gd name="connsiteX19" fmla="*/ 920450 w 3502463"/>
                <a:gd name="connsiteY19" fmla="*/ 3099566 h 4877658"/>
                <a:gd name="connsiteX20" fmla="*/ 921108 w 3502463"/>
                <a:gd name="connsiteY20" fmla="*/ 3098641 h 4877658"/>
                <a:gd name="connsiteX21" fmla="*/ 497453 w 3502463"/>
                <a:gd name="connsiteY21" fmla="*/ 2852493 h 4877658"/>
                <a:gd name="connsiteX22" fmla="*/ 991341 w 3502463"/>
                <a:gd name="connsiteY22" fmla="*/ 2566746 h 4877658"/>
                <a:gd name="connsiteX23" fmla="*/ 989692 w 3502463"/>
                <a:gd name="connsiteY23" fmla="*/ 2565787 h 4877658"/>
                <a:gd name="connsiteX24" fmla="*/ 988360 w 3502463"/>
                <a:gd name="connsiteY24" fmla="*/ 1996358 h 4877658"/>
                <a:gd name="connsiteX25" fmla="*/ 1406987 w 3502463"/>
                <a:gd name="connsiteY25" fmla="*/ 2239574 h 4877658"/>
                <a:gd name="connsiteX26" fmla="*/ 1407499 w 3502463"/>
                <a:gd name="connsiteY26" fmla="*/ 2238560 h 4877658"/>
                <a:gd name="connsiteX27" fmla="*/ 988360 w 3502463"/>
                <a:gd name="connsiteY27" fmla="*/ 1995040 h 4877658"/>
                <a:gd name="connsiteX28" fmla="*/ 1483867 w 3502463"/>
                <a:gd name="connsiteY28" fmla="*/ 1708358 h 4877658"/>
                <a:gd name="connsiteX29" fmla="*/ 1652876 w 3502463"/>
                <a:gd name="connsiteY29" fmla="*/ 1806492 h 4877658"/>
                <a:gd name="connsiteX30" fmla="*/ 1487147 w 3502463"/>
                <a:gd name="connsiteY30" fmla="*/ 1709037 h 4877658"/>
                <a:gd name="connsiteX31" fmla="*/ 1485825 w 3502463"/>
                <a:gd name="connsiteY31" fmla="*/ 1143487 h 4877658"/>
                <a:gd name="connsiteX32" fmla="*/ 1485814 w 3502463"/>
                <a:gd name="connsiteY32" fmla="*/ 1143480 h 4877658"/>
                <a:gd name="connsiteX33" fmla="*/ 1485824 w 3502463"/>
                <a:gd name="connsiteY33" fmla="*/ 1143474 h 4877658"/>
                <a:gd name="connsiteX34" fmla="*/ 1485814 w 3502463"/>
                <a:gd name="connsiteY34" fmla="*/ 1138906 h 4877658"/>
                <a:gd name="connsiteX35" fmla="*/ 1489763 w 3502463"/>
                <a:gd name="connsiteY35" fmla="*/ 1141203 h 4877658"/>
                <a:gd name="connsiteX36" fmla="*/ 1979723 w 3502463"/>
                <a:gd name="connsiteY36" fmla="*/ 858739 h 4877658"/>
                <a:gd name="connsiteX37" fmla="*/ 1978674 w 3502463"/>
                <a:gd name="connsiteY37" fmla="*/ 858130 h 4877658"/>
                <a:gd name="connsiteX38" fmla="*/ 1976722 w 3502463"/>
                <a:gd name="connsiteY38" fmla="*/ 287999 h 4877658"/>
                <a:gd name="connsiteX39" fmla="*/ 1976721 w 3502463"/>
                <a:gd name="connsiteY39" fmla="*/ 286028 h 4877658"/>
                <a:gd name="connsiteX40" fmla="*/ 2472863 w 3502463"/>
                <a:gd name="connsiteY40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633345 w 3502463"/>
                <a:gd name="connsiteY15" fmla="*/ 3503065 h 4877658"/>
                <a:gd name="connsiteX16" fmla="*/ 634128 w 3502463"/>
                <a:gd name="connsiteY16" fmla="*/ 3501964 h 4877658"/>
                <a:gd name="connsiteX17" fmla="*/ 498785 w 3502463"/>
                <a:gd name="connsiteY17" fmla="*/ 3423239 h 4877658"/>
                <a:gd name="connsiteX18" fmla="*/ 497453 w 3502463"/>
                <a:gd name="connsiteY18" fmla="*/ 2853810 h 4877658"/>
                <a:gd name="connsiteX19" fmla="*/ 920450 w 3502463"/>
                <a:gd name="connsiteY19" fmla="*/ 3099566 h 4877658"/>
                <a:gd name="connsiteX20" fmla="*/ 921108 w 3502463"/>
                <a:gd name="connsiteY20" fmla="*/ 3098641 h 4877658"/>
                <a:gd name="connsiteX21" fmla="*/ 497453 w 3502463"/>
                <a:gd name="connsiteY21" fmla="*/ 2852493 h 4877658"/>
                <a:gd name="connsiteX22" fmla="*/ 991341 w 3502463"/>
                <a:gd name="connsiteY22" fmla="*/ 2566746 h 4877658"/>
                <a:gd name="connsiteX23" fmla="*/ 989692 w 3502463"/>
                <a:gd name="connsiteY23" fmla="*/ 2565787 h 4877658"/>
                <a:gd name="connsiteX24" fmla="*/ 988360 w 3502463"/>
                <a:gd name="connsiteY24" fmla="*/ 1996358 h 4877658"/>
                <a:gd name="connsiteX25" fmla="*/ 1406987 w 3502463"/>
                <a:gd name="connsiteY25" fmla="*/ 2239574 h 4877658"/>
                <a:gd name="connsiteX26" fmla="*/ 1407499 w 3502463"/>
                <a:gd name="connsiteY26" fmla="*/ 2238560 h 4877658"/>
                <a:gd name="connsiteX27" fmla="*/ 988360 w 3502463"/>
                <a:gd name="connsiteY27" fmla="*/ 1995040 h 4877658"/>
                <a:gd name="connsiteX28" fmla="*/ 1483867 w 3502463"/>
                <a:gd name="connsiteY28" fmla="*/ 1708358 h 4877658"/>
                <a:gd name="connsiteX29" fmla="*/ 1487147 w 3502463"/>
                <a:gd name="connsiteY29" fmla="*/ 1709037 h 4877658"/>
                <a:gd name="connsiteX30" fmla="*/ 1485825 w 3502463"/>
                <a:gd name="connsiteY30" fmla="*/ 1143487 h 4877658"/>
                <a:gd name="connsiteX31" fmla="*/ 1485814 w 3502463"/>
                <a:gd name="connsiteY31" fmla="*/ 1143480 h 4877658"/>
                <a:gd name="connsiteX32" fmla="*/ 1485824 w 3502463"/>
                <a:gd name="connsiteY32" fmla="*/ 1143474 h 4877658"/>
                <a:gd name="connsiteX33" fmla="*/ 1485814 w 3502463"/>
                <a:gd name="connsiteY33" fmla="*/ 1138906 h 4877658"/>
                <a:gd name="connsiteX34" fmla="*/ 1489763 w 3502463"/>
                <a:gd name="connsiteY34" fmla="*/ 1141203 h 4877658"/>
                <a:gd name="connsiteX35" fmla="*/ 1979723 w 3502463"/>
                <a:gd name="connsiteY35" fmla="*/ 858739 h 4877658"/>
                <a:gd name="connsiteX36" fmla="*/ 1978674 w 3502463"/>
                <a:gd name="connsiteY36" fmla="*/ 858130 h 4877658"/>
                <a:gd name="connsiteX37" fmla="*/ 1976722 w 3502463"/>
                <a:gd name="connsiteY37" fmla="*/ 287999 h 4877658"/>
                <a:gd name="connsiteX38" fmla="*/ 1976721 w 3502463"/>
                <a:gd name="connsiteY38" fmla="*/ 286028 h 4877658"/>
                <a:gd name="connsiteX39" fmla="*/ 2472863 w 3502463"/>
                <a:gd name="connsiteY39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633345 w 3502463"/>
                <a:gd name="connsiteY15" fmla="*/ 3503065 h 4877658"/>
                <a:gd name="connsiteX16" fmla="*/ 634128 w 3502463"/>
                <a:gd name="connsiteY16" fmla="*/ 3501964 h 4877658"/>
                <a:gd name="connsiteX17" fmla="*/ 498785 w 3502463"/>
                <a:gd name="connsiteY17" fmla="*/ 3423239 h 4877658"/>
                <a:gd name="connsiteX18" fmla="*/ 497453 w 3502463"/>
                <a:gd name="connsiteY18" fmla="*/ 2853810 h 4877658"/>
                <a:gd name="connsiteX19" fmla="*/ 920450 w 3502463"/>
                <a:gd name="connsiteY19" fmla="*/ 3099566 h 4877658"/>
                <a:gd name="connsiteX20" fmla="*/ 921108 w 3502463"/>
                <a:gd name="connsiteY20" fmla="*/ 3098641 h 4877658"/>
                <a:gd name="connsiteX21" fmla="*/ 497453 w 3502463"/>
                <a:gd name="connsiteY21" fmla="*/ 2852493 h 4877658"/>
                <a:gd name="connsiteX22" fmla="*/ 991341 w 3502463"/>
                <a:gd name="connsiteY22" fmla="*/ 2566746 h 4877658"/>
                <a:gd name="connsiteX23" fmla="*/ 989692 w 3502463"/>
                <a:gd name="connsiteY23" fmla="*/ 2565787 h 4877658"/>
                <a:gd name="connsiteX24" fmla="*/ 988360 w 3502463"/>
                <a:gd name="connsiteY24" fmla="*/ 1996358 h 4877658"/>
                <a:gd name="connsiteX25" fmla="*/ 1406987 w 3502463"/>
                <a:gd name="connsiteY25" fmla="*/ 2239574 h 4877658"/>
                <a:gd name="connsiteX26" fmla="*/ 1384639 w 3502463"/>
                <a:gd name="connsiteY26" fmla="*/ 2246180 h 4877658"/>
                <a:gd name="connsiteX27" fmla="*/ 988360 w 3502463"/>
                <a:gd name="connsiteY27" fmla="*/ 1995040 h 4877658"/>
                <a:gd name="connsiteX28" fmla="*/ 1483867 w 3502463"/>
                <a:gd name="connsiteY28" fmla="*/ 1708358 h 4877658"/>
                <a:gd name="connsiteX29" fmla="*/ 1487147 w 3502463"/>
                <a:gd name="connsiteY29" fmla="*/ 1709037 h 4877658"/>
                <a:gd name="connsiteX30" fmla="*/ 1485825 w 3502463"/>
                <a:gd name="connsiteY30" fmla="*/ 1143487 h 4877658"/>
                <a:gd name="connsiteX31" fmla="*/ 1485814 w 3502463"/>
                <a:gd name="connsiteY31" fmla="*/ 1143480 h 4877658"/>
                <a:gd name="connsiteX32" fmla="*/ 1485824 w 3502463"/>
                <a:gd name="connsiteY32" fmla="*/ 1143474 h 4877658"/>
                <a:gd name="connsiteX33" fmla="*/ 1485814 w 3502463"/>
                <a:gd name="connsiteY33" fmla="*/ 1138906 h 4877658"/>
                <a:gd name="connsiteX34" fmla="*/ 1489763 w 3502463"/>
                <a:gd name="connsiteY34" fmla="*/ 1141203 h 4877658"/>
                <a:gd name="connsiteX35" fmla="*/ 1979723 w 3502463"/>
                <a:gd name="connsiteY35" fmla="*/ 858739 h 4877658"/>
                <a:gd name="connsiteX36" fmla="*/ 1978674 w 3502463"/>
                <a:gd name="connsiteY36" fmla="*/ 858130 h 4877658"/>
                <a:gd name="connsiteX37" fmla="*/ 1976722 w 3502463"/>
                <a:gd name="connsiteY37" fmla="*/ 287999 h 4877658"/>
                <a:gd name="connsiteX38" fmla="*/ 1976721 w 3502463"/>
                <a:gd name="connsiteY38" fmla="*/ 286028 h 4877658"/>
                <a:gd name="connsiteX39" fmla="*/ 2472863 w 3502463"/>
                <a:gd name="connsiteY39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633345 w 3502463"/>
                <a:gd name="connsiteY15" fmla="*/ 3503065 h 4877658"/>
                <a:gd name="connsiteX16" fmla="*/ 634128 w 3502463"/>
                <a:gd name="connsiteY16" fmla="*/ 3501964 h 4877658"/>
                <a:gd name="connsiteX17" fmla="*/ 498785 w 3502463"/>
                <a:gd name="connsiteY17" fmla="*/ 3423239 h 4877658"/>
                <a:gd name="connsiteX18" fmla="*/ 497453 w 3502463"/>
                <a:gd name="connsiteY18" fmla="*/ 2853810 h 4877658"/>
                <a:gd name="connsiteX19" fmla="*/ 920450 w 3502463"/>
                <a:gd name="connsiteY19" fmla="*/ 3099566 h 4877658"/>
                <a:gd name="connsiteX20" fmla="*/ 921108 w 3502463"/>
                <a:gd name="connsiteY20" fmla="*/ 3098641 h 4877658"/>
                <a:gd name="connsiteX21" fmla="*/ 497453 w 3502463"/>
                <a:gd name="connsiteY21" fmla="*/ 2852493 h 4877658"/>
                <a:gd name="connsiteX22" fmla="*/ 991341 w 3502463"/>
                <a:gd name="connsiteY22" fmla="*/ 2566746 h 4877658"/>
                <a:gd name="connsiteX23" fmla="*/ 989692 w 3502463"/>
                <a:gd name="connsiteY23" fmla="*/ 2565787 h 4877658"/>
                <a:gd name="connsiteX24" fmla="*/ 988360 w 3502463"/>
                <a:gd name="connsiteY24" fmla="*/ 1996358 h 4877658"/>
                <a:gd name="connsiteX25" fmla="*/ 1406987 w 3502463"/>
                <a:gd name="connsiteY25" fmla="*/ 2239574 h 4877658"/>
                <a:gd name="connsiteX26" fmla="*/ 988360 w 3502463"/>
                <a:gd name="connsiteY26" fmla="*/ 1995040 h 4877658"/>
                <a:gd name="connsiteX27" fmla="*/ 1483867 w 3502463"/>
                <a:gd name="connsiteY27" fmla="*/ 1708358 h 4877658"/>
                <a:gd name="connsiteX28" fmla="*/ 1487147 w 3502463"/>
                <a:gd name="connsiteY28" fmla="*/ 1709037 h 4877658"/>
                <a:gd name="connsiteX29" fmla="*/ 1485825 w 3502463"/>
                <a:gd name="connsiteY29" fmla="*/ 1143487 h 4877658"/>
                <a:gd name="connsiteX30" fmla="*/ 1485814 w 3502463"/>
                <a:gd name="connsiteY30" fmla="*/ 1143480 h 4877658"/>
                <a:gd name="connsiteX31" fmla="*/ 1485824 w 3502463"/>
                <a:gd name="connsiteY31" fmla="*/ 1143474 h 4877658"/>
                <a:gd name="connsiteX32" fmla="*/ 1485814 w 3502463"/>
                <a:gd name="connsiteY32" fmla="*/ 1138906 h 4877658"/>
                <a:gd name="connsiteX33" fmla="*/ 1489763 w 3502463"/>
                <a:gd name="connsiteY33" fmla="*/ 1141203 h 4877658"/>
                <a:gd name="connsiteX34" fmla="*/ 1979723 w 3502463"/>
                <a:gd name="connsiteY34" fmla="*/ 858739 h 4877658"/>
                <a:gd name="connsiteX35" fmla="*/ 1978674 w 3502463"/>
                <a:gd name="connsiteY35" fmla="*/ 858130 h 4877658"/>
                <a:gd name="connsiteX36" fmla="*/ 1976722 w 3502463"/>
                <a:gd name="connsiteY36" fmla="*/ 287999 h 4877658"/>
                <a:gd name="connsiteX37" fmla="*/ 1976721 w 3502463"/>
                <a:gd name="connsiteY37" fmla="*/ 286028 h 4877658"/>
                <a:gd name="connsiteX38" fmla="*/ 2472863 w 3502463"/>
                <a:gd name="connsiteY38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633345 w 3502463"/>
                <a:gd name="connsiteY15" fmla="*/ 3503065 h 4877658"/>
                <a:gd name="connsiteX16" fmla="*/ 634128 w 3502463"/>
                <a:gd name="connsiteY16" fmla="*/ 3501964 h 4877658"/>
                <a:gd name="connsiteX17" fmla="*/ 498785 w 3502463"/>
                <a:gd name="connsiteY17" fmla="*/ 3423239 h 4877658"/>
                <a:gd name="connsiteX18" fmla="*/ 497453 w 3502463"/>
                <a:gd name="connsiteY18" fmla="*/ 2853810 h 4877658"/>
                <a:gd name="connsiteX19" fmla="*/ 920450 w 3502463"/>
                <a:gd name="connsiteY19" fmla="*/ 3099566 h 4877658"/>
                <a:gd name="connsiteX20" fmla="*/ 921108 w 3502463"/>
                <a:gd name="connsiteY20" fmla="*/ 3098641 h 4877658"/>
                <a:gd name="connsiteX21" fmla="*/ 497453 w 3502463"/>
                <a:gd name="connsiteY21" fmla="*/ 2852493 h 4877658"/>
                <a:gd name="connsiteX22" fmla="*/ 991341 w 3502463"/>
                <a:gd name="connsiteY22" fmla="*/ 2566746 h 4877658"/>
                <a:gd name="connsiteX23" fmla="*/ 989692 w 3502463"/>
                <a:gd name="connsiteY23" fmla="*/ 2565787 h 4877658"/>
                <a:gd name="connsiteX24" fmla="*/ 988360 w 3502463"/>
                <a:gd name="connsiteY24" fmla="*/ 1996358 h 4877658"/>
                <a:gd name="connsiteX25" fmla="*/ 988360 w 3502463"/>
                <a:gd name="connsiteY25" fmla="*/ 1995040 h 4877658"/>
                <a:gd name="connsiteX26" fmla="*/ 1483867 w 3502463"/>
                <a:gd name="connsiteY26" fmla="*/ 1708358 h 4877658"/>
                <a:gd name="connsiteX27" fmla="*/ 1487147 w 3502463"/>
                <a:gd name="connsiteY27" fmla="*/ 1709037 h 4877658"/>
                <a:gd name="connsiteX28" fmla="*/ 1485825 w 3502463"/>
                <a:gd name="connsiteY28" fmla="*/ 1143487 h 4877658"/>
                <a:gd name="connsiteX29" fmla="*/ 1485814 w 3502463"/>
                <a:gd name="connsiteY29" fmla="*/ 1143480 h 4877658"/>
                <a:gd name="connsiteX30" fmla="*/ 1485824 w 3502463"/>
                <a:gd name="connsiteY30" fmla="*/ 1143474 h 4877658"/>
                <a:gd name="connsiteX31" fmla="*/ 1485814 w 3502463"/>
                <a:gd name="connsiteY31" fmla="*/ 1138906 h 4877658"/>
                <a:gd name="connsiteX32" fmla="*/ 1489763 w 3502463"/>
                <a:gd name="connsiteY32" fmla="*/ 1141203 h 4877658"/>
                <a:gd name="connsiteX33" fmla="*/ 1979723 w 3502463"/>
                <a:gd name="connsiteY33" fmla="*/ 858739 h 4877658"/>
                <a:gd name="connsiteX34" fmla="*/ 1978674 w 3502463"/>
                <a:gd name="connsiteY34" fmla="*/ 858130 h 4877658"/>
                <a:gd name="connsiteX35" fmla="*/ 1976722 w 3502463"/>
                <a:gd name="connsiteY35" fmla="*/ 287999 h 4877658"/>
                <a:gd name="connsiteX36" fmla="*/ 1976721 w 3502463"/>
                <a:gd name="connsiteY36" fmla="*/ 286028 h 4877658"/>
                <a:gd name="connsiteX37" fmla="*/ 2472863 w 3502463"/>
                <a:gd name="connsiteY37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633345 w 3502463"/>
                <a:gd name="connsiteY15" fmla="*/ 3503065 h 4877658"/>
                <a:gd name="connsiteX16" fmla="*/ 634128 w 3502463"/>
                <a:gd name="connsiteY16" fmla="*/ 3501964 h 4877658"/>
                <a:gd name="connsiteX17" fmla="*/ 498785 w 3502463"/>
                <a:gd name="connsiteY17" fmla="*/ 3423239 h 4877658"/>
                <a:gd name="connsiteX18" fmla="*/ 497453 w 3502463"/>
                <a:gd name="connsiteY18" fmla="*/ 2853810 h 4877658"/>
                <a:gd name="connsiteX19" fmla="*/ 920450 w 3502463"/>
                <a:gd name="connsiteY19" fmla="*/ 3099566 h 4877658"/>
                <a:gd name="connsiteX20" fmla="*/ 497453 w 3502463"/>
                <a:gd name="connsiteY20" fmla="*/ 2852493 h 4877658"/>
                <a:gd name="connsiteX21" fmla="*/ 991341 w 3502463"/>
                <a:gd name="connsiteY21" fmla="*/ 2566746 h 4877658"/>
                <a:gd name="connsiteX22" fmla="*/ 989692 w 3502463"/>
                <a:gd name="connsiteY22" fmla="*/ 2565787 h 4877658"/>
                <a:gd name="connsiteX23" fmla="*/ 988360 w 3502463"/>
                <a:gd name="connsiteY23" fmla="*/ 1996358 h 4877658"/>
                <a:gd name="connsiteX24" fmla="*/ 988360 w 3502463"/>
                <a:gd name="connsiteY24" fmla="*/ 1995040 h 4877658"/>
                <a:gd name="connsiteX25" fmla="*/ 1483867 w 3502463"/>
                <a:gd name="connsiteY25" fmla="*/ 1708358 h 4877658"/>
                <a:gd name="connsiteX26" fmla="*/ 1487147 w 3502463"/>
                <a:gd name="connsiteY26" fmla="*/ 1709037 h 4877658"/>
                <a:gd name="connsiteX27" fmla="*/ 1485825 w 3502463"/>
                <a:gd name="connsiteY27" fmla="*/ 1143487 h 4877658"/>
                <a:gd name="connsiteX28" fmla="*/ 1485814 w 3502463"/>
                <a:gd name="connsiteY28" fmla="*/ 1143480 h 4877658"/>
                <a:gd name="connsiteX29" fmla="*/ 1485824 w 3502463"/>
                <a:gd name="connsiteY29" fmla="*/ 1143474 h 4877658"/>
                <a:gd name="connsiteX30" fmla="*/ 1485814 w 3502463"/>
                <a:gd name="connsiteY30" fmla="*/ 1138906 h 4877658"/>
                <a:gd name="connsiteX31" fmla="*/ 1489763 w 3502463"/>
                <a:gd name="connsiteY31" fmla="*/ 1141203 h 4877658"/>
                <a:gd name="connsiteX32" fmla="*/ 1979723 w 3502463"/>
                <a:gd name="connsiteY32" fmla="*/ 858739 h 4877658"/>
                <a:gd name="connsiteX33" fmla="*/ 1978674 w 3502463"/>
                <a:gd name="connsiteY33" fmla="*/ 858130 h 4877658"/>
                <a:gd name="connsiteX34" fmla="*/ 1976722 w 3502463"/>
                <a:gd name="connsiteY34" fmla="*/ 287999 h 4877658"/>
                <a:gd name="connsiteX35" fmla="*/ 1976721 w 3502463"/>
                <a:gd name="connsiteY35" fmla="*/ 286028 h 4877658"/>
                <a:gd name="connsiteX36" fmla="*/ 2472863 w 3502463"/>
                <a:gd name="connsiteY36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633345 w 3502463"/>
                <a:gd name="connsiteY15" fmla="*/ 3503065 h 4877658"/>
                <a:gd name="connsiteX16" fmla="*/ 634128 w 3502463"/>
                <a:gd name="connsiteY16" fmla="*/ 3501964 h 4877658"/>
                <a:gd name="connsiteX17" fmla="*/ 498785 w 3502463"/>
                <a:gd name="connsiteY17" fmla="*/ 3423239 h 4877658"/>
                <a:gd name="connsiteX18" fmla="*/ 497453 w 3502463"/>
                <a:gd name="connsiteY18" fmla="*/ 2853810 h 4877658"/>
                <a:gd name="connsiteX19" fmla="*/ 497453 w 3502463"/>
                <a:gd name="connsiteY19" fmla="*/ 2852493 h 4877658"/>
                <a:gd name="connsiteX20" fmla="*/ 991341 w 3502463"/>
                <a:gd name="connsiteY20" fmla="*/ 2566746 h 4877658"/>
                <a:gd name="connsiteX21" fmla="*/ 989692 w 3502463"/>
                <a:gd name="connsiteY21" fmla="*/ 2565787 h 4877658"/>
                <a:gd name="connsiteX22" fmla="*/ 988360 w 3502463"/>
                <a:gd name="connsiteY22" fmla="*/ 1996358 h 4877658"/>
                <a:gd name="connsiteX23" fmla="*/ 988360 w 3502463"/>
                <a:gd name="connsiteY23" fmla="*/ 1995040 h 4877658"/>
                <a:gd name="connsiteX24" fmla="*/ 1483867 w 3502463"/>
                <a:gd name="connsiteY24" fmla="*/ 1708358 h 4877658"/>
                <a:gd name="connsiteX25" fmla="*/ 1487147 w 3502463"/>
                <a:gd name="connsiteY25" fmla="*/ 1709037 h 4877658"/>
                <a:gd name="connsiteX26" fmla="*/ 1485825 w 3502463"/>
                <a:gd name="connsiteY26" fmla="*/ 1143487 h 4877658"/>
                <a:gd name="connsiteX27" fmla="*/ 1485814 w 3502463"/>
                <a:gd name="connsiteY27" fmla="*/ 1143480 h 4877658"/>
                <a:gd name="connsiteX28" fmla="*/ 1485824 w 3502463"/>
                <a:gd name="connsiteY28" fmla="*/ 1143474 h 4877658"/>
                <a:gd name="connsiteX29" fmla="*/ 1485814 w 3502463"/>
                <a:gd name="connsiteY29" fmla="*/ 1138906 h 4877658"/>
                <a:gd name="connsiteX30" fmla="*/ 1489763 w 3502463"/>
                <a:gd name="connsiteY30" fmla="*/ 1141203 h 4877658"/>
                <a:gd name="connsiteX31" fmla="*/ 1979723 w 3502463"/>
                <a:gd name="connsiteY31" fmla="*/ 858739 h 4877658"/>
                <a:gd name="connsiteX32" fmla="*/ 1978674 w 3502463"/>
                <a:gd name="connsiteY32" fmla="*/ 858130 h 4877658"/>
                <a:gd name="connsiteX33" fmla="*/ 1976722 w 3502463"/>
                <a:gd name="connsiteY33" fmla="*/ 287999 h 4877658"/>
                <a:gd name="connsiteX34" fmla="*/ 1976721 w 3502463"/>
                <a:gd name="connsiteY34" fmla="*/ 286028 h 4877658"/>
                <a:gd name="connsiteX35" fmla="*/ 2472863 w 3502463"/>
                <a:gd name="connsiteY35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633345 w 3502463"/>
                <a:gd name="connsiteY15" fmla="*/ 3503065 h 4877658"/>
                <a:gd name="connsiteX16" fmla="*/ 498785 w 3502463"/>
                <a:gd name="connsiteY16" fmla="*/ 3423239 h 4877658"/>
                <a:gd name="connsiteX17" fmla="*/ 497453 w 3502463"/>
                <a:gd name="connsiteY17" fmla="*/ 2853810 h 4877658"/>
                <a:gd name="connsiteX18" fmla="*/ 497453 w 3502463"/>
                <a:gd name="connsiteY18" fmla="*/ 2852493 h 4877658"/>
                <a:gd name="connsiteX19" fmla="*/ 991341 w 3502463"/>
                <a:gd name="connsiteY19" fmla="*/ 2566746 h 4877658"/>
                <a:gd name="connsiteX20" fmla="*/ 989692 w 3502463"/>
                <a:gd name="connsiteY20" fmla="*/ 2565787 h 4877658"/>
                <a:gd name="connsiteX21" fmla="*/ 988360 w 3502463"/>
                <a:gd name="connsiteY21" fmla="*/ 1996358 h 4877658"/>
                <a:gd name="connsiteX22" fmla="*/ 988360 w 3502463"/>
                <a:gd name="connsiteY22" fmla="*/ 1995040 h 4877658"/>
                <a:gd name="connsiteX23" fmla="*/ 1483867 w 3502463"/>
                <a:gd name="connsiteY23" fmla="*/ 1708358 h 4877658"/>
                <a:gd name="connsiteX24" fmla="*/ 1487147 w 3502463"/>
                <a:gd name="connsiteY24" fmla="*/ 1709037 h 4877658"/>
                <a:gd name="connsiteX25" fmla="*/ 1485825 w 3502463"/>
                <a:gd name="connsiteY25" fmla="*/ 1143487 h 4877658"/>
                <a:gd name="connsiteX26" fmla="*/ 1485814 w 3502463"/>
                <a:gd name="connsiteY26" fmla="*/ 1143480 h 4877658"/>
                <a:gd name="connsiteX27" fmla="*/ 1485824 w 3502463"/>
                <a:gd name="connsiteY27" fmla="*/ 1143474 h 4877658"/>
                <a:gd name="connsiteX28" fmla="*/ 1485814 w 3502463"/>
                <a:gd name="connsiteY28" fmla="*/ 1138906 h 4877658"/>
                <a:gd name="connsiteX29" fmla="*/ 1489763 w 3502463"/>
                <a:gd name="connsiteY29" fmla="*/ 1141203 h 4877658"/>
                <a:gd name="connsiteX30" fmla="*/ 1979723 w 3502463"/>
                <a:gd name="connsiteY30" fmla="*/ 858739 h 4877658"/>
                <a:gd name="connsiteX31" fmla="*/ 1978674 w 3502463"/>
                <a:gd name="connsiteY31" fmla="*/ 858130 h 4877658"/>
                <a:gd name="connsiteX32" fmla="*/ 1976722 w 3502463"/>
                <a:gd name="connsiteY32" fmla="*/ 287999 h 4877658"/>
                <a:gd name="connsiteX33" fmla="*/ 1976721 w 3502463"/>
                <a:gd name="connsiteY33" fmla="*/ 286028 h 4877658"/>
                <a:gd name="connsiteX34" fmla="*/ 2472863 w 3502463"/>
                <a:gd name="connsiteY34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344013 w 3502463"/>
                <a:gd name="connsiteY12" fmla="*/ 390969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498785 w 3502463"/>
                <a:gd name="connsiteY15" fmla="*/ 3423239 h 4877658"/>
                <a:gd name="connsiteX16" fmla="*/ 497453 w 3502463"/>
                <a:gd name="connsiteY16" fmla="*/ 2853810 h 4877658"/>
                <a:gd name="connsiteX17" fmla="*/ 497453 w 3502463"/>
                <a:gd name="connsiteY17" fmla="*/ 2852493 h 4877658"/>
                <a:gd name="connsiteX18" fmla="*/ 991341 w 3502463"/>
                <a:gd name="connsiteY18" fmla="*/ 2566746 h 4877658"/>
                <a:gd name="connsiteX19" fmla="*/ 989692 w 3502463"/>
                <a:gd name="connsiteY19" fmla="*/ 2565787 h 4877658"/>
                <a:gd name="connsiteX20" fmla="*/ 988360 w 3502463"/>
                <a:gd name="connsiteY20" fmla="*/ 1996358 h 4877658"/>
                <a:gd name="connsiteX21" fmla="*/ 988360 w 3502463"/>
                <a:gd name="connsiteY21" fmla="*/ 1995040 h 4877658"/>
                <a:gd name="connsiteX22" fmla="*/ 1483867 w 3502463"/>
                <a:gd name="connsiteY22" fmla="*/ 1708358 h 4877658"/>
                <a:gd name="connsiteX23" fmla="*/ 1487147 w 3502463"/>
                <a:gd name="connsiteY23" fmla="*/ 1709037 h 4877658"/>
                <a:gd name="connsiteX24" fmla="*/ 1485825 w 3502463"/>
                <a:gd name="connsiteY24" fmla="*/ 1143487 h 4877658"/>
                <a:gd name="connsiteX25" fmla="*/ 1485814 w 3502463"/>
                <a:gd name="connsiteY25" fmla="*/ 1143480 h 4877658"/>
                <a:gd name="connsiteX26" fmla="*/ 1485824 w 3502463"/>
                <a:gd name="connsiteY26" fmla="*/ 1143474 h 4877658"/>
                <a:gd name="connsiteX27" fmla="*/ 1485814 w 3502463"/>
                <a:gd name="connsiteY27" fmla="*/ 1138906 h 4877658"/>
                <a:gd name="connsiteX28" fmla="*/ 1489763 w 3502463"/>
                <a:gd name="connsiteY28" fmla="*/ 1141203 h 4877658"/>
                <a:gd name="connsiteX29" fmla="*/ 1979723 w 3502463"/>
                <a:gd name="connsiteY29" fmla="*/ 858739 h 4877658"/>
                <a:gd name="connsiteX30" fmla="*/ 1978674 w 3502463"/>
                <a:gd name="connsiteY30" fmla="*/ 858130 h 4877658"/>
                <a:gd name="connsiteX31" fmla="*/ 1976722 w 3502463"/>
                <a:gd name="connsiteY31" fmla="*/ 287999 h 4877658"/>
                <a:gd name="connsiteX32" fmla="*/ 1976721 w 3502463"/>
                <a:gd name="connsiteY32" fmla="*/ 286028 h 4877658"/>
                <a:gd name="connsiteX33" fmla="*/ 2472863 w 3502463"/>
                <a:gd name="connsiteY33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252573 w 3502463"/>
                <a:gd name="connsiteY12" fmla="*/ 4001133 h 4877658"/>
                <a:gd name="connsiteX13" fmla="*/ 0 w 3502463"/>
                <a:gd name="connsiteY13" fmla="*/ 3709945 h 4877658"/>
                <a:gd name="connsiteX14" fmla="*/ 496141 w 3502463"/>
                <a:gd name="connsiteY14" fmla="*/ 3423262 h 4877658"/>
                <a:gd name="connsiteX15" fmla="*/ 498785 w 3502463"/>
                <a:gd name="connsiteY15" fmla="*/ 3423239 h 4877658"/>
                <a:gd name="connsiteX16" fmla="*/ 497453 w 3502463"/>
                <a:gd name="connsiteY16" fmla="*/ 2853810 h 4877658"/>
                <a:gd name="connsiteX17" fmla="*/ 497453 w 3502463"/>
                <a:gd name="connsiteY17" fmla="*/ 2852493 h 4877658"/>
                <a:gd name="connsiteX18" fmla="*/ 991341 w 3502463"/>
                <a:gd name="connsiteY18" fmla="*/ 2566746 h 4877658"/>
                <a:gd name="connsiteX19" fmla="*/ 989692 w 3502463"/>
                <a:gd name="connsiteY19" fmla="*/ 2565787 h 4877658"/>
                <a:gd name="connsiteX20" fmla="*/ 988360 w 3502463"/>
                <a:gd name="connsiteY20" fmla="*/ 1996358 h 4877658"/>
                <a:gd name="connsiteX21" fmla="*/ 988360 w 3502463"/>
                <a:gd name="connsiteY21" fmla="*/ 1995040 h 4877658"/>
                <a:gd name="connsiteX22" fmla="*/ 1483867 w 3502463"/>
                <a:gd name="connsiteY22" fmla="*/ 1708358 h 4877658"/>
                <a:gd name="connsiteX23" fmla="*/ 1487147 w 3502463"/>
                <a:gd name="connsiteY23" fmla="*/ 1709037 h 4877658"/>
                <a:gd name="connsiteX24" fmla="*/ 1485825 w 3502463"/>
                <a:gd name="connsiteY24" fmla="*/ 1143487 h 4877658"/>
                <a:gd name="connsiteX25" fmla="*/ 1485814 w 3502463"/>
                <a:gd name="connsiteY25" fmla="*/ 1143480 h 4877658"/>
                <a:gd name="connsiteX26" fmla="*/ 1485824 w 3502463"/>
                <a:gd name="connsiteY26" fmla="*/ 1143474 h 4877658"/>
                <a:gd name="connsiteX27" fmla="*/ 1485814 w 3502463"/>
                <a:gd name="connsiteY27" fmla="*/ 1138906 h 4877658"/>
                <a:gd name="connsiteX28" fmla="*/ 1489763 w 3502463"/>
                <a:gd name="connsiteY28" fmla="*/ 1141203 h 4877658"/>
                <a:gd name="connsiteX29" fmla="*/ 1979723 w 3502463"/>
                <a:gd name="connsiteY29" fmla="*/ 858739 h 4877658"/>
                <a:gd name="connsiteX30" fmla="*/ 1978674 w 3502463"/>
                <a:gd name="connsiteY30" fmla="*/ 858130 h 4877658"/>
                <a:gd name="connsiteX31" fmla="*/ 1976722 w 3502463"/>
                <a:gd name="connsiteY31" fmla="*/ 287999 h 4877658"/>
                <a:gd name="connsiteX32" fmla="*/ 1976721 w 3502463"/>
                <a:gd name="connsiteY32" fmla="*/ 286028 h 4877658"/>
                <a:gd name="connsiteX33" fmla="*/ 2472863 w 3502463"/>
                <a:gd name="connsiteY33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343359 w 3502463"/>
                <a:gd name="connsiteY11" fmla="*/ 3910612 h 4877658"/>
                <a:gd name="connsiteX12" fmla="*/ 0 w 3502463"/>
                <a:gd name="connsiteY12" fmla="*/ 3709945 h 4877658"/>
                <a:gd name="connsiteX13" fmla="*/ 496141 w 3502463"/>
                <a:gd name="connsiteY13" fmla="*/ 3423262 h 4877658"/>
                <a:gd name="connsiteX14" fmla="*/ 498785 w 3502463"/>
                <a:gd name="connsiteY14" fmla="*/ 3423239 h 4877658"/>
                <a:gd name="connsiteX15" fmla="*/ 497453 w 3502463"/>
                <a:gd name="connsiteY15" fmla="*/ 2853810 h 4877658"/>
                <a:gd name="connsiteX16" fmla="*/ 497453 w 3502463"/>
                <a:gd name="connsiteY16" fmla="*/ 2852493 h 4877658"/>
                <a:gd name="connsiteX17" fmla="*/ 991341 w 3502463"/>
                <a:gd name="connsiteY17" fmla="*/ 2566746 h 4877658"/>
                <a:gd name="connsiteX18" fmla="*/ 989692 w 3502463"/>
                <a:gd name="connsiteY18" fmla="*/ 2565787 h 4877658"/>
                <a:gd name="connsiteX19" fmla="*/ 988360 w 3502463"/>
                <a:gd name="connsiteY19" fmla="*/ 1996358 h 4877658"/>
                <a:gd name="connsiteX20" fmla="*/ 988360 w 3502463"/>
                <a:gd name="connsiteY20" fmla="*/ 1995040 h 4877658"/>
                <a:gd name="connsiteX21" fmla="*/ 1483867 w 3502463"/>
                <a:gd name="connsiteY21" fmla="*/ 1708358 h 4877658"/>
                <a:gd name="connsiteX22" fmla="*/ 1487147 w 3502463"/>
                <a:gd name="connsiteY22" fmla="*/ 1709037 h 4877658"/>
                <a:gd name="connsiteX23" fmla="*/ 1485825 w 3502463"/>
                <a:gd name="connsiteY23" fmla="*/ 1143487 h 4877658"/>
                <a:gd name="connsiteX24" fmla="*/ 1485814 w 3502463"/>
                <a:gd name="connsiteY24" fmla="*/ 1143480 h 4877658"/>
                <a:gd name="connsiteX25" fmla="*/ 1485824 w 3502463"/>
                <a:gd name="connsiteY25" fmla="*/ 1143474 h 4877658"/>
                <a:gd name="connsiteX26" fmla="*/ 1485814 w 3502463"/>
                <a:gd name="connsiteY26" fmla="*/ 1138906 h 4877658"/>
                <a:gd name="connsiteX27" fmla="*/ 1489763 w 3502463"/>
                <a:gd name="connsiteY27" fmla="*/ 1141203 h 4877658"/>
                <a:gd name="connsiteX28" fmla="*/ 1979723 w 3502463"/>
                <a:gd name="connsiteY28" fmla="*/ 858739 h 4877658"/>
                <a:gd name="connsiteX29" fmla="*/ 1978674 w 3502463"/>
                <a:gd name="connsiteY29" fmla="*/ 858130 h 4877658"/>
                <a:gd name="connsiteX30" fmla="*/ 1976722 w 3502463"/>
                <a:gd name="connsiteY30" fmla="*/ 287999 h 4877658"/>
                <a:gd name="connsiteX31" fmla="*/ 1976721 w 3502463"/>
                <a:gd name="connsiteY31" fmla="*/ 286028 h 4877658"/>
                <a:gd name="connsiteX32" fmla="*/ 2472863 w 3502463"/>
                <a:gd name="connsiteY32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7698 w 3502463"/>
                <a:gd name="connsiteY7" fmla="*/ 4615773 h 4877658"/>
                <a:gd name="connsiteX8" fmla="*/ 1028288 w 3502463"/>
                <a:gd name="connsiteY8" fmla="*/ 4877658 h 4877658"/>
                <a:gd name="connsiteX9" fmla="*/ 1952 w 3502463"/>
                <a:gd name="connsiteY9" fmla="*/ 4280690 h 4877658"/>
                <a:gd name="connsiteX10" fmla="*/ 0 w 3502463"/>
                <a:gd name="connsiteY10" fmla="*/ 3711261 h 4877658"/>
                <a:gd name="connsiteX11" fmla="*/ 0 w 3502463"/>
                <a:gd name="connsiteY11" fmla="*/ 3709945 h 4877658"/>
                <a:gd name="connsiteX12" fmla="*/ 496141 w 3502463"/>
                <a:gd name="connsiteY12" fmla="*/ 3423262 h 4877658"/>
                <a:gd name="connsiteX13" fmla="*/ 498785 w 3502463"/>
                <a:gd name="connsiteY13" fmla="*/ 3423239 h 4877658"/>
                <a:gd name="connsiteX14" fmla="*/ 497453 w 3502463"/>
                <a:gd name="connsiteY14" fmla="*/ 2853810 h 4877658"/>
                <a:gd name="connsiteX15" fmla="*/ 497453 w 3502463"/>
                <a:gd name="connsiteY15" fmla="*/ 2852493 h 4877658"/>
                <a:gd name="connsiteX16" fmla="*/ 991341 w 3502463"/>
                <a:gd name="connsiteY16" fmla="*/ 2566746 h 4877658"/>
                <a:gd name="connsiteX17" fmla="*/ 989692 w 3502463"/>
                <a:gd name="connsiteY17" fmla="*/ 2565787 h 4877658"/>
                <a:gd name="connsiteX18" fmla="*/ 988360 w 3502463"/>
                <a:gd name="connsiteY18" fmla="*/ 1996358 h 4877658"/>
                <a:gd name="connsiteX19" fmla="*/ 988360 w 3502463"/>
                <a:gd name="connsiteY19" fmla="*/ 1995040 h 4877658"/>
                <a:gd name="connsiteX20" fmla="*/ 1483867 w 3502463"/>
                <a:gd name="connsiteY20" fmla="*/ 1708358 h 4877658"/>
                <a:gd name="connsiteX21" fmla="*/ 1487147 w 3502463"/>
                <a:gd name="connsiteY21" fmla="*/ 1709037 h 4877658"/>
                <a:gd name="connsiteX22" fmla="*/ 1485825 w 3502463"/>
                <a:gd name="connsiteY22" fmla="*/ 1143487 h 4877658"/>
                <a:gd name="connsiteX23" fmla="*/ 1485814 w 3502463"/>
                <a:gd name="connsiteY23" fmla="*/ 1143480 h 4877658"/>
                <a:gd name="connsiteX24" fmla="*/ 1485824 w 3502463"/>
                <a:gd name="connsiteY24" fmla="*/ 1143474 h 4877658"/>
                <a:gd name="connsiteX25" fmla="*/ 1485814 w 3502463"/>
                <a:gd name="connsiteY25" fmla="*/ 1138906 h 4877658"/>
                <a:gd name="connsiteX26" fmla="*/ 1489763 w 3502463"/>
                <a:gd name="connsiteY26" fmla="*/ 1141203 h 4877658"/>
                <a:gd name="connsiteX27" fmla="*/ 1979723 w 3502463"/>
                <a:gd name="connsiteY27" fmla="*/ 858739 h 4877658"/>
                <a:gd name="connsiteX28" fmla="*/ 1978674 w 3502463"/>
                <a:gd name="connsiteY28" fmla="*/ 858130 h 4877658"/>
                <a:gd name="connsiteX29" fmla="*/ 1976722 w 3502463"/>
                <a:gd name="connsiteY29" fmla="*/ 287999 h 4877658"/>
                <a:gd name="connsiteX30" fmla="*/ 1976721 w 3502463"/>
                <a:gd name="connsiteY30" fmla="*/ 286028 h 4877658"/>
                <a:gd name="connsiteX31" fmla="*/ 2472863 w 3502463"/>
                <a:gd name="connsiteY31" fmla="*/ 0 h 4877658"/>
                <a:gd name="connsiteX0" fmla="*/ 2472863 w 3502463"/>
                <a:gd name="connsiteY0" fmla="*/ 0 h 4877658"/>
                <a:gd name="connsiteX1" fmla="*/ 3499190 w 3502463"/>
                <a:gd name="connsiteY1" fmla="*/ 596298 h 4877658"/>
                <a:gd name="connsiteX2" fmla="*/ 3500515 w 3502463"/>
                <a:gd name="connsiteY2" fmla="*/ 595634 h 4877658"/>
                <a:gd name="connsiteX3" fmla="*/ 3502463 w 3502463"/>
                <a:gd name="connsiteY3" fmla="*/ 1165691 h 4877658"/>
                <a:gd name="connsiteX4" fmla="*/ 1525120 w 3502463"/>
                <a:gd name="connsiteY4" fmla="*/ 4590390 h 4877658"/>
                <a:gd name="connsiteX5" fmla="*/ 1028894 w 3502463"/>
                <a:gd name="connsiteY5" fmla="*/ 4877004 h 4877658"/>
                <a:gd name="connsiteX6" fmla="*/ 1028317 w 3502463"/>
                <a:gd name="connsiteY6" fmla="*/ 4615809 h 4877658"/>
                <a:gd name="connsiteX7" fmla="*/ 1028288 w 3502463"/>
                <a:gd name="connsiteY7" fmla="*/ 4877658 h 4877658"/>
                <a:gd name="connsiteX8" fmla="*/ 1952 w 3502463"/>
                <a:gd name="connsiteY8" fmla="*/ 4280690 h 4877658"/>
                <a:gd name="connsiteX9" fmla="*/ 0 w 3502463"/>
                <a:gd name="connsiteY9" fmla="*/ 3711261 h 4877658"/>
                <a:gd name="connsiteX10" fmla="*/ 0 w 3502463"/>
                <a:gd name="connsiteY10" fmla="*/ 3709945 h 4877658"/>
                <a:gd name="connsiteX11" fmla="*/ 496141 w 3502463"/>
                <a:gd name="connsiteY11" fmla="*/ 3423262 h 4877658"/>
                <a:gd name="connsiteX12" fmla="*/ 498785 w 3502463"/>
                <a:gd name="connsiteY12" fmla="*/ 3423239 h 4877658"/>
                <a:gd name="connsiteX13" fmla="*/ 497453 w 3502463"/>
                <a:gd name="connsiteY13" fmla="*/ 2853810 h 4877658"/>
                <a:gd name="connsiteX14" fmla="*/ 497453 w 3502463"/>
                <a:gd name="connsiteY14" fmla="*/ 2852493 h 4877658"/>
                <a:gd name="connsiteX15" fmla="*/ 991341 w 3502463"/>
                <a:gd name="connsiteY15" fmla="*/ 2566746 h 4877658"/>
                <a:gd name="connsiteX16" fmla="*/ 989692 w 3502463"/>
                <a:gd name="connsiteY16" fmla="*/ 2565787 h 4877658"/>
                <a:gd name="connsiteX17" fmla="*/ 988360 w 3502463"/>
                <a:gd name="connsiteY17" fmla="*/ 1996358 h 4877658"/>
                <a:gd name="connsiteX18" fmla="*/ 988360 w 3502463"/>
                <a:gd name="connsiteY18" fmla="*/ 1995040 h 4877658"/>
                <a:gd name="connsiteX19" fmla="*/ 1483867 w 3502463"/>
                <a:gd name="connsiteY19" fmla="*/ 1708358 h 4877658"/>
                <a:gd name="connsiteX20" fmla="*/ 1487147 w 3502463"/>
                <a:gd name="connsiteY20" fmla="*/ 1709037 h 4877658"/>
                <a:gd name="connsiteX21" fmla="*/ 1485825 w 3502463"/>
                <a:gd name="connsiteY21" fmla="*/ 1143487 h 4877658"/>
                <a:gd name="connsiteX22" fmla="*/ 1485814 w 3502463"/>
                <a:gd name="connsiteY22" fmla="*/ 1143480 h 4877658"/>
                <a:gd name="connsiteX23" fmla="*/ 1485824 w 3502463"/>
                <a:gd name="connsiteY23" fmla="*/ 1143474 h 4877658"/>
                <a:gd name="connsiteX24" fmla="*/ 1485814 w 3502463"/>
                <a:gd name="connsiteY24" fmla="*/ 1138906 h 4877658"/>
                <a:gd name="connsiteX25" fmla="*/ 1489763 w 3502463"/>
                <a:gd name="connsiteY25" fmla="*/ 1141203 h 4877658"/>
                <a:gd name="connsiteX26" fmla="*/ 1979723 w 3502463"/>
                <a:gd name="connsiteY26" fmla="*/ 858739 h 4877658"/>
                <a:gd name="connsiteX27" fmla="*/ 1978674 w 3502463"/>
                <a:gd name="connsiteY27" fmla="*/ 858130 h 4877658"/>
                <a:gd name="connsiteX28" fmla="*/ 1976722 w 3502463"/>
                <a:gd name="connsiteY28" fmla="*/ 287999 h 4877658"/>
                <a:gd name="connsiteX29" fmla="*/ 1976721 w 3502463"/>
                <a:gd name="connsiteY29" fmla="*/ 286028 h 4877658"/>
                <a:gd name="connsiteX30" fmla="*/ 2472863 w 3502463"/>
                <a:gd name="connsiteY30" fmla="*/ 0 h 4877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502463" h="4877658">
                  <a:moveTo>
                    <a:pt x="2472863" y="0"/>
                  </a:moveTo>
                  <a:lnTo>
                    <a:pt x="3499190" y="596298"/>
                  </a:lnTo>
                  <a:lnTo>
                    <a:pt x="3500515" y="595634"/>
                  </a:lnTo>
                  <a:cubicBezTo>
                    <a:pt x="3501164" y="785653"/>
                    <a:pt x="3501814" y="975672"/>
                    <a:pt x="3502463" y="1165691"/>
                  </a:cubicBezTo>
                  <a:lnTo>
                    <a:pt x="1525120" y="4590390"/>
                  </a:lnTo>
                  <a:lnTo>
                    <a:pt x="1028894" y="4877004"/>
                  </a:lnTo>
                  <a:cubicBezTo>
                    <a:pt x="1028702" y="4789939"/>
                    <a:pt x="1028509" y="4702874"/>
                    <a:pt x="1028317" y="4615809"/>
                  </a:cubicBezTo>
                  <a:cubicBezTo>
                    <a:pt x="1028307" y="4703092"/>
                    <a:pt x="1028298" y="4790375"/>
                    <a:pt x="1028288" y="4877658"/>
                  </a:cubicBezTo>
                  <a:lnTo>
                    <a:pt x="1952" y="4280690"/>
                  </a:lnTo>
                  <a:cubicBezTo>
                    <a:pt x="1301" y="4090880"/>
                    <a:pt x="651" y="3901071"/>
                    <a:pt x="0" y="3711261"/>
                  </a:cubicBezTo>
                  <a:lnTo>
                    <a:pt x="0" y="3709945"/>
                  </a:lnTo>
                  <a:lnTo>
                    <a:pt x="496141" y="3423262"/>
                  </a:lnTo>
                  <a:lnTo>
                    <a:pt x="498785" y="3423239"/>
                  </a:lnTo>
                  <a:lnTo>
                    <a:pt x="497453" y="2853810"/>
                  </a:lnTo>
                  <a:lnTo>
                    <a:pt x="497453" y="2852493"/>
                  </a:lnTo>
                  <a:lnTo>
                    <a:pt x="991341" y="2566746"/>
                  </a:lnTo>
                  <a:lnTo>
                    <a:pt x="989692" y="2565787"/>
                  </a:lnTo>
                  <a:lnTo>
                    <a:pt x="988360" y="1996358"/>
                  </a:lnTo>
                  <a:lnTo>
                    <a:pt x="988360" y="1995040"/>
                  </a:lnTo>
                  <a:lnTo>
                    <a:pt x="1483867" y="1708358"/>
                  </a:lnTo>
                  <a:lnTo>
                    <a:pt x="1487147" y="1709037"/>
                  </a:lnTo>
                  <a:cubicBezTo>
                    <a:pt x="1486706" y="1520520"/>
                    <a:pt x="1486266" y="1332004"/>
                    <a:pt x="1485825" y="1143487"/>
                  </a:cubicBezTo>
                  <a:cubicBezTo>
                    <a:pt x="1485821" y="1143485"/>
                    <a:pt x="1485818" y="1143482"/>
                    <a:pt x="1485814" y="1143480"/>
                  </a:cubicBezTo>
                  <a:cubicBezTo>
                    <a:pt x="1485817" y="1143478"/>
                    <a:pt x="1485821" y="1143476"/>
                    <a:pt x="1485824" y="1143474"/>
                  </a:cubicBezTo>
                  <a:cubicBezTo>
                    <a:pt x="1485821" y="1141951"/>
                    <a:pt x="1485817" y="1140429"/>
                    <a:pt x="1485814" y="1138906"/>
                  </a:cubicBezTo>
                  <a:lnTo>
                    <a:pt x="1489763" y="1141203"/>
                  </a:lnTo>
                  <a:lnTo>
                    <a:pt x="1979723" y="858739"/>
                  </a:lnTo>
                  <a:lnTo>
                    <a:pt x="1978674" y="858130"/>
                  </a:lnTo>
                  <a:cubicBezTo>
                    <a:pt x="1978023" y="668086"/>
                    <a:pt x="1977373" y="478043"/>
                    <a:pt x="1976722" y="287999"/>
                  </a:cubicBezTo>
                  <a:cubicBezTo>
                    <a:pt x="1976722" y="287342"/>
                    <a:pt x="1976721" y="286685"/>
                    <a:pt x="1976721" y="286028"/>
                  </a:cubicBezTo>
                  <a:lnTo>
                    <a:pt x="2472863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>
              <a:miter lim="400000"/>
            </a:ln>
          </p:spPr>
          <p:txBody>
            <a:bodyPr wrap="square" lIns="38100" tIns="38100" rIns="38100" bIns="3810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" name="Figure">
              <a:extLst>
                <a:ext uri="{FF2B5EF4-FFF2-40B4-BE49-F238E27FC236}">
                  <a16:creationId xmlns:a16="http://schemas.microsoft.com/office/drawing/2014/main" id="{66133838-FDD3-4E3D-90E9-05DA4EE0BD4D}"/>
                </a:ext>
              </a:extLst>
            </p:cNvPr>
            <p:cNvSpPr/>
            <p:nvPr/>
          </p:nvSpPr>
          <p:spPr>
            <a:xfrm>
              <a:off x="4202793" y="5543785"/>
              <a:ext cx="1028288" cy="1166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41" y="10545"/>
                  </a:lnTo>
                  <a:lnTo>
                    <a:pt x="0" y="0"/>
                  </a:lnTo>
                  <a:lnTo>
                    <a:pt x="21573" y="11042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8" name="Figure">
              <a:extLst>
                <a:ext uri="{FF2B5EF4-FFF2-40B4-BE49-F238E27FC236}">
                  <a16:creationId xmlns:a16="http://schemas.microsoft.com/office/drawing/2014/main" id="{6CD57D79-5902-4C6F-93B6-D194EC5A802D}"/>
                </a:ext>
              </a:extLst>
            </p:cNvPr>
            <p:cNvSpPr/>
            <p:nvPr/>
          </p:nvSpPr>
          <p:spPr>
            <a:xfrm>
              <a:off x="4700246" y="4686334"/>
              <a:ext cx="1027634" cy="1166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8" y="10545"/>
                  </a:lnTo>
                  <a:lnTo>
                    <a:pt x="0" y="0"/>
                  </a:lnTo>
                  <a:lnTo>
                    <a:pt x="21572" y="11042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Figure">
              <a:extLst>
                <a:ext uri="{FF2B5EF4-FFF2-40B4-BE49-F238E27FC236}">
                  <a16:creationId xmlns:a16="http://schemas.microsoft.com/office/drawing/2014/main" id="{FCF45B7D-E1CA-4FA5-8459-E829C67C4075}"/>
                </a:ext>
              </a:extLst>
            </p:cNvPr>
            <p:cNvSpPr/>
            <p:nvPr/>
          </p:nvSpPr>
          <p:spPr>
            <a:xfrm>
              <a:off x="5191153" y="3828882"/>
              <a:ext cx="1027634" cy="1166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8" y="10545"/>
                  </a:lnTo>
                  <a:lnTo>
                    <a:pt x="0" y="0"/>
                  </a:lnTo>
                  <a:lnTo>
                    <a:pt x="21572" y="11042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Figure">
              <a:extLst>
                <a:ext uri="{FF2B5EF4-FFF2-40B4-BE49-F238E27FC236}">
                  <a16:creationId xmlns:a16="http://schemas.microsoft.com/office/drawing/2014/main" id="{2D0383C1-31EC-4838-AF8A-3A6900B1C642}"/>
                </a:ext>
              </a:extLst>
            </p:cNvPr>
            <p:cNvSpPr/>
            <p:nvPr/>
          </p:nvSpPr>
          <p:spPr>
            <a:xfrm>
              <a:off x="5688607" y="2971430"/>
              <a:ext cx="1028288" cy="1166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8" y="10558"/>
                  </a:lnTo>
                  <a:lnTo>
                    <a:pt x="0" y="0"/>
                  </a:lnTo>
                  <a:lnTo>
                    <a:pt x="21559" y="11055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4" name="Figure">
              <a:extLst>
                <a:ext uri="{FF2B5EF4-FFF2-40B4-BE49-F238E27FC236}">
                  <a16:creationId xmlns:a16="http://schemas.microsoft.com/office/drawing/2014/main" id="{F6061123-27CA-49E8-815F-A79324A8F3E1}"/>
                </a:ext>
              </a:extLst>
            </p:cNvPr>
            <p:cNvSpPr/>
            <p:nvPr/>
          </p:nvSpPr>
          <p:spPr>
            <a:xfrm>
              <a:off x="5230427" y="2428158"/>
              <a:ext cx="2474829" cy="42813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83" y="0"/>
                  </a:moveTo>
                  <a:lnTo>
                    <a:pt x="21600" y="2876"/>
                  </a:lnTo>
                  <a:lnTo>
                    <a:pt x="4342" y="20154"/>
                  </a:lnTo>
                  <a:lnTo>
                    <a:pt x="11" y="21600"/>
                  </a:lnTo>
                  <a:lnTo>
                    <a:pt x="0" y="18724"/>
                  </a:lnTo>
                  <a:lnTo>
                    <a:pt x="4325" y="17281"/>
                  </a:lnTo>
                  <a:lnTo>
                    <a:pt x="4313" y="14404"/>
                  </a:lnTo>
                  <a:lnTo>
                    <a:pt x="8638" y="12961"/>
                  </a:lnTo>
                  <a:lnTo>
                    <a:pt x="8626" y="10085"/>
                  </a:lnTo>
                  <a:lnTo>
                    <a:pt x="12957" y="8639"/>
                  </a:lnTo>
                  <a:lnTo>
                    <a:pt x="12939" y="5766"/>
                  </a:lnTo>
                  <a:lnTo>
                    <a:pt x="17270" y="4319"/>
                  </a:lnTo>
                  <a:lnTo>
                    <a:pt x="17253" y="1446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5" name="Figure">
              <a:extLst>
                <a:ext uri="{FF2B5EF4-FFF2-40B4-BE49-F238E27FC236}">
                  <a16:creationId xmlns:a16="http://schemas.microsoft.com/office/drawing/2014/main" id="{AF9E9C29-61A9-4F1D-99FE-77504FD15036}"/>
                </a:ext>
              </a:extLst>
            </p:cNvPr>
            <p:cNvSpPr/>
            <p:nvPr/>
          </p:nvSpPr>
          <p:spPr>
            <a:xfrm>
              <a:off x="6179515" y="2120523"/>
              <a:ext cx="1028288" cy="1166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41" y="10558"/>
                  </a:lnTo>
                  <a:lnTo>
                    <a:pt x="0" y="0"/>
                  </a:lnTo>
                  <a:lnTo>
                    <a:pt x="21559" y="11055"/>
                  </a:ln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E7F20CB1-67C2-44CE-9345-30710C036FF0}"/>
              </a:ext>
            </a:extLst>
          </p:cNvPr>
          <p:cNvSpPr/>
          <p:nvPr/>
        </p:nvSpPr>
        <p:spPr>
          <a:xfrm>
            <a:off x="4020997" y="1053618"/>
            <a:ext cx="2814919" cy="5252634"/>
          </a:xfrm>
          <a:custGeom>
            <a:avLst/>
            <a:gdLst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2472880 w 2935628"/>
              <a:gd name="connsiteY4" fmla="*/ 962179 h 5481149"/>
              <a:gd name="connsiteX5" fmla="*/ 2609666 w 2935628"/>
              <a:gd name="connsiteY5" fmla="*/ 1041371 h 5481149"/>
              <a:gd name="connsiteX6" fmla="*/ 2113508 w 2935628"/>
              <a:gd name="connsiteY6" fmla="*/ 1328069 h 5481149"/>
              <a:gd name="connsiteX7" fmla="*/ 1976722 w 2935628"/>
              <a:gd name="connsiteY7" fmla="*/ 1248217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621972 w 2935628"/>
              <a:gd name="connsiteY50" fmla="*/ 2756858 h 5481149"/>
              <a:gd name="connsiteX51" fmla="*/ 1621969 w 2935628"/>
              <a:gd name="connsiteY51" fmla="*/ 2755807 h 5481149"/>
              <a:gd name="connsiteX52" fmla="*/ 1487124 w 2935628"/>
              <a:gd name="connsiteY52" fmla="*/ 2677729 h 5481149"/>
              <a:gd name="connsiteX53" fmla="*/ 1485813 w 2935628"/>
              <a:gd name="connsiteY53" fmla="*/ 2107630 h 5481149"/>
              <a:gd name="connsiteX54" fmla="*/ 1621573 w 2935628"/>
              <a:gd name="connsiteY54" fmla="*/ 2186864 h 5481149"/>
              <a:gd name="connsiteX55" fmla="*/ 2116851 w 2935628"/>
              <a:gd name="connsiteY55" fmla="*/ 1900731 h 5481149"/>
              <a:gd name="connsiteX56" fmla="*/ 2116848 w 2935628"/>
              <a:gd name="connsiteY56" fmla="*/ 1899926 h 5481149"/>
              <a:gd name="connsiteX57" fmla="*/ 1622600 w 2935628"/>
              <a:gd name="connsiteY57" fmla="*/ 2185521 h 5481149"/>
              <a:gd name="connsiteX58" fmla="*/ 1485814 w 2935628"/>
              <a:gd name="connsiteY58" fmla="*/ 2105669 h 5481149"/>
              <a:gd name="connsiteX59" fmla="*/ 1979107 w 2935628"/>
              <a:gd name="connsiteY59" fmla="*/ 1820896 h 5481149"/>
              <a:gd name="connsiteX60" fmla="*/ 1978033 w 2935628"/>
              <a:gd name="connsiteY60" fmla="*/ 1820277 h 5481149"/>
              <a:gd name="connsiteX61" fmla="*/ 1976722 w 2935628"/>
              <a:gd name="connsiteY61" fmla="*/ 1250178 h 5481149"/>
              <a:gd name="connsiteX62" fmla="*/ 2113519 w 2935628"/>
              <a:gd name="connsiteY62" fmla="*/ 1330019 h 5481149"/>
              <a:gd name="connsiteX63" fmla="*/ 2115476 w 2935628"/>
              <a:gd name="connsiteY63" fmla="*/ 1896932 h 5481149"/>
              <a:gd name="connsiteX64" fmla="*/ 2116840 w 2935628"/>
              <a:gd name="connsiteY64" fmla="*/ 1897718 h 5481149"/>
              <a:gd name="connsiteX65" fmla="*/ 2114796 w 2935628"/>
              <a:gd name="connsiteY65" fmla="*/ 1331275 h 5481149"/>
              <a:gd name="connsiteX66" fmla="*/ 2611005 w 2935628"/>
              <a:gd name="connsiteY66" fmla="*/ 1044604 h 5481149"/>
              <a:gd name="connsiteX67" fmla="*/ 2610993 w 2935628"/>
              <a:gd name="connsiteY67" fmla="*/ 1040799 h 5481149"/>
              <a:gd name="connsiteX68" fmla="*/ 2477448 w 2935628"/>
              <a:gd name="connsiteY68" fmla="*/ 963504 h 5481149"/>
              <a:gd name="connsiteX69" fmla="*/ 2476131 w 2935628"/>
              <a:gd name="connsiteY69" fmla="*/ 544593 h 5481149"/>
              <a:gd name="connsiteX70" fmla="*/ 2290902 w 2935628"/>
              <a:gd name="connsiteY70" fmla="*/ 437242 h 5481149"/>
              <a:gd name="connsiteX71" fmla="*/ 2546183 w 2935628"/>
              <a:gd name="connsiteY71" fmla="*/ 78545 h 5481149"/>
              <a:gd name="connsiteX72" fmla="*/ 2546595 w 2935628"/>
              <a:gd name="connsiteY72" fmla="*/ 79611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2609666 w 2935628"/>
              <a:gd name="connsiteY6" fmla="*/ 1041371 h 5481149"/>
              <a:gd name="connsiteX7" fmla="*/ 2113508 w 2935628"/>
              <a:gd name="connsiteY7" fmla="*/ 1328069 h 5481149"/>
              <a:gd name="connsiteX8" fmla="*/ 1976722 w 2935628"/>
              <a:gd name="connsiteY8" fmla="*/ 1248217 h 5481149"/>
              <a:gd name="connsiteX9" fmla="*/ 2472880 w 2935628"/>
              <a:gd name="connsiteY9" fmla="*/ 962179 h 5481149"/>
              <a:gd name="connsiteX10" fmla="*/ 2682971 w 2935628"/>
              <a:gd name="connsiteY10" fmla="*/ 0 h 5481149"/>
              <a:gd name="connsiteX11" fmla="*/ 2935628 w 2935628"/>
              <a:gd name="connsiteY11" fmla="*/ 652579 h 5481149"/>
              <a:gd name="connsiteX12" fmla="*/ 2798833 w 2935628"/>
              <a:gd name="connsiteY12" fmla="*/ 732435 h 5481149"/>
              <a:gd name="connsiteX13" fmla="*/ 2798181 w 2935628"/>
              <a:gd name="connsiteY13" fmla="*/ 730751 h 5481149"/>
              <a:gd name="connsiteX14" fmla="*/ 2747679 w 2935628"/>
              <a:gd name="connsiteY14" fmla="*/ 701404 h 5481149"/>
              <a:gd name="connsiteX15" fmla="*/ 2749083 w 2935628"/>
              <a:gd name="connsiteY15" fmla="*/ 1120501 h 5481149"/>
              <a:gd name="connsiteX16" fmla="*/ 2255534 w 2935628"/>
              <a:gd name="connsiteY16" fmla="*/ 1408544 h 5481149"/>
              <a:gd name="connsiteX17" fmla="*/ 2255534 w 2935628"/>
              <a:gd name="connsiteY17" fmla="*/ 1977314 h 5481149"/>
              <a:gd name="connsiteX18" fmla="*/ 1761380 w 2935628"/>
              <a:gd name="connsiteY18" fmla="*/ 2264671 h 5481149"/>
              <a:gd name="connsiteX19" fmla="*/ 1761380 w 2935628"/>
              <a:gd name="connsiteY19" fmla="*/ 2833441 h 5481149"/>
              <a:gd name="connsiteX20" fmla="*/ 1267226 w 2935628"/>
              <a:gd name="connsiteY20" fmla="*/ 3120798 h 5481149"/>
              <a:gd name="connsiteX21" fmla="*/ 1267226 w 2935628"/>
              <a:gd name="connsiteY21" fmla="*/ 3689568 h 5481149"/>
              <a:gd name="connsiteX22" fmla="*/ 773072 w 2935628"/>
              <a:gd name="connsiteY22" fmla="*/ 3976925 h 5481149"/>
              <a:gd name="connsiteX23" fmla="*/ 773072 w 2935628"/>
              <a:gd name="connsiteY23" fmla="*/ 4545696 h 5481149"/>
              <a:gd name="connsiteX24" fmla="*/ 278797 w 2935628"/>
              <a:gd name="connsiteY24" fmla="*/ 4833053 h 5481149"/>
              <a:gd name="connsiteX25" fmla="*/ 278797 w 2935628"/>
              <a:gd name="connsiteY25" fmla="*/ 5402509 h 5481149"/>
              <a:gd name="connsiteX26" fmla="*/ 139389 w 2935628"/>
              <a:gd name="connsiteY26" fmla="*/ 5481149 h 5481149"/>
              <a:gd name="connsiteX27" fmla="*/ 137458 w 2935628"/>
              <a:gd name="connsiteY27" fmla="*/ 4757490 h 5481149"/>
              <a:gd name="connsiteX28" fmla="*/ 136811 w 2935628"/>
              <a:gd name="connsiteY28" fmla="*/ 4757863 h 5481149"/>
              <a:gd name="connsiteX29" fmla="*/ 138763 w 2935628"/>
              <a:gd name="connsiteY29" fmla="*/ 5477875 h 5481149"/>
              <a:gd name="connsiteX30" fmla="*/ 1966 w 2935628"/>
              <a:gd name="connsiteY30" fmla="*/ 5398028 h 5481149"/>
              <a:gd name="connsiteX31" fmla="*/ 14 w 2935628"/>
              <a:gd name="connsiteY31" fmla="*/ 4678694 h 5481149"/>
              <a:gd name="connsiteX32" fmla="*/ 0 w 2935628"/>
              <a:gd name="connsiteY32" fmla="*/ 4678686 h 5481149"/>
              <a:gd name="connsiteX33" fmla="*/ 14 w 2935628"/>
              <a:gd name="connsiteY33" fmla="*/ 4678678 h 5481149"/>
              <a:gd name="connsiteX34" fmla="*/ 0 w 2935628"/>
              <a:gd name="connsiteY34" fmla="*/ 4673441 h 5481149"/>
              <a:gd name="connsiteX35" fmla="*/ 4533 w 2935628"/>
              <a:gd name="connsiteY35" fmla="*/ 4676066 h 5481149"/>
              <a:gd name="connsiteX36" fmla="*/ 496158 w 2935628"/>
              <a:gd name="connsiteY36" fmla="*/ 4391987 h 5481149"/>
              <a:gd name="connsiteX37" fmla="*/ 631484 w 2935628"/>
              <a:gd name="connsiteY37" fmla="*/ 4470987 h 5481149"/>
              <a:gd name="connsiteX38" fmla="*/ 633127 w 2935628"/>
              <a:gd name="connsiteY38" fmla="*/ 4470039 h 5481149"/>
              <a:gd name="connsiteX39" fmla="*/ 499419 w 2935628"/>
              <a:gd name="connsiteY39" fmla="*/ 4392001 h 5481149"/>
              <a:gd name="connsiteX40" fmla="*/ 497453 w 2935628"/>
              <a:gd name="connsiteY40" fmla="*/ 3822534 h 5481149"/>
              <a:gd name="connsiteX41" fmla="*/ 631609 w 2935628"/>
              <a:gd name="connsiteY41" fmla="*/ 3900215 h 5481149"/>
              <a:gd name="connsiteX42" fmla="*/ 631608 w 2935628"/>
              <a:gd name="connsiteY42" fmla="*/ 3899885 h 5481149"/>
              <a:gd name="connsiteX43" fmla="*/ 632459 w 2935628"/>
              <a:gd name="connsiteY43" fmla="*/ 3899395 h 5481149"/>
              <a:gd name="connsiteX44" fmla="*/ 497453 w 2935628"/>
              <a:gd name="connsiteY44" fmla="*/ 3821234 h 5481149"/>
              <a:gd name="connsiteX45" fmla="*/ 991073 w 2935628"/>
              <a:gd name="connsiteY45" fmla="*/ 3536002 h 5481149"/>
              <a:gd name="connsiteX46" fmla="*/ 989671 w 2935628"/>
              <a:gd name="connsiteY46" fmla="*/ 3535183 h 5481149"/>
              <a:gd name="connsiteX47" fmla="*/ 988360 w 2935628"/>
              <a:gd name="connsiteY47" fmla="*/ 2965082 h 5481149"/>
              <a:gd name="connsiteX48" fmla="*/ 1125159 w 2935628"/>
              <a:gd name="connsiteY48" fmla="*/ 3044943 h 5481149"/>
              <a:gd name="connsiteX49" fmla="*/ 1126463 w 2935628"/>
              <a:gd name="connsiteY49" fmla="*/ 3612091 h 5481149"/>
              <a:gd name="connsiteX50" fmla="*/ 1127816 w 2935628"/>
              <a:gd name="connsiteY50" fmla="*/ 3612880 h 5481149"/>
              <a:gd name="connsiteX51" fmla="*/ 1126488 w 2935628"/>
              <a:gd name="connsiteY51" fmla="*/ 3043530 h 5481149"/>
              <a:gd name="connsiteX52" fmla="*/ 1621972 w 2935628"/>
              <a:gd name="connsiteY52" fmla="*/ 2756858 h 5481149"/>
              <a:gd name="connsiteX53" fmla="*/ 1621969 w 2935628"/>
              <a:gd name="connsiteY53" fmla="*/ 2755807 h 5481149"/>
              <a:gd name="connsiteX54" fmla="*/ 1487124 w 2935628"/>
              <a:gd name="connsiteY54" fmla="*/ 2677729 h 5481149"/>
              <a:gd name="connsiteX55" fmla="*/ 1485813 w 2935628"/>
              <a:gd name="connsiteY55" fmla="*/ 2107630 h 5481149"/>
              <a:gd name="connsiteX56" fmla="*/ 1621573 w 2935628"/>
              <a:gd name="connsiteY56" fmla="*/ 2186864 h 5481149"/>
              <a:gd name="connsiteX57" fmla="*/ 2116851 w 2935628"/>
              <a:gd name="connsiteY57" fmla="*/ 1900731 h 5481149"/>
              <a:gd name="connsiteX58" fmla="*/ 2116848 w 2935628"/>
              <a:gd name="connsiteY58" fmla="*/ 1899926 h 5481149"/>
              <a:gd name="connsiteX59" fmla="*/ 1622600 w 2935628"/>
              <a:gd name="connsiteY59" fmla="*/ 2185521 h 5481149"/>
              <a:gd name="connsiteX60" fmla="*/ 1485814 w 2935628"/>
              <a:gd name="connsiteY60" fmla="*/ 2105669 h 5481149"/>
              <a:gd name="connsiteX61" fmla="*/ 1979107 w 2935628"/>
              <a:gd name="connsiteY61" fmla="*/ 1820896 h 5481149"/>
              <a:gd name="connsiteX62" fmla="*/ 1978033 w 2935628"/>
              <a:gd name="connsiteY62" fmla="*/ 1820277 h 5481149"/>
              <a:gd name="connsiteX63" fmla="*/ 1976722 w 2935628"/>
              <a:gd name="connsiteY63" fmla="*/ 1250178 h 5481149"/>
              <a:gd name="connsiteX64" fmla="*/ 2113519 w 2935628"/>
              <a:gd name="connsiteY64" fmla="*/ 1330019 h 5481149"/>
              <a:gd name="connsiteX65" fmla="*/ 2115476 w 2935628"/>
              <a:gd name="connsiteY65" fmla="*/ 1896932 h 5481149"/>
              <a:gd name="connsiteX66" fmla="*/ 2116840 w 2935628"/>
              <a:gd name="connsiteY66" fmla="*/ 1897718 h 5481149"/>
              <a:gd name="connsiteX67" fmla="*/ 2114796 w 2935628"/>
              <a:gd name="connsiteY67" fmla="*/ 1331275 h 5481149"/>
              <a:gd name="connsiteX68" fmla="*/ 2611005 w 2935628"/>
              <a:gd name="connsiteY68" fmla="*/ 1044604 h 5481149"/>
              <a:gd name="connsiteX69" fmla="*/ 2477448 w 2935628"/>
              <a:gd name="connsiteY69" fmla="*/ 963504 h 5481149"/>
              <a:gd name="connsiteX70" fmla="*/ 2476131 w 2935628"/>
              <a:gd name="connsiteY70" fmla="*/ 544593 h 5481149"/>
              <a:gd name="connsiteX71" fmla="*/ 2290902 w 2935628"/>
              <a:gd name="connsiteY71" fmla="*/ 437242 h 5481149"/>
              <a:gd name="connsiteX72" fmla="*/ 2546183 w 2935628"/>
              <a:gd name="connsiteY72" fmla="*/ 78545 h 5481149"/>
              <a:gd name="connsiteX73" fmla="*/ 2546595 w 2935628"/>
              <a:gd name="connsiteY73" fmla="*/ 79611 h 5481149"/>
              <a:gd name="connsiteX74" fmla="*/ 2682971 w 2935628"/>
              <a:gd name="connsiteY74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2609666 w 2935628"/>
              <a:gd name="connsiteY6" fmla="*/ 1041371 h 5481149"/>
              <a:gd name="connsiteX7" fmla="*/ 2113508 w 2935628"/>
              <a:gd name="connsiteY7" fmla="*/ 1328069 h 5481149"/>
              <a:gd name="connsiteX8" fmla="*/ 1976722 w 2935628"/>
              <a:gd name="connsiteY8" fmla="*/ 1248217 h 5481149"/>
              <a:gd name="connsiteX9" fmla="*/ 2472880 w 2935628"/>
              <a:gd name="connsiteY9" fmla="*/ 962179 h 5481149"/>
              <a:gd name="connsiteX10" fmla="*/ 2682971 w 2935628"/>
              <a:gd name="connsiteY10" fmla="*/ 0 h 5481149"/>
              <a:gd name="connsiteX11" fmla="*/ 2935628 w 2935628"/>
              <a:gd name="connsiteY11" fmla="*/ 652579 h 5481149"/>
              <a:gd name="connsiteX12" fmla="*/ 2798833 w 2935628"/>
              <a:gd name="connsiteY12" fmla="*/ 732435 h 5481149"/>
              <a:gd name="connsiteX13" fmla="*/ 2798181 w 2935628"/>
              <a:gd name="connsiteY13" fmla="*/ 730751 h 5481149"/>
              <a:gd name="connsiteX14" fmla="*/ 2747679 w 2935628"/>
              <a:gd name="connsiteY14" fmla="*/ 701404 h 5481149"/>
              <a:gd name="connsiteX15" fmla="*/ 2749083 w 2935628"/>
              <a:gd name="connsiteY15" fmla="*/ 1120501 h 5481149"/>
              <a:gd name="connsiteX16" fmla="*/ 2255534 w 2935628"/>
              <a:gd name="connsiteY16" fmla="*/ 1408544 h 5481149"/>
              <a:gd name="connsiteX17" fmla="*/ 2255534 w 2935628"/>
              <a:gd name="connsiteY17" fmla="*/ 1977314 h 5481149"/>
              <a:gd name="connsiteX18" fmla="*/ 1761380 w 2935628"/>
              <a:gd name="connsiteY18" fmla="*/ 2264671 h 5481149"/>
              <a:gd name="connsiteX19" fmla="*/ 1761380 w 2935628"/>
              <a:gd name="connsiteY19" fmla="*/ 2833441 h 5481149"/>
              <a:gd name="connsiteX20" fmla="*/ 1267226 w 2935628"/>
              <a:gd name="connsiteY20" fmla="*/ 3120798 h 5481149"/>
              <a:gd name="connsiteX21" fmla="*/ 1267226 w 2935628"/>
              <a:gd name="connsiteY21" fmla="*/ 3689568 h 5481149"/>
              <a:gd name="connsiteX22" fmla="*/ 773072 w 2935628"/>
              <a:gd name="connsiteY22" fmla="*/ 3976925 h 5481149"/>
              <a:gd name="connsiteX23" fmla="*/ 773072 w 2935628"/>
              <a:gd name="connsiteY23" fmla="*/ 4545696 h 5481149"/>
              <a:gd name="connsiteX24" fmla="*/ 278797 w 2935628"/>
              <a:gd name="connsiteY24" fmla="*/ 4833053 h 5481149"/>
              <a:gd name="connsiteX25" fmla="*/ 278797 w 2935628"/>
              <a:gd name="connsiteY25" fmla="*/ 5402509 h 5481149"/>
              <a:gd name="connsiteX26" fmla="*/ 139389 w 2935628"/>
              <a:gd name="connsiteY26" fmla="*/ 5481149 h 5481149"/>
              <a:gd name="connsiteX27" fmla="*/ 137458 w 2935628"/>
              <a:gd name="connsiteY27" fmla="*/ 4757490 h 5481149"/>
              <a:gd name="connsiteX28" fmla="*/ 136811 w 2935628"/>
              <a:gd name="connsiteY28" fmla="*/ 4757863 h 5481149"/>
              <a:gd name="connsiteX29" fmla="*/ 138763 w 2935628"/>
              <a:gd name="connsiteY29" fmla="*/ 5477875 h 5481149"/>
              <a:gd name="connsiteX30" fmla="*/ 1966 w 2935628"/>
              <a:gd name="connsiteY30" fmla="*/ 5398028 h 5481149"/>
              <a:gd name="connsiteX31" fmla="*/ 14 w 2935628"/>
              <a:gd name="connsiteY31" fmla="*/ 4678694 h 5481149"/>
              <a:gd name="connsiteX32" fmla="*/ 0 w 2935628"/>
              <a:gd name="connsiteY32" fmla="*/ 4678686 h 5481149"/>
              <a:gd name="connsiteX33" fmla="*/ 14 w 2935628"/>
              <a:gd name="connsiteY33" fmla="*/ 4678678 h 5481149"/>
              <a:gd name="connsiteX34" fmla="*/ 0 w 2935628"/>
              <a:gd name="connsiteY34" fmla="*/ 4673441 h 5481149"/>
              <a:gd name="connsiteX35" fmla="*/ 4533 w 2935628"/>
              <a:gd name="connsiteY35" fmla="*/ 4676066 h 5481149"/>
              <a:gd name="connsiteX36" fmla="*/ 496158 w 2935628"/>
              <a:gd name="connsiteY36" fmla="*/ 4391987 h 5481149"/>
              <a:gd name="connsiteX37" fmla="*/ 631484 w 2935628"/>
              <a:gd name="connsiteY37" fmla="*/ 4470987 h 5481149"/>
              <a:gd name="connsiteX38" fmla="*/ 633127 w 2935628"/>
              <a:gd name="connsiteY38" fmla="*/ 4470039 h 5481149"/>
              <a:gd name="connsiteX39" fmla="*/ 499419 w 2935628"/>
              <a:gd name="connsiteY39" fmla="*/ 4392001 h 5481149"/>
              <a:gd name="connsiteX40" fmla="*/ 497453 w 2935628"/>
              <a:gd name="connsiteY40" fmla="*/ 3822534 h 5481149"/>
              <a:gd name="connsiteX41" fmla="*/ 631609 w 2935628"/>
              <a:gd name="connsiteY41" fmla="*/ 3900215 h 5481149"/>
              <a:gd name="connsiteX42" fmla="*/ 631608 w 2935628"/>
              <a:gd name="connsiteY42" fmla="*/ 3899885 h 5481149"/>
              <a:gd name="connsiteX43" fmla="*/ 632459 w 2935628"/>
              <a:gd name="connsiteY43" fmla="*/ 3899395 h 5481149"/>
              <a:gd name="connsiteX44" fmla="*/ 497453 w 2935628"/>
              <a:gd name="connsiteY44" fmla="*/ 3821234 h 5481149"/>
              <a:gd name="connsiteX45" fmla="*/ 991073 w 2935628"/>
              <a:gd name="connsiteY45" fmla="*/ 3536002 h 5481149"/>
              <a:gd name="connsiteX46" fmla="*/ 989671 w 2935628"/>
              <a:gd name="connsiteY46" fmla="*/ 3535183 h 5481149"/>
              <a:gd name="connsiteX47" fmla="*/ 988360 w 2935628"/>
              <a:gd name="connsiteY47" fmla="*/ 2965082 h 5481149"/>
              <a:gd name="connsiteX48" fmla="*/ 1125159 w 2935628"/>
              <a:gd name="connsiteY48" fmla="*/ 3044943 h 5481149"/>
              <a:gd name="connsiteX49" fmla="*/ 1126463 w 2935628"/>
              <a:gd name="connsiteY49" fmla="*/ 3612091 h 5481149"/>
              <a:gd name="connsiteX50" fmla="*/ 1127816 w 2935628"/>
              <a:gd name="connsiteY50" fmla="*/ 3612880 h 5481149"/>
              <a:gd name="connsiteX51" fmla="*/ 1126488 w 2935628"/>
              <a:gd name="connsiteY51" fmla="*/ 3043530 h 5481149"/>
              <a:gd name="connsiteX52" fmla="*/ 1621972 w 2935628"/>
              <a:gd name="connsiteY52" fmla="*/ 2756858 h 5481149"/>
              <a:gd name="connsiteX53" fmla="*/ 1621969 w 2935628"/>
              <a:gd name="connsiteY53" fmla="*/ 2755807 h 5481149"/>
              <a:gd name="connsiteX54" fmla="*/ 1487124 w 2935628"/>
              <a:gd name="connsiteY54" fmla="*/ 2677729 h 5481149"/>
              <a:gd name="connsiteX55" fmla="*/ 1485813 w 2935628"/>
              <a:gd name="connsiteY55" fmla="*/ 2107630 h 5481149"/>
              <a:gd name="connsiteX56" fmla="*/ 1621573 w 2935628"/>
              <a:gd name="connsiteY56" fmla="*/ 2186864 h 5481149"/>
              <a:gd name="connsiteX57" fmla="*/ 2116851 w 2935628"/>
              <a:gd name="connsiteY57" fmla="*/ 1900731 h 5481149"/>
              <a:gd name="connsiteX58" fmla="*/ 2116848 w 2935628"/>
              <a:gd name="connsiteY58" fmla="*/ 1899926 h 5481149"/>
              <a:gd name="connsiteX59" fmla="*/ 1622600 w 2935628"/>
              <a:gd name="connsiteY59" fmla="*/ 2185521 h 5481149"/>
              <a:gd name="connsiteX60" fmla="*/ 1485814 w 2935628"/>
              <a:gd name="connsiteY60" fmla="*/ 2105669 h 5481149"/>
              <a:gd name="connsiteX61" fmla="*/ 1979107 w 2935628"/>
              <a:gd name="connsiteY61" fmla="*/ 1820896 h 5481149"/>
              <a:gd name="connsiteX62" fmla="*/ 1978033 w 2935628"/>
              <a:gd name="connsiteY62" fmla="*/ 1820277 h 5481149"/>
              <a:gd name="connsiteX63" fmla="*/ 1976722 w 2935628"/>
              <a:gd name="connsiteY63" fmla="*/ 1250178 h 5481149"/>
              <a:gd name="connsiteX64" fmla="*/ 2113519 w 2935628"/>
              <a:gd name="connsiteY64" fmla="*/ 1330019 h 5481149"/>
              <a:gd name="connsiteX65" fmla="*/ 2115476 w 2935628"/>
              <a:gd name="connsiteY65" fmla="*/ 1896932 h 5481149"/>
              <a:gd name="connsiteX66" fmla="*/ 2116840 w 2935628"/>
              <a:gd name="connsiteY66" fmla="*/ 1897718 h 5481149"/>
              <a:gd name="connsiteX67" fmla="*/ 2114796 w 2935628"/>
              <a:gd name="connsiteY67" fmla="*/ 1331275 h 5481149"/>
              <a:gd name="connsiteX68" fmla="*/ 2477448 w 2935628"/>
              <a:gd name="connsiteY68" fmla="*/ 963504 h 5481149"/>
              <a:gd name="connsiteX69" fmla="*/ 2476131 w 2935628"/>
              <a:gd name="connsiteY69" fmla="*/ 544593 h 5481149"/>
              <a:gd name="connsiteX70" fmla="*/ 2290902 w 2935628"/>
              <a:gd name="connsiteY70" fmla="*/ 437242 h 5481149"/>
              <a:gd name="connsiteX71" fmla="*/ 2546183 w 2935628"/>
              <a:gd name="connsiteY71" fmla="*/ 78545 h 5481149"/>
              <a:gd name="connsiteX72" fmla="*/ 2546595 w 2935628"/>
              <a:gd name="connsiteY72" fmla="*/ 79611 h 5481149"/>
              <a:gd name="connsiteX73" fmla="*/ 2682971 w 2935628"/>
              <a:gd name="connsiteY73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2113508 w 2935628"/>
              <a:gd name="connsiteY6" fmla="*/ 1328069 h 5481149"/>
              <a:gd name="connsiteX7" fmla="*/ 1976722 w 2935628"/>
              <a:gd name="connsiteY7" fmla="*/ 1248217 h 5481149"/>
              <a:gd name="connsiteX8" fmla="*/ 2472880 w 2935628"/>
              <a:gd name="connsiteY8" fmla="*/ 962179 h 5481149"/>
              <a:gd name="connsiteX9" fmla="*/ 2682971 w 2935628"/>
              <a:gd name="connsiteY9" fmla="*/ 0 h 5481149"/>
              <a:gd name="connsiteX10" fmla="*/ 2935628 w 2935628"/>
              <a:gd name="connsiteY10" fmla="*/ 652579 h 5481149"/>
              <a:gd name="connsiteX11" fmla="*/ 2798833 w 2935628"/>
              <a:gd name="connsiteY11" fmla="*/ 732435 h 5481149"/>
              <a:gd name="connsiteX12" fmla="*/ 2798181 w 2935628"/>
              <a:gd name="connsiteY12" fmla="*/ 730751 h 5481149"/>
              <a:gd name="connsiteX13" fmla="*/ 2747679 w 2935628"/>
              <a:gd name="connsiteY13" fmla="*/ 701404 h 5481149"/>
              <a:gd name="connsiteX14" fmla="*/ 2749083 w 2935628"/>
              <a:gd name="connsiteY14" fmla="*/ 1120501 h 5481149"/>
              <a:gd name="connsiteX15" fmla="*/ 2255534 w 2935628"/>
              <a:gd name="connsiteY15" fmla="*/ 1408544 h 5481149"/>
              <a:gd name="connsiteX16" fmla="*/ 2255534 w 2935628"/>
              <a:gd name="connsiteY16" fmla="*/ 1977314 h 5481149"/>
              <a:gd name="connsiteX17" fmla="*/ 1761380 w 2935628"/>
              <a:gd name="connsiteY17" fmla="*/ 2264671 h 5481149"/>
              <a:gd name="connsiteX18" fmla="*/ 1761380 w 2935628"/>
              <a:gd name="connsiteY18" fmla="*/ 2833441 h 5481149"/>
              <a:gd name="connsiteX19" fmla="*/ 1267226 w 2935628"/>
              <a:gd name="connsiteY19" fmla="*/ 3120798 h 5481149"/>
              <a:gd name="connsiteX20" fmla="*/ 1267226 w 2935628"/>
              <a:gd name="connsiteY20" fmla="*/ 3689568 h 5481149"/>
              <a:gd name="connsiteX21" fmla="*/ 773072 w 2935628"/>
              <a:gd name="connsiteY21" fmla="*/ 3976925 h 5481149"/>
              <a:gd name="connsiteX22" fmla="*/ 773072 w 2935628"/>
              <a:gd name="connsiteY22" fmla="*/ 4545696 h 5481149"/>
              <a:gd name="connsiteX23" fmla="*/ 278797 w 2935628"/>
              <a:gd name="connsiteY23" fmla="*/ 4833053 h 5481149"/>
              <a:gd name="connsiteX24" fmla="*/ 278797 w 2935628"/>
              <a:gd name="connsiteY24" fmla="*/ 5402509 h 5481149"/>
              <a:gd name="connsiteX25" fmla="*/ 139389 w 2935628"/>
              <a:gd name="connsiteY25" fmla="*/ 5481149 h 5481149"/>
              <a:gd name="connsiteX26" fmla="*/ 137458 w 2935628"/>
              <a:gd name="connsiteY26" fmla="*/ 4757490 h 5481149"/>
              <a:gd name="connsiteX27" fmla="*/ 136811 w 2935628"/>
              <a:gd name="connsiteY27" fmla="*/ 4757863 h 5481149"/>
              <a:gd name="connsiteX28" fmla="*/ 138763 w 2935628"/>
              <a:gd name="connsiteY28" fmla="*/ 5477875 h 5481149"/>
              <a:gd name="connsiteX29" fmla="*/ 1966 w 2935628"/>
              <a:gd name="connsiteY29" fmla="*/ 5398028 h 5481149"/>
              <a:gd name="connsiteX30" fmla="*/ 14 w 2935628"/>
              <a:gd name="connsiteY30" fmla="*/ 4678694 h 5481149"/>
              <a:gd name="connsiteX31" fmla="*/ 0 w 2935628"/>
              <a:gd name="connsiteY31" fmla="*/ 4678686 h 5481149"/>
              <a:gd name="connsiteX32" fmla="*/ 14 w 2935628"/>
              <a:gd name="connsiteY32" fmla="*/ 4678678 h 5481149"/>
              <a:gd name="connsiteX33" fmla="*/ 0 w 2935628"/>
              <a:gd name="connsiteY33" fmla="*/ 4673441 h 5481149"/>
              <a:gd name="connsiteX34" fmla="*/ 4533 w 2935628"/>
              <a:gd name="connsiteY34" fmla="*/ 4676066 h 5481149"/>
              <a:gd name="connsiteX35" fmla="*/ 496158 w 2935628"/>
              <a:gd name="connsiteY35" fmla="*/ 4391987 h 5481149"/>
              <a:gd name="connsiteX36" fmla="*/ 631484 w 2935628"/>
              <a:gd name="connsiteY36" fmla="*/ 4470987 h 5481149"/>
              <a:gd name="connsiteX37" fmla="*/ 633127 w 2935628"/>
              <a:gd name="connsiteY37" fmla="*/ 4470039 h 5481149"/>
              <a:gd name="connsiteX38" fmla="*/ 499419 w 2935628"/>
              <a:gd name="connsiteY38" fmla="*/ 4392001 h 5481149"/>
              <a:gd name="connsiteX39" fmla="*/ 497453 w 2935628"/>
              <a:gd name="connsiteY39" fmla="*/ 3822534 h 5481149"/>
              <a:gd name="connsiteX40" fmla="*/ 631609 w 2935628"/>
              <a:gd name="connsiteY40" fmla="*/ 3900215 h 5481149"/>
              <a:gd name="connsiteX41" fmla="*/ 631608 w 2935628"/>
              <a:gd name="connsiteY41" fmla="*/ 3899885 h 5481149"/>
              <a:gd name="connsiteX42" fmla="*/ 632459 w 2935628"/>
              <a:gd name="connsiteY42" fmla="*/ 3899395 h 5481149"/>
              <a:gd name="connsiteX43" fmla="*/ 497453 w 2935628"/>
              <a:gd name="connsiteY43" fmla="*/ 3821234 h 5481149"/>
              <a:gd name="connsiteX44" fmla="*/ 991073 w 2935628"/>
              <a:gd name="connsiteY44" fmla="*/ 3536002 h 5481149"/>
              <a:gd name="connsiteX45" fmla="*/ 989671 w 2935628"/>
              <a:gd name="connsiteY45" fmla="*/ 3535183 h 5481149"/>
              <a:gd name="connsiteX46" fmla="*/ 988360 w 2935628"/>
              <a:gd name="connsiteY46" fmla="*/ 2965082 h 5481149"/>
              <a:gd name="connsiteX47" fmla="*/ 1125159 w 2935628"/>
              <a:gd name="connsiteY47" fmla="*/ 3044943 h 5481149"/>
              <a:gd name="connsiteX48" fmla="*/ 1126463 w 2935628"/>
              <a:gd name="connsiteY48" fmla="*/ 3612091 h 5481149"/>
              <a:gd name="connsiteX49" fmla="*/ 1127816 w 2935628"/>
              <a:gd name="connsiteY49" fmla="*/ 3612880 h 5481149"/>
              <a:gd name="connsiteX50" fmla="*/ 1126488 w 2935628"/>
              <a:gd name="connsiteY50" fmla="*/ 3043530 h 5481149"/>
              <a:gd name="connsiteX51" fmla="*/ 1621972 w 2935628"/>
              <a:gd name="connsiteY51" fmla="*/ 2756858 h 5481149"/>
              <a:gd name="connsiteX52" fmla="*/ 1621969 w 2935628"/>
              <a:gd name="connsiteY52" fmla="*/ 2755807 h 5481149"/>
              <a:gd name="connsiteX53" fmla="*/ 1487124 w 2935628"/>
              <a:gd name="connsiteY53" fmla="*/ 2677729 h 5481149"/>
              <a:gd name="connsiteX54" fmla="*/ 1485813 w 2935628"/>
              <a:gd name="connsiteY54" fmla="*/ 2107630 h 5481149"/>
              <a:gd name="connsiteX55" fmla="*/ 1621573 w 2935628"/>
              <a:gd name="connsiteY55" fmla="*/ 2186864 h 5481149"/>
              <a:gd name="connsiteX56" fmla="*/ 2116851 w 2935628"/>
              <a:gd name="connsiteY56" fmla="*/ 1900731 h 5481149"/>
              <a:gd name="connsiteX57" fmla="*/ 2116848 w 2935628"/>
              <a:gd name="connsiteY57" fmla="*/ 1899926 h 5481149"/>
              <a:gd name="connsiteX58" fmla="*/ 1622600 w 2935628"/>
              <a:gd name="connsiteY58" fmla="*/ 2185521 h 5481149"/>
              <a:gd name="connsiteX59" fmla="*/ 1485814 w 2935628"/>
              <a:gd name="connsiteY59" fmla="*/ 2105669 h 5481149"/>
              <a:gd name="connsiteX60" fmla="*/ 1979107 w 2935628"/>
              <a:gd name="connsiteY60" fmla="*/ 1820896 h 5481149"/>
              <a:gd name="connsiteX61" fmla="*/ 1978033 w 2935628"/>
              <a:gd name="connsiteY61" fmla="*/ 1820277 h 5481149"/>
              <a:gd name="connsiteX62" fmla="*/ 1976722 w 2935628"/>
              <a:gd name="connsiteY62" fmla="*/ 1250178 h 5481149"/>
              <a:gd name="connsiteX63" fmla="*/ 2113519 w 2935628"/>
              <a:gd name="connsiteY63" fmla="*/ 1330019 h 5481149"/>
              <a:gd name="connsiteX64" fmla="*/ 2115476 w 2935628"/>
              <a:gd name="connsiteY64" fmla="*/ 1896932 h 5481149"/>
              <a:gd name="connsiteX65" fmla="*/ 2116840 w 2935628"/>
              <a:gd name="connsiteY65" fmla="*/ 1897718 h 5481149"/>
              <a:gd name="connsiteX66" fmla="*/ 2114796 w 2935628"/>
              <a:gd name="connsiteY66" fmla="*/ 1331275 h 5481149"/>
              <a:gd name="connsiteX67" fmla="*/ 2477448 w 2935628"/>
              <a:gd name="connsiteY67" fmla="*/ 963504 h 5481149"/>
              <a:gd name="connsiteX68" fmla="*/ 2476131 w 2935628"/>
              <a:gd name="connsiteY68" fmla="*/ 544593 h 5481149"/>
              <a:gd name="connsiteX69" fmla="*/ 2290902 w 2935628"/>
              <a:gd name="connsiteY69" fmla="*/ 437242 h 5481149"/>
              <a:gd name="connsiteX70" fmla="*/ 2546183 w 2935628"/>
              <a:gd name="connsiteY70" fmla="*/ 78545 h 5481149"/>
              <a:gd name="connsiteX71" fmla="*/ 2546595 w 2935628"/>
              <a:gd name="connsiteY71" fmla="*/ 79611 h 5481149"/>
              <a:gd name="connsiteX72" fmla="*/ 2682971 w 2935628"/>
              <a:gd name="connsiteY72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2113508 w 2935628"/>
              <a:gd name="connsiteY6" fmla="*/ 1328069 h 5481149"/>
              <a:gd name="connsiteX7" fmla="*/ 1976722 w 2935628"/>
              <a:gd name="connsiteY7" fmla="*/ 1248217 h 5481149"/>
              <a:gd name="connsiteX8" fmla="*/ 2472880 w 2935628"/>
              <a:gd name="connsiteY8" fmla="*/ 962179 h 5481149"/>
              <a:gd name="connsiteX9" fmla="*/ 2682971 w 2935628"/>
              <a:gd name="connsiteY9" fmla="*/ 0 h 5481149"/>
              <a:gd name="connsiteX10" fmla="*/ 2935628 w 2935628"/>
              <a:gd name="connsiteY10" fmla="*/ 652579 h 5481149"/>
              <a:gd name="connsiteX11" fmla="*/ 2798833 w 2935628"/>
              <a:gd name="connsiteY11" fmla="*/ 732435 h 5481149"/>
              <a:gd name="connsiteX12" fmla="*/ 2798181 w 2935628"/>
              <a:gd name="connsiteY12" fmla="*/ 730751 h 5481149"/>
              <a:gd name="connsiteX13" fmla="*/ 2747679 w 2935628"/>
              <a:gd name="connsiteY13" fmla="*/ 701404 h 5481149"/>
              <a:gd name="connsiteX14" fmla="*/ 2749083 w 2935628"/>
              <a:gd name="connsiteY14" fmla="*/ 1120501 h 5481149"/>
              <a:gd name="connsiteX15" fmla="*/ 2255534 w 2935628"/>
              <a:gd name="connsiteY15" fmla="*/ 1408544 h 5481149"/>
              <a:gd name="connsiteX16" fmla="*/ 2255534 w 2935628"/>
              <a:gd name="connsiteY16" fmla="*/ 1977314 h 5481149"/>
              <a:gd name="connsiteX17" fmla="*/ 1761380 w 2935628"/>
              <a:gd name="connsiteY17" fmla="*/ 2264671 h 5481149"/>
              <a:gd name="connsiteX18" fmla="*/ 1761380 w 2935628"/>
              <a:gd name="connsiteY18" fmla="*/ 2833441 h 5481149"/>
              <a:gd name="connsiteX19" fmla="*/ 1267226 w 2935628"/>
              <a:gd name="connsiteY19" fmla="*/ 3120798 h 5481149"/>
              <a:gd name="connsiteX20" fmla="*/ 1267226 w 2935628"/>
              <a:gd name="connsiteY20" fmla="*/ 3689568 h 5481149"/>
              <a:gd name="connsiteX21" fmla="*/ 773072 w 2935628"/>
              <a:gd name="connsiteY21" fmla="*/ 3976925 h 5481149"/>
              <a:gd name="connsiteX22" fmla="*/ 773072 w 2935628"/>
              <a:gd name="connsiteY22" fmla="*/ 4545696 h 5481149"/>
              <a:gd name="connsiteX23" fmla="*/ 278797 w 2935628"/>
              <a:gd name="connsiteY23" fmla="*/ 4833053 h 5481149"/>
              <a:gd name="connsiteX24" fmla="*/ 278797 w 2935628"/>
              <a:gd name="connsiteY24" fmla="*/ 5402509 h 5481149"/>
              <a:gd name="connsiteX25" fmla="*/ 139389 w 2935628"/>
              <a:gd name="connsiteY25" fmla="*/ 5481149 h 5481149"/>
              <a:gd name="connsiteX26" fmla="*/ 137458 w 2935628"/>
              <a:gd name="connsiteY26" fmla="*/ 4757490 h 5481149"/>
              <a:gd name="connsiteX27" fmla="*/ 136811 w 2935628"/>
              <a:gd name="connsiteY27" fmla="*/ 4757863 h 5481149"/>
              <a:gd name="connsiteX28" fmla="*/ 138763 w 2935628"/>
              <a:gd name="connsiteY28" fmla="*/ 5477875 h 5481149"/>
              <a:gd name="connsiteX29" fmla="*/ 1966 w 2935628"/>
              <a:gd name="connsiteY29" fmla="*/ 5398028 h 5481149"/>
              <a:gd name="connsiteX30" fmla="*/ 14 w 2935628"/>
              <a:gd name="connsiteY30" fmla="*/ 4678694 h 5481149"/>
              <a:gd name="connsiteX31" fmla="*/ 0 w 2935628"/>
              <a:gd name="connsiteY31" fmla="*/ 4678686 h 5481149"/>
              <a:gd name="connsiteX32" fmla="*/ 14 w 2935628"/>
              <a:gd name="connsiteY32" fmla="*/ 4678678 h 5481149"/>
              <a:gd name="connsiteX33" fmla="*/ 0 w 2935628"/>
              <a:gd name="connsiteY33" fmla="*/ 4673441 h 5481149"/>
              <a:gd name="connsiteX34" fmla="*/ 4533 w 2935628"/>
              <a:gd name="connsiteY34" fmla="*/ 4676066 h 5481149"/>
              <a:gd name="connsiteX35" fmla="*/ 496158 w 2935628"/>
              <a:gd name="connsiteY35" fmla="*/ 4391987 h 5481149"/>
              <a:gd name="connsiteX36" fmla="*/ 631484 w 2935628"/>
              <a:gd name="connsiteY36" fmla="*/ 4470987 h 5481149"/>
              <a:gd name="connsiteX37" fmla="*/ 633127 w 2935628"/>
              <a:gd name="connsiteY37" fmla="*/ 4470039 h 5481149"/>
              <a:gd name="connsiteX38" fmla="*/ 499419 w 2935628"/>
              <a:gd name="connsiteY38" fmla="*/ 4392001 h 5481149"/>
              <a:gd name="connsiteX39" fmla="*/ 497453 w 2935628"/>
              <a:gd name="connsiteY39" fmla="*/ 3822534 h 5481149"/>
              <a:gd name="connsiteX40" fmla="*/ 631609 w 2935628"/>
              <a:gd name="connsiteY40" fmla="*/ 3900215 h 5481149"/>
              <a:gd name="connsiteX41" fmla="*/ 631608 w 2935628"/>
              <a:gd name="connsiteY41" fmla="*/ 3899885 h 5481149"/>
              <a:gd name="connsiteX42" fmla="*/ 632459 w 2935628"/>
              <a:gd name="connsiteY42" fmla="*/ 3899395 h 5481149"/>
              <a:gd name="connsiteX43" fmla="*/ 497453 w 2935628"/>
              <a:gd name="connsiteY43" fmla="*/ 3821234 h 5481149"/>
              <a:gd name="connsiteX44" fmla="*/ 991073 w 2935628"/>
              <a:gd name="connsiteY44" fmla="*/ 3536002 h 5481149"/>
              <a:gd name="connsiteX45" fmla="*/ 989671 w 2935628"/>
              <a:gd name="connsiteY45" fmla="*/ 3535183 h 5481149"/>
              <a:gd name="connsiteX46" fmla="*/ 988360 w 2935628"/>
              <a:gd name="connsiteY46" fmla="*/ 2965082 h 5481149"/>
              <a:gd name="connsiteX47" fmla="*/ 1125159 w 2935628"/>
              <a:gd name="connsiteY47" fmla="*/ 3044943 h 5481149"/>
              <a:gd name="connsiteX48" fmla="*/ 1126463 w 2935628"/>
              <a:gd name="connsiteY48" fmla="*/ 3612091 h 5481149"/>
              <a:gd name="connsiteX49" fmla="*/ 1127816 w 2935628"/>
              <a:gd name="connsiteY49" fmla="*/ 3612880 h 5481149"/>
              <a:gd name="connsiteX50" fmla="*/ 1126488 w 2935628"/>
              <a:gd name="connsiteY50" fmla="*/ 3043530 h 5481149"/>
              <a:gd name="connsiteX51" fmla="*/ 1621972 w 2935628"/>
              <a:gd name="connsiteY51" fmla="*/ 2756858 h 5481149"/>
              <a:gd name="connsiteX52" fmla="*/ 1621969 w 2935628"/>
              <a:gd name="connsiteY52" fmla="*/ 2755807 h 5481149"/>
              <a:gd name="connsiteX53" fmla="*/ 1487124 w 2935628"/>
              <a:gd name="connsiteY53" fmla="*/ 2677729 h 5481149"/>
              <a:gd name="connsiteX54" fmla="*/ 1485813 w 2935628"/>
              <a:gd name="connsiteY54" fmla="*/ 2107630 h 5481149"/>
              <a:gd name="connsiteX55" fmla="*/ 1621573 w 2935628"/>
              <a:gd name="connsiteY55" fmla="*/ 2186864 h 5481149"/>
              <a:gd name="connsiteX56" fmla="*/ 2116851 w 2935628"/>
              <a:gd name="connsiteY56" fmla="*/ 1900731 h 5481149"/>
              <a:gd name="connsiteX57" fmla="*/ 2116848 w 2935628"/>
              <a:gd name="connsiteY57" fmla="*/ 1899926 h 5481149"/>
              <a:gd name="connsiteX58" fmla="*/ 1622600 w 2935628"/>
              <a:gd name="connsiteY58" fmla="*/ 2185521 h 5481149"/>
              <a:gd name="connsiteX59" fmla="*/ 1485814 w 2935628"/>
              <a:gd name="connsiteY59" fmla="*/ 2105669 h 5481149"/>
              <a:gd name="connsiteX60" fmla="*/ 1979107 w 2935628"/>
              <a:gd name="connsiteY60" fmla="*/ 1820896 h 5481149"/>
              <a:gd name="connsiteX61" fmla="*/ 1978033 w 2935628"/>
              <a:gd name="connsiteY61" fmla="*/ 1820277 h 5481149"/>
              <a:gd name="connsiteX62" fmla="*/ 1976722 w 2935628"/>
              <a:gd name="connsiteY62" fmla="*/ 1250178 h 5481149"/>
              <a:gd name="connsiteX63" fmla="*/ 2113519 w 2935628"/>
              <a:gd name="connsiteY63" fmla="*/ 1330019 h 5481149"/>
              <a:gd name="connsiteX64" fmla="*/ 2115476 w 2935628"/>
              <a:gd name="connsiteY64" fmla="*/ 1896932 h 5481149"/>
              <a:gd name="connsiteX65" fmla="*/ 2116840 w 2935628"/>
              <a:gd name="connsiteY65" fmla="*/ 1897718 h 5481149"/>
              <a:gd name="connsiteX66" fmla="*/ 2477448 w 2935628"/>
              <a:gd name="connsiteY66" fmla="*/ 963504 h 5481149"/>
              <a:gd name="connsiteX67" fmla="*/ 2476131 w 2935628"/>
              <a:gd name="connsiteY67" fmla="*/ 544593 h 5481149"/>
              <a:gd name="connsiteX68" fmla="*/ 2290902 w 2935628"/>
              <a:gd name="connsiteY68" fmla="*/ 437242 h 5481149"/>
              <a:gd name="connsiteX69" fmla="*/ 2546183 w 2935628"/>
              <a:gd name="connsiteY69" fmla="*/ 78545 h 5481149"/>
              <a:gd name="connsiteX70" fmla="*/ 2546595 w 2935628"/>
              <a:gd name="connsiteY70" fmla="*/ 79611 h 5481149"/>
              <a:gd name="connsiteX71" fmla="*/ 2682971 w 2935628"/>
              <a:gd name="connsiteY71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2113508 w 2935628"/>
              <a:gd name="connsiteY6" fmla="*/ 1328069 h 5481149"/>
              <a:gd name="connsiteX7" fmla="*/ 1976722 w 2935628"/>
              <a:gd name="connsiteY7" fmla="*/ 1248217 h 5481149"/>
              <a:gd name="connsiteX8" fmla="*/ 2472880 w 2935628"/>
              <a:gd name="connsiteY8" fmla="*/ 962179 h 5481149"/>
              <a:gd name="connsiteX9" fmla="*/ 2682971 w 2935628"/>
              <a:gd name="connsiteY9" fmla="*/ 0 h 5481149"/>
              <a:gd name="connsiteX10" fmla="*/ 2935628 w 2935628"/>
              <a:gd name="connsiteY10" fmla="*/ 652579 h 5481149"/>
              <a:gd name="connsiteX11" fmla="*/ 2798833 w 2935628"/>
              <a:gd name="connsiteY11" fmla="*/ 732435 h 5481149"/>
              <a:gd name="connsiteX12" fmla="*/ 2798181 w 2935628"/>
              <a:gd name="connsiteY12" fmla="*/ 730751 h 5481149"/>
              <a:gd name="connsiteX13" fmla="*/ 2747679 w 2935628"/>
              <a:gd name="connsiteY13" fmla="*/ 701404 h 5481149"/>
              <a:gd name="connsiteX14" fmla="*/ 2749083 w 2935628"/>
              <a:gd name="connsiteY14" fmla="*/ 1120501 h 5481149"/>
              <a:gd name="connsiteX15" fmla="*/ 2255534 w 2935628"/>
              <a:gd name="connsiteY15" fmla="*/ 1408544 h 5481149"/>
              <a:gd name="connsiteX16" fmla="*/ 2255534 w 2935628"/>
              <a:gd name="connsiteY16" fmla="*/ 1977314 h 5481149"/>
              <a:gd name="connsiteX17" fmla="*/ 1761380 w 2935628"/>
              <a:gd name="connsiteY17" fmla="*/ 2264671 h 5481149"/>
              <a:gd name="connsiteX18" fmla="*/ 1761380 w 2935628"/>
              <a:gd name="connsiteY18" fmla="*/ 2833441 h 5481149"/>
              <a:gd name="connsiteX19" fmla="*/ 1267226 w 2935628"/>
              <a:gd name="connsiteY19" fmla="*/ 3120798 h 5481149"/>
              <a:gd name="connsiteX20" fmla="*/ 1267226 w 2935628"/>
              <a:gd name="connsiteY20" fmla="*/ 3689568 h 5481149"/>
              <a:gd name="connsiteX21" fmla="*/ 773072 w 2935628"/>
              <a:gd name="connsiteY21" fmla="*/ 3976925 h 5481149"/>
              <a:gd name="connsiteX22" fmla="*/ 773072 w 2935628"/>
              <a:gd name="connsiteY22" fmla="*/ 4545696 h 5481149"/>
              <a:gd name="connsiteX23" fmla="*/ 278797 w 2935628"/>
              <a:gd name="connsiteY23" fmla="*/ 4833053 h 5481149"/>
              <a:gd name="connsiteX24" fmla="*/ 278797 w 2935628"/>
              <a:gd name="connsiteY24" fmla="*/ 5402509 h 5481149"/>
              <a:gd name="connsiteX25" fmla="*/ 139389 w 2935628"/>
              <a:gd name="connsiteY25" fmla="*/ 5481149 h 5481149"/>
              <a:gd name="connsiteX26" fmla="*/ 137458 w 2935628"/>
              <a:gd name="connsiteY26" fmla="*/ 4757490 h 5481149"/>
              <a:gd name="connsiteX27" fmla="*/ 136811 w 2935628"/>
              <a:gd name="connsiteY27" fmla="*/ 4757863 h 5481149"/>
              <a:gd name="connsiteX28" fmla="*/ 138763 w 2935628"/>
              <a:gd name="connsiteY28" fmla="*/ 5477875 h 5481149"/>
              <a:gd name="connsiteX29" fmla="*/ 1966 w 2935628"/>
              <a:gd name="connsiteY29" fmla="*/ 5398028 h 5481149"/>
              <a:gd name="connsiteX30" fmla="*/ 14 w 2935628"/>
              <a:gd name="connsiteY30" fmla="*/ 4678694 h 5481149"/>
              <a:gd name="connsiteX31" fmla="*/ 0 w 2935628"/>
              <a:gd name="connsiteY31" fmla="*/ 4678686 h 5481149"/>
              <a:gd name="connsiteX32" fmla="*/ 14 w 2935628"/>
              <a:gd name="connsiteY32" fmla="*/ 4678678 h 5481149"/>
              <a:gd name="connsiteX33" fmla="*/ 0 w 2935628"/>
              <a:gd name="connsiteY33" fmla="*/ 4673441 h 5481149"/>
              <a:gd name="connsiteX34" fmla="*/ 4533 w 2935628"/>
              <a:gd name="connsiteY34" fmla="*/ 4676066 h 5481149"/>
              <a:gd name="connsiteX35" fmla="*/ 496158 w 2935628"/>
              <a:gd name="connsiteY35" fmla="*/ 4391987 h 5481149"/>
              <a:gd name="connsiteX36" fmla="*/ 631484 w 2935628"/>
              <a:gd name="connsiteY36" fmla="*/ 4470987 h 5481149"/>
              <a:gd name="connsiteX37" fmla="*/ 633127 w 2935628"/>
              <a:gd name="connsiteY37" fmla="*/ 4470039 h 5481149"/>
              <a:gd name="connsiteX38" fmla="*/ 499419 w 2935628"/>
              <a:gd name="connsiteY38" fmla="*/ 4392001 h 5481149"/>
              <a:gd name="connsiteX39" fmla="*/ 497453 w 2935628"/>
              <a:gd name="connsiteY39" fmla="*/ 3822534 h 5481149"/>
              <a:gd name="connsiteX40" fmla="*/ 631609 w 2935628"/>
              <a:gd name="connsiteY40" fmla="*/ 3900215 h 5481149"/>
              <a:gd name="connsiteX41" fmla="*/ 631608 w 2935628"/>
              <a:gd name="connsiteY41" fmla="*/ 3899885 h 5481149"/>
              <a:gd name="connsiteX42" fmla="*/ 632459 w 2935628"/>
              <a:gd name="connsiteY42" fmla="*/ 3899395 h 5481149"/>
              <a:gd name="connsiteX43" fmla="*/ 497453 w 2935628"/>
              <a:gd name="connsiteY43" fmla="*/ 3821234 h 5481149"/>
              <a:gd name="connsiteX44" fmla="*/ 991073 w 2935628"/>
              <a:gd name="connsiteY44" fmla="*/ 3536002 h 5481149"/>
              <a:gd name="connsiteX45" fmla="*/ 989671 w 2935628"/>
              <a:gd name="connsiteY45" fmla="*/ 3535183 h 5481149"/>
              <a:gd name="connsiteX46" fmla="*/ 988360 w 2935628"/>
              <a:gd name="connsiteY46" fmla="*/ 2965082 h 5481149"/>
              <a:gd name="connsiteX47" fmla="*/ 1125159 w 2935628"/>
              <a:gd name="connsiteY47" fmla="*/ 3044943 h 5481149"/>
              <a:gd name="connsiteX48" fmla="*/ 1126463 w 2935628"/>
              <a:gd name="connsiteY48" fmla="*/ 3612091 h 5481149"/>
              <a:gd name="connsiteX49" fmla="*/ 1127816 w 2935628"/>
              <a:gd name="connsiteY49" fmla="*/ 3612880 h 5481149"/>
              <a:gd name="connsiteX50" fmla="*/ 1126488 w 2935628"/>
              <a:gd name="connsiteY50" fmla="*/ 3043530 h 5481149"/>
              <a:gd name="connsiteX51" fmla="*/ 1621972 w 2935628"/>
              <a:gd name="connsiteY51" fmla="*/ 2756858 h 5481149"/>
              <a:gd name="connsiteX52" fmla="*/ 1621969 w 2935628"/>
              <a:gd name="connsiteY52" fmla="*/ 2755807 h 5481149"/>
              <a:gd name="connsiteX53" fmla="*/ 1487124 w 2935628"/>
              <a:gd name="connsiteY53" fmla="*/ 2677729 h 5481149"/>
              <a:gd name="connsiteX54" fmla="*/ 1485813 w 2935628"/>
              <a:gd name="connsiteY54" fmla="*/ 2107630 h 5481149"/>
              <a:gd name="connsiteX55" fmla="*/ 1621573 w 2935628"/>
              <a:gd name="connsiteY55" fmla="*/ 2186864 h 5481149"/>
              <a:gd name="connsiteX56" fmla="*/ 2116851 w 2935628"/>
              <a:gd name="connsiteY56" fmla="*/ 1900731 h 5481149"/>
              <a:gd name="connsiteX57" fmla="*/ 2116848 w 2935628"/>
              <a:gd name="connsiteY57" fmla="*/ 1899926 h 5481149"/>
              <a:gd name="connsiteX58" fmla="*/ 1622600 w 2935628"/>
              <a:gd name="connsiteY58" fmla="*/ 2185521 h 5481149"/>
              <a:gd name="connsiteX59" fmla="*/ 1485814 w 2935628"/>
              <a:gd name="connsiteY59" fmla="*/ 2105669 h 5481149"/>
              <a:gd name="connsiteX60" fmla="*/ 1979107 w 2935628"/>
              <a:gd name="connsiteY60" fmla="*/ 1820896 h 5481149"/>
              <a:gd name="connsiteX61" fmla="*/ 1978033 w 2935628"/>
              <a:gd name="connsiteY61" fmla="*/ 1820277 h 5481149"/>
              <a:gd name="connsiteX62" fmla="*/ 1976722 w 2935628"/>
              <a:gd name="connsiteY62" fmla="*/ 1250178 h 5481149"/>
              <a:gd name="connsiteX63" fmla="*/ 2115476 w 2935628"/>
              <a:gd name="connsiteY63" fmla="*/ 1896932 h 5481149"/>
              <a:gd name="connsiteX64" fmla="*/ 2116840 w 2935628"/>
              <a:gd name="connsiteY64" fmla="*/ 1897718 h 5481149"/>
              <a:gd name="connsiteX65" fmla="*/ 2477448 w 2935628"/>
              <a:gd name="connsiteY65" fmla="*/ 963504 h 5481149"/>
              <a:gd name="connsiteX66" fmla="*/ 2476131 w 2935628"/>
              <a:gd name="connsiteY66" fmla="*/ 544593 h 5481149"/>
              <a:gd name="connsiteX67" fmla="*/ 2290902 w 2935628"/>
              <a:gd name="connsiteY67" fmla="*/ 437242 h 5481149"/>
              <a:gd name="connsiteX68" fmla="*/ 2546183 w 2935628"/>
              <a:gd name="connsiteY68" fmla="*/ 78545 h 5481149"/>
              <a:gd name="connsiteX69" fmla="*/ 2546595 w 2935628"/>
              <a:gd name="connsiteY69" fmla="*/ 79611 h 5481149"/>
              <a:gd name="connsiteX70" fmla="*/ 2682971 w 2935628"/>
              <a:gd name="connsiteY70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1976722 w 2935628"/>
              <a:gd name="connsiteY6" fmla="*/ 1248217 h 5481149"/>
              <a:gd name="connsiteX7" fmla="*/ 2472880 w 2935628"/>
              <a:gd name="connsiteY7" fmla="*/ 962179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621972 w 2935628"/>
              <a:gd name="connsiteY50" fmla="*/ 2756858 h 5481149"/>
              <a:gd name="connsiteX51" fmla="*/ 1621969 w 2935628"/>
              <a:gd name="connsiteY51" fmla="*/ 2755807 h 5481149"/>
              <a:gd name="connsiteX52" fmla="*/ 1487124 w 2935628"/>
              <a:gd name="connsiteY52" fmla="*/ 2677729 h 5481149"/>
              <a:gd name="connsiteX53" fmla="*/ 1485813 w 2935628"/>
              <a:gd name="connsiteY53" fmla="*/ 2107630 h 5481149"/>
              <a:gd name="connsiteX54" fmla="*/ 1621573 w 2935628"/>
              <a:gd name="connsiteY54" fmla="*/ 2186864 h 5481149"/>
              <a:gd name="connsiteX55" fmla="*/ 2116851 w 2935628"/>
              <a:gd name="connsiteY55" fmla="*/ 1900731 h 5481149"/>
              <a:gd name="connsiteX56" fmla="*/ 2116848 w 2935628"/>
              <a:gd name="connsiteY56" fmla="*/ 1899926 h 5481149"/>
              <a:gd name="connsiteX57" fmla="*/ 1622600 w 2935628"/>
              <a:gd name="connsiteY57" fmla="*/ 2185521 h 5481149"/>
              <a:gd name="connsiteX58" fmla="*/ 1485814 w 2935628"/>
              <a:gd name="connsiteY58" fmla="*/ 2105669 h 5481149"/>
              <a:gd name="connsiteX59" fmla="*/ 1979107 w 2935628"/>
              <a:gd name="connsiteY59" fmla="*/ 1820896 h 5481149"/>
              <a:gd name="connsiteX60" fmla="*/ 1978033 w 2935628"/>
              <a:gd name="connsiteY60" fmla="*/ 1820277 h 5481149"/>
              <a:gd name="connsiteX61" fmla="*/ 1976722 w 2935628"/>
              <a:gd name="connsiteY61" fmla="*/ 1250178 h 5481149"/>
              <a:gd name="connsiteX62" fmla="*/ 2115476 w 2935628"/>
              <a:gd name="connsiteY62" fmla="*/ 1896932 h 5481149"/>
              <a:gd name="connsiteX63" fmla="*/ 2116840 w 2935628"/>
              <a:gd name="connsiteY63" fmla="*/ 1897718 h 5481149"/>
              <a:gd name="connsiteX64" fmla="*/ 2477448 w 2935628"/>
              <a:gd name="connsiteY64" fmla="*/ 963504 h 5481149"/>
              <a:gd name="connsiteX65" fmla="*/ 2476131 w 2935628"/>
              <a:gd name="connsiteY65" fmla="*/ 544593 h 5481149"/>
              <a:gd name="connsiteX66" fmla="*/ 2290902 w 2935628"/>
              <a:gd name="connsiteY66" fmla="*/ 437242 h 5481149"/>
              <a:gd name="connsiteX67" fmla="*/ 2546183 w 2935628"/>
              <a:gd name="connsiteY67" fmla="*/ 78545 h 5481149"/>
              <a:gd name="connsiteX68" fmla="*/ 2546595 w 2935628"/>
              <a:gd name="connsiteY68" fmla="*/ 79611 h 5481149"/>
              <a:gd name="connsiteX69" fmla="*/ 2682971 w 2935628"/>
              <a:gd name="connsiteY69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1976722 w 2935628"/>
              <a:gd name="connsiteY6" fmla="*/ 1248217 h 5481149"/>
              <a:gd name="connsiteX7" fmla="*/ 2472880 w 2935628"/>
              <a:gd name="connsiteY7" fmla="*/ 962179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621972 w 2935628"/>
              <a:gd name="connsiteY50" fmla="*/ 2756858 h 5481149"/>
              <a:gd name="connsiteX51" fmla="*/ 1621969 w 2935628"/>
              <a:gd name="connsiteY51" fmla="*/ 2755807 h 5481149"/>
              <a:gd name="connsiteX52" fmla="*/ 1487124 w 2935628"/>
              <a:gd name="connsiteY52" fmla="*/ 2677729 h 5481149"/>
              <a:gd name="connsiteX53" fmla="*/ 1485813 w 2935628"/>
              <a:gd name="connsiteY53" fmla="*/ 2107630 h 5481149"/>
              <a:gd name="connsiteX54" fmla="*/ 1621573 w 2935628"/>
              <a:gd name="connsiteY54" fmla="*/ 2186864 h 5481149"/>
              <a:gd name="connsiteX55" fmla="*/ 2116851 w 2935628"/>
              <a:gd name="connsiteY55" fmla="*/ 1900731 h 5481149"/>
              <a:gd name="connsiteX56" fmla="*/ 2116848 w 2935628"/>
              <a:gd name="connsiteY56" fmla="*/ 1899926 h 5481149"/>
              <a:gd name="connsiteX57" fmla="*/ 1622600 w 2935628"/>
              <a:gd name="connsiteY57" fmla="*/ 2185521 h 5481149"/>
              <a:gd name="connsiteX58" fmla="*/ 1485814 w 2935628"/>
              <a:gd name="connsiteY58" fmla="*/ 2105669 h 5481149"/>
              <a:gd name="connsiteX59" fmla="*/ 1979107 w 2935628"/>
              <a:gd name="connsiteY59" fmla="*/ 1820896 h 5481149"/>
              <a:gd name="connsiteX60" fmla="*/ 1978033 w 2935628"/>
              <a:gd name="connsiteY60" fmla="*/ 1820277 h 5481149"/>
              <a:gd name="connsiteX61" fmla="*/ 1976722 w 2935628"/>
              <a:gd name="connsiteY61" fmla="*/ 1250178 h 5481149"/>
              <a:gd name="connsiteX62" fmla="*/ 2115476 w 2935628"/>
              <a:gd name="connsiteY62" fmla="*/ 1896932 h 5481149"/>
              <a:gd name="connsiteX63" fmla="*/ 2477448 w 2935628"/>
              <a:gd name="connsiteY63" fmla="*/ 963504 h 5481149"/>
              <a:gd name="connsiteX64" fmla="*/ 2476131 w 2935628"/>
              <a:gd name="connsiteY64" fmla="*/ 544593 h 5481149"/>
              <a:gd name="connsiteX65" fmla="*/ 2290902 w 2935628"/>
              <a:gd name="connsiteY65" fmla="*/ 437242 h 5481149"/>
              <a:gd name="connsiteX66" fmla="*/ 2546183 w 2935628"/>
              <a:gd name="connsiteY66" fmla="*/ 78545 h 5481149"/>
              <a:gd name="connsiteX67" fmla="*/ 2546595 w 2935628"/>
              <a:gd name="connsiteY67" fmla="*/ 79611 h 5481149"/>
              <a:gd name="connsiteX68" fmla="*/ 2682971 w 2935628"/>
              <a:gd name="connsiteY68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1976722 w 2935628"/>
              <a:gd name="connsiteY6" fmla="*/ 1248217 h 5481149"/>
              <a:gd name="connsiteX7" fmla="*/ 2472880 w 2935628"/>
              <a:gd name="connsiteY7" fmla="*/ 962179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621972 w 2935628"/>
              <a:gd name="connsiteY50" fmla="*/ 2756858 h 5481149"/>
              <a:gd name="connsiteX51" fmla="*/ 1621969 w 2935628"/>
              <a:gd name="connsiteY51" fmla="*/ 2755807 h 5481149"/>
              <a:gd name="connsiteX52" fmla="*/ 1487124 w 2935628"/>
              <a:gd name="connsiteY52" fmla="*/ 2677729 h 5481149"/>
              <a:gd name="connsiteX53" fmla="*/ 1485813 w 2935628"/>
              <a:gd name="connsiteY53" fmla="*/ 2107630 h 5481149"/>
              <a:gd name="connsiteX54" fmla="*/ 1621573 w 2935628"/>
              <a:gd name="connsiteY54" fmla="*/ 2186864 h 5481149"/>
              <a:gd name="connsiteX55" fmla="*/ 2116851 w 2935628"/>
              <a:gd name="connsiteY55" fmla="*/ 1900731 h 5481149"/>
              <a:gd name="connsiteX56" fmla="*/ 2116848 w 2935628"/>
              <a:gd name="connsiteY56" fmla="*/ 1899926 h 5481149"/>
              <a:gd name="connsiteX57" fmla="*/ 1622600 w 2935628"/>
              <a:gd name="connsiteY57" fmla="*/ 2185521 h 5481149"/>
              <a:gd name="connsiteX58" fmla="*/ 1485814 w 2935628"/>
              <a:gd name="connsiteY58" fmla="*/ 2105669 h 5481149"/>
              <a:gd name="connsiteX59" fmla="*/ 1979107 w 2935628"/>
              <a:gd name="connsiteY59" fmla="*/ 1820896 h 5481149"/>
              <a:gd name="connsiteX60" fmla="*/ 1978033 w 2935628"/>
              <a:gd name="connsiteY60" fmla="*/ 1820277 h 5481149"/>
              <a:gd name="connsiteX61" fmla="*/ 1976722 w 2935628"/>
              <a:gd name="connsiteY61" fmla="*/ 1250178 h 5481149"/>
              <a:gd name="connsiteX62" fmla="*/ 2477448 w 2935628"/>
              <a:gd name="connsiteY62" fmla="*/ 963504 h 5481149"/>
              <a:gd name="connsiteX63" fmla="*/ 2476131 w 2935628"/>
              <a:gd name="connsiteY63" fmla="*/ 544593 h 5481149"/>
              <a:gd name="connsiteX64" fmla="*/ 2290902 w 2935628"/>
              <a:gd name="connsiteY64" fmla="*/ 437242 h 5481149"/>
              <a:gd name="connsiteX65" fmla="*/ 2546183 w 2935628"/>
              <a:gd name="connsiteY65" fmla="*/ 78545 h 5481149"/>
              <a:gd name="connsiteX66" fmla="*/ 2546595 w 2935628"/>
              <a:gd name="connsiteY66" fmla="*/ 79611 h 5481149"/>
              <a:gd name="connsiteX67" fmla="*/ 2682971 w 2935628"/>
              <a:gd name="connsiteY67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1976722 w 2935628"/>
              <a:gd name="connsiteY6" fmla="*/ 1248217 h 5481149"/>
              <a:gd name="connsiteX7" fmla="*/ 2472880 w 2935628"/>
              <a:gd name="connsiteY7" fmla="*/ 962179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621972 w 2935628"/>
              <a:gd name="connsiteY50" fmla="*/ 2756858 h 5481149"/>
              <a:gd name="connsiteX51" fmla="*/ 1621969 w 2935628"/>
              <a:gd name="connsiteY51" fmla="*/ 2755807 h 5481149"/>
              <a:gd name="connsiteX52" fmla="*/ 1487124 w 2935628"/>
              <a:gd name="connsiteY52" fmla="*/ 2677729 h 5481149"/>
              <a:gd name="connsiteX53" fmla="*/ 1485813 w 2935628"/>
              <a:gd name="connsiteY53" fmla="*/ 2107630 h 5481149"/>
              <a:gd name="connsiteX54" fmla="*/ 1621573 w 2935628"/>
              <a:gd name="connsiteY54" fmla="*/ 2186864 h 5481149"/>
              <a:gd name="connsiteX55" fmla="*/ 2116851 w 2935628"/>
              <a:gd name="connsiteY55" fmla="*/ 1900731 h 5481149"/>
              <a:gd name="connsiteX56" fmla="*/ 1622600 w 2935628"/>
              <a:gd name="connsiteY56" fmla="*/ 2185521 h 5481149"/>
              <a:gd name="connsiteX57" fmla="*/ 1485814 w 2935628"/>
              <a:gd name="connsiteY57" fmla="*/ 2105669 h 5481149"/>
              <a:gd name="connsiteX58" fmla="*/ 1979107 w 2935628"/>
              <a:gd name="connsiteY58" fmla="*/ 1820896 h 5481149"/>
              <a:gd name="connsiteX59" fmla="*/ 1978033 w 2935628"/>
              <a:gd name="connsiteY59" fmla="*/ 1820277 h 5481149"/>
              <a:gd name="connsiteX60" fmla="*/ 1976722 w 2935628"/>
              <a:gd name="connsiteY60" fmla="*/ 1250178 h 5481149"/>
              <a:gd name="connsiteX61" fmla="*/ 2477448 w 2935628"/>
              <a:gd name="connsiteY61" fmla="*/ 963504 h 5481149"/>
              <a:gd name="connsiteX62" fmla="*/ 2476131 w 2935628"/>
              <a:gd name="connsiteY62" fmla="*/ 544593 h 5481149"/>
              <a:gd name="connsiteX63" fmla="*/ 2290902 w 2935628"/>
              <a:gd name="connsiteY63" fmla="*/ 437242 h 5481149"/>
              <a:gd name="connsiteX64" fmla="*/ 2546183 w 2935628"/>
              <a:gd name="connsiteY64" fmla="*/ 78545 h 5481149"/>
              <a:gd name="connsiteX65" fmla="*/ 2546595 w 2935628"/>
              <a:gd name="connsiteY65" fmla="*/ 79611 h 5481149"/>
              <a:gd name="connsiteX66" fmla="*/ 2682971 w 2935628"/>
              <a:gd name="connsiteY66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1976722 w 2935628"/>
              <a:gd name="connsiteY6" fmla="*/ 1248217 h 5481149"/>
              <a:gd name="connsiteX7" fmla="*/ 2472880 w 2935628"/>
              <a:gd name="connsiteY7" fmla="*/ 962179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621972 w 2935628"/>
              <a:gd name="connsiteY50" fmla="*/ 2756858 h 5481149"/>
              <a:gd name="connsiteX51" fmla="*/ 1621969 w 2935628"/>
              <a:gd name="connsiteY51" fmla="*/ 2755807 h 5481149"/>
              <a:gd name="connsiteX52" fmla="*/ 1487124 w 2935628"/>
              <a:gd name="connsiteY52" fmla="*/ 2677729 h 5481149"/>
              <a:gd name="connsiteX53" fmla="*/ 1485813 w 2935628"/>
              <a:gd name="connsiteY53" fmla="*/ 2107630 h 5481149"/>
              <a:gd name="connsiteX54" fmla="*/ 1621573 w 2935628"/>
              <a:gd name="connsiteY54" fmla="*/ 2186864 h 5481149"/>
              <a:gd name="connsiteX55" fmla="*/ 1622600 w 2935628"/>
              <a:gd name="connsiteY55" fmla="*/ 2185521 h 5481149"/>
              <a:gd name="connsiteX56" fmla="*/ 1485814 w 2935628"/>
              <a:gd name="connsiteY56" fmla="*/ 2105669 h 5481149"/>
              <a:gd name="connsiteX57" fmla="*/ 1979107 w 2935628"/>
              <a:gd name="connsiteY57" fmla="*/ 1820896 h 5481149"/>
              <a:gd name="connsiteX58" fmla="*/ 1978033 w 2935628"/>
              <a:gd name="connsiteY58" fmla="*/ 1820277 h 5481149"/>
              <a:gd name="connsiteX59" fmla="*/ 1976722 w 2935628"/>
              <a:gd name="connsiteY59" fmla="*/ 1250178 h 5481149"/>
              <a:gd name="connsiteX60" fmla="*/ 2477448 w 2935628"/>
              <a:gd name="connsiteY60" fmla="*/ 963504 h 5481149"/>
              <a:gd name="connsiteX61" fmla="*/ 2476131 w 2935628"/>
              <a:gd name="connsiteY61" fmla="*/ 544593 h 5481149"/>
              <a:gd name="connsiteX62" fmla="*/ 2290902 w 2935628"/>
              <a:gd name="connsiteY62" fmla="*/ 437242 h 5481149"/>
              <a:gd name="connsiteX63" fmla="*/ 2546183 w 2935628"/>
              <a:gd name="connsiteY63" fmla="*/ 78545 h 5481149"/>
              <a:gd name="connsiteX64" fmla="*/ 2546595 w 2935628"/>
              <a:gd name="connsiteY64" fmla="*/ 79611 h 5481149"/>
              <a:gd name="connsiteX65" fmla="*/ 2682971 w 2935628"/>
              <a:gd name="connsiteY65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1976722 w 2935628"/>
              <a:gd name="connsiteY6" fmla="*/ 1248217 h 5481149"/>
              <a:gd name="connsiteX7" fmla="*/ 2472880 w 2935628"/>
              <a:gd name="connsiteY7" fmla="*/ 962179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621972 w 2935628"/>
              <a:gd name="connsiteY50" fmla="*/ 2756858 h 5481149"/>
              <a:gd name="connsiteX51" fmla="*/ 1621969 w 2935628"/>
              <a:gd name="connsiteY51" fmla="*/ 2755807 h 5481149"/>
              <a:gd name="connsiteX52" fmla="*/ 1487124 w 2935628"/>
              <a:gd name="connsiteY52" fmla="*/ 2677729 h 5481149"/>
              <a:gd name="connsiteX53" fmla="*/ 1485813 w 2935628"/>
              <a:gd name="connsiteY53" fmla="*/ 2107630 h 5481149"/>
              <a:gd name="connsiteX54" fmla="*/ 1621573 w 2935628"/>
              <a:gd name="connsiteY54" fmla="*/ 2186864 h 5481149"/>
              <a:gd name="connsiteX55" fmla="*/ 1485814 w 2935628"/>
              <a:gd name="connsiteY55" fmla="*/ 2105669 h 5481149"/>
              <a:gd name="connsiteX56" fmla="*/ 1979107 w 2935628"/>
              <a:gd name="connsiteY56" fmla="*/ 1820896 h 5481149"/>
              <a:gd name="connsiteX57" fmla="*/ 1978033 w 2935628"/>
              <a:gd name="connsiteY57" fmla="*/ 1820277 h 5481149"/>
              <a:gd name="connsiteX58" fmla="*/ 1976722 w 2935628"/>
              <a:gd name="connsiteY58" fmla="*/ 1250178 h 5481149"/>
              <a:gd name="connsiteX59" fmla="*/ 2477448 w 2935628"/>
              <a:gd name="connsiteY59" fmla="*/ 963504 h 5481149"/>
              <a:gd name="connsiteX60" fmla="*/ 2476131 w 2935628"/>
              <a:gd name="connsiteY60" fmla="*/ 544593 h 5481149"/>
              <a:gd name="connsiteX61" fmla="*/ 2290902 w 2935628"/>
              <a:gd name="connsiteY61" fmla="*/ 437242 h 5481149"/>
              <a:gd name="connsiteX62" fmla="*/ 2546183 w 2935628"/>
              <a:gd name="connsiteY62" fmla="*/ 78545 h 5481149"/>
              <a:gd name="connsiteX63" fmla="*/ 2546595 w 2935628"/>
              <a:gd name="connsiteY63" fmla="*/ 79611 h 5481149"/>
              <a:gd name="connsiteX64" fmla="*/ 2682971 w 2935628"/>
              <a:gd name="connsiteY64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1976722 w 2935628"/>
              <a:gd name="connsiteY6" fmla="*/ 1248217 h 5481149"/>
              <a:gd name="connsiteX7" fmla="*/ 2472880 w 2935628"/>
              <a:gd name="connsiteY7" fmla="*/ 962179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621972 w 2935628"/>
              <a:gd name="connsiteY50" fmla="*/ 2756858 h 5481149"/>
              <a:gd name="connsiteX51" fmla="*/ 1621969 w 2935628"/>
              <a:gd name="connsiteY51" fmla="*/ 2755807 h 5481149"/>
              <a:gd name="connsiteX52" fmla="*/ 1487124 w 2935628"/>
              <a:gd name="connsiteY52" fmla="*/ 2677729 h 5481149"/>
              <a:gd name="connsiteX53" fmla="*/ 1485813 w 2935628"/>
              <a:gd name="connsiteY53" fmla="*/ 2107630 h 5481149"/>
              <a:gd name="connsiteX54" fmla="*/ 1485814 w 2935628"/>
              <a:gd name="connsiteY54" fmla="*/ 2105669 h 5481149"/>
              <a:gd name="connsiteX55" fmla="*/ 1979107 w 2935628"/>
              <a:gd name="connsiteY55" fmla="*/ 1820896 h 5481149"/>
              <a:gd name="connsiteX56" fmla="*/ 1978033 w 2935628"/>
              <a:gd name="connsiteY56" fmla="*/ 1820277 h 5481149"/>
              <a:gd name="connsiteX57" fmla="*/ 1976722 w 2935628"/>
              <a:gd name="connsiteY57" fmla="*/ 1250178 h 5481149"/>
              <a:gd name="connsiteX58" fmla="*/ 2477448 w 2935628"/>
              <a:gd name="connsiteY58" fmla="*/ 963504 h 5481149"/>
              <a:gd name="connsiteX59" fmla="*/ 2476131 w 2935628"/>
              <a:gd name="connsiteY59" fmla="*/ 544593 h 5481149"/>
              <a:gd name="connsiteX60" fmla="*/ 2290902 w 2935628"/>
              <a:gd name="connsiteY60" fmla="*/ 437242 h 5481149"/>
              <a:gd name="connsiteX61" fmla="*/ 2546183 w 2935628"/>
              <a:gd name="connsiteY61" fmla="*/ 78545 h 5481149"/>
              <a:gd name="connsiteX62" fmla="*/ 2546595 w 2935628"/>
              <a:gd name="connsiteY62" fmla="*/ 79611 h 5481149"/>
              <a:gd name="connsiteX63" fmla="*/ 2682971 w 2935628"/>
              <a:gd name="connsiteY63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1976722 w 2935628"/>
              <a:gd name="connsiteY6" fmla="*/ 1248217 h 5481149"/>
              <a:gd name="connsiteX7" fmla="*/ 2472880 w 2935628"/>
              <a:gd name="connsiteY7" fmla="*/ 962179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621972 w 2935628"/>
              <a:gd name="connsiteY50" fmla="*/ 2756858 h 5481149"/>
              <a:gd name="connsiteX51" fmla="*/ 1487124 w 2935628"/>
              <a:gd name="connsiteY51" fmla="*/ 2677729 h 5481149"/>
              <a:gd name="connsiteX52" fmla="*/ 1485813 w 2935628"/>
              <a:gd name="connsiteY52" fmla="*/ 2107630 h 5481149"/>
              <a:gd name="connsiteX53" fmla="*/ 1485814 w 2935628"/>
              <a:gd name="connsiteY53" fmla="*/ 2105669 h 5481149"/>
              <a:gd name="connsiteX54" fmla="*/ 1979107 w 2935628"/>
              <a:gd name="connsiteY54" fmla="*/ 1820896 h 5481149"/>
              <a:gd name="connsiteX55" fmla="*/ 1978033 w 2935628"/>
              <a:gd name="connsiteY55" fmla="*/ 1820277 h 5481149"/>
              <a:gd name="connsiteX56" fmla="*/ 1976722 w 2935628"/>
              <a:gd name="connsiteY56" fmla="*/ 1250178 h 5481149"/>
              <a:gd name="connsiteX57" fmla="*/ 2477448 w 2935628"/>
              <a:gd name="connsiteY57" fmla="*/ 963504 h 5481149"/>
              <a:gd name="connsiteX58" fmla="*/ 2476131 w 2935628"/>
              <a:gd name="connsiteY58" fmla="*/ 544593 h 5481149"/>
              <a:gd name="connsiteX59" fmla="*/ 2290902 w 2935628"/>
              <a:gd name="connsiteY59" fmla="*/ 437242 h 5481149"/>
              <a:gd name="connsiteX60" fmla="*/ 2546183 w 2935628"/>
              <a:gd name="connsiteY60" fmla="*/ 78545 h 5481149"/>
              <a:gd name="connsiteX61" fmla="*/ 2546595 w 2935628"/>
              <a:gd name="connsiteY61" fmla="*/ 79611 h 5481149"/>
              <a:gd name="connsiteX62" fmla="*/ 2682971 w 2935628"/>
              <a:gd name="connsiteY62" fmla="*/ 0 h 5481149"/>
              <a:gd name="connsiteX0" fmla="*/ 1483859 w 2935628"/>
              <a:gd name="connsiteY0" fmla="*/ 2677083 h 5481149"/>
              <a:gd name="connsiteX1" fmla="*/ 1620650 w 2935628"/>
              <a:gd name="connsiteY1" fmla="*/ 2756275 h 5481149"/>
              <a:gd name="connsiteX2" fmla="*/ 1125152 w 2935628"/>
              <a:gd name="connsiteY2" fmla="*/ 3042973 h 5481149"/>
              <a:gd name="connsiteX3" fmla="*/ 988361 w 2935628"/>
              <a:gd name="connsiteY3" fmla="*/ 2963121 h 5481149"/>
              <a:gd name="connsiteX4" fmla="*/ 1483859 w 2935628"/>
              <a:gd name="connsiteY4" fmla="*/ 2677083 h 5481149"/>
              <a:gd name="connsiteX5" fmla="*/ 2472880 w 2935628"/>
              <a:gd name="connsiteY5" fmla="*/ 962179 h 5481149"/>
              <a:gd name="connsiteX6" fmla="*/ 1976722 w 2935628"/>
              <a:gd name="connsiteY6" fmla="*/ 1248217 h 5481149"/>
              <a:gd name="connsiteX7" fmla="*/ 2472880 w 2935628"/>
              <a:gd name="connsiteY7" fmla="*/ 962179 h 5481149"/>
              <a:gd name="connsiteX8" fmla="*/ 2682971 w 2935628"/>
              <a:gd name="connsiteY8" fmla="*/ 0 h 5481149"/>
              <a:gd name="connsiteX9" fmla="*/ 2935628 w 2935628"/>
              <a:gd name="connsiteY9" fmla="*/ 652579 h 5481149"/>
              <a:gd name="connsiteX10" fmla="*/ 2798833 w 2935628"/>
              <a:gd name="connsiteY10" fmla="*/ 732435 h 5481149"/>
              <a:gd name="connsiteX11" fmla="*/ 2798181 w 2935628"/>
              <a:gd name="connsiteY11" fmla="*/ 730751 h 5481149"/>
              <a:gd name="connsiteX12" fmla="*/ 2747679 w 2935628"/>
              <a:gd name="connsiteY12" fmla="*/ 701404 h 5481149"/>
              <a:gd name="connsiteX13" fmla="*/ 2749083 w 2935628"/>
              <a:gd name="connsiteY13" fmla="*/ 1120501 h 5481149"/>
              <a:gd name="connsiteX14" fmla="*/ 2255534 w 2935628"/>
              <a:gd name="connsiteY14" fmla="*/ 1408544 h 5481149"/>
              <a:gd name="connsiteX15" fmla="*/ 2255534 w 2935628"/>
              <a:gd name="connsiteY15" fmla="*/ 1977314 h 5481149"/>
              <a:gd name="connsiteX16" fmla="*/ 1761380 w 2935628"/>
              <a:gd name="connsiteY16" fmla="*/ 2264671 h 5481149"/>
              <a:gd name="connsiteX17" fmla="*/ 1761380 w 2935628"/>
              <a:gd name="connsiteY17" fmla="*/ 2833441 h 5481149"/>
              <a:gd name="connsiteX18" fmla="*/ 1267226 w 2935628"/>
              <a:gd name="connsiteY18" fmla="*/ 3120798 h 5481149"/>
              <a:gd name="connsiteX19" fmla="*/ 1267226 w 2935628"/>
              <a:gd name="connsiteY19" fmla="*/ 3689568 h 5481149"/>
              <a:gd name="connsiteX20" fmla="*/ 773072 w 2935628"/>
              <a:gd name="connsiteY20" fmla="*/ 3976925 h 5481149"/>
              <a:gd name="connsiteX21" fmla="*/ 773072 w 2935628"/>
              <a:gd name="connsiteY21" fmla="*/ 4545696 h 5481149"/>
              <a:gd name="connsiteX22" fmla="*/ 278797 w 2935628"/>
              <a:gd name="connsiteY22" fmla="*/ 4833053 h 5481149"/>
              <a:gd name="connsiteX23" fmla="*/ 278797 w 2935628"/>
              <a:gd name="connsiteY23" fmla="*/ 5402509 h 5481149"/>
              <a:gd name="connsiteX24" fmla="*/ 139389 w 2935628"/>
              <a:gd name="connsiteY24" fmla="*/ 5481149 h 5481149"/>
              <a:gd name="connsiteX25" fmla="*/ 137458 w 2935628"/>
              <a:gd name="connsiteY25" fmla="*/ 4757490 h 5481149"/>
              <a:gd name="connsiteX26" fmla="*/ 136811 w 2935628"/>
              <a:gd name="connsiteY26" fmla="*/ 4757863 h 5481149"/>
              <a:gd name="connsiteX27" fmla="*/ 138763 w 2935628"/>
              <a:gd name="connsiteY27" fmla="*/ 5477875 h 5481149"/>
              <a:gd name="connsiteX28" fmla="*/ 1966 w 2935628"/>
              <a:gd name="connsiteY28" fmla="*/ 5398028 h 5481149"/>
              <a:gd name="connsiteX29" fmla="*/ 14 w 2935628"/>
              <a:gd name="connsiteY29" fmla="*/ 4678694 h 5481149"/>
              <a:gd name="connsiteX30" fmla="*/ 0 w 2935628"/>
              <a:gd name="connsiteY30" fmla="*/ 4678686 h 5481149"/>
              <a:gd name="connsiteX31" fmla="*/ 14 w 2935628"/>
              <a:gd name="connsiteY31" fmla="*/ 4678678 h 5481149"/>
              <a:gd name="connsiteX32" fmla="*/ 0 w 2935628"/>
              <a:gd name="connsiteY32" fmla="*/ 4673441 h 5481149"/>
              <a:gd name="connsiteX33" fmla="*/ 4533 w 2935628"/>
              <a:gd name="connsiteY33" fmla="*/ 4676066 h 5481149"/>
              <a:gd name="connsiteX34" fmla="*/ 496158 w 2935628"/>
              <a:gd name="connsiteY34" fmla="*/ 4391987 h 5481149"/>
              <a:gd name="connsiteX35" fmla="*/ 631484 w 2935628"/>
              <a:gd name="connsiteY35" fmla="*/ 4470987 h 5481149"/>
              <a:gd name="connsiteX36" fmla="*/ 633127 w 2935628"/>
              <a:gd name="connsiteY36" fmla="*/ 4470039 h 5481149"/>
              <a:gd name="connsiteX37" fmla="*/ 499419 w 2935628"/>
              <a:gd name="connsiteY37" fmla="*/ 4392001 h 5481149"/>
              <a:gd name="connsiteX38" fmla="*/ 497453 w 2935628"/>
              <a:gd name="connsiteY38" fmla="*/ 3822534 h 5481149"/>
              <a:gd name="connsiteX39" fmla="*/ 631609 w 2935628"/>
              <a:gd name="connsiteY39" fmla="*/ 3900215 h 5481149"/>
              <a:gd name="connsiteX40" fmla="*/ 631608 w 2935628"/>
              <a:gd name="connsiteY40" fmla="*/ 3899885 h 5481149"/>
              <a:gd name="connsiteX41" fmla="*/ 632459 w 2935628"/>
              <a:gd name="connsiteY41" fmla="*/ 3899395 h 5481149"/>
              <a:gd name="connsiteX42" fmla="*/ 497453 w 2935628"/>
              <a:gd name="connsiteY42" fmla="*/ 3821234 h 5481149"/>
              <a:gd name="connsiteX43" fmla="*/ 991073 w 2935628"/>
              <a:gd name="connsiteY43" fmla="*/ 3536002 h 5481149"/>
              <a:gd name="connsiteX44" fmla="*/ 989671 w 2935628"/>
              <a:gd name="connsiteY44" fmla="*/ 3535183 h 5481149"/>
              <a:gd name="connsiteX45" fmla="*/ 988360 w 2935628"/>
              <a:gd name="connsiteY45" fmla="*/ 2965082 h 5481149"/>
              <a:gd name="connsiteX46" fmla="*/ 1125159 w 2935628"/>
              <a:gd name="connsiteY46" fmla="*/ 3044943 h 5481149"/>
              <a:gd name="connsiteX47" fmla="*/ 1126463 w 2935628"/>
              <a:gd name="connsiteY47" fmla="*/ 3612091 h 5481149"/>
              <a:gd name="connsiteX48" fmla="*/ 1127816 w 2935628"/>
              <a:gd name="connsiteY48" fmla="*/ 3612880 h 5481149"/>
              <a:gd name="connsiteX49" fmla="*/ 1126488 w 2935628"/>
              <a:gd name="connsiteY49" fmla="*/ 3043530 h 5481149"/>
              <a:gd name="connsiteX50" fmla="*/ 1487124 w 2935628"/>
              <a:gd name="connsiteY50" fmla="*/ 2677729 h 5481149"/>
              <a:gd name="connsiteX51" fmla="*/ 1485813 w 2935628"/>
              <a:gd name="connsiteY51" fmla="*/ 2107630 h 5481149"/>
              <a:gd name="connsiteX52" fmla="*/ 1485814 w 2935628"/>
              <a:gd name="connsiteY52" fmla="*/ 2105669 h 5481149"/>
              <a:gd name="connsiteX53" fmla="*/ 1979107 w 2935628"/>
              <a:gd name="connsiteY53" fmla="*/ 1820896 h 5481149"/>
              <a:gd name="connsiteX54" fmla="*/ 1978033 w 2935628"/>
              <a:gd name="connsiteY54" fmla="*/ 1820277 h 5481149"/>
              <a:gd name="connsiteX55" fmla="*/ 1976722 w 2935628"/>
              <a:gd name="connsiteY55" fmla="*/ 1250178 h 5481149"/>
              <a:gd name="connsiteX56" fmla="*/ 2477448 w 2935628"/>
              <a:gd name="connsiteY56" fmla="*/ 963504 h 5481149"/>
              <a:gd name="connsiteX57" fmla="*/ 2476131 w 2935628"/>
              <a:gd name="connsiteY57" fmla="*/ 544593 h 5481149"/>
              <a:gd name="connsiteX58" fmla="*/ 2290902 w 2935628"/>
              <a:gd name="connsiteY58" fmla="*/ 437242 h 5481149"/>
              <a:gd name="connsiteX59" fmla="*/ 2546183 w 2935628"/>
              <a:gd name="connsiteY59" fmla="*/ 78545 h 5481149"/>
              <a:gd name="connsiteX60" fmla="*/ 2546595 w 2935628"/>
              <a:gd name="connsiteY60" fmla="*/ 79611 h 5481149"/>
              <a:gd name="connsiteX61" fmla="*/ 2682971 w 2935628"/>
              <a:gd name="connsiteY61" fmla="*/ 0 h 5481149"/>
              <a:gd name="connsiteX0" fmla="*/ 1483859 w 2935628"/>
              <a:gd name="connsiteY0" fmla="*/ 2677083 h 5481149"/>
              <a:gd name="connsiteX1" fmla="*/ 1125152 w 2935628"/>
              <a:gd name="connsiteY1" fmla="*/ 3042973 h 5481149"/>
              <a:gd name="connsiteX2" fmla="*/ 988361 w 2935628"/>
              <a:gd name="connsiteY2" fmla="*/ 2963121 h 5481149"/>
              <a:gd name="connsiteX3" fmla="*/ 1483859 w 2935628"/>
              <a:gd name="connsiteY3" fmla="*/ 2677083 h 5481149"/>
              <a:gd name="connsiteX4" fmla="*/ 2472880 w 2935628"/>
              <a:gd name="connsiteY4" fmla="*/ 962179 h 5481149"/>
              <a:gd name="connsiteX5" fmla="*/ 1976722 w 2935628"/>
              <a:gd name="connsiteY5" fmla="*/ 1248217 h 5481149"/>
              <a:gd name="connsiteX6" fmla="*/ 2472880 w 2935628"/>
              <a:gd name="connsiteY6" fmla="*/ 962179 h 5481149"/>
              <a:gd name="connsiteX7" fmla="*/ 2682971 w 2935628"/>
              <a:gd name="connsiteY7" fmla="*/ 0 h 5481149"/>
              <a:gd name="connsiteX8" fmla="*/ 2935628 w 2935628"/>
              <a:gd name="connsiteY8" fmla="*/ 652579 h 5481149"/>
              <a:gd name="connsiteX9" fmla="*/ 2798833 w 2935628"/>
              <a:gd name="connsiteY9" fmla="*/ 732435 h 5481149"/>
              <a:gd name="connsiteX10" fmla="*/ 2798181 w 2935628"/>
              <a:gd name="connsiteY10" fmla="*/ 730751 h 5481149"/>
              <a:gd name="connsiteX11" fmla="*/ 2747679 w 2935628"/>
              <a:gd name="connsiteY11" fmla="*/ 701404 h 5481149"/>
              <a:gd name="connsiteX12" fmla="*/ 2749083 w 2935628"/>
              <a:gd name="connsiteY12" fmla="*/ 1120501 h 5481149"/>
              <a:gd name="connsiteX13" fmla="*/ 2255534 w 2935628"/>
              <a:gd name="connsiteY13" fmla="*/ 1408544 h 5481149"/>
              <a:gd name="connsiteX14" fmla="*/ 2255534 w 2935628"/>
              <a:gd name="connsiteY14" fmla="*/ 1977314 h 5481149"/>
              <a:gd name="connsiteX15" fmla="*/ 1761380 w 2935628"/>
              <a:gd name="connsiteY15" fmla="*/ 2264671 h 5481149"/>
              <a:gd name="connsiteX16" fmla="*/ 1761380 w 2935628"/>
              <a:gd name="connsiteY16" fmla="*/ 2833441 h 5481149"/>
              <a:gd name="connsiteX17" fmla="*/ 1267226 w 2935628"/>
              <a:gd name="connsiteY17" fmla="*/ 3120798 h 5481149"/>
              <a:gd name="connsiteX18" fmla="*/ 1267226 w 2935628"/>
              <a:gd name="connsiteY18" fmla="*/ 3689568 h 5481149"/>
              <a:gd name="connsiteX19" fmla="*/ 773072 w 2935628"/>
              <a:gd name="connsiteY19" fmla="*/ 3976925 h 5481149"/>
              <a:gd name="connsiteX20" fmla="*/ 773072 w 2935628"/>
              <a:gd name="connsiteY20" fmla="*/ 4545696 h 5481149"/>
              <a:gd name="connsiteX21" fmla="*/ 278797 w 2935628"/>
              <a:gd name="connsiteY21" fmla="*/ 4833053 h 5481149"/>
              <a:gd name="connsiteX22" fmla="*/ 278797 w 2935628"/>
              <a:gd name="connsiteY22" fmla="*/ 5402509 h 5481149"/>
              <a:gd name="connsiteX23" fmla="*/ 139389 w 2935628"/>
              <a:gd name="connsiteY23" fmla="*/ 5481149 h 5481149"/>
              <a:gd name="connsiteX24" fmla="*/ 137458 w 2935628"/>
              <a:gd name="connsiteY24" fmla="*/ 4757490 h 5481149"/>
              <a:gd name="connsiteX25" fmla="*/ 136811 w 2935628"/>
              <a:gd name="connsiteY25" fmla="*/ 4757863 h 5481149"/>
              <a:gd name="connsiteX26" fmla="*/ 138763 w 2935628"/>
              <a:gd name="connsiteY26" fmla="*/ 5477875 h 5481149"/>
              <a:gd name="connsiteX27" fmla="*/ 1966 w 2935628"/>
              <a:gd name="connsiteY27" fmla="*/ 5398028 h 5481149"/>
              <a:gd name="connsiteX28" fmla="*/ 14 w 2935628"/>
              <a:gd name="connsiteY28" fmla="*/ 4678694 h 5481149"/>
              <a:gd name="connsiteX29" fmla="*/ 0 w 2935628"/>
              <a:gd name="connsiteY29" fmla="*/ 4678686 h 5481149"/>
              <a:gd name="connsiteX30" fmla="*/ 14 w 2935628"/>
              <a:gd name="connsiteY30" fmla="*/ 4678678 h 5481149"/>
              <a:gd name="connsiteX31" fmla="*/ 0 w 2935628"/>
              <a:gd name="connsiteY31" fmla="*/ 4673441 h 5481149"/>
              <a:gd name="connsiteX32" fmla="*/ 4533 w 2935628"/>
              <a:gd name="connsiteY32" fmla="*/ 4676066 h 5481149"/>
              <a:gd name="connsiteX33" fmla="*/ 496158 w 2935628"/>
              <a:gd name="connsiteY33" fmla="*/ 4391987 h 5481149"/>
              <a:gd name="connsiteX34" fmla="*/ 631484 w 2935628"/>
              <a:gd name="connsiteY34" fmla="*/ 4470987 h 5481149"/>
              <a:gd name="connsiteX35" fmla="*/ 633127 w 2935628"/>
              <a:gd name="connsiteY35" fmla="*/ 4470039 h 5481149"/>
              <a:gd name="connsiteX36" fmla="*/ 499419 w 2935628"/>
              <a:gd name="connsiteY36" fmla="*/ 4392001 h 5481149"/>
              <a:gd name="connsiteX37" fmla="*/ 497453 w 2935628"/>
              <a:gd name="connsiteY37" fmla="*/ 3822534 h 5481149"/>
              <a:gd name="connsiteX38" fmla="*/ 631609 w 2935628"/>
              <a:gd name="connsiteY38" fmla="*/ 3900215 h 5481149"/>
              <a:gd name="connsiteX39" fmla="*/ 631608 w 2935628"/>
              <a:gd name="connsiteY39" fmla="*/ 3899885 h 5481149"/>
              <a:gd name="connsiteX40" fmla="*/ 632459 w 2935628"/>
              <a:gd name="connsiteY40" fmla="*/ 3899395 h 5481149"/>
              <a:gd name="connsiteX41" fmla="*/ 497453 w 2935628"/>
              <a:gd name="connsiteY41" fmla="*/ 3821234 h 5481149"/>
              <a:gd name="connsiteX42" fmla="*/ 991073 w 2935628"/>
              <a:gd name="connsiteY42" fmla="*/ 3536002 h 5481149"/>
              <a:gd name="connsiteX43" fmla="*/ 989671 w 2935628"/>
              <a:gd name="connsiteY43" fmla="*/ 3535183 h 5481149"/>
              <a:gd name="connsiteX44" fmla="*/ 988360 w 2935628"/>
              <a:gd name="connsiteY44" fmla="*/ 2965082 h 5481149"/>
              <a:gd name="connsiteX45" fmla="*/ 1125159 w 2935628"/>
              <a:gd name="connsiteY45" fmla="*/ 3044943 h 5481149"/>
              <a:gd name="connsiteX46" fmla="*/ 1126463 w 2935628"/>
              <a:gd name="connsiteY46" fmla="*/ 3612091 h 5481149"/>
              <a:gd name="connsiteX47" fmla="*/ 1127816 w 2935628"/>
              <a:gd name="connsiteY47" fmla="*/ 3612880 h 5481149"/>
              <a:gd name="connsiteX48" fmla="*/ 1126488 w 2935628"/>
              <a:gd name="connsiteY48" fmla="*/ 3043530 h 5481149"/>
              <a:gd name="connsiteX49" fmla="*/ 1487124 w 2935628"/>
              <a:gd name="connsiteY49" fmla="*/ 2677729 h 5481149"/>
              <a:gd name="connsiteX50" fmla="*/ 1485813 w 2935628"/>
              <a:gd name="connsiteY50" fmla="*/ 2107630 h 5481149"/>
              <a:gd name="connsiteX51" fmla="*/ 1485814 w 2935628"/>
              <a:gd name="connsiteY51" fmla="*/ 2105669 h 5481149"/>
              <a:gd name="connsiteX52" fmla="*/ 1979107 w 2935628"/>
              <a:gd name="connsiteY52" fmla="*/ 1820896 h 5481149"/>
              <a:gd name="connsiteX53" fmla="*/ 1978033 w 2935628"/>
              <a:gd name="connsiteY53" fmla="*/ 1820277 h 5481149"/>
              <a:gd name="connsiteX54" fmla="*/ 1976722 w 2935628"/>
              <a:gd name="connsiteY54" fmla="*/ 1250178 h 5481149"/>
              <a:gd name="connsiteX55" fmla="*/ 2477448 w 2935628"/>
              <a:gd name="connsiteY55" fmla="*/ 963504 h 5481149"/>
              <a:gd name="connsiteX56" fmla="*/ 2476131 w 2935628"/>
              <a:gd name="connsiteY56" fmla="*/ 544593 h 5481149"/>
              <a:gd name="connsiteX57" fmla="*/ 2290902 w 2935628"/>
              <a:gd name="connsiteY57" fmla="*/ 437242 h 5481149"/>
              <a:gd name="connsiteX58" fmla="*/ 2546183 w 2935628"/>
              <a:gd name="connsiteY58" fmla="*/ 78545 h 5481149"/>
              <a:gd name="connsiteX59" fmla="*/ 2546595 w 2935628"/>
              <a:gd name="connsiteY59" fmla="*/ 79611 h 5481149"/>
              <a:gd name="connsiteX60" fmla="*/ 2682971 w 2935628"/>
              <a:gd name="connsiteY60" fmla="*/ 0 h 5481149"/>
              <a:gd name="connsiteX0" fmla="*/ 1483859 w 2935628"/>
              <a:gd name="connsiteY0" fmla="*/ 2677083 h 5481149"/>
              <a:gd name="connsiteX1" fmla="*/ 1125152 w 2935628"/>
              <a:gd name="connsiteY1" fmla="*/ 3042973 h 5481149"/>
              <a:gd name="connsiteX2" fmla="*/ 988361 w 2935628"/>
              <a:gd name="connsiteY2" fmla="*/ 2963121 h 5481149"/>
              <a:gd name="connsiteX3" fmla="*/ 1483859 w 2935628"/>
              <a:gd name="connsiteY3" fmla="*/ 2677083 h 5481149"/>
              <a:gd name="connsiteX4" fmla="*/ 2472880 w 2935628"/>
              <a:gd name="connsiteY4" fmla="*/ 962179 h 5481149"/>
              <a:gd name="connsiteX5" fmla="*/ 1976722 w 2935628"/>
              <a:gd name="connsiteY5" fmla="*/ 1248217 h 5481149"/>
              <a:gd name="connsiteX6" fmla="*/ 2472880 w 2935628"/>
              <a:gd name="connsiteY6" fmla="*/ 962179 h 5481149"/>
              <a:gd name="connsiteX7" fmla="*/ 2682971 w 2935628"/>
              <a:gd name="connsiteY7" fmla="*/ 0 h 5481149"/>
              <a:gd name="connsiteX8" fmla="*/ 2935628 w 2935628"/>
              <a:gd name="connsiteY8" fmla="*/ 652579 h 5481149"/>
              <a:gd name="connsiteX9" fmla="*/ 2798833 w 2935628"/>
              <a:gd name="connsiteY9" fmla="*/ 732435 h 5481149"/>
              <a:gd name="connsiteX10" fmla="*/ 2798181 w 2935628"/>
              <a:gd name="connsiteY10" fmla="*/ 730751 h 5481149"/>
              <a:gd name="connsiteX11" fmla="*/ 2747679 w 2935628"/>
              <a:gd name="connsiteY11" fmla="*/ 701404 h 5481149"/>
              <a:gd name="connsiteX12" fmla="*/ 2749083 w 2935628"/>
              <a:gd name="connsiteY12" fmla="*/ 1120501 h 5481149"/>
              <a:gd name="connsiteX13" fmla="*/ 2255534 w 2935628"/>
              <a:gd name="connsiteY13" fmla="*/ 1408544 h 5481149"/>
              <a:gd name="connsiteX14" fmla="*/ 2255534 w 2935628"/>
              <a:gd name="connsiteY14" fmla="*/ 1977314 h 5481149"/>
              <a:gd name="connsiteX15" fmla="*/ 1761380 w 2935628"/>
              <a:gd name="connsiteY15" fmla="*/ 2264671 h 5481149"/>
              <a:gd name="connsiteX16" fmla="*/ 1761380 w 2935628"/>
              <a:gd name="connsiteY16" fmla="*/ 2833441 h 5481149"/>
              <a:gd name="connsiteX17" fmla="*/ 1267226 w 2935628"/>
              <a:gd name="connsiteY17" fmla="*/ 3120798 h 5481149"/>
              <a:gd name="connsiteX18" fmla="*/ 1267226 w 2935628"/>
              <a:gd name="connsiteY18" fmla="*/ 3689568 h 5481149"/>
              <a:gd name="connsiteX19" fmla="*/ 773072 w 2935628"/>
              <a:gd name="connsiteY19" fmla="*/ 3976925 h 5481149"/>
              <a:gd name="connsiteX20" fmla="*/ 773072 w 2935628"/>
              <a:gd name="connsiteY20" fmla="*/ 4545696 h 5481149"/>
              <a:gd name="connsiteX21" fmla="*/ 278797 w 2935628"/>
              <a:gd name="connsiteY21" fmla="*/ 4833053 h 5481149"/>
              <a:gd name="connsiteX22" fmla="*/ 278797 w 2935628"/>
              <a:gd name="connsiteY22" fmla="*/ 5402509 h 5481149"/>
              <a:gd name="connsiteX23" fmla="*/ 139389 w 2935628"/>
              <a:gd name="connsiteY23" fmla="*/ 5481149 h 5481149"/>
              <a:gd name="connsiteX24" fmla="*/ 137458 w 2935628"/>
              <a:gd name="connsiteY24" fmla="*/ 4757490 h 5481149"/>
              <a:gd name="connsiteX25" fmla="*/ 136811 w 2935628"/>
              <a:gd name="connsiteY25" fmla="*/ 4757863 h 5481149"/>
              <a:gd name="connsiteX26" fmla="*/ 138763 w 2935628"/>
              <a:gd name="connsiteY26" fmla="*/ 5477875 h 5481149"/>
              <a:gd name="connsiteX27" fmla="*/ 1966 w 2935628"/>
              <a:gd name="connsiteY27" fmla="*/ 5398028 h 5481149"/>
              <a:gd name="connsiteX28" fmla="*/ 14 w 2935628"/>
              <a:gd name="connsiteY28" fmla="*/ 4678694 h 5481149"/>
              <a:gd name="connsiteX29" fmla="*/ 0 w 2935628"/>
              <a:gd name="connsiteY29" fmla="*/ 4678686 h 5481149"/>
              <a:gd name="connsiteX30" fmla="*/ 14 w 2935628"/>
              <a:gd name="connsiteY30" fmla="*/ 4678678 h 5481149"/>
              <a:gd name="connsiteX31" fmla="*/ 0 w 2935628"/>
              <a:gd name="connsiteY31" fmla="*/ 4673441 h 5481149"/>
              <a:gd name="connsiteX32" fmla="*/ 4533 w 2935628"/>
              <a:gd name="connsiteY32" fmla="*/ 4676066 h 5481149"/>
              <a:gd name="connsiteX33" fmla="*/ 496158 w 2935628"/>
              <a:gd name="connsiteY33" fmla="*/ 4391987 h 5481149"/>
              <a:gd name="connsiteX34" fmla="*/ 631484 w 2935628"/>
              <a:gd name="connsiteY34" fmla="*/ 4470987 h 5481149"/>
              <a:gd name="connsiteX35" fmla="*/ 633127 w 2935628"/>
              <a:gd name="connsiteY35" fmla="*/ 4470039 h 5481149"/>
              <a:gd name="connsiteX36" fmla="*/ 499419 w 2935628"/>
              <a:gd name="connsiteY36" fmla="*/ 4392001 h 5481149"/>
              <a:gd name="connsiteX37" fmla="*/ 497453 w 2935628"/>
              <a:gd name="connsiteY37" fmla="*/ 3822534 h 5481149"/>
              <a:gd name="connsiteX38" fmla="*/ 631609 w 2935628"/>
              <a:gd name="connsiteY38" fmla="*/ 3900215 h 5481149"/>
              <a:gd name="connsiteX39" fmla="*/ 631608 w 2935628"/>
              <a:gd name="connsiteY39" fmla="*/ 3899885 h 5481149"/>
              <a:gd name="connsiteX40" fmla="*/ 632459 w 2935628"/>
              <a:gd name="connsiteY40" fmla="*/ 3899395 h 5481149"/>
              <a:gd name="connsiteX41" fmla="*/ 497453 w 2935628"/>
              <a:gd name="connsiteY41" fmla="*/ 3821234 h 5481149"/>
              <a:gd name="connsiteX42" fmla="*/ 991073 w 2935628"/>
              <a:gd name="connsiteY42" fmla="*/ 3536002 h 5481149"/>
              <a:gd name="connsiteX43" fmla="*/ 989671 w 2935628"/>
              <a:gd name="connsiteY43" fmla="*/ 3535183 h 5481149"/>
              <a:gd name="connsiteX44" fmla="*/ 988360 w 2935628"/>
              <a:gd name="connsiteY44" fmla="*/ 2965082 h 5481149"/>
              <a:gd name="connsiteX45" fmla="*/ 1125159 w 2935628"/>
              <a:gd name="connsiteY45" fmla="*/ 3044943 h 5481149"/>
              <a:gd name="connsiteX46" fmla="*/ 1126463 w 2935628"/>
              <a:gd name="connsiteY46" fmla="*/ 3612091 h 5481149"/>
              <a:gd name="connsiteX47" fmla="*/ 1127816 w 2935628"/>
              <a:gd name="connsiteY47" fmla="*/ 3612880 h 5481149"/>
              <a:gd name="connsiteX48" fmla="*/ 1487124 w 2935628"/>
              <a:gd name="connsiteY48" fmla="*/ 2677729 h 5481149"/>
              <a:gd name="connsiteX49" fmla="*/ 1485813 w 2935628"/>
              <a:gd name="connsiteY49" fmla="*/ 2107630 h 5481149"/>
              <a:gd name="connsiteX50" fmla="*/ 1485814 w 2935628"/>
              <a:gd name="connsiteY50" fmla="*/ 2105669 h 5481149"/>
              <a:gd name="connsiteX51" fmla="*/ 1979107 w 2935628"/>
              <a:gd name="connsiteY51" fmla="*/ 1820896 h 5481149"/>
              <a:gd name="connsiteX52" fmla="*/ 1978033 w 2935628"/>
              <a:gd name="connsiteY52" fmla="*/ 1820277 h 5481149"/>
              <a:gd name="connsiteX53" fmla="*/ 1976722 w 2935628"/>
              <a:gd name="connsiteY53" fmla="*/ 1250178 h 5481149"/>
              <a:gd name="connsiteX54" fmla="*/ 2477448 w 2935628"/>
              <a:gd name="connsiteY54" fmla="*/ 963504 h 5481149"/>
              <a:gd name="connsiteX55" fmla="*/ 2476131 w 2935628"/>
              <a:gd name="connsiteY55" fmla="*/ 544593 h 5481149"/>
              <a:gd name="connsiteX56" fmla="*/ 2290902 w 2935628"/>
              <a:gd name="connsiteY56" fmla="*/ 437242 h 5481149"/>
              <a:gd name="connsiteX57" fmla="*/ 2546183 w 2935628"/>
              <a:gd name="connsiteY57" fmla="*/ 78545 h 5481149"/>
              <a:gd name="connsiteX58" fmla="*/ 2546595 w 2935628"/>
              <a:gd name="connsiteY58" fmla="*/ 79611 h 5481149"/>
              <a:gd name="connsiteX59" fmla="*/ 2682971 w 2935628"/>
              <a:gd name="connsiteY59" fmla="*/ 0 h 5481149"/>
              <a:gd name="connsiteX0" fmla="*/ 1483859 w 2935628"/>
              <a:gd name="connsiteY0" fmla="*/ 2677083 h 5481149"/>
              <a:gd name="connsiteX1" fmla="*/ 1125152 w 2935628"/>
              <a:gd name="connsiteY1" fmla="*/ 3042973 h 5481149"/>
              <a:gd name="connsiteX2" fmla="*/ 988361 w 2935628"/>
              <a:gd name="connsiteY2" fmla="*/ 2963121 h 5481149"/>
              <a:gd name="connsiteX3" fmla="*/ 1483859 w 2935628"/>
              <a:gd name="connsiteY3" fmla="*/ 2677083 h 5481149"/>
              <a:gd name="connsiteX4" fmla="*/ 2472880 w 2935628"/>
              <a:gd name="connsiteY4" fmla="*/ 962179 h 5481149"/>
              <a:gd name="connsiteX5" fmla="*/ 1976722 w 2935628"/>
              <a:gd name="connsiteY5" fmla="*/ 1248217 h 5481149"/>
              <a:gd name="connsiteX6" fmla="*/ 2472880 w 2935628"/>
              <a:gd name="connsiteY6" fmla="*/ 962179 h 5481149"/>
              <a:gd name="connsiteX7" fmla="*/ 2682971 w 2935628"/>
              <a:gd name="connsiteY7" fmla="*/ 0 h 5481149"/>
              <a:gd name="connsiteX8" fmla="*/ 2935628 w 2935628"/>
              <a:gd name="connsiteY8" fmla="*/ 652579 h 5481149"/>
              <a:gd name="connsiteX9" fmla="*/ 2798833 w 2935628"/>
              <a:gd name="connsiteY9" fmla="*/ 732435 h 5481149"/>
              <a:gd name="connsiteX10" fmla="*/ 2798181 w 2935628"/>
              <a:gd name="connsiteY10" fmla="*/ 730751 h 5481149"/>
              <a:gd name="connsiteX11" fmla="*/ 2747679 w 2935628"/>
              <a:gd name="connsiteY11" fmla="*/ 701404 h 5481149"/>
              <a:gd name="connsiteX12" fmla="*/ 2749083 w 2935628"/>
              <a:gd name="connsiteY12" fmla="*/ 1120501 h 5481149"/>
              <a:gd name="connsiteX13" fmla="*/ 2255534 w 2935628"/>
              <a:gd name="connsiteY13" fmla="*/ 1408544 h 5481149"/>
              <a:gd name="connsiteX14" fmla="*/ 2255534 w 2935628"/>
              <a:gd name="connsiteY14" fmla="*/ 1977314 h 5481149"/>
              <a:gd name="connsiteX15" fmla="*/ 1761380 w 2935628"/>
              <a:gd name="connsiteY15" fmla="*/ 2264671 h 5481149"/>
              <a:gd name="connsiteX16" fmla="*/ 1761380 w 2935628"/>
              <a:gd name="connsiteY16" fmla="*/ 2833441 h 5481149"/>
              <a:gd name="connsiteX17" fmla="*/ 1267226 w 2935628"/>
              <a:gd name="connsiteY17" fmla="*/ 3120798 h 5481149"/>
              <a:gd name="connsiteX18" fmla="*/ 1267226 w 2935628"/>
              <a:gd name="connsiteY18" fmla="*/ 3689568 h 5481149"/>
              <a:gd name="connsiteX19" fmla="*/ 773072 w 2935628"/>
              <a:gd name="connsiteY19" fmla="*/ 3976925 h 5481149"/>
              <a:gd name="connsiteX20" fmla="*/ 773072 w 2935628"/>
              <a:gd name="connsiteY20" fmla="*/ 4545696 h 5481149"/>
              <a:gd name="connsiteX21" fmla="*/ 278797 w 2935628"/>
              <a:gd name="connsiteY21" fmla="*/ 4833053 h 5481149"/>
              <a:gd name="connsiteX22" fmla="*/ 278797 w 2935628"/>
              <a:gd name="connsiteY22" fmla="*/ 5402509 h 5481149"/>
              <a:gd name="connsiteX23" fmla="*/ 139389 w 2935628"/>
              <a:gd name="connsiteY23" fmla="*/ 5481149 h 5481149"/>
              <a:gd name="connsiteX24" fmla="*/ 137458 w 2935628"/>
              <a:gd name="connsiteY24" fmla="*/ 4757490 h 5481149"/>
              <a:gd name="connsiteX25" fmla="*/ 136811 w 2935628"/>
              <a:gd name="connsiteY25" fmla="*/ 4757863 h 5481149"/>
              <a:gd name="connsiteX26" fmla="*/ 138763 w 2935628"/>
              <a:gd name="connsiteY26" fmla="*/ 5477875 h 5481149"/>
              <a:gd name="connsiteX27" fmla="*/ 1966 w 2935628"/>
              <a:gd name="connsiteY27" fmla="*/ 5398028 h 5481149"/>
              <a:gd name="connsiteX28" fmla="*/ 14 w 2935628"/>
              <a:gd name="connsiteY28" fmla="*/ 4678694 h 5481149"/>
              <a:gd name="connsiteX29" fmla="*/ 0 w 2935628"/>
              <a:gd name="connsiteY29" fmla="*/ 4678686 h 5481149"/>
              <a:gd name="connsiteX30" fmla="*/ 14 w 2935628"/>
              <a:gd name="connsiteY30" fmla="*/ 4678678 h 5481149"/>
              <a:gd name="connsiteX31" fmla="*/ 0 w 2935628"/>
              <a:gd name="connsiteY31" fmla="*/ 4673441 h 5481149"/>
              <a:gd name="connsiteX32" fmla="*/ 4533 w 2935628"/>
              <a:gd name="connsiteY32" fmla="*/ 4676066 h 5481149"/>
              <a:gd name="connsiteX33" fmla="*/ 496158 w 2935628"/>
              <a:gd name="connsiteY33" fmla="*/ 4391987 h 5481149"/>
              <a:gd name="connsiteX34" fmla="*/ 631484 w 2935628"/>
              <a:gd name="connsiteY34" fmla="*/ 4470987 h 5481149"/>
              <a:gd name="connsiteX35" fmla="*/ 633127 w 2935628"/>
              <a:gd name="connsiteY35" fmla="*/ 4470039 h 5481149"/>
              <a:gd name="connsiteX36" fmla="*/ 499419 w 2935628"/>
              <a:gd name="connsiteY36" fmla="*/ 4392001 h 5481149"/>
              <a:gd name="connsiteX37" fmla="*/ 497453 w 2935628"/>
              <a:gd name="connsiteY37" fmla="*/ 3822534 h 5481149"/>
              <a:gd name="connsiteX38" fmla="*/ 631609 w 2935628"/>
              <a:gd name="connsiteY38" fmla="*/ 3900215 h 5481149"/>
              <a:gd name="connsiteX39" fmla="*/ 631608 w 2935628"/>
              <a:gd name="connsiteY39" fmla="*/ 3899885 h 5481149"/>
              <a:gd name="connsiteX40" fmla="*/ 632459 w 2935628"/>
              <a:gd name="connsiteY40" fmla="*/ 3899395 h 5481149"/>
              <a:gd name="connsiteX41" fmla="*/ 497453 w 2935628"/>
              <a:gd name="connsiteY41" fmla="*/ 3821234 h 5481149"/>
              <a:gd name="connsiteX42" fmla="*/ 991073 w 2935628"/>
              <a:gd name="connsiteY42" fmla="*/ 3536002 h 5481149"/>
              <a:gd name="connsiteX43" fmla="*/ 989671 w 2935628"/>
              <a:gd name="connsiteY43" fmla="*/ 3535183 h 5481149"/>
              <a:gd name="connsiteX44" fmla="*/ 988360 w 2935628"/>
              <a:gd name="connsiteY44" fmla="*/ 2965082 h 5481149"/>
              <a:gd name="connsiteX45" fmla="*/ 1126463 w 2935628"/>
              <a:gd name="connsiteY45" fmla="*/ 3612091 h 5481149"/>
              <a:gd name="connsiteX46" fmla="*/ 1127816 w 2935628"/>
              <a:gd name="connsiteY46" fmla="*/ 3612880 h 5481149"/>
              <a:gd name="connsiteX47" fmla="*/ 1487124 w 2935628"/>
              <a:gd name="connsiteY47" fmla="*/ 2677729 h 5481149"/>
              <a:gd name="connsiteX48" fmla="*/ 1485813 w 2935628"/>
              <a:gd name="connsiteY48" fmla="*/ 2107630 h 5481149"/>
              <a:gd name="connsiteX49" fmla="*/ 1485814 w 2935628"/>
              <a:gd name="connsiteY49" fmla="*/ 2105669 h 5481149"/>
              <a:gd name="connsiteX50" fmla="*/ 1979107 w 2935628"/>
              <a:gd name="connsiteY50" fmla="*/ 1820896 h 5481149"/>
              <a:gd name="connsiteX51" fmla="*/ 1978033 w 2935628"/>
              <a:gd name="connsiteY51" fmla="*/ 1820277 h 5481149"/>
              <a:gd name="connsiteX52" fmla="*/ 1976722 w 2935628"/>
              <a:gd name="connsiteY52" fmla="*/ 1250178 h 5481149"/>
              <a:gd name="connsiteX53" fmla="*/ 2477448 w 2935628"/>
              <a:gd name="connsiteY53" fmla="*/ 963504 h 5481149"/>
              <a:gd name="connsiteX54" fmla="*/ 2476131 w 2935628"/>
              <a:gd name="connsiteY54" fmla="*/ 544593 h 5481149"/>
              <a:gd name="connsiteX55" fmla="*/ 2290902 w 2935628"/>
              <a:gd name="connsiteY55" fmla="*/ 437242 h 5481149"/>
              <a:gd name="connsiteX56" fmla="*/ 2546183 w 2935628"/>
              <a:gd name="connsiteY56" fmla="*/ 78545 h 5481149"/>
              <a:gd name="connsiteX57" fmla="*/ 2546595 w 2935628"/>
              <a:gd name="connsiteY57" fmla="*/ 79611 h 5481149"/>
              <a:gd name="connsiteX58" fmla="*/ 2682971 w 2935628"/>
              <a:gd name="connsiteY58" fmla="*/ 0 h 5481149"/>
              <a:gd name="connsiteX0" fmla="*/ 1483859 w 2935628"/>
              <a:gd name="connsiteY0" fmla="*/ 2677083 h 5481149"/>
              <a:gd name="connsiteX1" fmla="*/ 988361 w 2935628"/>
              <a:gd name="connsiteY1" fmla="*/ 2963121 h 5481149"/>
              <a:gd name="connsiteX2" fmla="*/ 1483859 w 2935628"/>
              <a:gd name="connsiteY2" fmla="*/ 2677083 h 5481149"/>
              <a:gd name="connsiteX3" fmla="*/ 2472880 w 2935628"/>
              <a:gd name="connsiteY3" fmla="*/ 962179 h 5481149"/>
              <a:gd name="connsiteX4" fmla="*/ 1976722 w 2935628"/>
              <a:gd name="connsiteY4" fmla="*/ 1248217 h 5481149"/>
              <a:gd name="connsiteX5" fmla="*/ 2472880 w 2935628"/>
              <a:gd name="connsiteY5" fmla="*/ 962179 h 5481149"/>
              <a:gd name="connsiteX6" fmla="*/ 2682971 w 2935628"/>
              <a:gd name="connsiteY6" fmla="*/ 0 h 5481149"/>
              <a:gd name="connsiteX7" fmla="*/ 2935628 w 2935628"/>
              <a:gd name="connsiteY7" fmla="*/ 652579 h 5481149"/>
              <a:gd name="connsiteX8" fmla="*/ 2798833 w 2935628"/>
              <a:gd name="connsiteY8" fmla="*/ 732435 h 5481149"/>
              <a:gd name="connsiteX9" fmla="*/ 2798181 w 2935628"/>
              <a:gd name="connsiteY9" fmla="*/ 730751 h 5481149"/>
              <a:gd name="connsiteX10" fmla="*/ 2747679 w 2935628"/>
              <a:gd name="connsiteY10" fmla="*/ 701404 h 5481149"/>
              <a:gd name="connsiteX11" fmla="*/ 2749083 w 2935628"/>
              <a:gd name="connsiteY11" fmla="*/ 1120501 h 5481149"/>
              <a:gd name="connsiteX12" fmla="*/ 2255534 w 2935628"/>
              <a:gd name="connsiteY12" fmla="*/ 1408544 h 5481149"/>
              <a:gd name="connsiteX13" fmla="*/ 2255534 w 2935628"/>
              <a:gd name="connsiteY13" fmla="*/ 1977314 h 5481149"/>
              <a:gd name="connsiteX14" fmla="*/ 1761380 w 2935628"/>
              <a:gd name="connsiteY14" fmla="*/ 2264671 h 5481149"/>
              <a:gd name="connsiteX15" fmla="*/ 1761380 w 2935628"/>
              <a:gd name="connsiteY15" fmla="*/ 2833441 h 5481149"/>
              <a:gd name="connsiteX16" fmla="*/ 1267226 w 2935628"/>
              <a:gd name="connsiteY16" fmla="*/ 3120798 h 5481149"/>
              <a:gd name="connsiteX17" fmla="*/ 1267226 w 2935628"/>
              <a:gd name="connsiteY17" fmla="*/ 3689568 h 5481149"/>
              <a:gd name="connsiteX18" fmla="*/ 773072 w 2935628"/>
              <a:gd name="connsiteY18" fmla="*/ 3976925 h 5481149"/>
              <a:gd name="connsiteX19" fmla="*/ 773072 w 2935628"/>
              <a:gd name="connsiteY19" fmla="*/ 4545696 h 5481149"/>
              <a:gd name="connsiteX20" fmla="*/ 278797 w 2935628"/>
              <a:gd name="connsiteY20" fmla="*/ 4833053 h 5481149"/>
              <a:gd name="connsiteX21" fmla="*/ 278797 w 2935628"/>
              <a:gd name="connsiteY21" fmla="*/ 5402509 h 5481149"/>
              <a:gd name="connsiteX22" fmla="*/ 139389 w 2935628"/>
              <a:gd name="connsiteY22" fmla="*/ 5481149 h 5481149"/>
              <a:gd name="connsiteX23" fmla="*/ 137458 w 2935628"/>
              <a:gd name="connsiteY23" fmla="*/ 4757490 h 5481149"/>
              <a:gd name="connsiteX24" fmla="*/ 136811 w 2935628"/>
              <a:gd name="connsiteY24" fmla="*/ 4757863 h 5481149"/>
              <a:gd name="connsiteX25" fmla="*/ 138763 w 2935628"/>
              <a:gd name="connsiteY25" fmla="*/ 5477875 h 5481149"/>
              <a:gd name="connsiteX26" fmla="*/ 1966 w 2935628"/>
              <a:gd name="connsiteY26" fmla="*/ 5398028 h 5481149"/>
              <a:gd name="connsiteX27" fmla="*/ 14 w 2935628"/>
              <a:gd name="connsiteY27" fmla="*/ 4678694 h 5481149"/>
              <a:gd name="connsiteX28" fmla="*/ 0 w 2935628"/>
              <a:gd name="connsiteY28" fmla="*/ 4678686 h 5481149"/>
              <a:gd name="connsiteX29" fmla="*/ 14 w 2935628"/>
              <a:gd name="connsiteY29" fmla="*/ 4678678 h 5481149"/>
              <a:gd name="connsiteX30" fmla="*/ 0 w 2935628"/>
              <a:gd name="connsiteY30" fmla="*/ 4673441 h 5481149"/>
              <a:gd name="connsiteX31" fmla="*/ 4533 w 2935628"/>
              <a:gd name="connsiteY31" fmla="*/ 4676066 h 5481149"/>
              <a:gd name="connsiteX32" fmla="*/ 496158 w 2935628"/>
              <a:gd name="connsiteY32" fmla="*/ 4391987 h 5481149"/>
              <a:gd name="connsiteX33" fmla="*/ 631484 w 2935628"/>
              <a:gd name="connsiteY33" fmla="*/ 4470987 h 5481149"/>
              <a:gd name="connsiteX34" fmla="*/ 633127 w 2935628"/>
              <a:gd name="connsiteY34" fmla="*/ 4470039 h 5481149"/>
              <a:gd name="connsiteX35" fmla="*/ 499419 w 2935628"/>
              <a:gd name="connsiteY35" fmla="*/ 4392001 h 5481149"/>
              <a:gd name="connsiteX36" fmla="*/ 497453 w 2935628"/>
              <a:gd name="connsiteY36" fmla="*/ 3822534 h 5481149"/>
              <a:gd name="connsiteX37" fmla="*/ 631609 w 2935628"/>
              <a:gd name="connsiteY37" fmla="*/ 3900215 h 5481149"/>
              <a:gd name="connsiteX38" fmla="*/ 631608 w 2935628"/>
              <a:gd name="connsiteY38" fmla="*/ 3899885 h 5481149"/>
              <a:gd name="connsiteX39" fmla="*/ 632459 w 2935628"/>
              <a:gd name="connsiteY39" fmla="*/ 3899395 h 5481149"/>
              <a:gd name="connsiteX40" fmla="*/ 497453 w 2935628"/>
              <a:gd name="connsiteY40" fmla="*/ 3821234 h 5481149"/>
              <a:gd name="connsiteX41" fmla="*/ 991073 w 2935628"/>
              <a:gd name="connsiteY41" fmla="*/ 3536002 h 5481149"/>
              <a:gd name="connsiteX42" fmla="*/ 989671 w 2935628"/>
              <a:gd name="connsiteY42" fmla="*/ 3535183 h 5481149"/>
              <a:gd name="connsiteX43" fmla="*/ 988360 w 2935628"/>
              <a:gd name="connsiteY43" fmla="*/ 2965082 h 5481149"/>
              <a:gd name="connsiteX44" fmla="*/ 1126463 w 2935628"/>
              <a:gd name="connsiteY44" fmla="*/ 3612091 h 5481149"/>
              <a:gd name="connsiteX45" fmla="*/ 1127816 w 2935628"/>
              <a:gd name="connsiteY45" fmla="*/ 3612880 h 5481149"/>
              <a:gd name="connsiteX46" fmla="*/ 1487124 w 2935628"/>
              <a:gd name="connsiteY46" fmla="*/ 2677729 h 5481149"/>
              <a:gd name="connsiteX47" fmla="*/ 1485813 w 2935628"/>
              <a:gd name="connsiteY47" fmla="*/ 2107630 h 5481149"/>
              <a:gd name="connsiteX48" fmla="*/ 1485814 w 2935628"/>
              <a:gd name="connsiteY48" fmla="*/ 2105669 h 5481149"/>
              <a:gd name="connsiteX49" fmla="*/ 1979107 w 2935628"/>
              <a:gd name="connsiteY49" fmla="*/ 1820896 h 5481149"/>
              <a:gd name="connsiteX50" fmla="*/ 1978033 w 2935628"/>
              <a:gd name="connsiteY50" fmla="*/ 1820277 h 5481149"/>
              <a:gd name="connsiteX51" fmla="*/ 1976722 w 2935628"/>
              <a:gd name="connsiteY51" fmla="*/ 1250178 h 5481149"/>
              <a:gd name="connsiteX52" fmla="*/ 2477448 w 2935628"/>
              <a:gd name="connsiteY52" fmla="*/ 963504 h 5481149"/>
              <a:gd name="connsiteX53" fmla="*/ 2476131 w 2935628"/>
              <a:gd name="connsiteY53" fmla="*/ 544593 h 5481149"/>
              <a:gd name="connsiteX54" fmla="*/ 2290902 w 2935628"/>
              <a:gd name="connsiteY54" fmla="*/ 437242 h 5481149"/>
              <a:gd name="connsiteX55" fmla="*/ 2546183 w 2935628"/>
              <a:gd name="connsiteY55" fmla="*/ 78545 h 5481149"/>
              <a:gd name="connsiteX56" fmla="*/ 2546595 w 2935628"/>
              <a:gd name="connsiteY56" fmla="*/ 79611 h 5481149"/>
              <a:gd name="connsiteX57" fmla="*/ 2682971 w 2935628"/>
              <a:gd name="connsiteY57" fmla="*/ 0 h 5481149"/>
              <a:gd name="connsiteX0" fmla="*/ 1483859 w 2935628"/>
              <a:gd name="connsiteY0" fmla="*/ 2677083 h 5481149"/>
              <a:gd name="connsiteX1" fmla="*/ 988361 w 2935628"/>
              <a:gd name="connsiteY1" fmla="*/ 2963121 h 5481149"/>
              <a:gd name="connsiteX2" fmla="*/ 1483859 w 2935628"/>
              <a:gd name="connsiteY2" fmla="*/ 2677083 h 5481149"/>
              <a:gd name="connsiteX3" fmla="*/ 2472880 w 2935628"/>
              <a:gd name="connsiteY3" fmla="*/ 962179 h 5481149"/>
              <a:gd name="connsiteX4" fmla="*/ 1976722 w 2935628"/>
              <a:gd name="connsiteY4" fmla="*/ 1248217 h 5481149"/>
              <a:gd name="connsiteX5" fmla="*/ 2472880 w 2935628"/>
              <a:gd name="connsiteY5" fmla="*/ 962179 h 5481149"/>
              <a:gd name="connsiteX6" fmla="*/ 2682971 w 2935628"/>
              <a:gd name="connsiteY6" fmla="*/ 0 h 5481149"/>
              <a:gd name="connsiteX7" fmla="*/ 2935628 w 2935628"/>
              <a:gd name="connsiteY7" fmla="*/ 652579 h 5481149"/>
              <a:gd name="connsiteX8" fmla="*/ 2798833 w 2935628"/>
              <a:gd name="connsiteY8" fmla="*/ 732435 h 5481149"/>
              <a:gd name="connsiteX9" fmla="*/ 2798181 w 2935628"/>
              <a:gd name="connsiteY9" fmla="*/ 730751 h 5481149"/>
              <a:gd name="connsiteX10" fmla="*/ 2747679 w 2935628"/>
              <a:gd name="connsiteY10" fmla="*/ 701404 h 5481149"/>
              <a:gd name="connsiteX11" fmla="*/ 2749083 w 2935628"/>
              <a:gd name="connsiteY11" fmla="*/ 1120501 h 5481149"/>
              <a:gd name="connsiteX12" fmla="*/ 2255534 w 2935628"/>
              <a:gd name="connsiteY12" fmla="*/ 1408544 h 5481149"/>
              <a:gd name="connsiteX13" fmla="*/ 2255534 w 2935628"/>
              <a:gd name="connsiteY13" fmla="*/ 1977314 h 5481149"/>
              <a:gd name="connsiteX14" fmla="*/ 1761380 w 2935628"/>
              <a:gd name="connsiteY14" fmla="*/ 2264671 h 5481149"/>
              <a:gd name="connsiteX15" fmla="*/ 1761380 w 2935628"/>
              <a:gd name="connsiteY15" fmla="*/ 2833441 h 5481149"/>
              <a:gd name="connsiteX16" fmla="*/ 1267226 w 2935628"/>
              <a:gd name="connsiteY16" fmla="*/ 3120798 h 5481149"/>
              <a:gd name="connsiteX17" fmla="*/ 1267226 w 2935628"/>
              <a:gd name="connsiteY17" fmla="*/ 3689568 h 5481149"/>
              <a:gd name="connsiteX18" fmla="*/ 773072 w 2935628"/>
              <a:gd name="connsiteY18" fmla="*/ 3976925 h 5481149"/>
              <a:gd name="connsiteX19" fmla="*/ 773072 w 2935628"/>
              <a:gd name="connsiteY19" fmla="*/ 4545696 h 5481149"/>
              <a:gd name="connsiteX20" fmla="*/ 278797 w 2935628"/>
              <a:gd name="connsiteY20" fmla="*/ 4833053 h 5481149"/>
              <a:gd name="connsiteX21" fmla="*/ 278797 w 2935628"/>
              <a:gd name="connsiteY21" fmla="*/ 5402509 h 5481149"/>
              <a:gd name="connsiteX22" fmla="*/ 139389 w 2935628"/>
              <a:gd name="connsiteY22" fmla="*/ 5481149 h 5481149"/>
              <a:gd name="connsiteX23" fmla="*/ 137458 w 2935628"/>
              <a:gd name="connsiteY23" fmla="*/ 4757490 h 5481149"/>
              <a:gd name="connsiteX24" fmla="*/ 136811 w 2935628"/>
              <a:gd name="connsiteY24" fmla="*/ 4757863 h 5481149"/>
              <a:gd name="connsiteX25" fmla="*/ 138763 w 2935628"/>
              <a:gd name="connsiteY25" fmla="*/ 5477875 h 5481149"/>
              <a:gd name="connsiteX26" fmla="*/ 1966 w 2935628"/>
              <a:gd name="connsiteY26" fmla="*/ 5398028 h 5481149"/>
              <a:gd name="connsiteX27" fmla="*/ 14 w 2935628"/>
              <a:gd name="connsiteY27" fmla="*/ 4678694 h 5481149"/>
              <a:gd name="connsiteX28" fmla="*/ 0 w 2935628"/>
              <a:gd name="connsiteY28" fmla="*/ 4678686 h 5481149"/>
              <a:gd name="connsiteX29" fmla="*/ 14 w 2935628"/>
              <a:gd name="connsiteY29" fmla="*/ 4678678 h 5481149"/>
              <a:gd name="connsiteX30" fmla="*/ 0 w 2935628"/>
              <a:gd name="connsiteY30" fmla="*/ 4673441 h 5481149"/>
              <a:gd name="connsiteX31" fmla="*/ 4533 w 2935628"/>
              <a:gd name="connsiteY31" fmla="*/ 4676066 h 5481149"/>
              <a:gd name="connsiteX32" fmla="*/ 496158 w 2935628"/>
              <a:gd name="connsiteY32" fmla="*/ 4391987 h 5481149"/>
              <a:gd name="connsiteX33" fmla="*/ 631484 w 2935628"/>
              <a:gd name="connsiteY33" fmla="*/ 4470987 h 5481149"/>
              <a:gd name="connsiteX34" fmla="*/ 633127 w 2935628"/>
              <a:gd name="connsiteY34" fmla="*/ 4470039 h 5481149"/>
              <a:gd name="connsiteX35" fmla="*/ 499419 w 2935628"/>
              <a:gd name="connsiteY35" fmla="*/ 4392001 h 5481149"/>
              <a:gd name="connsiteX36" fmla="*/ 497453 w 2935628"/>
              <a:gd name="connsiteY36" fmla="*/ 3822534 h 5481149"/>
              <a:gd name="connsiteX37" fmla="*/ 631609 w 2935628"/>
              <a:gd name="connsiteY37" fmla="*/ 3900215 h 5481149"/>
              <a:gd name="connsiteX38" fmla="*/ 631608 w 2935628"/>
              <a:gd name="connsiteY38" fmla="*/ 3899885 h 5481149"/>
              <a:gd name="connsiteX39" fmla="*/ 632459 w 2935628"/>
              <a:gd name="connsiteY39" fmla="*/ 3899395 h 5481149"/>
              <a:gd name="connsiteX40" fmla="*/ 497453 w 2935628"/>
              <a:gd name="connsiteY40" fmla="*/ 3821234 h 5481149"/>
              <a:gd name="connsiteX41" fmla="*/ 991073 w 2935628"/>
              <a:gd name="connsiteY41" fmla="*/ 3536002 h 5481149"/>
              <a:gd name="connsiteX42" fmla="*/ 989671 w 2935628"/>
              <a:gd name="connsiteY42" fmla="*/ 3535183 h 5481149"/>
              <a:gd name="connsiteX43" fmla="*/ 988360 w 2935628"/>
              <a:gd name="connsiteY43" fmla="*/ 2965082 h 5481149"/>
              <a:gd name="connsiteX44" fmla="*/ 1126463 w 2935628"/>
              <a:gd name="connsiteY44" fmla="*/ 3612091 h 5481149"/>
              <a:gd name="connsiteX45" fmla="*/ 1487124 w 2935628"/>
              <a:gd name="connsiteY45" fmla="*/ 2677729 h 5481149"/>
              <a:gd name="connsiteX46" fmla="*/ 1485813 w 2935628"/>
              <a:gd name="connsiteY46" fmla="*/ 2107630 h 5481149"/>
              <a:gd name="connsiteX47" fmla="*/ 1485814 w 2935628"/>
              <a:gd name="connsiteY47" fmla="*/ 2105669 h 5481149"/>
              <a:gd name="connsiteX48" fmla="*/ 1979107 w 2935628"/>
              <a:gd name="connsiteY48" fmla="*/ 1820896 h 5481149"/>
              <a:gd name="connsiteX49" fmla="*/ 1978033 w 2935628"/>
              <a:gd name="connsiteY49" fmla="*/ 1820277 h 5481149"/>
              <a:gd name="connsiteX50" fmla="*/ 1976722 w 2935628"/>
              <a:gd name="connsiteY50" fmla="*/ 1250178 h 5481149"/>
              <a:gd name="connsiteX51" fmla="*/ 2477448 w 2935628"/>
              <a:gd name="connsiteY51" fmla="*/ 963504 h 5481149"/>
              <a:gd name="connsiteX52" fmla="*/ 2476131 w 2935628"/>
              <a:gd name="connsiteY52" fmla="*/ 544593 h 5481149"/>
              <a:gd name="connsiteX53" fmla="*/ 2290902 w 2935628"/>
              <a:gd name="connsiteY53" fmla="*/ 437242 h 5481149"/>
              <a:gd name="connsiteX54" fmla="*/ 2546183 w 2935628"/>
              <a:gd name="connsiteY54" fmla="*/ 78545 h 5481149"/>
              <a:gd name="connsiteX55" fmla="*/ 2546595 w 2935628"/>
              <a:gd name="connsiteY55" fmla="*/ 79611 h 5481149"/>
              <a:gd name="connsiteX56" fmla="*/ 2682971 w 2935628"/>
              <a:gd name="connsiteY56" fmla="*/ 0 h 5481149"/>
              <a:gd name="connsiteX0" fmla="*/ 1483859 w 2935628"/>
              <a:gd name="connsiteY0" fmla="*/ 2677083 h 5481149"/>
              <a:gd name="connsiteX1" fmla="*/ 988361 w 2935628"/>
              <a:gd name="connsiteY1" fmla="*/ 2963121 h 5481149"/>
              <a:gd name="connsiteX2" fmla="*/ 1483859 w 2935628"/>
              <a:gd name="connsiteY2" fmla="*/ 2677083 h 5481149"/>
              <a:gd name="connsiteX3" fmla="*/ 2472880 w 2935628"/>
              <a:gd name="connsiteY3" fmla="*/ 962179 h 5481149"/>
              <a:gd name="connsiteX4" fmla="*/ 1976722 w 2935628"/>
              <a:gd name="connsiteY4" fmla="*/ 1248217 h 5481149"/>
              <a:gd name="connsiteX5" fmla="*/ 2472880 w 2935628"/>
              <a:gd name="connsiteY5" fmla="*/ 962179 h 5481149"/>
              <a:gd name="connsiteX6" fmla="*/ 2682971 w 2935628"/>
              <a:gd name="connsiteY6" fmla="*/ 0 h 5481149"/>
              <a:gd name="connsiteX7" fmla="*/ 2935628 w 2935628"/>
              <a:gd name="connsiteY7" fmla="*/ 652579 h 5481149"/>
              <a:gd name="connsiteX8" fmla="*/ 2798833 w 2935628"/>
              <a:gd name="connsiteY8" fmla="*/ 732435 h 5481149"/>
              <a:gd name="connsiteX9" fmla="*/ 2798181 w 2935628"/>
              <a:gd name="connsiteY9" fmla="*/ 730751 h 5481149"/>
              <a:gd name="connsiteX10" fmla="*/ 2747679 w 2935628"/>
              <a:gd name="connsiteY10" fmla="*/ 701404 h 5481149"/>
              <a:gd name="connsiteX11" fmla="*/ 2749083 w 2935628"/>
              <a:gd name="connsiteY11" fmla="*/ 1120501 h 5481149"/>
              <a:gd name="connsiteX12" fmla="*/ 2255534 w 2935628"/>
              <a:gd name="connsiteY12" fmla="*/ 1408544 h 5481149"/>
              <a:gd name="connsiteX13" fmla="*/ 2255534 w 2935628"/>
              <a:gd name="connsiteY13" fmla="*/ 1977314 h 5481149"/>
              <a:gd name="connsiteX14" fmla="*/ 1761380 w 2935628"/>
              <a:gd name="connsiteY14" fmla="*/ 2264671 h 5481149"/>
              <a:gd name="connsiteX15" fmla="*/ 1761380 w 2935628"/>
              <a:gd name="connsiteY15" fmla="*/ 2833441 h 5481149"/>
              <a:gd name="connsiteX16" fmla="*/ 1267226 w 2935628"/>
              <a:gd name="connsiteY16" fmla="*/ 3120798 h 5481149"/>
              <a:gd name="connsiteX17" fmla="*/ 1267226 w 2935628"/>
              <a:gd name="connsiteY17" fmla="*/ 3689568 h 5481149"/>
              <a:gd name="connsiteX18" fmla="*/ 773072 w 2935628"/>
              <a:gd name="connsiteY18" fmla="*/ 3976925 h 5481149"/>
              <a:gd name="connsiteX19" fmla="*/ 773072 w 2935628"/>
              <a:gd name="connsiteY19" fmla="*/ 4545696 h 5481149"/>
              <a:gd name="connsiteX20" fmla="*/ 278797 w 2935628"/>
              <a:gd name="connsiteY20" fmla="*/ 4833053 h 5481149"/>
              <a:gd name="connsiteX21" fmla="*/ 278797 w 2935628"/>
              <a:gd name="connsiteY21" fmla="*/ 5402509 h 5481149"/>
              <a:gd name="connsiteX22" fmla="*/ 139389 w 2935628"/>
              <a:gd name="connsiteY22" fmla="*/ 5481149 h 5481149"/>
              <a:gd name="connsiteX23" fmla="*/ 137458 w 2935628"/>
              <a:gd name="connsiteY23" fmla="*/ 4757490 h 5481149"/>
              <a:gd name="connsiteX24" fmla="*/ 136811 w 2935628"/>
              <a:gd name="connsiteY24" fmla="*/ 4757863 h 5481149"/>
              <a:gd name="connsiteX25" fmla="*/ 138763 w 2935628"/>
              <a:gd name="connsiteY25" fmla="*/ 5477875 h 5481149"/>
              <a:gd name="connsiteX26" fmla="*/ 1966 w 2935628"/>
              <a:gd name="connsiteY26" fmla="*/ 5398028 h 5481149"/>
              <a:gd name="connsiteX27" fmla="*/ 14 w 2935628"/>
              <a:gd name="connsiteY27" fmla="*/ 4678694 h 5481149"/>
              <a:gd name="connsiteX28" fmla="*/ 0 w 2935628"/>
              <a:gd name="connsiteY28" fmla="*/ 4678686 h 5481149"/>
              <a:gd name="connsiteX29" fmla="*/ 14 w 2935628"/>
              <a:gd name="connsiteY29" fmla="*/ 4678678 h 5481149"/>
              <a:gd name="connsiteX30" fmla="*/ 0 w 2935628"/>
              <a:gd name="connsiteY30" fmla="*/ 4673441 h 5481149"/>
              <a:gd name="connsiteX31" fmla="*/ 4533 w 2935628"/>
              <a:gd name="connsiteY31" fmla="*/ 4676066 h 5481149"/>
              <a:gd name="connsiteX32" fmla="*/ 496158 w 2935628"/>
              <a:gd name="connsiteY32" fmla="*/ 4391987 h 5481149"/>
              <a:gd name="connsiteX33" fmla="*/ 631484 w 2935628"/>
              <a:gd name="connsiteY33" fmla="*/ 4470987 h 5481149"/>
              <a:gd name="connsiteX34" fmla="*/ 633127 w 2935628"/>
              <a:gd name="connsiteY34" fmla="*/ 4470039 h 5481149"/>
              <a:gd name="connsiteX35" fmla="*/ 499419 w 2935628"/>
              <a:gd name="connsiteY35" fmla="*/ 4392001 h 5481149"/>
              <a:gd name="connsiteX36" fmla="*/ 497453 w 2935628"/>
              <a:gd name="connsiteY36" fmla="*/ 3822534 h 5481149"/>
              <a:gd name="connsiteX37" fmla="*/ 631609 w 2935628"/>
              <a:gd name="connsiteY37" fmla="*/ 3900215 h 5481149"/>
              <a:gd name="connsiteX38" fmla="*/ 631608 w 2935628"/>
              <a:gd name="connsiteY38" fmla="*/ 3899885 h 5481149"/>
              <a:gd name="connsiteX39" fmla="*/ 632459 w 2935628"/>
              <a:gd name="connsiteY39" fmla="*/ 3899395 h 5481149"/>
              <a:gd name="connsiteX40" fmla="*/ 497453 w 2935628"/>
              <a:gd name="connsiteY40" fmla="*/ 3821234 h 5481149"/>
              <a:gd name="connsiteX41" fmla="*/ 991073 w 2935628"/>
              <a:gd name="connsiteY41" fmla="*/ 3536002 h 5481149"/>
              <a:gd name="connsiteX42" fmla="*/ 989671 w 2935628"/>
              <a:gd name="connsiteY42" fmla="*/ 3535183 h 5481149"/>
              <a:gd name="connsiteX43" fmla="*/ 988360 w 2935628"/>
              <a:gd name="connsiteY43" fmla="*/ 2965082 h 5481149"/>
              <a:gd name="connsiteX44" fmla="*/ 1487124 w 2935628"/>
              <a:gd name="connsiteY44" fmla="*/ 2677729 h 5481149"/>
              <a:gd name="connsiteX45" fmla="*/ 1485813 w 2935628"/>
              <a:gd name="connsiteY45" fmla="*/ 2107630 h 5481149"/>
              <a:gd name="connsiteX46" fmla="*/ 1485814 w 2935628"/>
              <a:gd name="connsiteY46" fmla="*/ 2105669 h 5481149"/>
              <a:gd name="connsiteX47" fmla="*/ 1979107 w 2935628"/>
              <a:gd name="connsiteY47" fmla="*/ 1820896 h 5481149"/>
              <a:gd name="connsiteX48" fmla="*/ 1978033 w 2935628"/>
              <a:gd name="connsiteY48" fmla="*/ 1820277 h 5481149"/>
              <a:gd name="connsiteX49" fmla="*/ 1976722 w 2935628"/>
              <a:gd name="connsiteY49" fmla="*/ 1250178 h 5481149"/>
              <a:gd name="connsiteX50" fmla="*/ 2477448 w 2935628"/>
              <a:gd name="connsiteY50" fmla="*/ 963504 h 5481149"/>
              <a:gd name="connsiteX51" fmla="*/ 2476131 w 2935628"/>
              <a:gd name="connsiteY51" fmla="*/ 544593 h 5481149"/>
              <a:gd name="connsiteX52" fmla="*/ 2290902 w 2935628"/>
              <a:gd name="connsiteY52" fmla="*/ 437242 h 5481149"/>
              <a:gd name="connsiteX53" fmla="*/ 2546183 w 2935628"/>
              <a:gd name="connsiteY53" fmla="*/ 78545 h 5481149"/>
              <a:gd name="connsiteX54" fmla="*/ 2546595 w 2935628"/>
              <a:gd name="connsiteY54" fmla="*/ 79611 h 5481149"/>
              <a:gd name="connsiteX55" fmla="*/ 2682971 w 2935628"/>
              <a:gd name="connsiteY55" fmla="*/ 0 h 5481149"/>
              <a:gd name="connsiteX0" fmla="*/ 1483859 w 2935628"/>
              <a:gd name="connsiteY0" fmla="*/ 2677083 h 5481149"/>
              <a:gd name="connsiteX1" fmla="*/ 988361 w 2935628"/>
              <a:gd name="connsiteY1" fmla="*/ 2963121 h 5481149"/>
              <a:gd name="connsiteX2" fmla="*/ 1483859 w 2935628"/>
              <a:gd name="connsiteY2" fmla="*/ 2677083 h 5481149"/>
              <a:gd name="connsiteX3" fmla="*/ 2472880 w 2935628"/>
              <a:gd name="connsiteY3" fmla="*/ 962179 h 5481149"/>
              <a:gd name="connsiteX4" fmla="*/ 1976722 w 2935628"/>
              <a:gd name="connsiteY4" fmla="*/ 1248217 h 5481149"/>
              <a:gd name="connsiteX5" fmla="*/ 2472880 w 2935628"/>
              <a:gd name="connsiteY5" fmla="*/ 962179 h 5481149"/>
              <a:gd name="connsiteX6" fmla="*/ 2682971 w 2935628"/>
              <a:gd name="connsiteY6" fmla="*/ 0 h 5481149"/>
              <a:gd name="connsiteX7" fmla="*/ 2935628 w 2935628"/>
              <a:gd name="connsiteY7" fmla="*/ 652579 h 5481149"/>
              <a:gd name="connsiteX8" fmla="*/ 2798833 w 2935628"/>
              <a:gd name="connsiteY8" fmla="*/ 732435 h 5481149"/>
              <a:gd name="connsiteX9" fmla="*/ 2798181 w 2935628"/>
              <a:gd name="connsiteY9" fmla="*/ 730751 h 5481149"/>
              <a:gd name="connsiteX10" fmla="*/ 2747679 w 2935628"/>
              <a:gd name="connsiteY10" fmla="*/ 701404 h 5481149"/>
              <a:gd name="connsiteX11" fmla="*/ 2749083 w 2935628"/>
              <a:gd name="connsiteY11" fmla="*/ 1120501 h 5481149"/>
              <a:gd name="connsiteX12" fmla="*/ 2255534 w 2935628"/>
              <a:gd name="connsiteY12" fmla="*/ 1408544 h 5481149"/>
              <a:gd name="connsiteX13" fmla="*/ 2255534 w 2935628"/>
              <a:gd name="connsiteY13" fmla="*/ 1977314 h 5481149"/>
              <a:gd name="connsiteX14" fmla="*/ 1761380 w 2935628"/>
              <a:gd name="connsiteY14" fmla="*/ 2264671 h 5481149"/>
              <a:gd name="connsiteX15" fmla="*/ 1761380 w 2935628"/>
              <a:gd name="connsiteY15" fmla="*/ 2833441 h 5481149"/>
              <a:gd name="connsiteX16" fmla="*/ 1267226 w 2935628"/>
              <a:gd name="connsiteY16" fmla="*/ 3120798 h 5481149"/>
              <a:gd name="connsiteX17" fmla="*/ 1267226 w 2935628"/>
              <a:gd name="connsiteY17" fmla="*/ 3689568 h 5481149"/>
              <a:gd name="connsiteX18" fmla="*/ 773072 w 2935628"/>
              <a:gd name="connsiteY18" fmla="*/ 3976925 h 5481149"/>
              <a:gd name="connsiteX19" fmla="*/ 773072 w 2935628"/>
              <a:gd name="connsiteY19" fmla="*/ 4545696 h 5481149"/>
              <a:gd name="connsiteX20" fmla="*/ 278797 w 2935628"/>
              <a:gd name="connsiteY20" fmla="*/ 4833053 h 5481149"/>
              <a:gd name="connsiteX21" fmla="*/ 278797 w 2935628"/>
              <a:gd name="connsiteY21" fmla="*/ 5402509 h 5481149"/>
              <a:gd name="connsiteX22" fmla="*/ 139389 w 2935628"/>
              <a:gd name="connsiteY22" fmla="*/ 5481149 h 5481149"/>
              <a:gd name="connsiteX23" fmla="*/ 137458 w 2935628"/>
              <a:gd name="connsiteY23" fmla="*/ 4757490 h 5481149"/>
              <a:gd name="connsiteX24" fmla="*/ 136811 w 2935628"/>
              <a:gd name="connsiteY24" fmla="*/ 4757863 h 5481149"/>
              <a:gd name="connsiteX25" fmla="*/ 138763 w 2935628"/>
              <a:gd name="connsiteY25" fmla="*/ 5477875 h 5481149"/>
              <a:gd name="connsiteX26" fmla="*/ 1966 w 2935628"/>
              <a:gd name="connsiteY26" fmla="*/ 5398028 h 5481149"/>
              <a:gd name="connsiteX27" fmla="*/ 14 w 2935628"/>
              <a:gd name="connsiteY27" fmla="*/ 4678694 h 5481149"/>
              <a:gd name="connsiteX28" fmla="*/ 0 w 2935628"/>
              <a:gd name="connsiteY28" fmla="*/ 4678686 h 5481149"/>
              <a:gd name="connsiteX29" fmla="*/ 14 w 2935628"/>
              <a:gd name="connsiteY29" fmla="*/ 4678678 h 5481149"/>
              <a:gd name="connsiteX30" fmla="*/ 0 w 2935628"/>
              <a:gd name="connsiteY30" fmla="*/ 4673441 h 5481149"/>
              <a:gd name="connsiteX31" fmla="*/ 4533 w 2935628"/>
              <a:gd name="connsiteY31" fmla="*/ 4676066 h 5481149"/>
              <a:gd name="connsiteX32" fmla="*/ 496158 w 2935628"/>
              <a:gd name="connsiteY32" fmla="*/ 4391987 h 5481149"/>
              <a:gd name="connsiteX33" fmla="*/ 631484 w 2935628"/>
              <a:gd name="connsiteY33" fmla="*/ 4470987 h 5481149"/>
              <a:gd name="connsiteX34" fmla="*/ 633127 w 2935628"/>
              <a:gd name="connsiteY34" fmla="*/ 4470039 h 5481149"/>
              <a:gd name="connsiteX35" fmla="*/ 499419 w 2935628"/>
              <a:gd name="connsiteY35" fmla="*/ 4392001 h 5481149"/>
              <a:gd name="connsiteX36" fmla="*/ 497453 w 2935628"/>
              <a:gd name="connsiteY36" fmla="*/ 3822534 h 5481149"/>
              <a:gd name="connsiteX37" fmla="*/ 631609 w 2935628"/>
              <a:gd name="connsiteY37" fmla="*/ 3900215 h 5481149"/>
              <a:gd name="connsiteX38" fmla="*/ 631608 w 2935628"/>
              <a:gd name="connsiteY38" fmla="*/ 3899885 h 5481149"/>
              <a:gd name="connsiteX39" fmla="*/ 497453 w 2935628"/>
              <a:gd name="connsiteY39" fmla="*/ 3821234 h 5481149"/>
              <a:gd name="connsiteX40" fmla="*/ 991073 w 2935628"/>
              <a:gd name="connsiteY40" fmla="*/ 3536002 h 5481149"/>
              <a:gd name="connsiteX41" fmla="*/ 989671 w 2935628"/>
              <a:gd name="connsiteY41" fmla="*/ 3535183 h 5481149"/>
              <a:gd name="connsiteX42" fmla="*/ 988360 w 2935628"/>
              <a:gd name="connsiteY42" fmla="*/ 2965082 h 5481149"/>
              <a:gd name="connsiteX43" fmla="*/ 1487124 w 2935628"/>
              <a:gd name="connsiteY43" fmla="*/ 2677729 h 5481149"/>
              <a:gd name="connsiteX44" fmla="*/ 1485813 w 2935628"/>
              <a:gd name="connsiteY44" fmla="*/ 2107630 h 5481149"/>
              <a:gd name="connsiteX45" fmla="*/ 1485814 w 2935628"/>
              <a:gd name="connsiteY45" fmla="*/ 2105669 h 5481149"/>
              <a:gd name="connsiteX46" fmla="*/ 1979107 w 2935628"/>
              <a:gd name="connsiteY46" fmla="*/ 1820896 h 5481149"/>
              <a:gd name="connsiteX47" fmla="*/ 1978033 w 2935628"/>
              <a:gd name="connsiteY47" fmla="*/ 1820277 h 5481149"/>
              <a:gd name="connsiteX48" fmla="*/ 1976722 w 2935628"/>
              <a:gd name="connsiteY48" fmla="*/ 1250178 h 5481149"/>
              <a:gd name="connsiteX49" fmla="*/ 2477448 w 2935628"/>
              <a:gd name="connsiteY49" fmla="*/ 963504 h 5481149"/>
              <a:gd name="connsiteX50" fmla="*/ 2476131 w 2935628"/>
              <a:gd name="connsiteY50" fmla="*/ 544593 h 5481149"/>
              <a:gd name="connsiteX51" fmla="*/ 2290902 w 2935628"/>
              <a:gd name="connsiteY51" fmla="*/ 437242 h 5481149"/>
              <a:gd name="connsiteX52" fmla="*/ 2546183 w 2935628"/>
              <a:gd name="connsiteY52" fmla="*/ 78545 h 5481149"/>
              <a:gd name="connsiteX53" fmla="*/ 2546595 w 2935628"/>
              <a:gd name="connsiteY53" fmla="*/ 79611 h 5481149"/>
              <a:gd name="connsiteX54" fmla="*/ 2682971 w 2935628"/>
              <a:gd name="connsiteY54" fmla="*/ 0 h 5481149"/>
              <a:gd name="connsiteX0" fmla="*/ 1483859 w 2935628"/>
              <a:gd name="connsiteY0" fmla="*/ 2677083 h 5481149"/>
              <a:gd name="connsiteX1" fmla="*/ 988361 w 2935628"/>
              <a:gd name="connsiteY1" fmla="*/ 2963121 h 5481149"/>
              <a:gd name="connsiteX2" fmla="*/ 1483859 w 2935628"/>
              <a:gd name="connsiteY2" fmla="*/ 2677083 h 5481149"/>
              <a:gd name="connsiteX3" fmla="*/ 2472880 w 2935628"/>
              <a:gd name="connsiteY3" fmla="*/ 962179 h 5481149"/>
              <a:gd name="connsiteX4" fmla="*/ 1976722 w 2935628"/>
              <a:gd name="connsiteY4" fmla="*/ 1248217 h 5481149"/>
              <a:gd name="connsiteX5" fmla="*/ 2472880 w 2935628"/>
              <a:gd name="connsiteY5" fmla="*/ 962179 h 5481149"/>
              <a:gd name="connsiteX6" fmla="*/ 2682971 w 2935628"/>
              <a:gd name="connsiteY6" fmla="*/ 0 h 5481149"/>
              <a:gd name="connsiteX7" fmla="*/ 2935628 w 2935628"/>
              <a:gd name="connsiteY7" fmla="*/ 652579 h 5481149"/>
              <a:gd name="connsiteX8" fmla="*/ 2798833 w 2935628"/>
              <a:gd name="connsiteY8" fmla="*/ 732435 h 5481149"/>
              <a:gd name="connsiteX9" fmla="*/ 2798181 w 2935628"/>
              <a:gd name="connsiteY9" fmla="*/ 730751 h 5481149"/>
              <a:gd name="connsiteX10" fmla="*/ 2747679 w 2935628"/>
              <a:gd name="connsiteY10" fmla="*/ 701404 h 5481149"/>
              <a:gd name="connsiteX11" fmla="*/ 2749083 w 2935628"/>
              <a:gd name="connsiteY11" fmla="*/ 1120501 h 5481149"/>
              <a:gd name="connsiteX12" fmla="*/ 2255534 w 2935628"/>
              <a:gd name="connsiteY12" fmla="*/ 1408544 h 5481149"/>
              <a:gd name="connsiteX13" fmla="*/ 2255534 w 2935628"/>
              <a:gd name="connsiteY13" fmla="*/ 1977314 h 5481149"/>
              <a:gd name="connsiteX14" fmla="*/ 1761380 w 2935628"/>
              <a:gd name="connsiteY14" fmla="*/ 2264671 h 5481149"/>
              <a:gd name="connsiteX15" fmla="*/ 1761380 w 2935628"/>
              <a:gd name="connsiteY15" fmla="*/ 2833441 h 5481149"/>
              <a:gd name="connsiteX16" fmla="*/ 1267226 w 2935628"/>
              <a:gd name="connsiteY16" fmla="*/ 3120798 h 5481149"/>
              <a:gd name="connsiteX17" fmla="*/ 1267226 w 2935628"/>
              <a:gd name="connsiteY17" fmla="*/ 3689568 h 5481149"/>
              <a:gd name="connsiteX18" fmla="*/ 773072 w 2935628"/>
              <a:gd name="connsiteY18" fmla="*/ 3976925 h 5481149"/>
              <a:gd name="connsiteX19" fmla="*/ 773072 w 2935628"/>
              <a:gd name="connsiteY19" fmla="*/ 4545696 h 5481149"/>
              <a:gd name="connsiteX20" fmla="*/ 278797 w 2935628"/>
              <a:gd name="connsiteY20" fmla="*/ 4833053 h 5481149"/>
              <a:gd name="connsiteX21" fmla="*/ 278797 w 2935628"/>
              <a:gd name="connsiteY21" fmla="*/ 5402509 h 5481149"/>
              <a:gd name="connsiteX22" fmla="*/ 139389 w 2935628"/>
              <a:gd name="connsiteY22" fmla="*/ 5481149 h 5481149"/>
              <a:gd name="connsiteX23" fmla="*/ 137458 w 2935628"/>
              <a:gd name="connsiteY23" fmla="*/ 4757490 h 5481149"/>
              <a:gd name="connsiteX24" fmla="*/ 136811 w 2935628"/>
              <a:gd name="connsiteY24" fmla="*/ 4757863 h 5481149"/>
              <a:gd name="connsiteX25" fmla="*/ 138763 w 2935628"/>
              <a:gd name="connsiteY25" fmla="*/ 5477875 h 5481149"/>
              <a:gd name="connsiteX26" fmla="*/ 1966 w 2935628"/>
              <a:gd name="connsiteY26" fmla="*/ 5398028 h 5481149"/>
              <a:gd name="connsiteX27" fmla="*/ 14 w 2935628"/>
              <a:gd name="connsiteY27" fmla="*/ 4678694 h 5481149"/>
              <a:gd name="connsiteX28" fmla="*/ 0 w 2935628"/>
              <a:gd name="connsiteY28" fmla="*/ 4678686 h 5481149"/>
              <a:gd name="connsiteX29" fmla="*/ 14 w 2935628"/>
              <a:gd name="connsiteY29" fmla="*/ 4678678 h 5481149"/>
              <a:gd name="connsiteX30" fmla="*/ 0 w 2935628"/>
              <a:gd name="connsiteY30" fmla="*/ 4673441 h 5481149"/>
              <a:gd name="connsiteX31" fmla="*/ 4533 w 2935628"/>
              <a:gd name="connsiteY31" fmla="*/ 4676066 h 5481149"/>
              <a:gd name="connsiteX32" fmla="*/ 496158 w 2935628"/>
              <a:gd name="connsiteY32" fmla="*/ 4391987 h 5481149"/>
              <a:gd name="connsiteX33" fmla="*/ 631484 w 2935628"/>
              <a:gd name="connsiteY33" fmla="*/ 4470987 h 5481149"/>
              <a:gd name="connsiteX34" fmla="*/ 633127 w 2935628"/>
              <a:gd name="connsiteY34" fmla="*/ 4470039 h 5481149"/>
              <a:gd name="connsiteX35" fmla="*/ 499419 w 2935628"/>
              <a:gd name="connsiteY35" fmla="*/ 4392001 h 5481149"/>
              <a:gd name="connsiteX36" fmla="*/ 497453 w 2935628"/>
              <a:gd name="connsiteY36" fmla="*/ 3822534 h 5481149"/>
              <a:gd name="connsiteX37" fmla="*/ 631609 w 2935628"/>
              <a:gd name="connsiteY37" fmla="*/ 3900215 h 5481149"/>
              <a:gd name="connsiteX38" fmla="*/ 497453 w 2935628"/>
              <a:gd name="connsiteY38" fmla="*/ 3821234 h 5481149"/>
              <a:gd name="connsiteX39" fmla="*/ 991073 w 2935628"/>
              <a:gd name="connsiteY39" fmla="*/ 3536002 h 5481149"/>
              <a:gd name="connsiteX40" fmla="*/ 989671 w 2935628"/>
              <a:gd name="connsiteY40" fmla="*/ 3535183 h 5481149"/>
              <a:gd name="connsiteX41" fmla="*/ 988360 w 2935628"/>
              <a:gd name="connsiteY41" fmla="*/ 2965082 h 5481149"/>
              <a:gd name="connsiteX42" fmla="*/ 1487124 w 2935628"/>
              <a:gd name="connsiteY42" fmla="*/ 2677729 h 5481149"/>
              <a:gd name="connsiteX43" fmla="*/ 1485813 w 2935628"/>
              <a:gd name="connsiteY43" fmla="*/ 2107630 h 5481149"/>
              <a:gd name="connsiteX44" fmla="*/ 1485814 w 2935628"/>
              <a:gd name="connsiteY44" fmla="*/ 2105669 h 5481149"/>
              <a:gd name="connsiteX45" fmla="*/ 1979107 w 2935628"/>
              <a:gd name="connsiteY45" fmla="*/ 1820896 h 5481149"/>
              <a:gd name="connsiteX46" fmla="*/ 1978033 w 2935628"/>
              <a:gd name="connsiteY46" fmla="*/ 1820277 h 5481149"/>
              <a:gd name="connsiteX47" fmla="*/ 1976722 w 2935628"/>
              <a:gd name="connsiteY47" fmla="*/ 1250178 h 5481149"/>
              <a:gd name="connsiteX48" fmla="*/ 2477448 w 2935628"/>
              <a:gd name="connsiteY48" fmla="*/ 963504 h 5481149"/>
              <a:gd name="connsiteX49" fmla="*/ 2476131 w 2935628"/>
              <a:gd name="connsiteY49" fmla="*/ 544593 h 5481149"/>
              <a:gd name="connsiteX50" fmla="*/ 2290902 w 2935628"/>
              <a:gd name="connsiteY50" fmla="*/ 437242 h 5481149"/>
              <a:gd name="connsiteX51" fmla="*/ 2546183 w 2935628"/>
              <a:gd name="connsiteY51" fmla="*/ 78545 h 5481149"/>
              <a:gd name="connsiteX52" fmla="*/ 2546595 w 2935628"/>
              <a:gd name="connsiteY52" fmla="*/ 79611 h 5481149"/>
              <a:gd name="connsiteX53" fmla="*/ 2682971 w 2935628"/>
              <a:gd name="connsiteY53" fmla="*/ 0 h 5481149"/>
              <a:gd name="connsiteX0" fmla="*/ 1483859 w 2935628"/>
              <a:gd name="connsiteY0" fmla="*/ 2677083 h 5481149"/>
              <a:gd name="connsiteX1" fmla="*/ 988361 w 2935628"/>
              <a:gd name="connsiteY1" fmla="*/ 2963121 h 5481149"/>
              <a:gd name="connsiteX2" fmla="*/ 1483859 w 2935628"/>
              <a:gd name="connsiteY2" fmla="*/ 2677083 h 5481149"/>
              <a:gd name="connsiteX3" fmla="*/ 2472880 w 2935628"/>
              <a:gd name="connsiteY3" fmla="*/ 962179 h 5481149"/>
              <a:gd name="connsiteX4" fmla="*/ 1976722 w 2935628"/>
              <a:gd name="connsiteY4" fmla="*/ 1248217 h 5481149"/>
              <a:gd name="connsiteX5" fmla="*/ 2472880 w 2935628"/>
              <a:gd name="connsiteY5" fmla="*/ 962179 h 5481149"/>
              <a:gd name="connsiteX6" fmla="*/ 2682971 w 2935628"/>
              <a:gd name="connsiteY6" fmla="*/ 0 h 5481149"/>
              <a:gd name="connsiteX7" fmla="*/ 2935628 w 2935628"/>
              <a:gd name="connsiteY7" fmla="*/ 652579 h 5481149"/>
              <a:gd name="connsiteX8" fmla="*/ 2798833 w 2935628"/>
              <a:gd name="connsiteY8" fmla="*/ 732435 h 5481149"/>
              <a:gd name="connsiteX9" fmla="*/ 2798181 w 2935628"/>
              <a:gd name="connsiteY9" fmla="*/ 730751 h 5481149"/>
              <a:gd name="connsiteX10" fmla="*/ 2747679 w 2935628"/>
              <a:gd name="connsiteY10" fmla="*/ 701404 h 5481149"/>
              <a:gd name="connsiteX11" fmla="*/ 2749083 w 2935628"/>
              <a:gd name="connsiteY11" fmla="*/ 1120501 h 5481149"/>
              <a:gd name="connsiteX12" fmla="*/ 2255534 w 2935628"/>
              <a:gd name="connsiteY12" fmla="*/ 1408544 h 5481149"/>
              <a:gd name="connsiteX13" fmla="*/ 2255534 w 2935628"/>
              <a:gd name="connsiteY13" fmla="*/ 1977314 h 5481149"/>
              <a:gd name="connsiteX14" fmla="*/ 1761380 w 2935628"/>
              <a:gd name="connsiteY14" fmla="*/ 2264671 h 5481149"/>
              <a:gd name="connsiteX15" fmla="*/ 1761380 w 2935628"/>
              <a:gd name="connsiteY15" fmla="*/ 2833441 h 5481149"/>
              <a:gd name="connsiteX16" fmla="*/ 1267226 w 2935628"/>
              <a:gd name="connsiteY16" fmla="*/ 3120798 h 5481149"/>
              <a:gd name="connsiteX17" fmla="*/ 1267226 w 2935628"/>
              <a:gd name="connsiteY17" fmla="*/ 3689568 h 5481149"/>
              <a:gd name="connsiteX18" fmla="*/ 773072 w 2935628"/>
              <a:gd name="connsiteY18" fmla="*/ 3976925 h 5481149"/>
              <a:gd name="connsiteX19" fmla="*/ 773072 w 2935628"/>
              <a:gd name="connsiteY19" fmla="*/ 4545696 h 5481149"/>
              <a:gd name="connsiteX20" fmla="*/ 278797 w 2935628"/>
              <a:gd name="connsiteY20" fmla="*/ 4833053 h 5481149"/>
              <a:gd name="connsiteX21" fmla="*/ 278797 w 2935628"/>
              <a:gd name="connsiteY21" fmla="*/ 5402509 h 5481149"/>
              <a:gd name="connsiteX22" fmla="*/ 139389 w 2935628"/>
              <a:gd name="connsiteY22" fmla="*/ 5481149 h 5481149"/>
              <a:gd name="connsiteX23" fmla="*/ 137458 w 2935628"/>
              <a:gd name="connsiteY23" fmla="*/ 4757490 h 5481149"/>
              <a:gd name="connsiteX24" fmla="*/ 136811 w 2935628"/>
              <a:gd name="connsiteY24" fmla="*/ 4757863 h 5481149"/>
              <a:gd name="connsiteX25" fmla="*/ 138763 w 2935628"/>
              <a:gd name="connsiteY25" fmla="*/ 5477875 h 5481149"/>
              <a:gd name="connsiteX26" fmla="*/ 1966 w 2935628"/>
              <a:gd name="connsiteY26" fmla="*/ 5398028 h 5481149"/>
              <a:gd name="connsiteX27" fmla="*/ 14 w 2935628"/>
              <a:gd name="connsiteY27" fmla="*/ 4678694 h 5481149"/>
              <a:gd name="connsiteX28" fmla="*/ 0 w 2935628"/>
              <a:gd name="connsiteY28" fmla="*/ 4678686 h 5481149"/>
              <a:gd name="connsiteX29" fmla="*/ 14 w 2935628"/>
              <a:gd name="connsiteY29" fmla="*/ 4678678 h 5481149"/>
              <a:gd name="connsiteX30" fmla="*/ 0 w 2935628"/>
              <a:gd name="connsiteY30" fmla="*/ 4673441 h 5481149"/>
              <a:gd name="connsiteX31" fmla="*/ 4533 w 2935628"/>
              <a:gd name="connsiteY31" fmla="*/ 4676066 h 5481149"/>
              <a:gd name="connsiteX32" fmla="*/ 496158 w 2935628"/>
              <a:gd name="connsiteY32" fmla="*/ 4391987 h 5481149"/>
              <a:gd name="connsiteX33" fmla="*/ 631484 w 2935628"/>
              <a:gd name="connsiteY33" fmla="*/ 4470987 h 5481149"/>
              <a:gd name="connsiteX34" fmla="*/ 633127 w 2935628"/>
              <a:gd name="connsiteY34" fmla="*/ 4470039 h 5481149"/>
              <a:gd name="connsiteX35" fmla="*/ 499419 w 2935628"/>
              <a:gd name="connsiteY35" fmla="*/ 4392001 h 5481149"/>
              <a:gd name="connsiteX36" fmla="*/ 497453 w 2935628"/>
              <a:gd name="connsiteY36" fmla="*/ 3822534 h 5481149"/>
              <a:gd name="connsiteX37" fmla="*/ 497453 w 2935628"/>
              <a:gd name="connsiteY37" fmla="*/ 3821234 h 5481149"/>
              <a:gd name="connsiteX38" fmla="*/ 991073 w 2935628"/>
              <a:gd name="connsiteY38" fmla="*/ 3536002 h 5481149"/>
              <a:gd name="connsiteX39" fmla="*/ 989671 w 2935628"/>
              <a:gd name="connsiteY39" fmla="*/ 3535183 h 5481149"/>
              <a:gd name="connsiteX40" fmla="*/ 988360 w 2935628"/>
              <a:gd name="connsiteY40" fmla="*/ 2965082 h 5481149"/>
              <a:gd name="connsiteX41" fmla="*/ 1487124 w 2935628"/>
              <a:gd name="connsiteY41" fmla="*/ 2677729 h 5481149"/>
              <a:gd name="connsiteX42" fmla="*/ 1485813 w 2935628"/>
              <a:gd name="connsiteY42" fmla="*/ 2107630 h 5481149"/>
              <a:gd name="connsiteX43" fmla="*/ 1485814 w 2935628"/>
              <a:gd name="connsiteY43" fmla="*/ 2105669 h 5481149"/>
              <a:gd name="connsiteX44" fmla="*/ 1979107 w 2935628"/>
              <a:gd name="connsiteY44" fmla="*/ 1820896 h 5481149"/>
              <a:gd name="connsiteX45" fmla="*/ 1978033 w 2935628"/>
              <a:gd name="connsiteY45" fmla="*/ 1820277 h 5481149"/>
              <a:gd name="connsiteX46" fmla="*/ 1976722 w 2935628"/>
              <a:gd name="connsiteY46" fmla="*/ 1250178 h 5481149"/>
              <a:gd name="connsiteX47" fmla="*/ 2477448 w 2935628"/>
              <a:gd name="connsiteY47" fmla="*/ 963504 h 5481149"/>
              <a:gd name="connsiteX48" fmla="*/ 2476131 w 2935628"/>
              <a:gd name="connsiteY48" fmla="*/ 544593 h 5481149"/>
              <a:gd name="connsiteX49" fmla="*/ 2290902 w 2935628"/>
              <a:gd name="connsiteY49" fmla="*/ 437242 h 5481149"/>
              <a:gd name="connsiteX50" fmla="*/ 2546183 w 2935628"/>
              <a:gd name="connsiteY50" fmla="*/ 78545 h 5481149"/>
              <a:gd name="connsiteX51" fmla="*/ 2546595 w 2935628"/>
              <a:gd name="connsiteY51" fmla="*/ 79611 h 5481149"/>
              <a:gd name="connsiteX52" fmla="*/ 2682971 w 2935628"/>
              <a:gd name="connsiteY52" fmla="*/ 0 h 5481149"/>
              <a:gd name="connsiteX0" fmla="*/ 1483859 w 2935628"/>
              <a:gd name="connsiteY0" fmla="*/ 2677083 h 5481149"/>
              <a:gd name="connsiteX1" fmla="*/ 988361 w 2935628"/>
              <a:gd name="connsiteY1" fmla="*/ 2963121 h 5481149"/>
              <a:gd name="connsiteX2" fmla="*/ 1483859 w 2935628"/>
              <a:gd name="connsiteY2" fmla="*/ 2677083 h 5481149"/>
              <a:gd name="connsiteX3" fmla="*/ 2472880 w 2935628"/>
              <a:gd name="connsiteY3" fmla="*/ 962179 h 5481149"/>
              <a:gd name="connsiteX4" fmla="*/ 1976722 w 2935628"/>
              <a:gd name="connsiteY4" fmla="*/ 1248217 h 5481149"/>
              <a:gd name="connsiteX5" fmla="*/ 2472880 w 2935628"/>
              <a:gd name="connsiteY5" fmla="*/ 962179 h 5481149"/>
              <a:gd name="connsiteX6" fmla="*/ 2682971 w 2935628"/>
              <a:gd name="connsiteY6" fmla="*/ 0 h 5481149"/>
              <a:gd name="connsiteX7" fmla="*/ 2935628 w 2935628"/>
              <a:gd name="connsiteY7" fmla="*/ 652579 h 5481149"/>
              <a:gd name="connsiteX8" fmla="*/ 2798833 w 2935628"/>
              <a:gd name="connsiteY8" fmla="*/ 732435 h 5481149"/>
              <a:gd name="connsiteX9" fmla="*/ 2798181 w 2935628"/>
              <a:gd name="connsiteY9" fmla="*/ 730751 h 5481149"/>
              <a:gd name="connsiteX10" fmla="*/ 2747679 w 2935628"/>
              <a:gd name="connsiteY10" fmla="*/ 701404 h 5481149"/>
              <a:gd name="connsiteX11" fmla="*/ 2749083 w 2935628"/>
              <a:gd name="connsiteY11" fmla="*/ 1120501 h 5481149"/>
              <a:gd name="connsiteX12" fmla="*/ 2255534 w 2935628"/>
              <a:gd name="connsiteY12" fmla="*/ 1408544 h 5481149"/>
              <a:gd name="connsiteX13" fmla="*/ 2255534 w 2935628"/>
              <a:gd name="connsiteY13" fmla="*/ 1977314 h 5481149"/>
              <a:gd name="connsiteX14" fmla="*/ 1761380 w 2935628"/>
              <a:gd name="connsiteY14" fmla="*/ 2264671 h 5481149"/>
              <a:gd name="connsiteX15" fmla="*/ 1761380 w 2935628"/>
              <a:gd name="connsiteY15" fmla="*/ 2833441 h 5481149"/>
              <a:gd name="connsiteX16" fmla="*/ 1267226 w 2935628"/>
              <a:gd name="connsiteY16" fmla="*/ 3120798 h 5481149"/>
              <a:gd name="connsiteX17" fmla="*/ 1267226 w 2935628"/>
              <a:gd name="connsiteY17" fmla="*/ 3689568 h 5481149"/>
              <a:gd name="connsiteX18" fmla="*/ 773072 w 2935628"/>
              <a:gd name="connsiteY18" fmla="*/ 3976925 h 5481149"/>
              <a:gd name="connsiteX19" fmla="*/ 773072 w 2935628"/>
              <a:gd name="connsiteY19" fmla="*/ 4545696 h 5481149"/>
              <a:gd name="connsiteX20" fmla="*/ 278797 w 2935628"/>
              <a:gd name="connsiteY20" fmla="*/ 4833053 h 5481149"/>
              <a:gd name="connsiteX21" fmla="*/ 278797 w 2935628"/>
              <a:gd name="connsiteY21" fmla="*/ 5402509 h 5481149"/>
              <a:gd name="connsiteX22" fmla="*/ 139389 w 2935628"/>
              <a:gd name="connsiteY22" fmla="*/ 5481149 h 5481149"/>
              <a:gd name="connsiteX23" fmla="*/ 137458 w 2935628"/>
              <a:gd name="connsiteY23" fmla="*/ 4757490 h 5481149"/>
              <a:gd name="connsiteX24" fmla="*/ 136811 w 2935628"/>
              <a:gd name="connsiteY24" fmla="*/ 4757863 h 5481149"/>
              <a:gd name="connsiteX25" fmla="*/ 138763 w 2935628"/>
              <a:gd name="connsiteY25" fmla="*/ 5477875 h 5481149"/>
              <a:gd name="connsiteX26" fmla="*/ 1966 w 2935628"/>
              <a:gd name="connsiteY26" fmla="*/ 5398028 h 5481149"/>
              <a:gd name="connsiteX27" fmla="*/ 14 w 2935628"/>
              <a:gd name="connsiteY27" fmla="*/ 4678694 h 5481149"/>
              <a:gd name="connsiteX28" fmla="*/ 0 w 2935628"/>
              <a:gd name="connsiteY28" fmla="*/ 4678686 h 5481149"/>
              <a:gd name="connsiteX29" fmla="*/ 14 w 2935628"/>
              <a:gd name="connsiteY29" fmla="*/ 4678678 h 5481149"/>
              <a:gd name="connsiteX30" fmla="*/ 0 w 2935628"/>
              <a:gd name="connsiteY30" fmla="*/ 4673441 h 5481149"/>
              <a:gd name="connsiteX31" fmla="*/ 4533 w 2935628"/>
              <a:gd name="connsiteY31" fmla="*/ 4676066 h 5481149"/>
              <a:gd name="connsiteX32" fmla="*/ 496158 w 2935628"/>
              <a:gd name="connsiteY32" fmla="*/ 4391987 h 5481149"/>
              <a:gd name="connsiteX33" fmla="*/ 631484 w 2935628"/>
              <a:gd name="connsiteY33" fmla="*/ 4470987 h 5481149"/>
              <a:gd name="connsiteX34" fmla="*/ 499419 w 2935628"/>
              <a:gd name="connsiteY34" fmla="*/ 4392001 h 5481149"/>
              <a:gd name="connsiteX35" fmla="*/ 497453 w 2935628"/>
              <a:gd name="connsiteY35" fmla="*/ 3822534 h 5481149"/>
              <a:gd name="connsiteX36" fmla="*/ 497453 w 2935628"/>
              <a:gd name="connsiteY36" fmla="*/ 3821234 h 5481149"/>
              <a:gd name="connsiteX37" fmla="*/ 991073 w 2935628"/>
              <a:gd name="connsiteY37" fmla="*/ 3536002 h 5481149"/>
              <a:gd name="connsiteX38" fmla="*/ 989671 w 2935628"/>
              <a:gd name="connsiteY38" fmla="*/ 3535183 h 5481149"/>
              <a:gd name="connsiteX39" fmla="*/ 988360 w 2935628"/>
              <a:gd name="connsiteY39" fmla="*/ 2965082 h 5481149"/>
              <a:gd name="connsiteX40" fmla="*/ 1487124 w 2935628"/>
              <a:gd name="connsiteY40" fmla="*/ 2677729 h 5481149"/>
              <a:gd name="connsiteX41" fmla="*/ 1485813 w 2935628"/>
              <a:gd name="connsiteY41" fmla="*/ 2107630 h 5481149"/>
              <a:gd name="connsiteX42" fmla="*/ 1485814 w 2935628"/>
              <a:gd name="connsiteY42" fmla="*/ 2105669 h 5481149"/>
              <a:gd name="connsiteX43" fmla="*/ 1979107 w 2935628"/>
              <a:gd name="connsiteY43" fmla="*/ 1820896 h 5481149"/>
              <a:gd name="connsiteX44" fmla="*/ 1978033 w 2935628"/>
              <a:gd name="connsiteY44" fmla="*/ 1820277 h 5481149"/>
              <a:gd name="connsiteX45" fmla="*/ 1976722 w 2935628"/>
              <a:gd name="connsiteY45" fmla="*/ 1250178 h 5481149"/>
              <a:gd name="connsiteX46" fmla="*/ 2477448 w 2935628"/>
              <a:gd name="connsiteY46" fmla="*/ 963504 h 5481149"/>
              <a:gd name="connsiteX47" fmla="*/ 2476131 w 2935628"/>
              <a:gd name="connsiteY47" fmla="*/ 544593 h 5481149"/>
              <a:gd name="connsiteX48" fmla="*/ 2290902 w 2935628"/>
              <a:gd name="connsiteY48" fmla="*/ 437242 h 5481149"/>
              <a:gd name="connsiteX49" fmla="*/ 2546183 w 2935628"/>
              <a:gd name="connsiteY49" fmla="*/ 78545 h 5481149"/>
              <a:gd name="connsiteX50" fmla="*/ 2546595 w 2935628"/>
              <a:gd name="connsiteY50" fmla="*/ 79611 h 5481149"/>
              <a:gd name="connsiteX51" fmla="*/ 2682971 w 2935628"/>
              <a:gd name="connsiteY51" fmla="*/ 0 h 5481149"/>
              <a:gd name="connsiteX0" fmla="*/ 1483859 w 2935628"/>
              <a:gd name="connsiteY0" fmla="*/ 2677083 h 5481149"/>
              <a:gd name="connsiteX1" fmla="*/ 988361 w 2935628"/>
              <a:gd name="connsiteY1" fmla="*/ 2963121 h 5481149"/>
              <a:gd name="connsiteX2" fmla="*/ 1483859 w 2935628"/>
              <a:gd name="connsiteY2" fmla="*/ 2677083 h 5481149"/>
              <a:gd name="connsiteX3" fmla="*/ 2472880 w 2935628"/>
              <a:gd name="connsiteY3" fmla="*/ 962179 h 5481149"/>
              <a:gd name="connsiteX4" fmla="*/ 1976722 w 2935628"/>
              <a:gd name="connsiteY4" fmla="*/ 1248217 h 5481149"/>
              <a:gd name="connsiteX5" fmla="*/ 2472880 w 2935628"/>
              <a:gd name="connsiteY5" fmla="*/ 962179 h 5481149"/>
              <a:gd name="connsiteX6" fmla="*/ 2682971 w 2935628"/>
              <a:gd name="connsiteY6" fmla="*/ 0 h 5481149"/>
              <a:gd name="connsiteX7" fmla="*/ 2935628 w 2935628"/>
              <a:gd name="connsiteY7" fmla="*/ 652579 h 5481149"/>
              <a:gd name="connsiteX8" fmla="*/ 2798833 w 2935628"/>
              <a:gd name="connsiteY8" fmla="*/ 732435 h 5481149"/>
              <a:gd name="connsiteX9" fmla="*/ 2798181 w 2935628"/>
              <a:gd name="connsiteY9" fmla="*/ 730751 h 5481149"/>
              <a:gd name="connsiteX10" fmla="*/ 2747679 w 2935628"/>
              <a:gd name="connsiteY10" fmla="*/ 701404 h 5481149"/>
              <a:gd name="connsiteX11" fmla="*/ 2749083 w 2935628"/>
              <a:gd name="connsiteY11" fmla="*/ 1120501 h 5481149"/>
              <a:gd name="connsiteX12" fmla="*/ 2255534 w 2935628"/>
              <a:gd name="connsiteY12" fmla="*/ 1408544 h 5481149"/>
              <a:gd name="connsiteX13" fmla="*/ 2255534 w 2935628"/>
              <a:gd name="connsiteY13" fmla="*/ 1977314 h 5481149"/>
              <a:gd name="connsiteX14" fmla="*/ 1761380 w 2935628"/>
              <a:gd name="connsiteY14" fmla="*/ 2264671 h 5481149"/>
              <a:gd name="connsiteX15" fmla="*/ 1761380 w 2935628"/>
              <a:gd name="connsiteY15" fmla="*/ 2833441 h 5481149"/>
              <a:gd name="connsiteX16" fmla="*/ 1267226 w 2935628"/>
              <a:gd name="connsiteY16" fmla="*/ 3120798 h 5481149"/>
              <a:gd name="connsiteX17" fmla="*/ 1267226 w 2935628"/>
              <a:gd name="connsiteY17" fmla="*/ 3689568 h 5481149"/>
              <a:gd name="connsiteX18" fmla="*/ 773072 w 2935628"/>
              <a:gd name="connsiteY18" fmla="*/ 3976925 h 5481149"/>
              <a:gd name="connsiteX19" fmla="*/ 773072 w 2935628"/>
              <a:gd name="connsiteY19" fmla="*/ 4545696 h 5481149"/>
              <a:gd name="connsiteX20" fmla="*/ 278797 w 2935628"/>
              <a:gd name="connsiteY20" fmla="*/ 4833053 h 5481149"/>
              <a:gd name="connsiteX21" fmla="*/ 278797 w 2935628"/>
              <a:gd name="connsiteY21" fmla="*/ 5402509 h 5481149"/>
              <a:gd name="connsiteX22" fmla="*/ 139389 w 2935628"/>
              <a:gd name="connsiteY22" fmla="*/ 5481149 h 5481149"/>
              <a:gd name="connsiteX23" fmla="*/ 137458 w 2935628"/>
              <a:gd name="connsiteY23" fmla="*/ 4757490 h 5481149"/>
              <a:gd name="connsiteX24" fmla="*/ 136811 w 2935628"/>
              <a:gd name="connsiteY24" fmla="*/ 4757863 h 5481149"/>
              <a:gd name="connsiteX25" fmla="*/ 138763 w 2935628"/>
              <a:gd name="connsiteY25" fmla="*/ 5477875 h 5481149"/>
              <a:gd name="connsiteX26" fmla="*/ 1966 w 2935628"/>
              <a:gd name="connsiteY26" fmla="*/ 5398028 h 5481149"/>
              <a:gd name="connsiteX27" fmla="*/ 14 w 2935628"/>
              <a:gd name="connsiteY27" fmla="*/ 4678694 h 5481149"/>
              <a:gd name="connsiteX28" fmla="*/ 0 w 2935628"/>
              <a:gd name="connsiteY28" fmla="*/ 4678686 h 5481149"/>
              <a:gd name="connsiteX29" fmla="*/ 14 w 2935628"/>
              <a:gd name="connsiteY29" fmla="*/ 4678678 h 5481149"/>
              <a:gd name="connsiteX30" fmla="*/ 0 w 2935628"/>
              <a:gd name="connsiteY30" fmla="*/ 4673441 h 5481149"/>
              <a:gd name="connsiteX31" fmla="*/ 4533 w 2935628"/>
              <a:gd name="connsiteY31" fmla="*/ 4676066 h 5481149"/>
              <a:gd name="connsiteX32" fmla="*/ 496158 w 2935628"/>
              <a:gd name="connsiteY32" fmla="*/ 4391987 h 5481149"/>
              <a:gd name="connsiteX33" fmla="*/ 499419 w 2935628"/>
              <a:gd name="connsiteY33" fmla="*/ 4392001 h 5481149"/>
              <a:gd name="connsiteX34" fmla="*/ 497453 w 2935628"/>
              <a:gd name="connsiteY34" fmla="*/ 3822534 h 5481149"/>
              <a:gd name="connsiteX35" fmla="*/ 497453 w 2935628"/>
              <a:gd name="connsiteY35" fmla="*/ 3821234 h 5481149"/>
              <a:gd name="connsiteX36" fmla="*/ 991073 w 2935628"/>
              <a:gd name="connsiteY36" fmla="*/ 3536002 h 5481149"/>
              <a:gd name="connsiteX37" fmla="*/ 989671 w 2935628"/>
              <a:gd name="connsiteY37" fmla="*/ 3535183 h 5481149"/>
              <a:gd name="connsiteX38" fmla="*/ 988360 w 2935628"/>
              <a:gd name="connsiteY38" fmla="*/ 2965082 h 5481149"/>
              <a:gd name="connsiteX39" fmla="*/ 1487124 w 2935628"/>
              <a:gd name="connsiteY39" fmla="*/ 2677729 h 5481149"/>
              <a:gd name="connsiteX40" fmla="*/ 1485813 w 2935628"/>
              <a:gd name="connsiteY40" fmla="*/ 2107630 h 5481149"/>
              <a:gd name="connsiteX41" fmla="*/ 1485814 w 2935628"/>
              <a:gd name="connsiteY41" fmla="*/ 2105669 h 5481149"/>
              <a:gd name="connsiteX42" fmla="*/ 1979107 w 2935628"/>
              <a:gd name="connsiteY42" fmla="*/ 1820896 h 5481149"/>
              <a:gd name="connsiteX43" fmla="*/ 1978033 w 2935628"/>
              <a:gd name="connsiteY43" fmla="*/ 1820277 h 5481149"/>
              <a:gd name="connsiteX44" fmla="*/ 1976722 w 2935628"/>
              <a:gd name="connsiteY44" fmla="*/ 1250178 h 5481149"/>
              <a:gd name="connsiteX45" fmla="*/ 2477448 w 2935628"/>
              <a:gd name="connsiteY45" fmla="*/ 963504 h 5481149"/>
              <a:gd name="connsiteX46" fmla="*/ 2476131 w 2935628"/>
              <a:gd name="connsiteY46" fmla="*/ 544593 h 5481149"/>
              <a:gd name="connsiteX47" fmla="*/ 2290902 w 2935628"/>
              <a:gd name="connsiteY47" fmla="*/ 437242 h 5481149"/>
              <a:gd name="connsiteX48" fmla="*/ 2546183 w 2935628"/>
              <a:gd name="connsiteY48" fmla="*/ 78545 h 5481149"/>
              <a:gd name="connsiteX49" fmla="*/ 2546595 w 2935628"/>
              <a:gd name="connsiteY49" fmla="*/ 79611 h 5481149"/>
              <a:gd name="connsiteX50" fmla="*/ 2682971 w 2935628"/>
              <a:gd name="connsiteY50" fmla="*/ 0 h 5481149"/>
              <a:gd name="connsiteX0" fmla="*/ 1483859 w 2935628"/>
              <a:gd name="connsiteY0" fmla="*/ 2677083 h 5481149"/>
              <a:gd name="connsiteX1" fmla="*/ 988361 w 2935628"/>
              <a:gd name="connsiteY1" fmla="*/ 2963121 h 5481149"/>
              <a:gd name="connsiteX2" fmla="*/ 1483859 w 2935628"/>
              <a:gd name="connsiteY2" fmla="*/ 2677083 h 5481149"/>
              <a:gd name="connsiteX3" fmla="*/ 2472880 w 2935628"/>
              <a:gd name="connsiteY3" fmla="*/ 962179 h 5481149"/>
              <a:gd name="connsiteX4" fmla="*/ 1976722 w 2935628"/>
              <a:gd name="connsiteY4" fmla="*/ 1248217 h 5481149"/>
              <a:gd name="connsiteX5" fmla="*/ 2472880 w 2935628"/>
              <a:gd name="connsiteY5" fmla="*/ 962179 h 5481149"/>
              <a:gd name="connsiteX6" fmla="*/ 2682971 w 2935628"/>
              <a:gd name="connsiteY6" fmla="*/ 0 h 5481149"/>
              <a:gd name="connsiteX7" fmla="*/ 2935628 w 2935628"/>
              <a:gd name="connsiteY7" fmla="*/ 652579 h 5481149"/>
              <a:gd name="connsiteX8" fmla="*/ 2798833 w 2935628"/>
              <a:gd name="connsiteY8" fmla="*/ 732435 h 5481149"/>
              <a:gd name="connsiteX9" fmla="*/ 2798181 w 2935628"/>
              <a:gd name="connsiteY9" fmla="*/ 730751 h 5481149"/>
              <a:gd name="connsiteX10" fmla="*/ 2747679 w 2935628"/>
              <a:gd name="connsiteY10" fmla="*/ 701404 h 5481149"/>
              <a:gd name="connsiteX11" fmla="*/ 2749083 w 2935628"/>
              <a:gd name="connsiteY11" fmla="*/ 1120501 h 5481149"/>
              <a:gd name="connsiteX12" fmla="*/ 2255534 w 2935628"/>
              <a:gd name="connsiteY12" fmla="*/ 1408544 h 5481149"/>
              <a:gd name="connsiteX13" fmla="*/ 2255534 w 2935628"/>
              <a:gd name="connsiteY13" fmla="*/ 1977314 h 5481149"/>
              <a:gd name="connsiteX14" fmla="*/ 1761380 w 2935628"/>
              <a:gd name="connsiteY14" fmla="*/ 2264671 h 5481149"/>
              <a:gd name="connsiteX15" fmla="*/ 1761380 w 2935628"/>
              <a:gd name="connsiteY15" fmla="*/ 2833441 h 5481149"/>
              <a:gd name="connsiteX16" fmla="*/ 1267226 w 2935628"/>
              <a:gd name="connsiteY16" fmla="*/ 3120798 h 5481149"/>
              <a:gd name="connsiteX17" fmla="*/ 1267226 w 2935628"/>
              <a:gd name="connsiteY17" fmla="*/ 3689568 h 5481149"/>
              <a:gd name="connsiteX18" fmla="*/ 773072 w 2935628"/>
              <a:gd name="connsiteY18" fmla="*/ 3976925 h 5481149"/>
              <a:gd name="connsiteX19" fmla="*/ 773072 w 2935628"/>
              <a:gd name="connsiteY19" fmla="*/ 4545696 h 5481149"/>
              <a:gd name="connsiteX20" fmla="*/ 278797 w 2935628"/>
              <a:gd name="connsiteY20" fmla="*/ 4833053 h 5481149"/>
              <a:gd name="connsiteX21" fmla="*/ 278797 w 2935628"/>
              <a:gd name="connsiteY21" fmla="*/ 5402509 h 5481149"/>
              <a:gd name="connsiteX22" fmla="*/ 139389 w 2935628"/>
              <a:gd name="connsiteY22" fmla="*/ 5481149 h 5481149"/>
              <a:gd name="connsiteX23" fmla="*/ 137458 w 2935628"/>
              <a:gd name="connsiteY23" fmla="*/ 4757490 h 5481149"/>
              <a:gd name="connsiteX24" fmla="*/ 138763 w 2935628"/>
              <a:gd name="connsiteY24" fmla="*/ 5477875 h 5481149"/>
              <a:gd name="connsiteX25" fmla="*/ 1966 w 2935628"/>
              <a:gd name="connsiteY25" fmla="*/ 5398028 h 5481149"/>
              <a:gd name="connsiteX26" fmla="*/ 14 w 2935628"/>
              <a:gd name="connsiteY26" fmla="*/ 4678694 h 5481149"/>
              <a:gd name="connsiteX27" fmla="*/ 0 w 2935628"/>
              <a:gd name="connsiteY27" fmla="*/ 4678686 h 5481149"/>
              <a:gd name="connsiteX28" fmla="*/ 14 w 2935628"/>
              <a:gd name="connsiteY28" fmla="*/ 4678678 h 5481149"/>
              <a:gd name="connsiteX29" fmla="*/ 0 w 2935628"/>
              <a:gd name="connsiteY29" fmla="*/ 4673441 h 5481149"/>
              <a:gd name="connsiteX30" fmla="*/ 4533 w 2935628"/>
              <a:gd name="connsiteY30" fmla="*/ 4676066 h 5481149"/>
              <a:gd name="connsiteX31" fmla="*/ 496158 w 2935628"/>
              <a:gd name="connsiteY31" fmla="*/ 4391987 h 5481149"/>
              <a:gd name="connsiteX32" fmla="*/ 499419 w 2935628"/>
              <a:gd name="connsiteY32" fmla="*/ 4392001 h 5481149"/>
              <a:gd name="connsiteX33" fmla="*/ 497453 w 2935628"/>
              <a:gd name="connsiteY33" fmla="*/ 3822534 h 5481149"/>
              <a:gd name="connsiteX34" fmla="*/ 497453 w 2935628"/>
              <a:gd name="connsiteY34" fmla="*/ 3821234 h 5481149"/>
              <a:gd name="connsiteX35" fmla="*/ 991073 w 2935628"/>
              <a:gd name="connsiteY35" fmla="*/ 3536002 h 5481149"/>
              <a:gd name="connsiteX36" fmla="*/ 989671 w 2935628"/>
              <a:gd name="connsiteY36" fmla="*/ 3535183 h 5481149"/>
              <a:gd name="connsiteX37" fmla="*/ 988360 w 2935628"/>
              <a:gd name="connsiteY37" fmla="*/ 2965082 h 5481149"/>
              <a:gd name="connsiteX38" fmla="*/ 1487124 w 2935628"/>
              <a:gd name="connsiteY38" fmla="*/ 2677729 h 5481149"/>
              <a:gd name="connsiteX39" fmla="*/ 1485813 w 2935628"/>
              <a:gd name="connsiteY39" fmla="*/ 2107630 h 5481149"/>
              <a:gd name="connsiteX40" fmla="*/ 1485814 w 2935628"/>
              <a:gd name="connsiteY40" fmla="*/ 2105669 h 5481149"/>
              <a:gd name="connsiteX41" fmla="*/ 1979107 w 2935628"/>
              <a:gd name="connsiteY41" fmla="*/ 1820896 h 5481149"/>
              <a:gd name="connsiteX42" fmla="*/ 1978033 w 2935628"/>
              <a:gd name="connsiteY42" fmla="*/ 1820277 h 5481149"/>
              <a:gd name="connsiteX43" fmla="*/ 1976722 w 2935628"/>
              <a:gd name="connsiteY43" fmla="*/ 1250178 h 5481149"/>
              <a:gd name="connsiteX44" fmla="*/ 2477448 w 2935628"/>
              <a:gd name="connsiteY44" fmla="*/ 963504 h 5481149"/>
              <a:gd name="connsiteX45" fmla="*/ 2476131 w 2935628"/>
              <a:gd name="connsiteY45" fmla="*/ 544593 h 5481149"/>
              <a:gd name="connsiteX46" fmla="*/ 2290902 w 2935628"/>
              <a:gd name="connsiteY46" fmla="*/ 437242 h 5481149"/>
              <a:gd name="connsiteX47" fmla="*/ 2546183 w 2935628"/>
              <a:gd name="connsiteY47" fmla="*/ 78545 h 5481149"/>
              <a:gd name="connsiteX48" fmla="*/ 2546595 w 2935628"/>
              <a:gd name="connsiteY48" fmla="*/ 79611 h 5481149"/>
              <a:gd name="connsiteX49" fmla="*/ 2682971 w 2935628"/>
              <a:gd name="connsiteY49" fmla="*/ 0 h 5481149"/>
              <a:gd name="connsiteX0" fmla="*/ 1483859 w 2935628"/>
              <a:gd name="connsiteY0" fmla="*/ 2677083 h 5489515"/>
              <a:gd name="connsiteX1" fmla="*/ 988361 w 2935628"/>
              <a:gd name="connsiteY1" fmla="*/ 2963121 h 5489515"/>
              <a:gd name="connsiteX2" fmla="*/ 1483859 w 2935628"/>
              <a:gd name="connsiteY2" fmla="*/ 2677083 h 5489515"/>
              <a:gd name="connsiteX3" fmla="*/ 2472880 w 2935628"/>
              <a:gd name="connsiteY3" fmla="*/ 962179 h 5489515"/>
              <a:gd name="connsiteX4" fmla="*/ 1976722 w 2935628"/>
              <a:gd name="connsiteY4" fmla="*/ 1248217 h 5489515"/>
              <a:gd name="connsiteX5" fmla="*/ 2472880 w 2935628"/>
              <a:gd name="connsiteY5" fmla="*/ 962179 h 5489515"/>
              <a:gd name="connsiteX6" fmla="*/ 2682971 w 2935628"/>
              <a:gd name="connsiteY6" fmla="*/ 0 h 5489515"/>
              <a:gd name="connsiteX7" fmla="*/ 2935628 w 2935628"/>
              <a:gd name="connsiteY7" fmla="*/ 652579 h 5489515"/>
              <a:gd name="connsiteX8" fmla="*/ 2798833 w 2935628"/>
              <a:gd name="connsiteY8" fmla="*/ 732435 h 5489515"/>
              <a:gd name="connsiteX9" fmla="*/ 2798181 w 2935628"/>
              <a:gd name="connsiteY9" fmla="*/ 730751 h 5489515"/>
              <a:gd name="connsiteX10" fmla="*/ 2747679 w 2935628"/>
              <a:gd name="connsiteY10" fmla="*/ 701404 h 5489515"/>
              <a:gd name="connsiteX11" fmla="*/ 2749083 w 2935628"/>
              <a:gd name="connsiteY11" fmla="*/ 1120501 h 5489515"/>
              <a:gd name="connsiteX12" fmla="*/ 2255534 w 2935628"/>
              <a:gd name="connsiteY12" fmla="*/ 1408544 h 5489515"/>
              <a:gd name="connsiteX13" fmla="*/ 2255534 w 2935628"/>
              <a:gd name="connsiteY13" fmla="*/ 1977314 h 5489515"/>
              <a:gd name="connsiteX14" fmla="*/ 1761380 w 2935628"/>
              <a:gd name="connsiteY14" fmla="*/ 2264671 h 5489515"/>
              <a:gd name="connsiteX15" fmla="*/ 1761380 w 2935628"/>
              <a:gd name="connsiteY15" fmla="*/ 2833441 h 5489515"/>
              <a:gd name="connsiteX16" fmla="*/ 1267226 w 2935628"/>
              <a:gd name="connsiteY16" fmla="*/ 3120798 h 5489515"/>
              <a:gd name="connsiteX17" fmla="*/ 1267226 w 2935628"/>
              <a:gd name="connsiteY17" fmla="*/ 3689568 h 5489515"/>
              <a:gd name="connsiteX18" fmla="*/ 773072 w 2935628"/>
              <a:gd name="connsiteY18" fmla="*/ 3976925 h 5489515"/>
              <a:gd name="connsiteX19" fmla="*/ 773072 w 2935628"/>
              <a:gd name="connsiteY19" fmla="*/ 4545696 h 5489515"/>
              <a:gd name="connsiteX20" fmla="*/ 278797 w 2935628"/>
              <a:gd name="connsiteY20" fmla="*/ 4833053 h 5489515"/>
              <a:gd name="connsiteX21" fmla="*/ 278797 w 2935628"/>
              <a:gd name="connsiteY21" fmla="*/ 5402509 h 5489515"/>
              <a:gd name="connsiteX22" fmla="*/ 139389 w 2935628"/>
              <a:gd name="connsiteY22" fmla="*/ 5481149 h 5489515"/>
              <a:gd name="connsiteX23" fmla="*/ 138763 w 2935628"/>
              <a:gd name="connsiteY23" fmla="*/ 5477875 h 5489515"/>
              <a:gd name="connsiteX24" fmla="*/ 1966 w 2935628"/>
              <a:gd name="connsiteY24" fmla="*/ 5398028 h 5489515"/>
              <a:gd name="connsiteX25" fmla="*/ 14 w 2935628"/>
              <a:gd name="connsiteY25" fmla="*/ 4678694 h 5489515"/>
              <a:gd name="connsiteX26" fmla="*/ 0 w 2935628"/>
              <a:gd name="connsiteY26" fmla="*/ 4678686 h 5489515"/>
              <a:gd name="connsiteX27" fmla="*/ 14 w 2935628"/>
              <a:gd name="connsiteY27" fmla="*/ 4678678 h 5489515"/>
              <a:gd name="connsiteX28" fmla="*/ 0 w 2935628"/>
              <a:gd name="connsiteY28" fmla="*/ 4673441 h 5489515"/>
              <a:gd name="connsiteX29" fmla="*/ 4533 w 2935628"/>
              <a:gd name="connsiteY29" fmla="*/ 4676066 h 5489515"/>
              <a:gd name="connsiteX30" fmla="*/ 496158 w 2935628"/>
              <a:gd name="connsiteY30" fmla="*/ 4391987 h 5489515"/>
              <a:gd name="connsiteX31" fmla="*/ 499419 w 2935628"/>
              <a:gd name="connsiteY31" fmla="*/ 4392001 h 5489515"/>
              <a:gd name="connsiteX32" fmla="*/ 497453 w 2935628"/>
              <a:gd name="connsiteY32" fmla="*/ 3822534 h 5489515"/>
              <a:gd name="connsiteX33" fmla="*/ 497453 w 2935628"/>
              <a:gd name="connsiteY33" fmla="*/ 3821234 h 5489515"/>
              <a:gd name="connsiteX34" fmla="*/ 991073 w 2935628"/>
              <a:gd name="connsiteY34" fmla="*/ 3536002 h 5489515"/>
              <a:gd name="connsiteX35" fmla="*/ 989671 w 2935628"/>
              <a:gd name="connsiteY35" fmla="*/ 3535183 h 5489515"/>
              <a:gd name="connsiteX36" fmla="*/ 988360 w 2935628"/>
              <a:gd name="connsiteY36" fmla="*/ 2965082 h 5489515"/>
              <a:gd name="connsiteX37" fmla="*/ 1487124 w 2935628"/>
              <a:gd name="connsiteY37" fmla="*/ 2677729 h 5489515"/>
              <a:gd name="connsiteX38" fmla="*/ 1485813 w 2935628"/>
              <a:gd name="connsiteY38" fmla="*/ 2107630 h 5489515"/>
              <a:gd name="connsiteX39" fmla="*/ 1485814 w 2935628"/>
              <a:gd name="connsiteY39" fmla="*/ 2105669 h 5489515"/>
              <a:gd name="connsiteX40" fmla="*/ 1979107 w 2935628"/>
              <a:gd name="connsiteY40" fmla="*/ 1820896 h 5489515"/>
              <a:gd name="connsiteX41" fmla="*/ 1978033 w 2935628"/>
              <a:gd name="connsiteY41" fmla="*/ 1820277 h 5489515"/>
              <a:gd name="connsiteX42" fmla="*/ 1976722 w 2935628"/>
              <a:gd name="connsiteY42" fmla="*/ 1250178 h 5489515"/>
              <a:gd name="connsiteX43" fmla="*/ 2477448 w 2935628"/>
              <a:gd name="connsiteY43" fmla="*/ 963504 h 5489515"/>
              <a:gd name="connsiteX44" fmla="*/ 2476131 w 2935628"/>
              <a:gd name="connsiteY44" fmla="*/ 544593 h 5489515"/>
              <a:gd name="connsiteX45" fmla="*/ 2290902 w 2935628"/>
              <a:gd name="connsiteY45" fmla="*/ 437242 h 5489515"/>
              <a:gd name="connsiteX46" fmla="*/ 2546183 w 2935628"/>
              <a:gd name="connsiteY46" fmla="*/ 78545 h 5489515"/>
              <a:gd name="connsiteX47" fmla="*/ 2546595 w 2935628"/>
              <a:gd name="connsiteY47" fmla="*/ 79611 h 5489515"/>
              <a:gd name="connsiteX48" fmla="*/ 2682971 w 2935628"/>
              <a:gd name="connsiteY48" fmla="*/ 0 h 5489515"/>
              <a:gd name="connsiteX0" fmla="*/ 1483859 w 2935628"/>
              <a:gd name="connsiteY0" fmla="*/ 2677083 h 5485543"/>
              <a:gd name="connsiteX1" fmla="*/ 988361 w 2935628"/>
              <a:gd name="connsiteY1" fmla="*/ 2963121 h 5485543"/>
              <a:gd name="connsiteX2" fmla="*/ 1483859 w 2935628"/>
              <a:gd name="connsiteY2" fmla="*/ 2677083 h 5485543"/>
              <a:gd name="connsiteX3" fmla="*/ 2472880 w 2935628"/>
              <a:gd name="connsiteY3" fmla="*/ 962179 h 5485543"/>
              <a:gd name="connsiteX4" fmla="*/ 1976722 w 2935628"/>
              <a:gd name="connsiteY4" fmla="*/ 1248217 h 5485543"/>
              <a:gd name="connsiteX5" fmla="*/ 2472880 w 2935628"/>
              <a:gd name="connsiteY5" fmla="*/ 962179 h 5485543"/>
              <a:gd name="connsiteX6" fmla="*/ 2682971 w 2935628"/>
              <a:gd name="connsiteY6" fmla="*/ 0 h 5485543"/>
              <a:gd name="connsiteX7" fmla="*/ 2935628 w 2935628"/>
              <a:gd name="connsiteY7" fmla="*/ 652579 h 5485543"/>
              <a:gd name="connsiteX8" fmla="*/ 2798833 w 2935628"/>
              <a:gd name="connsiteY8" fmla="*/ 732435 h 5485543"/>
              <a:gd name="connsiteX9" fmla="*/ 2798181 w 2935628"/>
              <a:gd name="connsiteY9" fmla="*/ 730751 h 5485543"/>
              <a:gd name="connsiteX10" fmla="*/ 2747679 w 2935628"/>
              <a:gd name="connsiteY10" fmla="*/ 701404 h 5485543"/>
              <a:gd name="connsiteX11" fmla="*/ 2749083 w 2935628"/>
              <a:gd name="connsiteY11" fmla="*/ 1120501 h 5485543"/>
              <a:gd name="connsiteX12" fmla="*/ 2255534 w 2935628"/>
              <a:gd name="connsiteY12" fmla="*/ 1408544 h 5485543"/>
              <a:gd name="connsiteX13" fmla="*/ 2255534 w 2935628"/>
              <a:gd name="connsiteY13" fmla="*/ 1977314 h 5485543"/>
              <a:gd name="connsiteX14" fmla="*/ 1761380 w 2935628"/>
              <a:gd name="connsiteY14" fmla="*/ 2264671 h 5485543"/>
              <a:gd name="connsiteX15" fmla="*/ 1761380 w 2935628"/>
              <a:gd name="connsiteY15" fmla="*/ 2833441 h 5485543"/>
              <a:gd name="connsiteX16" fmla="*/ 1267226 w 2935628"/>
              <a:gd name="connsiteY16" fmla="*/ 3120798 h 5485543"/>
              <a:gd name="connsiteX17" fmla="*/ 1267226 w 2935628"/>
              <a:gd name="connsiteY17" fmla="*/ 3689568 h 5485543"/>
              <a:gd name="connsiteX18" fmla="*/ 773072 w 2935628"/>
              <a:gd name="connsiteY18" fmla="*/ 3976925 h 5485543"/>
              <a:gd name="connsiteX19" fmla="*/ 773072 w 2935628"/>
              <a:gd name="connsiteY19" fmla="*/ 4545696 h 5485543"/>
              <a:gd name="connsiteX20" fmla="*/ 278797 w 2935628"/>
              <a:gd name="connsiteY20" fmla="*/ 4833053 h 5485543"/>
              <a:gd name="connsiteX21" fmla="*/ 278797 w 2935628"/>
              <a:gd name="connsiteY21" fmla="*/ 5402509 h 5485543"/>
              <a:gd name="connsiteX22" fmla="*/ 139389 w 2935628"/>
              <a:gd name="connsiteY22" fmla="*/ 5481149 h 5485543"/>
              <a:gd name="connsiteX23" fmla="*/ 138763 w 2935628"/>
              <a:gd name="connsiteY23" fmla="*/ 5477875 h 5485543"/>
              <a:gd name="connsiteX24" fmla="*/ 1966 w 2935628"/>
              <a:gd name="connsiteY24" fmla="*/ 5398028 h 5485543"/>
              <a:gd name="connsiteX25" fmla="*/ 14 w 2935628"/>
              <a:gd name="connsiteY25" fmla="*/ 4678694 h 5485543"/>
              <a:gd name="connsiteX26" fmla="*/ 0 w 2935628"/>
              <a:gd name="connsiteY26" fmla="*/ 4678686 h 5485543"/>
              <a:gd name="connsiteX27" fmla="*/ 14 w 2935628"/>
              <a:gd name="connsiteY27" fmla="*/ 4678678 h 5485543"/>
              <a:gd name="connsiteX28" fmla="*/ 0 w 2935628"/>
              <a:gd name="connsiteY28" fmla="*/ 4673441 h 5485543"/>
              <a:gd name="connsiteX29" fmla="*/ 4533 w 2935628"/>
              <a:gd name="connsiteY29" fmla="*/ 4676066 h 5485543"/>
              <a:gd name="connsiteX30" fmla="*/ 496158 w 2935628"/>
              <a:gd name="connsiteY30" fmla="*/ 4391987 h 5485543"/>
              <a:gd name="connsiteX31" fmla="*/ 499419 w 2935628"/>
              <a:gd name="connsiteY31" fmla="*/ 4392001 h 5485543"/>
              <a:gd name="connsiteX32" fmla="*/ 497453 w 2935628"/>
              <a:gd name="connsiteY32" fmla="*/ 3822534 h 5485543"/>
              <a:gd name="connsiteX33" fmla="*/ 497453 w 2935628"/>
              <a:gd name="connsiteY33" fmla="*/ 3821234 h 5485543"/>
              <a:gd name="connsiteX34" fmla="*/ 991073 w 2935628"/>
              <a:gd name="connsiteY34" fmla="*/ 3536002 h 5485543"/>
              <a:gd name="connsiteX35" fmla="*/ 989671 w 2935628"/>
              <a:gd name="connsiteY35" fmla="*/ 3535183 h 5485543"/>
              <a:gd name="connsiteX36" fmla="*/ 988360 w 2935628"/>
              <a:gd name="connsiteY36" fmla="*/ 2965082 h 5485543"/>
              <a:gd name="connsiteX37" fmla="*/ 1487124 w 2935628"/>
              <a:gd name="connsiteY37" fmla="*/ 2677729 h 5485543"/>
              <a:gd name="connsiteX38" fmla="*/ 1485813 w 2935628"/>
              <a:gd name="connsiteY38" fmla="*/ 2107630 h 5485543"/>
              <a:gd name="connsiteX39" fmla="*/ 1485814 w 2935628"/>
              <a:gd name="connsiteY39" fmla="*/ 2105669 h 5485543"/>
              <a:gd name="connsiteX40" fmla="*/ 1979107 w 2935628"/>
              <a:gd name="connsiteY40" fmla="*/ 1820896 h 5485543"/>
              <a:gd name="connsiteX41" fmla="*/ 1978033 w 2935628"/>
              <a:gd name="connsiteY41" fmla="*/ 1820277 h 5485543"/>
              <a:gd name="connsiteX42" fmla="*/ 1976722 w 2935628"/>
              <a:gd name="connsiteY42" fmla="*/ 1250178 h 5485543"/>
              <a:gd name="connsiteX43" fmla="*/ 2477448 w 2935628"/>
              <a:gd name="connsiteY43" fmla="*/ 963504 h 5485543"/>
              <a:gd name="connsiteX44" fmla="*/ 2476131 w 2935628"/>
              <a:gd name="connsiteY44" fmla="*/ 544593 h 5485543"/>
              <a:gd name="connsiteX45" fmla="*/ 2290902 w 2935628"/>
              <a:gd name="connsiteY45" fmla="*/ 437242 h 5485543"/>
              <a:gd name="connsiteX46" fmla="*/ 2546183 w 2935628"/>
              <a:gd name="connsiteY46" fmla="*/ 78545 h 5485543"/>
              <a:gd name="connsiteX47" fmla="*/ 2546595 w 2935628"/>
              <a:gd name="connsiteY47" fmla="*/ 79611 h 5485543"/>
              <a:gd name="connsiteX48" fmla="*/ 2682971 w 2935628"/>
              <a:gd name="connsiteY48" fmla="*/ 0 h 5485543"/>
              <a:gd name="connsiteX0" fmla="*/ 1483859 w 2935628"/>
              <a:gd name="connsiteY0" fmla="*/ 2677083 h 5483719"/>
              <a:gd name="connsiteX1" fmla="*/ 988361 w 2935628"/>
              <a:gd name="connsiteY1" fmla="*/ 2963121 h 5483719"/>
              <a:gd name="connsiteX2" fmla="*/ 1483859 w 2935628"/>
              <a:gd name="connsiteY2" fmla="*/ 2677083 h 5483719"/>
              <a:gd name="connsiteX3" fmla="*/ 2472880 w 2935628"/>
              <a:gd name="connsiteY3" fmla="*/ 962179 h 5483719"/>
              <a:gd name="connsiteX4" fmla="*/ 1976722 w 2935628"/>
              <a:gd name="connsiteY4" fmla="*/ 1248217 h 5483719"/>
              <a:gd name="connsiteX5" fmla="*/ 2472880 w 2935628"/>
              <a:gd name="connsiteY5" fmla="*/ 962179 h 5483719"/>
              <a:gd name="connsiteX6" fmla="*/ 2682971 w 2935628"/>
              <a:gd name="connsiteY6" fmla="*/ 0 h 5483719"/>
              <a:gd name="connsiteX7" fmla="*/ 2935628 w 2935628"/>
              <a:gd name="connsiteY7" fmla="*/ 652579 h 5483719"/>
              <a:gd name="connsiteX8" fmla="*/ 2798833 w 2935628"/>
              <a:gd name="connsiteY8" fmla="*/ 732435 h 5483719"/>
              <a:gd name="connsiteX9" fmla="*/ 2798181 w 2935628"/>
              <a:gd name="connsiteY9" fmla="*/ 730751 h 5483719"/>
              <a:gd name="connsiteX10" fmla="*/ 2747679 w 2935628"/>
              <a:gd name="connsiteY10" fmla="*/ 701404 h 5483719"/>
              <a:gd name="connsiteX11" fmla="*/ 2749083 w 2935628"/>
              <a:gd name="connsiteY11" fmla="*/ 1120501 h 5483719"/>
              <a:gd name="connsiteX12" fmla="*/ 2255534 w 2935628"/>
              <a:gd name="connsiteY12" fmla="*/ 1408544 h 5483719"/>
              <a:gd name="connsiteX13" fmla="*/ 2255534 w 2935628"/>
              <a:gd name="connsiteY13" fmla="*/ 1977314 h 5483719"/>
              <a:gd name="connsiteX14" fmla="*/ 1761380 w 2935628"/>
              <a:gd name="connsiteY14" fmla="*/ 2264671 h 5483719"/>
              <a:gd name="connsiteX15" fmla="*/ 1761380 w 2935628"/>
              <a:gd name="connsiteY15" fmla="*/ 2833441 h 5483719"/>
              <a:gd name="connsiteX16" fmla="*/ 1267226 w 2935628"/>
              <a:gd name="connsiteY16" fmla="*/ 3120798 h 5483719"/>
              <a:gd name="connsiteX17" fmla="*/ 1267226 w 2935628"/>
              <a:gd name="connsiteY17" fmla="*/ 3689568 h 5483719"/>
              <a:gd name="connsiteX18" fmla="*/ 773072 w 2935628"/>
              <a:gd name="connsiteY18" fmla="*/ 3976925 h 5483719"/>
              <a:gd name="connsiteX19" fmla="*/ 773072 w 2935628"/>
              <a:gd name="connsiteY19" fmla="*/ 4545696 h 5483719"/>
              <a:gd name="connsiteX20" fmla="*/ 278797 w 2935628"/>
              <a:gd name="connsiteY20" fmla="*/ 4833053 h 5483719"/>
              <a:gd name="connsiteX21" fmla="*/ 278797 w 2935628"/>
              <a:gd name="connsiteY21" fmla="*/ 5402509 h 5483719"/>
              <a:gd name="connsiteX22" fmla="*/ 139389 w 2935628"/>
              <a:gd name="connsiteY22" fmla="*/ 5481149 h 5483719"/>
              <a:gd name="connsiteX23" fmla="*/ 138763 w 2935628"/>
              <a:gd name="connsiteY23" fmla="*/ 5458825 h 5483719"/>
              <a:gd name="connsiteX24" fmla="*/ 1966 w 2935628"/>
              <a:gd name="connsiteY24" fmla="*/ 5398028 h 5483719"/>
              <a:gd name="connsiteX25" fmla="*/ 14 w 2935628"/>
              <a:gd name="connsiteY25" fmla="*/ 4678694 h 5483719"/>
              <a:gd name="connsiteX26" fmla="*/ 0 w 2935628"/>
              <a:gd name="connsiteY26" fmla="*/ 4678686 h 5483719"/>
              <a:gd name="connsiteX27" fmla="*/ 14 w 2935628"/>
              <a:gd name="connsiteY27" fmla="*/ 4678678 h 5483719"/>
              <a:gd name="connsiteX28" fmla="*/ 0 w 2935628"/>
              <a:gd name="connsiteY28" fmla="*/ 4673441 h 5483719"/>
              <a:gd name="connsiteX29" fmla="*/ 4533 w 2935628"/>
              <a:gd name="connsiteY29" fmla="*/ 4676066 h 5483719"/>
              <a:gd name="connsiteX30" fmla="*/ 496158 w 2935628"/>
              <a:gd name="connsiteY30" fmla="*/ 4391987 h 5483719"/>
              <a:gd name="connsiteX31" fmla="*/ 499419 w 2935628"/>
              <a:gd name="connsiteY31" fmla="*/ 4392001 h 5483719"/>
              <a:gd name="connsiteX32" fmla="*/ 497453 w 2935628"/>
              <a:gd name="connsiteY32" fmla="*/ 3822534 h 5483719"/>
              <a:gd name="connsiteX33" fmla="*/ 497453 w 2935628"/>
              <a:gd name="connsiteY33" fmla="*/ 3821234 h 5483719"/>
              <a:gd name="connsiteX34" fmla="*/ 991073 w 2935628"/>
              <a:gd name="connsiteY34" fmla="*/ 3536002 h 5483719"/>
              <a:gd name="connsiteX35" fmla="*/ 989671 w 2935628"/>
              <a:gd name="connsiteY35" fmla="*/ 3535183 h 5483719"/>
              <a:gd name="connsiteX36" fmla="*/ 988360 w 2935628"/>
              <a:gd name="connsiteY36" fmla="*/ 2965082 h 5483719"/>
              <a:gd name="connsiteX37" fmla="*/ 1487124 w 2935628"/>
              <a:gd name="connsiteY37" fmla="*/ 2677729 h 5483719"/>
              <a:gd name="connsiteX38" fmla="*/ 1485813 w 2935628"/>
              <a:gd name="connsiteY38" fmla="*/ 2107630 h 5483719"/>
              <a:gd name="connsiteX39" fmla="*/ 1485814 w 2935628"/>
              <a:gd name="connsiteY39" fmla="*/ 2105669 h 5483719"/>
              <a:gd name="connsiteX40" fmla="*/ 1979107 w 2935628"/>
              <a:gd name="connsiteY40" fmla="*/ 1820896 h 5483719"/>
              <a:gd name="connsiteX41" fmla="*/ 1978033 w 2935628"/>
              <a:gd name="connsiteY41" fmla="*/ 1820277 h 5483719"/>
              <a:gd name="connsiteX42" fmla="*/ 1976722 w 2935628"/>
              <a:gd name="connsiteY42" fmla="*/ 1250178 h 5483719"/>
              <a:gd name="connsiteX43" fmla="*/ 2477448 w 2935628"/>
              <a:gd name="connsiteY43" fmla="*/ 963504 h 5483719"/>
              <a:gd name="connsiteX44" fmla="*/ 2476131 w 2935628"/>
              <a:gd name="connsiteY44" fmla="*/ 544593 h 5483719"/>
              <a:gd name="connsiteX45" fmla="*/ 2290902 w 2935628"/>
              <a:gd name="connsiteY45" fmla="*/ 437242 h 5483719"/>
              <a:gd name="connsiteX46" fmla="*/ 2546183 w 2935628"/>
              <a:gd name="connsiteY46" fmla="*/ 78545 h 5483719"/>
              <a:gd name="connsiteX47" fmla="*/ 2546595 w 2935628"/>
              <a:gd name="connsiteY47" fmla="*/ 79611 h 5483719"/>
              <a:gd name="connsiteX48" fmla="*/ 2682971 w 2935628"/>
              <a:gd name="connsiteY48" fmla="*/ 0 h 5483719"/>
              <a:gd name="connsiteX0" fmla="*/ 1483859 w 2935628"/>
              <a:gd name="connsiteY0" fmla="*/ 2677083 h 5472713"/>
              <a:gd name="connsiteX1" fmla="*/ 988361 w 2935628"/>
              <a:gd name="connsiteY1" fmla="*/ 2963121 h 5472713"/>
              <a:gd name="connsiteX2" fmla="*/ 1483859 w 2935628"/>
              <a:gd name="connsiteY2" fmla="*/ 2677083 h 5472713"/>
              <a:gd name="connsiteX3" fmla="*/ 2472880 w 2935628"/>
              <a:gd name="connsiteY3" fmla="*/ 962179 h 5472713"/>
              <a:gd name="connsiteX4" fmla="*/ 1976722 w 2935628"/>
              <a:gd name="connsiteY4" fmla="*/ 1248217 h 5472713"/>
              <a:gd name="connsiteX5" fmla="*/ 2472880 w 2935628"/>
              <a:gd name="connsiteY5" fmla="*/ 962179 h 5472713"/>
              <a:gd name="connsiteX6" fmla="*/ 2682971 w 2935628"/>
              <a:gd name="connsiteY6" fmla="*/ 0 h 5472713"/>
              <a:gd name="connsiteX7" fmla="*/ 2935628 w 2935628"/>
              <a:gd name="connsiteY7" fmla="*/ 652579 h 5472713"/>
              <a:gd name="connsiteX8" fmla="*/ 2798833 w 2935628"/>
              <a:gd name="connsiteY8" fmla="*/ 732435 h 5472713"/>
              <a:gd name="connsiteX9" fmla="*/ 2798181 w 2935628"/>
              <a:gd name="connsiteY9" fmla="*/ 730751 h 5472713"/>
              <a:gd name="connsiteX10" fmla="*/ 2747679 w 2935628"/>
              <a:gd name="connsiteY10" fmla="*/ 701404 h 5472713"/>
              <a:gd name="connsiteX11" fmla="*/ 2749083 w 2935628"/>
              <a:gd name="connsiteY11" fmla="*/ 1120501 h 5472713"/>
              <a:gd name="connsiteX12" fmla="*/ 2255534 w 2935628"/>
              <a:gd name="connsiteY12" fmla="*/ 1408544 h 5472713"/>
              <a:gd name="connsiteX13" fmla="*/ 2255534 w 2935628"/>
              <a:gd name="connsiteY13" fmla="*/ 1977314 h 5472713"/>
              <a:gd name="connsiteX14" fmla="*/ 1761380 w 2935628"/>
              <a:gd name="connsiteY14" fmla="*/ 2264671 h 5472713"/>
              <a:gd name="connsiteX15" fmla="*/ 1761380 w 2935628"/>
              <a:gd name="connsiteY15" fmla="*/ 2833441 h 5472713"/>
              <a:gd name="connsiteX16" fmla="*/ 1267226 w 2935628"/>
              <a:gd name="connsiteY16" fmla="*/ 3120798 h 5472713"/>
              <a:gd name="connsiteX17" fmla="*/ 1267226 w 2935628"/>
              <a:gd name="connsiteY17" fmla="*/ 3689568 h 5472713"/>
              <a:gd name="connsiteX18" fmla="*/ 773072 w 2935628"/>
              <a:gd name="connsiteY18" fmla="*/ 3976925 h 5472713"/>
              <a:gd name="connsiteX19" fmla="*/ 773072 w 2935628"/>
              <a:gd name="connsiteY19" fmla="*/ 4545696 h 5472713"/>
              <a:gd name="connsiteX20" fmla="*/ 278797 w 2935628"/>
              <a:gd name="connsiteY20" fmla="*/ 4833053 h 5472713"/>
              <a:gd name="connsiteX21" fmla="*/ 278797 w 2935628"/>
              <a:gd name="connsiteY21" fmla="*/ 5402509 h 5472713"/>
              <a:gd name="connsiteX22" fmla="*/ 160821 w 2935628"/>
              <a:gd name="connsiteY22" fmla="*/ 5469243 h 5472713"/>
              <a:gd name="connsiteX23" fmla="*/ 138763 w 2935628"/>
              <a:gd name="connsiteY23" fmla="*/ 5458825 h 5472713"/>
              <a:gd name="connsiteX24" fmla="*/ 1966 w 2935628"/>
              <a:gd name="connsiteY24" fmla="*/ 5398028 h 5472713"/>
              <a:gd name="connsiteX25" fmla="*/ 14 w 2935628"/>
              <a:gd name="connsiteY25" fmla="*/ 4678694 h 5472713"/>
              <a:gd name="connsiteX26" fmla="*/ 0 w 2935628"/>
              <a:gd name="connsiteY26" fmla="*/ 4678686 h 5472713"/>
              <a:gd name="connsiteX27" fmla="*/ 14 w 2935628"/>
              <a:gd name="connsiteY27" fmla="*/ 4678678 h 5472713"/>
              <a:gd name="connsiteX28" fmla="*/ 0 w 2935628"/>
              <a:gd name="connsiteY28" fmla="*/ 4673441 h 5472713"/>
              <a:gd name="connsiteX29" fmla="*/ 4533 w 2935628"/>
              <a:gd name="connsiteY29" fmla="*/ 4676066 h 5472713"/>
              <a:gd name="connsiteX30" fmla="*/ 496158 w 2935628"/>
              <a:gd name="connsiteY30" fmla="*/ 4391987 h 5472713"/>
              <a:gd name="connsiteX31" fmla="*/ 499419 w 2935628"/>
              <a:gd name="connsiteY31" fmla="*/ 4392001 h 5472713"/>
              <a:gd name="connsiteX32" fmla="*/ 497453 w 2935628"/>
              <a:gd name="connsiteY32" fmla="*/ 3822534 h 5472713"/>
              <a:gd name="connsiteX33" fmla="*/ 497453 w 2935628"/>
              <a:gd name="connsiteY33" fmla="*/ 3821234 h 5472713"/>
              <a:gd name="connsiteX34" fmla="*/ 991073 w 2935628"/>
              <a:gd name="connsiteY34" fmla="*/ 3536002 h 5472713"/>
              <a:gd name="connsiteX35" fmla="*/ 989671 w 2935628"/>
              <a:gd name="connsiteY35" fmla="*/ 3535183 h 5472713"/>
              <a:gd name="connsiteX36" fmla="*/ 988360 w 2935628"/>
              <a:gd name="connsiteY36" fmla="*/ 2965082 h 5472713"/>
              <a:gd name="connsiteX37" fmla="*/ 1487124 w 2935628"/>
              <a:gd name="connsiteY37" fmla="*/ 2677729 h 5472713"/>
              <a:gd name="connsiteX38" fmla="*/ 1485813 w 2935628"/>
              <a:gd name="connsiteY38" fmla="*/ 2107630 h 5472713"/>
              <a:gd name="connsiteX39" fmla="*/ 1485814 w 2935628"/>
              <a:gd name="connsiteY39" fmla="*/ 2105669 h 5472713"/>
              <a:gd name="connsiteX40" fmla="*/ 1979107 w 2935628"/>
              <a:gd name="connsiteY40" fmla="*/ 1820896 h 5472713"/>
              <a:gd name="connsiteX41" fmla="*/ 1978033 w 2935628"/>
              <a:gd name="connsiteY41" fmla="*/ 1820277 h 5472713"/>
              <a:gd name="connsiteX42" fmla="*/ 1976722 w 2935628"/>
              <a:gd name="connsiteY42" fmla="*/ 1250178 h 5472713"/>
              <a:gd name="connsiteX43" fmla="*/ 2477448 w 2935628"/>
              <a:gd name="connsiteY43" fmla="*/ 963504 h 5472713"/>
              <a:gd name="connsiteX44" fmla="*/ 2476131 w 2935628"/>
              <a:gd name="connsiteY44" fmla="*/ 544593 h 5472713"/>
              <a:gd name="connsiteX45" fmla="*/ 2290902 w 2935628"/>
              <a:gd name="connsiteY45" fmla="*/ 437242 h 5472713"/>
              <a:gd name="connsiteX46" fmla="*/ 2546183 w 2935628"/>
              <a:gd name="connsiteY46" fmla="*/ 78545 h 5472713"/>
              <a:gd name="connsiteX47" fmla="*/ 2546595 w 2935628"/>
              <a:gd name="connsiteY47" fmla="*/ 79611 h 5472713"/>
              <a:gd name="connsiteX48" fmla="*/ 2682971 w 2935628"/>
              <a:gd name="connsiteY48" fmla="*/ 0 h 5472713"/>
              <a:gd name="connsiteX0" fmla="*/ 1483859 w 2935628"/>
              <a:gd name="connsiteY0" fmla="*/ 2677083 h 5477875"/>
              <a:gd name="connsiteX1" fmla="*/ 988361 w 2935628"/>
              <a:gd name="connsiteY1" fmla="*/ 2963121 h 5477875"/>
              <a:gd name="connsiteX2" fmla="*/ 1483859 w 2935628"/>
              <a:gd name="connsiteY2" fmla="*/ 2677083 h 5477875"/>
              <a:gd name="connsiteX3" fmla="*/ 2472880 w 2935628"/>
              <a:gd name="connsiteY3" fmla="*/ 962179 h 5477875"/>
              <a:gd name="connsiteX4" fmla="*/ 1976722 w 2935628"/>
              <a:gd name="connsiteY4" fmla="*/ 1248217 h 5477875"/>
              <a:gd name="connsiteX5" fmla="*/ 2472880 w 2935628"/>
              <a:gd name="connsiteY5" fmla="*/ 962179 h 5477875"/>
              <a:gd name="connsiteX6" fmla="*/ 2682971 w 2935628"/>
              <a:gd name="connsiteY6" fmla="*/ 0 h 5477875"/>
              <a:gd name="connsiteX7" fmla="*/ 2935628 w 2935628"/>
              <a:gd name="connsiteY7" fmla="*/ 652579 h 5477875"/>
              <a:gd name="connsiteX8" fmla="*/ 2798833 w 2935628"/>
              <a:gd name="connsiteY8" fmla="*/ 732435 h 5477875"/>
              <a:gd name="connsiteX9" fmla="*/ 2798181 w 2935628"/>
              <a:gd name="connsiteY9" fmla="*/ 730751 h 5477875"/>
              <a:gd name="connsiteX10" fmla="*/ 2747679 w 2935628"/>
              <a:gd name="connsiteY10" fmla="*/ 701404 h 5477875"/>
              <a:gd name="connsiteX11" fmla="*/ 2749083 w 2935628"/>
              <a:gd name="connsiteY11" fmla="*/ 1120501 h 5477875"/>
              <a:gd name="connsiteX12" fmla="*/ 2255534 w 2935628"/>
              <a:gd name="connsiteY12" fmla="*/ 1408544 h 5477875"/>
              <a:gd name="connsiteX13" fmla="*/ 2255534 w 2935628"/>
              <a:gd name="connsiteY13" fmla="*/ 1977314 h 5477875"/>
              <a:gd name="connsiteX14" fmla="*/ 1761380 w 2935628"/>
              <a:gd name="connsiteY14" fmla="*/ 2264671 h 5477875"/>
              <a:gd name="connsiteX15" fmla="*/ 1761380 w 2935628"/>
              <a:gd name="connsiteY15" fmla="*/ 2833441 h 5477875"/>
              <a:gd name="connsiteX16" fmla="*/ 1267226 w 2935628"/>
              <a:gd name="connsiteY16" fmla="*/ 3120798 h 5477875"/>
              <a:gd name="connsiteX17" fmla="*/ 1267226 w 2935628"/>
              <a:gd name="connsiteY17" fmla="*/ 3689568 h 5477875"/>
              <a:gd name="connsiteX18" fmla="*/ 773072 w 2935628"/>
              <a:gd name="connsiteY18" fmla="*/ 3976925 h 5477875"/>
              <a:gd name="connsiteX19" fmla="*/ 773072 w 2935628"/>
              <a:gd name="connsiteY19" fmla="*/ 4545696 h 5477875"/>
              <a:gd name="connsiteX20" fmla="*/ 278797 w 2935628"/>
              <a:gd name="connsiteY20" fmla="*/ 4833053 h 5477875"/>
              <a:gd name="connsiteX21" fmla="*/ 278797 w 2935628"/>
              <a:gd name="connsiteY21" fmla="*/ 5402509 h 5477875"/>
              <a:gd name="connsiteX22" fmla="*/ 160821 w 2935628"/>
              <a:gd name="connsiteY22" fmla="*/ 5469243 h 5477875"/>
              <a:gd name="connsiteX23" fmla="*/ 138763 w 2935628"/>
              <a:gd name="connsiteY23" fmla="*/ 5477875 h 5477875"/>
              <a:gd name="connsiteX24" fmla="*/ 1966 w 2935628"/>
              <a:gd name="connsiteY24" fmla="*/ 5398028 h 5477875"/>
              <a:gd name="connsiteX25" fmla="*/ 14 w 2935628"/>
              <a:gd name="connsiteY25" fmla="*/ 4678694 h 5477875"/>
              <a:gd name="connsiteX26" fmla="*/ 0 w 2935628"/>
              <a:gd name="connsiteY26" fmla="*/ 4678686 h 5477875"/>
              <a:gd name="connsiteX27" fmla="*/ 14 w 2935628"/>
              <a:gd name="connsiteY27" fmla="*/ 4678678 h 5477875"/>
              <a:gd name="connsiteX28" fmla="*/ 0 w 2935628"/>
              <a:gd name="connsiteY28" fmla="*/ 4673441 h 5477875"/>
              <a:gd name="connsiteX29" fmla="*/ 4533 w 2935628"/>
              <a:gd name="connsiteY29" fmla="*/ 4676066 h 5477875"/>
              <a:gd name="connsiteX30" fmla="*/ 496158 w 2935628"/>
              <a:gd name="connsiteY30" fmla="*/ 4391987 h 5477875"/>
              <a:gd name="connsiteX31" fmla="*/ 499419 w 2935628"/>
              <a:gd name="connsiteY31" fmla="*/ 4392001 h 5477875"/>
              <a:gd name="connsiteX32" fmla="*/ 497453 w 2935628"/>
              <a:gd name="connsiteY32" fmla="*/ 3822534 h 5477875"/>
              <a:gd name="connsiteX33" fmla="*/ 497453 w 2935628"/>
              <a:gd name="connsiteY33" fmla="*/ 3821234 h 5477875"/>
              <a:gd name="connsiteX34" fmla="*/ 991073 w 2935628"/>
              <a:gd name="connsiteY34" fmla="*/ 3536002 h 5477875"/>
              <a:gd name="connsiteX35" fmla="*/ 989671 w 2935628"/>
              <a:gd name="connsiteY35" fmla="*/ 3535183 h 5477875"/>
              <a:gd name="connsiteX36" fmla="*/ 988360 w 2935628"/>
              <a:gd name="connsiteY36" fmla="*/ 2965082 h 5477875"/>
              <a:gd name="connsiteX37" fmla="*/ 1487124 w 2935628"/>
              <a:gd name="connsiteY37" fmla="*/ 2677729 h 5477875"/>
              <a:gd name="connsiteX38" fmla="*/ 1485813 w 2935628"/>
              <a:gd name="connsiteY38" fmla="*/ 2107630 h 5477875"/>
              <a:gd name="connsiteX39" fmla="*/ 1485814 w 2935628"/>
              <a:gd name="connsiteY39" fmla="*/ 2105669 h 5477875"/>
              <a:gd name="connsiteX40" fmla="*/ 1979107 w 2935628"/>
              <a:gd name="connsiteY40" fmla="*/ 1820896 h 5477875"/>
              <a:gd name="connsiteX41" fmla="*/ 1978033 w 2935628"/>
              <a:gd name="connsiteY41" fmla="*/ 1820277 h 5477875"/>
              <a:gd name="connsiteX42" fmla="*/ 1976722 w 2935628"/>
              <a:gd name="connsiteY42" fmla="*/ 1250178 h 5477875"/>
              <a:gd name="connsiteX43" fmla="*/ 2477448 w 2935628"/>
              <a:gd name="connsiteY43" fmla="*/ 963504 h 5477875"/>
              <a:gd name="connsiteX44" fmla="*/ 2476131 w 2935628"/>
              <a:gd name="connsiteY44" fmla="*/ 544593 h 5477875"/>
              <a:gd name="connsiteX45" fmla="*/ 2290902 w 2935628"/>
              <a:gd name="connsiteY45" fmla="*/ 437242 h 5477875"/>
              <a:gd name="connsiteX46" fmla="*/ 2546183 w 2935628"/>
              <a:gd name="connsiteY46" fmla="*/ 78545 h 5477875"/>
              <a:gd name="connsiteX47" fmla="*/ 2546595 w 2935628"/>
              <a:gd name="connsiteY47" fmla="*/ 79611 h 5477875"/>
              <a:gd name="connsiteX48" fmla="*/ 2682971 w 2935628"/>
              <a:gd name="connsiteY48" fmla="*/ 0 h 5477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2935628" h="5477875">
                <a:moveTo>
                  <a:pt x="1483859" y="2677083"/>
                </a:moveTo>
                <a:lnTo>
                  <a:pt x="988361" y="2963121"/>
                </a:lnTo>
                <a:lnTo>
                  <a:pt x="1483859" y="2677083"/>
                </a:lnTo>
                <a:close/>
                <a:moveTo>
                  <a:pt x="2472880" y="962179"/>
                </a:moveTo>
                <a:lnTo>
                  <a:pt x="1976722" y="1248217"/>
                </a:lnTo>
                <a:lnTo>
                  <a:pt x="2472880" y="962179"/>
                </a:lnTo>
                <a:close/>
                <a:moveTo>
                  <a:pt x="2682971" y="0"/>
                </a:moveTo>
                <a:lnTo>
                  <a:pt x="2935628" y="652579"/>
                </a:lnTo>
                <a:lnTo>
                  <a:pt x="2798833" y="732435"/>
                </a:lnTo>
                <a:lnTo>
                  <a:pt x="2798181" y="730751"/>
                </a:lnTo>
                <a:lnTo>
                  <a:pt x="2747679" y="701404"/>
                </a:lnTo>
                <a:lnTo>
                  <a:pt x="2749083" y="1120501"/>
                </a:lnTo>
                <a:lnTo>
                  <a:pt x="2255534" y="1408544"/>
                </a:lnTo>
                <a:lnTo>
                  <a:pt x="2255534" y="1977314"/>
                </a:lnTo>
                <a:lnTo>
                  <a:pt x="1761380" y="2264671"/>
                </a:lnTo>
                <a:lnTo>
                  <a:pt x="1761380" y="2833441"/>
                </a:lnTo>
                <a:lnTo>
                  <a:pt x="1267226" y="3120798"/>
                </a:lnTo>
                <a:lnTo>
                  <a:pt x="1267226" y="3689568"/>
                </a:lnTo>
                <a:lnTo>
                  <a:pt x="773072" y="3976925"/>
                </a:lnTo>
                <a:lnTo>
                  <a:pt x="773072" y="4545696"/>
                </a:lnTo>
                <a:lnTo>
                  <a:pt x="278797" y="4833053"/>
                </a:lnTo>
                <a:lnTo>
                  <a:pt x="278797" y="5402509"/>
                </a:lnTo>
                <a:lnTo>
                  <a:pt x="160821" y="5469243"/>
                </a:lnTo>
                <a:cubicBezTo>
                  <a:pt x="137482" y="5481804"/>
                  <a:pt x="140236" y="5475060"/>
                  <a:pt x="138763" y="5477875"/>
                </a:cubicBezTo>
                <a:lnTo>
                  <a:pt x="1966" y="5398028"/>
                </a:lnTo>
                <a:cubicBezTo>
                  <a:pt x="1315" y="5158250"/>
                  <a:pt x="665" y="4918472"/>
                  <a:pt x="14" y="4678694"/>
                </a:cubicBezTo>
                <a:cubicBezTo>
                  <a:pt x="9" y="4678691"/>
                  <a:pt x="5" y="4678689"/>
                  <a:pt x="0" y="4678686"/>
                </a:cubicBezTo>
                <a:cubicBezTo>
                  <a:pt x="5" y="4678683"/>
                  <a:pt x="9" y="4678681"/>
                  <a:pt x="14" y="4678678"/>
                </a:cubicBezTo>
                <a:cubicBezTo>
                  <a:pt x="9" y="4676932"/>
                  <a:pt x="5" y="4675187"/>
                  <a:pt x="0" y="4673441"/>
                </a:cubicBezTo>
                <a:lnTo>
                  <a:pt x="4533" y="4676066"/>
                </a:lnTo>
                <a:lnTo>
                  <a:pt x="496158" y="4391987"/>
                </a:lnTo>
                <a:lnTo>
                  <a:pt x="499419" y="4392001"/>
                </a:lnTo>
                <a:cubicBezTo>
                  <a:pt x="498764" y="4202179"/>
                  <a:pt x="498108" y="4012356"/>
                  <a:pt x="497453" y="3822534"/>
                </a:cubicBezTo>
                <a:lnTo>
                  <a:pt x="497453" y="3821234"/>
                </a:lnTo>
                <a:lnTo>
                  <a:pt x="991073" y="3536002"/>
                </a:lnTo>
                <a:lnTo>
                  <a:pt x="989671" y="3535183"/>
                </a:lnTo>
                <a:lnTo>
                  <a:pt x="988360" y="2965082"/>
                </a:lnTo>
                <a:lnTo>
                  <a:pt x="1487124" y="2677729"/>
                </a:lnTo>
                <a:lnTo>
                  <a:pt x="1485813" y="2107630"/>
                </a:lnTo>
                <a:cubicBezTo>
                  <a:pt x="1485813" y="2106976"/>
                  <a:pt x="1485814" y="2106323"/>
                  <a:pt x="1485814" y="2105669"/>
                </a:cubicBezTo>
                <a:lnTo>
                  <a:pt x="1979107" y="1820896"/>
                </a:lnTo>
                <a:lnTo>
                  <a:pt x="1978033" y="1820277"/>
                </a:lnTo>
                <a:lnTo>
                  <a:pt x="1976722" y="1250178"/>
                </a:lnTo>
                <a:lnTo>
                  <a:pt x="2477448" y="963504"/>
                </a:lnTo>
                <a:lnTo>
                  <a:pt x="2476131" y="544593"/>
                </a:lnTo>
                <a:lnTo>
                  <a:pt x="2290902" y="437242"/>
                </a:lnTo>
                <a:lnTo>
                  <a:pt x="2546183" y="78545"/>
                </a:lnTo>
                <a:lnTo>
                  <a:pt x="2546595" y="79611"/>
                </a:lnTo>
                <a:lnTo>
                  <a:pt x="2682971" y="0"/>
                </a:ln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1676F-AC33-4411-A198-621F8385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F2326-074A-4E01-BE4D-0E18E84EE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Staircase with 5 Steps and Arrow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A069F-FC75-47AA-A25B-14C443E1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E5203A8-49C7-4BA7-8225-5EAB3729D5CC}"/>
              </a:ext>
            </a:extLst>
          </p:cNvPr>
          <p:cNvGrpSpPr/>
          <p:nvPr/>
        </p:nvGrpSpPr>
        <p:grpSpPr>
          <a:xfrm>
            <a:off x="4020998" y="1053618"/>
            <a:ext cx="2814919" cy="5255773"/>
            <a:chOff x="4020998" y="1053618"/>
            <a:chExt cx="2814919" cy="5255773"/>
          </a:xfrm>
        </p:grpSpPr>
        <p:sp>
          <p:nvSpPr>
            <p:cNvPr id="19" name="Figure">
              <a:extLst>
                <a:ext uri="{FF2B5EF4-FFF2-40B4-BE49-F238E27FC236}">
                  <a16:creationId xmlns:a16="http://schemas.microsoft.com/office/drawing/2014/main" id="{22BF1C61-A5CC-41DF-A7DE-C5456AA958DE}"/>
                </a:ext>
              </a:extLst>
            </p:cNvPr>
            <p:cNvSpPr/>
            <p:nvPr/>
          </p:nvSpPr>
          <p:spPr>
            <a:xfrm>
              <a:off x="4152800" y="1574552"/>
              <a:ext cx="2504242" cy="47348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84" y="0"/>
                  </a:moveTo>
                  <a:lnTo>
                    <a:pt x="21600" y="2525"/>
                  </a:lnTo>
                  <a:lnTo>
                    <a:pt x="17518" y="3785"/>
                  </a:lnTo>
                  <a:lnTo>
                    <a:pt x="17518" y="6273"/>
                  </a:lnTo>
                  <a:lnTo>
                    <a:pt x="13431" y="7530"/>
                  </a:lnTo>
                  <a:lnTo>
                    <a:pt x="13431" y="10018"/>
                  </a:lnTo>
                  <a:lnTo>
                    <a:pt x="9344" y="11275"/>
                  </a:lnTo>
                  <a:lnTo>
                    <a:pt x="9344" y="13763"/>
                  </a:lnTo>
                  <a:lnTo>
                    <a:pt x="5257" y="15020"/>
                  </a:lnTo>
                  <a:lnTo>
                    <a:pt x="5257" y="17508"/>
                  </a:lnTo>
                  <a:lnTo>
                    <a:pt x="1169" y="18765"/>
                  </a:lnTo>
                  <a:lnTo>
                    <a:pt x="1169" y="21256"/>
                  </a:lnTo>
                  <a:lnTo>
                    <a:pt x="16" y="21600"/>
                  </a:lnTo>
                  <a:lnTo>
                    <a:pt x="0" y="18428"/>
                  </a:lnTo>
                  <a:lnTo>
                    <a:pt x="4103" y="17176"/>
                  </a:lnTo>
                  <a:lnTo>
                    <a:pt x="4087" y="14683"/>
                  </a:lnTo>
                  <a:lnTo>
                    <a:pt x="8191" y="13431"/>
                  </a:lnTo>
                  <a:lnTo>
                    <a:pt x="8180" y="10937"/>
                  </a:lnTo>
                  <a:lnTo>
                    <a:pt x="12278" y="9683"/>
                  </a:lnTo>
                  <a:lnTo>
                    <a:pt x="12267" y="7192"/>
                  </a:lnTo>
                  <a:lnTo>
                    <a:pt x="16371" y="5938"/>
                  </a:lnTo>
                  <a:lnTo>
                    <a:pt x="16354" y="3447"/>
                  </a:lnTo>
                  <a:lnTo>
                    <a:pt x="20458" y="2193"/>
                  </a:lnTo>
                  <a:lnTo>
                    <a:pt x="20447" y="34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1" name="Figure">
              <a:extLst>
                <a:ext uri="{FF2B5EF4-FFF2-40B4-BE49-F238E27FC236}">
                  <a16:creationId xmlns:a16="http://schemas.microsoft.com/office/drawing/2014/main" id="{F525DBCC-3861-41A9-81CF-ED4A26D638DF}"/>
                </a:ext>
              </a:extLst>
            </p:cNvPr>
            <p:cNvSpPr/>
            <p:nvPr/>
          </p:nvSpPr>
          <p:spPr>
            <a:xfrm>
              <a:off x="4020998" y="5265014"/>
              <a:ext cx="606918" cy="3508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68" y="21600"/>
                  </a:moveTo>
                  <a:lnTo>
                    <a:pt x="0" y="16925"/>
                  </a:lnTo>
                  <a:lnTo>
                    <a:pt x="16932" y="0"/>
                  </a:lnTo>
                  <a:lnTo>
                    <a:pt x="21600" y="4714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2" name="Figure">
              <a:extLst>
                <a:ext uri="{FF2B5EF4-FFF2-40B4-BE49-F238E27FC236}">
                  <a16:creationId xmlns:a16="http://schemas.microsoft.com/office/drawing/2014/main" id="{FD1974DA-D9BD-4D2F-AA02-B259E29E4765}"/>
                </a:ext>
              </a:extLst>
            </p:cNvPr>
            <p:cNvSpPr/>
            <p:nvPr/>
          </p:nvSpPr>
          <p:spPr>
            <a:xfrm>
              <a:off x="4020998" y="5534895"/>
              <a:ext cx="133057" cy="7713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306" y="19456"/>
                  </a:lnTo>
                  <a:lnTo>
                    <a:pt x="0" y="0"/>
                  </a:lnTo>
                  <a:lnTo>
                    <a:pt x="21294" y="2127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3" name="Figure">
              <a:extLst>
                <a:ext uri="{FF2B5EF4-FFF2-40B4-BE49-F238E27FC236}">
                  <a16:creationId xmlns:a16="http://schemas.microsoft.com/office/drawing/2014/main" id="{975CFE24-CAFC-4D65-A71A-D8374FAEF163}"/>
                </a:ext>
              </a:extLst>
            </p:cNvPr>
            <p:cNvSpPr/>
            <p:nvPr/>
          </p:nvSpPr>
          <p:spPr>
            <a:xfrm>
              <a:off x="4497996" y="4442819"/>
              <a:ext cx="606918" cy="3508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68" y="21600"/>
                  </a:moveTo>
                  <a:lnTo>
                    <a:pt x="0" y="16925"/>
                  </a:lnTo>
                  <a:lnTo>
                    <a:pt x="16932" y="0"/>
                  </a:lnTo>
                  <a:lnTo>
                    <a:pt x="21600" y="4714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4" name="Figure">
              <a:extLst>
                <a:ext uri="{FF2B5EF4-FFF2-40B4-BE49-F238E27FC236}">
                  <a16:creationId xmlns:a16="http://schemas.microsoft.com/office/drawing/2014/main" id="{2CF80D65-2F02-4FAF-8664-EF51B9F0ADF2}"/>
                </a:ext>
              </a:extLst>
            </p:cNvPr>
            <p:cNvSpPr/>
            <p:nvPr/>
          </p:nvSpPr>
          <p:spPr>
            <a:xfrm>
              <a:off x="4497996" y="4718976"/>
              <a:ext cx="133057" cy="622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306" y="18944"/>
                  </a:lnTo>
                  <a:lnTo>
                    <a:pt x="0" y="0"/>
                  </a:lnTo>
                  <a:lnTo>
                    <a:pt x="21294" y="263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5" name="Figure">
              <a:extLst>
                <a:ext uri="{FF2B5EF4-FFF2-40B4-BE49-F238E27FC236}">
                  <a16:creationId xmlns:a16="http://schemas.microsoft.com/office/drawing/2014/main" id="{479C2DD2-9031-4F5D-A3FF-C5EA78C36963}"/>
                </a:ext>
              </a:extLst>
            </p:cNvPr>
            <p:cNvSpPr/>
            <p:nvPr/>
          </p:nvSpPr>
          <p:spPr>
            <a:xfrm>
              <a:off x="4968719" y="3620624"/>
              <a:ext cx="606290" cy="3508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73" y="21600"/>
                  </a:moveTo>
                  <a:lnTo>
                    <a:pt x="0" y="16886"/>
                  </a:lnTo>
                  <a:lnTo>
                    <a:pt x="16927" y="0"/>
                  </a:lnTo>
                  <a:lnTo>
                    <a:pt x="21600" y="467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6" name="Figure">
              <a:extLst>
                <a:ext uri="{FF2B5EF4-FFF2-40B4-BE49-F238E27FC236}">
                  <a16:creationId xmlns:a16="http://schemas.microsoft.com/office/drawing/2014/main" id="{519983DC-95D2-4D4B-ACEE-22FB132F0EE3}"/>
                </a:ext>
              </a:extLst>
            </p:cNvPr>
            <p:cNvSpPr/>
            <p:nvPr/>
          </p:nvSpPr>
          <p:spPr>
            <a:xfrm>
              <a:off x="4968718" y="3896781"/>
              <a:ext cx="132431" cy="623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05" y="18946"/>
                  </a:lnTo>
                  <a:lnTo>
                    <a:pt x="0" y="0"/>
                  </a:lnTo>
                  <a:lnTo>
                    <a:pt x="21395" y="2654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7" name="Figure">
              <a:extLst>
                <a:ext uri="{FF2B5EF4-FFF2-40B4-BE49-F238E27FC236}">
                  <a16:creationId xmlns:a16="http://schemas.microsoft.com/office/drawing/2014/main" id="{33CD87B5-B116-4860-9A3E-E189F97F4C34}"/>
                </a:ext>
              </a:extLst>
            </p:cNvPr>
            <p:cNvSpPr/>
            <p:nvPr/>
          </p:nvSpPr>
          <p:spPr>
            <a:xfrm>
              <a:off x="5445716" y="3074586"/>
              <a:ext cx="132431" cy="622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05" y="18965"/>
                  </a:lnTo>
                  <a:lnTo>
                    <a:pt x="0" y="0"/>
                  </a:lnTo>
                  <a:lnTo>
                    <a:pt x="21395" y="265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8" name="Figure">
              <a:extLst>
                <a:ext uri="{FF2B5EF4-FFF2-40B4-BE49-F238E27FC236}">
                  <a16:creationId xmlns:a16="http://schemas.microsoft.com/office/drawing/2014/main" id="{35CBE347-ED9E-4E43-84EE-0D0F4E2C5CF7}"/>
                </a:ext>
              </a:extLst>
            </p:cNvPr>
            <p:cNvSpPr/>
            <p:nvPr/>
          </p:nvSpPr>
          <p:spPr>
            <a:xfrm>
              <a:off x="5445717" y="2798429"/>
              <a:ext cx="606918" cy="3508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68" y="21600"/>
                  </a:moveTo>
                  <a:lnTo>
                    <a:pt x="0" y="16886"/>
                  </a:lnTo>
                  <a:lnTo>
                    <a:pt x="16909" y="0"/>
                  </a:lnTo>
                  <a:lnTo>
                    <a:pt x="21600" y="467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9" name="Figure">
              <a:extLst>
                <a:ext uri="{FF2B5EF4-FFF2-40B4-BE49-F238E27FC236}">
                  <a16:creationId xmlns:a16="http://schemas.microsoft.com/office/drawing/2014/main" id="{2FCDADBC-F1FF-4D7F-A9D8-937BC20FA35B}"/>
                </a:ext>
              </a:extLst>
            </p:cNvPr>
            <p:cNvSpPr/>
            <p:nvPr/>
          </p:nvSpPr>
          <p:spPr>
            <a:xfrm>
              <a:off x="5916440" y="1976234"/>
              <a:ext cx="606918" cy="3508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68" y="21600"/>
                  </a:moveTo>
                  <a:lnTo>
                    <a:pt x="0" y="16886"/>
                  </a:lnTo>
                  <a:lnTo>
                    <a:pt x="16932" y="0"/>
                  </a:lnTo>
                  <a:lnTo>
                    <a:pt x="21600" y="4675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30" name="Figure">
              <a:extLst>
                <a:ext uri="{FF2B5EF4-FFF2-40B4-BE49-F238E27FC236}">
                  <a16:creationId xmlns:a16="http://schemas.microsoft.com/office/drawing/2014/main" id="{4891DB85-873C-4C96-9534-1E6B3D5F2142}"/>
                </a:ext>
              </a:extLst>
            </p:cNvPr>
            <p:cNvSpPr/>
            <p:nvPr/>
          </p:nvSpPr>
          <p:spPr>
            <a:xfrm>
              <a:off x="5916440" y="2252391"/>
              <a:ext cx="133057" cy="6226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204" y="18965"/>
                  </a:lnTo>
                  <a:lnTo>
                    <a:pt x="0" y="0"/>
                  </a:lnTo>
                  <a:lnTo>
                    <a:pt x="21294" y="265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31" name="Figure">
              <a:extLst>
                <a:ext uri="{FF2B5EF4-FFF2-40B4-BE49-F238E27FC236}">
                  <a16:creationId xmlns:a16="http://schemas.microsoft.com/office/drawing/2014/main" id="{E4D8A919-3736-44B7-85CE-EE04E7B06A6A}"/>
                </a:ext>
              </a:extLst>
            </p:cNvPr>
            <p:cNvSpPr/>
            <p:nvPr/>
          </p:nvSpPr>
          <p:spPr>
            <a:xfrm>
              <a:off x="6462478" y="1053618"/>
              <a:ext cx="373439" cy="7023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355"/>
                  </a:moveTo>
                  <a:lnTo>
                    <a:pt x="7587" y="0"/>
                  </a:lnTo>
                  <a:lnTo>
                    <a:pt x="21600" y="19245"/>
                  </a:lnTo>
                  <a:lnTo>
                    <a:pt x="14013" y="2160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32" name="Figure">
              <a:extLst>
                <a:ext uri="{FF2B5EF4-FFF2-40B4-BE49-F238E27FC236}">
                  <a16:creationId xmlns:a16="http://schemas.microsoft.com/office/drawing/2014/main" id="{36D3AB35-12C3-41FA-8FC3-43B376094FC9}"/>
                </a:ext>
              </a:extLst>
            </p:cNvPr>
            <p:cNvSpPr/>
            <p:nvPr/>
          </p:nvSpPr>
          <p:spPr>
            <a:xfrm>
              <a:off x="6217701" y="1128933"/>
              <a:ext cx="487042" cy="9245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620"/>
                  </a:moveTo>
                  <a:lnTo>
                    <a:pt x="10856" y="0"/>
                  </a:lnTo>
                  <a:lnTo>
                    <a:pt x="0" y="8036"/>
                  </a:lnTo>
                  <a:lnTo>
                    <a:pt x="7877" y="10441"/>
                  </a:lnTo>
                  <a:lnTo>
                    <a:pt x="7933" y="19826"/>
                  </a:lnTo>
                  <a:lnTo>
                    <a:pt x="13751" y="21600"/>
                  </a:lnTo>
                  <a:lnTo>
                    <a:pt x="13695" y="1220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05802D2-21D4-4139-B4CE-0EF649E2A822}"/>
              </a:ext>
            </a:extLst>
          </p:cNvPr>
          <p:cNvGrpSpPr/>
          <p:nvPr/>
        </p:nvGrpSpPr>
        <p:grpSpPr>
          <a:xfrm>
            <a:off x="4927136" y="2710327"/>
            <a:ext cx="1971497" cy="3464983"/>
            <a:chOff x="4686300" y="3898900"/>
            <a:chExt cx="4085590" cy="7180581"/>
          </a:xfrm>
        </p:grpSpPr>
        <p:sp>
          <p:nvSpPr>
            <p:cNvPr id="34" name="Figure">
              <a:extLst>
                <a:ext uri="{FF2B5EF4-FFF2-40B4-BE49-F238E27FC236}">
                  <a16:creationId xmlns:a16="http://schemas.microsoft.com/office/drawing/2014/main" id="{F004ED20-F0BB-4452-A00C-F47099ADF944}"/>
                </a:ext>
              </a:extLst>
            </p:cNvPr>
            <p:cNvSpPr/>
            <p:nvPr/>
          </p:nvSpPr>
          <p:spPr>
            <a:xfrm>
              <a:off x="4686300" y="10553700"/>
              <a:ext cx="205741" cy="5257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67" y="0"/>
                  </a:moveTo>
                  <a:lnTo>
                    <a:pt x="21600" y="19513"/>
                  </a:lnTo>
                  <a:lnTo>
                    <a:pt x="12400" y="21600"/>
                  </a:lnTo>
                  <a:lnTo>
                    <a:pt x="12267" y="10330"/>
                  </a:lnTo>
                  <a:lnTo>
                    <a:pt x="12400" y="8452"/>
                  </a:lnTo>
                  <a:lnTo>
                    <a:pt x="12533" y="6417"/>
                  </a:lnTo>
                  <a:cubicBezTo>
                    <a:pt x="11067" y="7461"/>
                    <a:pt x="10000" y="8139"/>
                    <a:pt x="9333" y="8504"/>
                  </a:cubicBezTo>
                  <a:lnTo>
                    <a:pt x="4400" y="11426"/>
                  </a:lnTo>
                  <a:lnTo>
                    <a:pt x="0" y="9965"/>
                  </a:lnTo>
                  <a:lnTo>
                    <a:pt x="13867" y="1826"/>
                  </a:lnTo>
                  <a:lnTo>
                    <a:pt x="21467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35" name="Figure">
              <a:extLst>
                <a:ext uri="{FF2B5EF4-FFF2-40B4-BE49-F238E27FC236}">
                  <a16:creationId xmlns:a16="http://schemas.microsoft.com/office/drawing/2014/main" id="{EF608F99-A171-43D9-A441-38E7440407B0}"/>
                </a:ext>
              </a:extLst>
            </p:cNvPr>
            <p:cNvSpPr/>
            <p:nvPr/>
          </p:nvSpPr>
          <p:spPr>
            <a:xfrm>
              <a:off x="5651499" y="8889999"/>
              <a:ext cx="292101" cy="5892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988" y="838"/>
                  </a:moveTo>
                  <a:cubicBezTo>
                    <a:pt x="12866" y="279"/>
                    <a:pt x="14556" y="0"/>
                    <a:pt x="16059" y="0"/>
                  </a:cubicBezTo>
                  <a:cubicBezTo>
                    <a:pt x="17562" y="0"/>
                    <a:pt x="18689" y="186"/>
                    <a:pt x="19440" y="698"/>
                  </a:cubicBezTo>
                  <a:cubicBezTo>
                    <a:pt x="20285" y="1164"/>
                    <a:pt x="20661" y="1862"/>
                    <a:pt x="20661" y="2793"/>
                  </a:cubicBezTo>
                  <a:cubicBezTo>
                    <a:pt x="20661" y="3584"/>
                    <a:pt x="20379" y="4422"/>
                    <a:pt x="19910" y="5260"/>
                  </a:cubicBezTo>
                  <a:cubicBezTo>
                    <a:pt x="19440" y="6098"/>
                    <a:pt x="18689" y="7029"/>
                    <a:pt x="17656" y="8053"/>
                  </a:cubicBezTo>
                  <a:cubicBezTo>
                    <a:pt x="16623" y="9078"/>
                    <a:pt x="14838" y="10660"/>
                    <a:pt x="12209" y="12755"/>
                  </a:cubicBezTo>
                  <a:lnTo>
                    <a:pt x="8264" y="15967"/>
                  </a:lnTo>
                  <a:lnTo>
                    <a:pt x="8264" y="16153"/>
                  </a:lnTo>
                  <a:lnTo>
                    <a:pt x="21600" y="12336"/>
                  </a:lnTo>
                  <a:lnTo>
                    <a:pt x="21600" y="15409"/>
                  </a:lnTo>
                  <a:lnTo>
                    <a:pt x="282" y="21600"/>
                  </a:lnTo>
                  <a:lnTo>
                    <a:pt x="282" y="19040"/>
                  </a:lnTo>
                  <a:lnTo>
                    <a:pt x="7889" y="12429"/>
                  </a:lnTo>
                  <a:cubicBezTo>
                    <a:pt x="10143" y="10474"/>
                    <a:pt x="11645" y="9124"/>
                    <a:pt x="12303" y="8379"/>
                  </a:cubicBezTo>
                  <a:cubicBezTo>
                    <a:pt x="12960" y="7681"/>
                    <a:pt x="13523" y="7029"/>
                    <a:pt x="13805" y="6517"/>
                  </a:cubicBezTo>
                  <a:cubicBezTo>
                    <a:pt x="14087" y="6005"/>
                    <a:pt x="14275" y="5493"/>
                    <a:pt x="14275" y="5028"/>
                  </a:cubicBezTo>
                  <a:cubicBezTo>
                    <a:pt x="14275" y="4329"/>
                    <a:pt x="13899" y="3910"/>
                    <a:pt x="13242" y="3771"/>
                  </a:cubicBezTo>
                  <a:cubicBezTo>
                    <a:pt x="12584" y="3631"/>
                    <a:pt x="11645" y="3724"/>
                    <a:pt x="10518" y="4050"/>
                  </a:cubicBezTo>
                  <a:cubicBezTo>
                    <a:pt x="9297" y="4376"/>
                    <a:pt x="8170" y="4888"/>
                    <a:pt x="7043" y="5493"/>
                  </a:cubicBezTo>
                  <a:cubicBezTo>
                    <a:pt x="5917" y="6145"/>
                    <a:pt x="4790" y="6890"/>
                    <a:pt x="3569" y="7821"/>
                  </a:cubicBezTo>
                  <a:lnTo>
                    <a:pt x="0" y="6471"/>
                  </a:lnTo>
                  <a:cubicBezTo>
                    <a:pt x="1503" y="5307"/>
                    <a:pt x="2723" y="4422"/>
                    <a:pt x="3757" y="3864"/>
                  </a:cubicBezTo>
                  <a:cubicBezTo>
                    <a:pt x="4696" y="3259"/>
                    <a:pt x="5823" y="2746"/>
                    <a:pt x="6950" y="2234"/>
                  </a:cubicBezTo>
                  <a:cubicBezTo>
                    <a:pt x="8264" y="1722"/>
                    <a:pt x="9579" y="1257"/>
                    <a:pt x="10988" y="83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36" name="Figure">
              <a:extLst>
                <a:ext uri="{FF2B5EF4-FFF2-40B4-BE49-F238E27FC236}">
                  <a16:creationId xmlns:a16="http://schemas.microsoft.com/office/drawing/2014/main" id="{EEAD5914-6D6B-4F21-9CF8-F77DDA8C7C02}"/>
                </a:ext>
              </a:extLst>
            </p:cNvPr>
            <p:cNvSpPr/>
            <p:nvPr/>
          </p:nvSpPr>
          <p:spPr>
            <a:xfrm>
              <a:off x="6629400" y="7239000"/>
              <a:ext cx="288292" cy="571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61" extrusionOk="0">
                  <a:moveTo>
                    <a:pt x="10277" y="1148"/>
                  </a:moveTo>
                  <a:cubicBezTo>
                    <a:pt x="13512" y="195"/>
                    <a:pt x="15986" y="-139"/>
                    <a:pt x="17889" y="52"/>
                  </a:cubicBezTo>
                  <a:cubicBezTo>
                    <a:pt x="19792" y="242"/>
                    <a:pt x="20648" y="1053"/>
                    <a:pt x="20648" y="2388"/>
                  </a:cubicBezTo>
                  <a:cubicBezTo>
                    <a:pt x="20648" y="3485"/>
                    <a:pt x="20078" y="4629"/>
                    <a:pt x="18936" y="5726"/>
                  </a:cubicBezTo>
                  <a:cubicBezTo>
                    <a:pt x="17794" y="6870"/>
                    <a:pt x="16176" y="7872"/>
                    <a:pt x="13988" y="8778"/>
                  </a:cubicBezTo>
                  <a:lnTo>
                    <a:pt x="13988" y="8873"/>
                  </a:lnTo>
                  <a:cubicBezTo>
                    <a:pt x="16462" y="8348"/>
                    <a:pt x="18365" y="8205"/>
                    <a:pt x="19697" y="8539"/>
                  </a:cubicBezTo>
                  <a:cubicBezTo>
                    <a:pt x="21029" y="8873"/>
                    <a:pt x="21600" y="9588"/>
                    <a:pt x="21600" y="10780"/>
                  </a:cubicBezTo>
                  <a:cubicBezTo>
                    <a:pt x="21600" y="12497"/>
                    <a:pt x="20553" y="14118"/>
                    <a:pt x="18365" y="15739"/>
                  </a:cubicBezTo>
                  <a:cubicBezTo>
                    <a:pt x="16176" y="17313"/>
                    <a:pt x="13131" y="18695"/>
                    <a:pt x="9135" y="19840"/>
                  </a:cubicBezTo>
                  <a:cubicBezTo>
                    <a:pt x="5804" y="20793"/>
                    <a:pt x="2759" y="21366"/>
                    <a:pt x="190" y="21461"/>
                  </a:cubicBezTo>
                  <a:lnTo>
                    <a:pt x="190" y="18266"/>
                  </a:lnTo>
                  <a:cubicBezTo>
                    <a:pt x="1427" y="18266"/>
                    <a:pt x="2759" y="18171"/>
                    <a:pt x="4187" y="17980"/>
                  </a:cubicBezTo>
                  <a:cubicBezTo>
                    <a:pt x="5614" y="17789"/>
                    <a:pt x="7041" y="17456"/>
                    <a:pt x="8469" y="17074"/>
                  </a:cubicBezTo>
                  <a:cubicBezTo>
                    <a:pt x="10657" y="16454"/>
                    <a:pt x="12180" y="15787"/>
                    <a:pt x="13226" y="15072"/>
                  </a:cubicBezTo>
                  <a:cubicBezTo>
                    <a:pt x="14273" y="14356"/>
                    <a:pt x="14749" y="13546"/>
                    <a:pt x="14749" y="12592"/>
                  </a:cubicBezTo>
                  <a:cubicBezTo>
                    <a:pt x="14749" y="11734"/>
                    <a:pt x="14178" y="11352"/>
                    <a:pt x="12941" y="11305"/>
                  </a:cubicBezTo>
                  <a:cubicBezTo>
                    <a:pt x="11799" y="11305"/>
                    <a:pt x="9896" y="11686"/>
                    <a:pt x="7232" y="12401"/>
                  </a:cubicBezTo>
                  <a:lnTo>
                    <a:pt x="4853" y="13069"/>
                  </a:lnTo>
                  <a:lnTo>
                    <a:pt x="4853" y="10160"/>
                  </a:lnTo>
                  <a:lnTo>
                    <a:pt x="7232" y="9445"/>
                  </a:lnTo>
                  <a:cubicBezTo>
                    <a:pt x="9611" y="8730"/>
                    <a:pt x="11418" y="8062"/>
                    <a:pt x="12465" y="7395"/>
                  </a:cubicBezTo>
                  <a:cubicBezTo>
                    <a:pt x="13607" y="6727"/>
                    <a:pt x="14083" y="5917"/>
                    <a:pt x="14083" y="5058"/>
                  </a:cubicBezTo>
                  <a:cubicBezTo>
                    <a:pt x="14083" y="3723"/>
                    <a:pt x="12560" y="3437"/>
                    <a:pt x="9706" y="4295"/>
                  </a:cubicBezTo>
                  <a:cubicBezTo>
                    <a:pt x="8659" y="4582"/>
                    <a:pt x="7612" y="4963"/>
                    <a:pt x="6566" y="5488"/>
                  </a:cubicBezTo>
                  <a:cubicBezTo>
                    <a:pt x="5519" y="6012"/>
                    <a:pt x="4377" y="6680"/>
                    <a:pt x="3045" y="7490"/>
                  </a:cubicBezTo>
                  <a:lnTo>
                    <a:pt x="0" y="5774"/>
                  </a:lnTo>
                  <a:cubicBezTo>
                    <a:pt x="3045" y="3866"/>
                    <a:pt x="6375" y="2293"/>
                    <a:pt x="10277" y="114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37" name="Figure">
              <a:extLst>
                <a:ext uri="{FF2B5EF4-FFF2-40B4-BE49-F238E27FC236}">
                  <a16:creationId xmlns:a16="http://schemas.microsoft.com/office/drawing/2014/main" id="{6A7684C1-6729-4B2F-8AEA-CCA0083F837D}"/>
                </a:ext>
              </a:extLst>
            </p:cNvPr>
            <p:cNvSpPr/>
            <p:nvPr/>
          </p:nvSpPr>
          <p:spPr>
            <a:xfrm>
              <a:off x="7518399" y="5537200"/>
              <a:ext cx="311153" cy="5283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162" y="12254"/>
                  </a:moveTo>
                  <a:lnTo>
                    <a:pt x="21600" y="11060"/>
                  </a:lnTo>
                  <a:lnTo>
                    <a:pt x="21600" y="14227"/>
                  </a:lnTo>
                  <a:lnTo>
                    <a:pt x="18162" y="15421"/>
                  </a:lnTo>
                  <a:lnTo>
                    <a:pt x="18162" y="19471"/>
                  </a:lnTo>
                  <a:lnTo>
                    <a:pt x="12255" y="21496"/>
                  </a:lnTo>
                  <a:lnTo>
                    <a:pt x="12255" y="17446"/>
                  </a:lnTo>
                  <a:lnTo>
                    <a:pt x="0" y="21600"/>
                  </a:lnTo>
                  <a:lnTo>
                    <a:pt x="0" y="18744"/>
                  </a:lnTo>
                  <a:lnTo>
                    <a:pt x="12519" y="1921"/>
                  </a:lnTo>
                  <a:lnTo>
                    <a:pt x="18073" y="0"/>
                  </a:lnTo>
                  <a:lnTo>
                    <a:pt x="18162" y="12254"/>
                  </a:lnTo>
                  <a:close/>
                  <a:moveTo>
                    <a:pt x="12255" y="8567"/>
                  </a:moveTo>
                  <a:cubicBezTo>
                    <a:pt x="12343" y="7477"/>
                    <a:pt x="12343" y="6854"/>
                    <a:pt x="12431" y="6698"/>
                  </a:cubicBezTo>
                  <a:lnTo>
                    <a:pt x="12255" y="6750"/>
                  </a:lnTo>
                  <a:cubicBezTo>
                    <a:pt x="11814" y="7633"/>
                    <a:pt x="11197" y="8567"/>
                    <a:pt x="10491" y="9450"/>
                  </a:cubicBezTo>
                  <a:lnTo>
                    <a:pt x="5290" y="16615"/>
                  </a:lnTo>
                  <a:lnTo>
                    <a:pt x="12166" y="14279"/>
                  </a:lnTo>
                  <a:lnTo>
                    <a:pt x="12166" y="11008"/>
                  </a:lnTo>
                  <a:cubicBezTo>
                    <a:pt x="12167" y="10437"/>
                    <a:pt x="12255" y="9606"/>
                    <a:pt x="12255" y="8567"/>
                  </a:cubicBezTo>
                  <a:lnTo>
                    <a:pt x="12255" y="8567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38" name="Figure">
              <a:extLst>
                <a:ext uri="{FF2B5EF4-FFF2-40B4-BE49-F238E27FC236}">
                  <a16:creationId xmlns:a16="http://schemas.microsoft.com/office/drawing/2014/main" id="{C115B07C-5B4D-4961-B854-6CDA37BE18F0}"/>
                </a:ext>
              </a:extLst>
            </p:cNvPr>
            <p:cNvSpPr/>
            <p:nvPr/>
          </p:nvSpPr>
          <p:spPr>
            <a:xfrm>
              <a:off x="8496299" y="3898900"/>
              <a:ext cx="275591" cy="5982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7" extrusionOk="0">
                  <a:moveTo>
                    <a:pt x="19311" y="0"/>
                  </a:moveTo>
                  <a:lnTo>
                    <a:pt x="19311" y="3066"/>
                  </a:lnTo>
                  <a:lnTo>
                    <a:pt x="7764" y="6132"/>
                  </a:lnTo>
                  <a:lnTo>
                    <a:pt x="7167" y="9656"/>
                  </a:lnTo>
                  <a:lnTo>
                    <a:pt x="7963" y="9381"/>
                  </a:lnTo>
                  <a:cubicBezTo>
                    <a:pt x="8859" y="9015"/>
                    <a:pt x="9954" y="8695"/>
                    <a:pt x="11347" y="8329"/>
                  </a:cubicBezTo>
                  <a:cubicBezTo>
                    <a:pt x="14433" y="7505"/>
                    <a:pt x="17021" y="7322"/>
                    <a:pt x="18813" y="7734"/>
                  </a:cubicBezTo>
                  <a:cubicBezTo>
                    <a:pt x="20704" y="8192"/>
                    <a:pt x="21600" y="9198"/>
                    <a:pt x="21600" y="10800"/>
                  </a:cubicBezTo>
                  <a:cubicBezTo>
                    <a:pt x="21600" y="12722"/>
                    <a:pt x="20505" y="14461"/>
                    <a:pt x="18315" y="16108"/>
                  </a:cubicBezTo>
                  <a:cubicBezTo>
                    <a:pt x="16125" y="17710"/>
                    <a:pt x="12940" y="19083"/>
                    <a:pt x="8759" y="20181"/>
                  </a:cubicBezTo>
                  <a:cubicBezTo>
                    <a:pt x="5176" y="21142"/>
                    <a:pt x="2289" y="21600"/>
                    <a:pt x="0" y="21554"/>
                  </a:cubicBezTo>
                  <a:lnTo>
                    <a:pt x="0" y="18442"/>
                  </a:lnTo>
                  <a:cubicBezTo>
                    <a:pt x="1194" y="18442"/>
                    <a:pt x="2488" y="18351"/>
                    <a:pt x="4081" y="18168"/>
                  </a:cubicBezTo>
                  <a:cubicBezTo>
                    <a:pt x="5674" y="17939"/>
                    <a:pt x="7067" y="17664"/>
                    <a:pt x="8461" y="17298"/>
                  </a:cubicBezTo>
                  <a:cubicBezTo>
                    <a:pt x="12642" y="16200"/>
                    <a:pt x="14732" y="14736"/>
                    <a:pt x="14732" y="12905"/>
                  </a:cubicBezTo>
                  <a:cubicBezTo>
                    <a:pt x="14732" y="11166"/>
                    <a:pt x="12542" y="10892"/>
                    <a:pt x="8262" y="12036"/>
                  </a:cubicBezTo>
                  <a:cubicBezTo>
                    <a:pt x="7465" y="12264"/>
                    <a:pt x="6669" y="12493"/>
                    <a:pt x="5674" y="12859"/>
                  </a:cubicBezTo>
                  <a:cubicBezTo>
                    <a:pt x="4778" y="13180"/>
                    <a:pt x="3982" y="13500"/>
                    <a:pt x="3384" y="13729"/>
                  </a:cubicBezTo>
                  <a:lnTo>
                    <a:pt x="697" y="13683"/>
                  </a:lnTo>
                  <a:lnTo>
                    <a:pt x="1891" y="4622"/>
                  </a:lnTo>
                  <a:lnTo>
                    <a:pt x="1931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7BF8F-E854-4904-B65E-AD8DE273B978}"/>
              </a:ext>
            </a:extLst>
          </p:cNvPr>
          <p:cNvGrpSpPr/>
          <p:nvPr/>
        </p:nvGrpSpPr>
        <p:grpSpPr>
          <a:xfrm>
            <a:off x="6469745" y="5880834"/>
            <a:ext cx="3750537" cy="743625"/>
            <a:chOff x="401267" y="3780103"/>
            <a:chExt cx="2640738" cy="74362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1C4AE31-6BB0-44F9-BA57-A8705197F7F7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3">
                      <a:lumMod val="50000"/>
                    </a:schemeClr>
                  </a:solidFill>
                </a:rPr>
                <a:t>Lorem ipsum</a:t>
              </a:r>
              <a:endParaRPr lang="en-US" sz="2000" b="1" cap="all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AEB8303-F353-4387-BD54-F6315838421D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68" name="Oval 67">
            <a:extLst>
              <a:ext uri="{FF2B5EF4-FFF2-40B4-BE49-F238E27FC236}">
                <a16:creationId xmlns:a16="http://schemas.microsoft.com/office/drawing/2014/main" id="{8A0E93BF-98FA-4872-B5EC-B0AA927FF5E2}"/>
              </a:ext>
            </a:extLst>
          </p:cNvPr>
          <p:cNvSpPr/>
          <p:nvPr/>
        </p:nvSpPr>
        <p:spPr>
          <a:xfrm>
            <a:off x="6286866" y="5992116"/>
            <a:ext cx="182880" cy="182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69D291E-8B37-46FF-B26E-3979407B9D24}"/>
              </a:ext>
            </a:extLst>
          </p:cNvPr>
          <p:cNvGrpSpPr/>
          <p:nvPr/>
        </p:nvGrpSpPr>
        <p:grpSpPr>
          <a:xfrm>
            <a:off x="6901006" y="5034234"/>
            <a:ext cx="3750537" cy="743625"/>
            <a:chOff x="401267" y="3780103"/>
            <a:chExt cx="2640738" cy="743625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FB2FC27-E13C-4F1D-B01C-883C554EED72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3">
                      <a:lumMod val="50000"/>
                    </a:schemeClr>
                  </a:solidFill>
                </a:rPr>
                <a:t>Lorem ipsum</a:t>
              </a:r>
              <a:endParaRPr lang="en-US" sz="2000" b="1" cap="all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6A795E3-6644-4C35-BA0A-71C225F8BBC3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72" name="Oval 71">
            <a:extLst>
              <a:ext uri="{FF2B5EF4-FFF2-40B4-BE49-F238E27FC236}">
                <a16:creationId xmlns:a16="http://schemas.microsoft.com/office/drawing/2014/main" id="{C75ABE1B-C851-4167-B680-B28C1E7507BD}"/>
              </a:ext>
            </a:extLst>
          </p:cNvPr>
          <p:cNvSpPr/>
          <p:nvPr/>
        </p:nvSpPr>
        <p:spPr>
          <a:xfrm>
            <a:off x="6718127" y="5145516"/>
            <a:ext cx="182880" cy="182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0F8B504-B900-4585-A32A-AD1CEE596078}"/>
              </a:ext>
            </a:extLst>
          </p:cNvPr>
          <p:cNvGrpSpPr/>
          <p:nvPr/>
        </p:nvGrpSpPr>
        <p:grpSpPr>
          <a:xfrm>
            <a:off x="7332267" y="4293662"/>
            <a:ext cx="3750537" cy="743625"/>
            <a:chOff x="401267" y="3780103"/>
            <a:chExt cx="2640738" cy="74362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DA61D76-8EDC-4841-81DA-C41E62832EC9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3">
                      <a:lumMod val="50000"/>
                    </a:schemeClr>
                  </a:solidFill>
                </a:rPr>
                <a:t>Lorem ipsum</a:t>
              </a:r>
              <a:endParaRPr lang="en-US" sz="2000" b="1" cap="all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098D0BA6-2132-4839-9BF5-6655894AEE4C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76" name="Oval 75">
            <a:extLst>
              <a:ext uri="{FF2B5EF4-FFF2-40B4-BE49-F238E27FC236}">
                <a16:creationId xmlns:a16="http://schemas.microsoft.com/office/drawing/2014/main" id="{97E51A49-6340-44F9-A867-309101A16179}"/>
              </a:ext>
            </a:extLst>
          </p:cNvPr>
          <p:cNvSpPr/>
          <p:nvPr/>
        </p:nvSpPr>
        <p:spPr>
          <a:xfrm>
            <a:off x="7149388" y="4404944"/>
            <a:ext cx="182880" cy="182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F04580B-412E-4D34-96A4-3E484D669B7C}"/>
              </a:ext>
            </a:extLst>
          </p:cNvPr>
          <p:cNvGrpSpPr/>
          <p:nvPr/>
        </p:nvGrpSpPr>
        <p:grpSpPr>
          <a:xfrm>
            <a:off x="7763528" y="3429000"/>
            <a:ext cx="3750537" cy="743625"/>
            <a:chOff x="401267" y="3780103"/>
            <a:chExt cx="2640738" cy="74362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4D69B28-6C40-4174-ADEC-4CDAB442BF1F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3">
                      <a:lumMod val="50000"/>
                    </a:schemeClr>
                  </a:solidFill>
                </a:rPr>
                <a:t>Lorem ipsum</a:t>
              </a:r>
              <a:endParaRPr lang="en-US" sz="2000" b="1" cap="all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C8C2103-1227-45F3-A2FC-D1F117C230E3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80" name="Oval 79">
            <a:extLst>
              <a:ext uri="{FF2B5EF4-FFF2-40B4-BE49-F238E27FC236}">
                <a16:creationId xmlns:a16="http://schemas.microsoft.com/office/drawing/2014/main" id="{67C1EA7A-4CB9-4240-BF15-3871EEEE2E7A}"/>
              </a:ext>
            </a:extLst>
          </p:cNvPr>
          <p:cNvSpPr/>
          <p:nvPr/>
        </p:nvSpPr>
        <p:spPr>
          <a:xfrm>
            <a:off x="7580649" y="3540282"/>
            <a:ext cx="182880" cy="182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491E656-546E-45AB-9E15-A51EB8F578F7}"/>
              </a:ext>
            </a:extLst>
          </p:cNvPr>
          <p:cNvGrpSpPr/>
          <p:nvPr/>
        </p:nvGrpSpPr>
        <p:grpSpPr>
          <a:xfrm>
            <a:off x="8194790" y="2675268"/>
            <a:ext cx="3750537" cy="743625"/>
            <a:chOff x="401267" y="3780103"/>
            <a:chExt cx="2640738" cy="743625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C188AE1-681B-4209-963B-E780E3222DC3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3">
                      <a:lumMod val="50000"/>
                    </a:schemeClr>
                  </a:solidFill>
                </a:rPr>
                <a:t>Lorem ipsum</a:t>
              </a:r>
              <a:endParaRPr lang="en-US" sz="2000" b="1" cap="all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50DC075-06EE-459E-8093-3BDCA483CE13}"/>
                </a:ext>
              </a:extLst>
            </p:cNvPr>
            <p:cNvSpPr/>
            <p:nvPr/>
          </p:nvSpPr>
          <p:spPr>
            <a:xfrm>
              <a:off x="401267" y="4072322"/>
              <a:ext cx="2640735" cy="4514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84" name="Oval 83">
            <a:extLst>
              <a:ext uri="{FF2B5EF4-FFF2-40B4-BE49-F238E27FC236}">
                <a16:creationId xmlns:a16="http://schemas.microsoft.com/office/drawing/2014/main" id="{E37F0D84-66E8-4976-9F06-941EDBD4EE9F}"/>
              </a:ext>
            </a:extLst>
          </p:cNvPr>
          <p:cNvSpPr/>
          <p:nvPr/>
        </p:nvSpPr>
        <p:spPr>
          <a:xfrm>
            <a:off x="8011911" y="2786550"/>
            <a:ext cx="182880" cy="182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1B2BA7C-7E3A-4D6E-92B8-503661291EDC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5353137" y="6083556"/>
            <a:ext cx="933729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7A55D47-2D02-481E-BA44-DCABC2CCF3E9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5828137" y="5236956"/>
            <a:ext cx="88999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5FE4F11-05AB-43DD-BA84-29AA151582C1}"/>
              </a:ext>
            </a:extLst>
          </p:cNvPr>
          <p:cNvCxnSpPr>
            <a:cxnSpLocks/>
            <a:stCxn id="76" idx="2"/>
          </p:cNvCxnSpPr>
          <p:nvPr/>
        </p:nvCxnSpPr>
        <p:spPr>
          <a:xfrm flipH="1">
            <a:off x="6267849" y="4496384"/>
            <a:ext cx="881539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AB92B8A-E284-414D-A82D-C1C9385A9E9E}"/>
              </a:ext>
            </a:extLst>
          </p:cNvPr>
          <p:cNvCxnSpPr>
            <a:cxnSpLocks/>
            <a:stCxn id="80" idx="2"/>
          </p:cNvCxnSpPr>
          <p:nvPr/>
        </p:nvCxnSpPr>
        <p:spPr>
          <a:xfrm flipH="1">
            <a:off x="6753089" y="3631722"/>
            <a:ext cx="827560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CE9F2EA-CCCE-4D17-9F07-3B7D0CFF3A75}"/>
              </a:ext>
            </a:extLst>
          </p:cNvPr>
          <p:cNvCxnSpPr>
            <a:cxnSpLocks/>
            <a:stCxn id="84" idx="2"/>
          </p:cNvCxnSpPr>
          <p:nvPr/>
        </p:nvCxnSpPr>
        <p:spPr>
          <a:xfrm flipH="1">
            <a:off x="7211837" y="2877990"/>
            <a:ext cx="800074" cy="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Graphic 89" descr="Users">
            <a:extLst>
              <a:ext uri="{FF2B5EF4-FFF2-40B4-BE49-F238E27FC236}">
                <a16:creationId xmlns:a16="http://schemas.microsoft.com/office/drawing/2014/main" id="{09FC8FD7-F789-4A97-9314-69437CB04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6859" y="5280324"/>
            <a:ext cx="653620" cy="653620"/>
          </a:xfrm>
          <a:prstGeom prst="rect">
            <a:avLst/>
          </a:prstGeom>
        </p:spPr>
      </p:pic>
      <p:pic>
        <p:nvPicPr>
          <p:cNvPr id="91" name="Graphic 90" descr="Bullseye">
            <a:extLst>
              <a:ext uri="{FF2B5EF4-FFF2-40B4-BE49-F238E27FC236}">
                <a16:creationId xmlns:a16="http://schemas.microsoft.com/office/drawing/2014/main" id="{75340276-0596-4EBF-9F89-A72D451241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39597" y="4479839"/>
            <a:ext cx="653620" cy="653620"/>
          </a:xfrm>
          <a:prstGeom prst="rect">
            <a:avLst/>
          </a:prstGeom>
        </p:spPr>
      </p:pic>
      <p:pic>
        <p:nvPicPr>
          <p:cNvPr id="92" name="Graphic 91" descr="Puzzle">
            <a:extLst>
              <a:ext uri="{FF2B5EF4-FFF2-40B4-BE49-F238E27FC236}">
                <a16:creationId xmlns:a16="http://schemas.microsoft.com/office/drawing/2014/main" id="{E0DD698C-98F7-455F-8A68-D95ED7BA1A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6848" y="3650677"/>
            <a:ext cx="653620" cy="653620"/>
          </a:xfrm>
          <a:prstGeom prst="rect">
            <a:avLst/>
          </a:prstGeom>
        </p:spPr>
      </p:pic>
      <p:pic>
        <p:nvPicPr>
          <p:cNvPr id="93" name="Graphic 92" descr="Head with Gears">
            <a:extLst>
              <a:ext uri="{FF2B5EF4-FFF2-40B4-BE49-F238E27FC236}">
                <a16:creationId xmlns:a16="http://schemas.microsoft.com/office/drawing/2014/main" id="{AA989697-AE14-4632-88F1-FEDC14FC29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4059" y="1961059"/>
            <a:ext cx="653620" cy="653620"/>
          </a:xfrm>
          <a:prstGeom prst="rect">
            <a:avLst/>
          </a:prstGeom>
        </p:spPr>
      </p:pic>
      <p:pic>
        <p:nvPicPr>
          <p:cNvPr id="94" name="Graphic 93" descr="Database">
            <a:extLst>
              <a:ext uri="{FF2B5EF4-FFF2-40B4-BE49-F238E27FC236}">
                <a16:creationId xmlns:a16="http://schemas.microsoft.com/office/drawing/2014/main" id="{3A53B939-2BD3-4F93-B7D1-774CFAE0CC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37763" y="2820139"/>
            <a:ext cx="653620" cy="653620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D67A04CD-2E01-4FE3-99C2-DDF73FF63F7A}"/>
              </a:ext>
            </a:extLst>
          </p:cNvPr>
          <p:cNvGrpSpPr/>
          <p:nvPr/>
        </p:nvGrpSpPr>
        <p:grpSpPr>
          <a:xfrm>
            <a:off x="204451" y="1704665"/>
            <a:ext cx="2646110" cy="3370153"/>
            <a:chOff x="8141258" y="2059395"/>
            <a:chExt cx="3664857" cy="3370153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1546D192-0BC0-40F4-8DED-08CD9565ED2C}"/>
                </a:ext>
              </a:extLst>
            </p:cNvPr>
            <p:cNvSpPr/>
            <p:nvPr/>
          </p:nvSpPr>
          <p:spPr>
            <a:xfrm>
              <a:off x="8141258" y="2059395"/>
              <a:ext cx="3664857" cy="58477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3200" b="1" cap="all">
                  <a:solidFill>
                    <a:schemeClr val="accent3"/>
                  </a:solidFill>
                </a:rPr>
                <a:t>Lorem ipsum</a:t>
              </a:r>
              <a:endParaRPr lang="en-US" sz="3200" b="1" cap="all">
                <a:solidFill>
                  <a:schemeClr val="accent3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00D5DCB-E855-4FF6-B795-2287EAF5EDBF}"/>
                </a:ext>
              </a:extLst>
            </p:cNvPr>
            <p:cNvSpPr/>
            <p:nvPr/>
          </p:nvSpPr>
          <p:spPr>
            <a:xfrm>
              <a:off x="8141258" y="2644170"/>
              <a:ext cx="3664857" cy="2785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</a:p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en-US" sz="1400">
                  <a:solidFill>
                    <a:schemeClr val="bg1">
                      <a:lumMod val="50000"/>
                    </a:schemeClr>
                  </a:solidFill>
                </a:rPr>
                <a:t>Ut mauris, nunc donec maecenas nulla vitae tempor, ultrices sem suscipit mi quis semper quam. Nulla nulla, ac elit nullam nonummy suscipit quis, id placerat neque.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C1B0140-E9F6-48A7-AA71-ACEB70B8016B}"/>
              </a:ext>
            </a:extLst>
          </p:cNvPr>
          <p:cNvGrpSpPr/>
          <p:nvPr/>
        </p:nvGrpSpPr>
        <p:grpSpPr>
          <a:xfrm>
            <a:off x="10088652" y="1630781"/>
            <a:ext cx="2103348" cy="517042"/>
            <a:chOff x="5853028" y="6161946"/>
            <a:chExt cx="2103348" cy="517042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7008DB7-EE6B-429C-B1EC-75A36419576E}"/>
                </a:ext>
              </a:extLst>
            </p:cNvPr>
            <p:cNvSpPr txBox="1"/>
            <p:nvPr/>
          </p:nvSpPr>
          <p:spPr>
            <a:xfrm>
              <a:off x="6199925" y="6217323"/>
              <a:ext cx="175645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i="1"/>
                <a:t>Editable</a:t>
              </a:r>
              <a:r>
                <a:rPr lang="en-US" sz="1200" i="1"/>
                <a:t> but </a:t>
              </a:r>
              <a:r>
                <a:rPr lang="en-US" sz="1200" b="1" i="1"/>
                <a:t>doesn’t</a:t>
              </a:r>
              <a:r>
                <a:rPr lang="en-US" sz="1200" i="1"/>
                <a:t> use 3-D Rotation Effect </a:t>
              </a: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2E025FA5-D319-4EC5-BF87-9499576EF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853028" y="6161946"/>
              <a:ext cx="339838" cy="461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7724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676F-AC33-4411-A198-621F8385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F2326-074A-4E01-BE4D-0E18E84EE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Staircase with 6 Steps - Blue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A069F-FC75-47AA-A25B-14C443E1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FDBC9C-B2AA-4DE5-864C-419BA6373590}"/>
              </a:ext>
            </a:extLst>
          </p:cNvPr>
          <p:cNvGrpSpPr/>
          <p:nvPr/>
        </p:nvGrpSpPr>
        <p:grpSpPr>
          <a:xfrm>
            <a:off x="2636997" y="1433258"/>
            <a:ext cx="6918006" cy="5424742"/>
            <a:chOff x="4173538" y="1158239"/>
            <a:chExt cx="4046537" cy="4770121"/>
          </a:xfrm>
        </p:grpSpPr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DC76196C-2F9A-4E0D-9960-8181206CA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538" y="5212080"/>
              <a:ext cx="4046537" cy="71628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95" name="Freeform 53">
              <a:extLst>
                <a:ext uri="{FF2B5EF4-FFF2-40B4-BE49-F238E27FC236}">
                  <a16:creationId xmlns:a16="http://schemas.microsoft.com/office/drawing/2014/main" id="{BE0CE262-6DED-4EFB-8045-8EDB2293F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998" y="4099560"/>
              <a:ext cx="3543617" cy="5791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000">
                <a:solidFill>
                  <a:schemeClr val="bg1"/>
                </a:solidFill>
              </a:endParaRPr>
            </a:p>
          </p:txBody>
        </p:sp>
        <p:sp>
          <p:nvSpPr>
            <p:cNvPr id="96" name="Freeform 53">
              <a:extLst>
                <a:ext uri="{FF2B5EF4-FFF2-40B4-BE49-F238E27FC236}">
                  <a16:creationId xmlns:a16="http://schemas.microsoft.com/office/drawing/2014/main" id="{AB14C11F-CA14-4449-8C5B-F9AFD8A23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259" y="3139440"/>
              <a:ext cx="3173095" cy="5791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3600">
                <a:solidFill>
                  <a:schemeClr val="bg1"/>
                </a:solidFill>
              </a:endParaRPr>
            </a:p>
          </p:txBody>
        </p:sp>
        <p:sp>
          <p:nvSpPr>
            <p:cNvPr id="97" name="Freeform 53">
              <a:extLst>
                <a:ext uri="{FF2B5EF4-FFF2-40B4-BE49-F238E27FC236}">
                  <a16:creationId xmlns:a16="http://schemas.microsoft.com/office/drawing/2014/main" id="{FE5DDCDA-AE03-40B6-874B-5026B8ECB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931" y="2426970"/>
              <a:ext cx="2825750" cy="457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  <p:sp>
          <p:nvSpPr>
            <p:cNvPr id="98" name="Freeform 53">
              <a:extLst>
                <a:ext uri="{FF2B5EF4-FFF2-40B4-BE49-F238E27FC236}">
                  <a16:creationId xmlns:a16="http://schemas.microsoft.com/office/drawing/2014/main" id="{47A5CEA0-38FA-4B13-B6EA-80F68DC49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761" y="1817370"/>
              <a:ext cx="2498090" cy="457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800">
                <a:solidFill>
                  <a:schemeClr val="bg1"/>
                </a:solidFill>
              </a:endParaRPr>
            </a:p>
          </p:txBody>
        </p:sp>
        <p:sp>
          <p:nvSpPr>
            <p:cNvPr id="99" name="Freeform 53">
              <a:extLst>
                <a:ext uri="{FF2B5EF4-FFF2-40B4-BE49-F238E27FC236}">
                  <a16:creationId xmlns:a16="http://schemas.microsoft.com/office/drawing/2014/main" id="{B624E46E-2AB3-4237-A8CE-702BC85C7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291" y="1234440"/>
              <a:ext cx="2155031" cy="457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0" name="Freeform 55">
              <a:extLst>
                <a:ext uri="{FF2B5EF4-FFF2-40B4-BE49-F238E27FC236}">
                  <a16:creationId xmlns:a16="http://schemas.microsoft.com/office/drawing/2014/main" id="{52FF4636-BE23-421C-8ADD-E08A1F53E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538" y="4678680"/>
              <a:ext cx="4046537" cy="533400"/>
            </a:xfrm>
            <a:prstGeom prst="trapezoid">
              <a:avLst>
                <a:gd name="adj" fmla="val 70643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1" name="Freeform 55">
              <a:extLst>
                <a:ext uri="{FF2B5EF4-FFF2-40B4-BE49-F238E27FC236}">
                  <a16:creationId xmlns:a16="http://schemas.microsoft.com/office/drawing/2014/main" id="{8D41FFA2-BF8F-437A-8007-8D79B2041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998" y="3718560"/>
              <a:ext cx="3543617" cy="381000"/>
            </a:xfrm>
            <a:prstGeom prst="trapezoid">
              <a:avLst>
                <a:gd name="adj" fmla="val 72900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2" name="Freeform 55">
              <a:extLst>
                <a:ext uri="{FF2B5EF4-FFF2-40B4-BE49-F238E27FC236}">
                  <a16:creationId xmlns:a16="http://schemas.microsoft.com/office/drawing/2014/main" id="{504FC17E-E1AC-4F63-B430-964AEE222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259" y="2884170"/>
              <a:ext cx="3173095" cy="255270"/>
            </a:xfrm>
            <a:prstGeom prst="trapezoid">
              <a:avLst>
                <a:gd name="adj" fmla="val 102348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3" name="Freeform 55">
              <a:extLst>
                <a:ext uri="{FF2B5EF4-FFF2-40B4-BE49-F238E27FC236}">
                  <a16:creationId xmlns:a16="http://schemas.microsoft.com/office/drawing/2014/main" id="{8FE62AAB-C420-4414-A389-447502E73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931" y="2274570"/>
              <a:ext cx="2825750" cy="152400"/>
            </a:xfrm>
            <a:prstGeom prst="trapezoid">
              <a:avLst>
                <a:gd name="adj" fmla="val 160664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4" name="Freeform 55">
              <a:extLst>
                <a:ext uri="{FF2B5EF4-FFF2-40B4-BE49-F238E27FC236}">
                  <a16:creationId xmlns:a16="http://schemas.microsoft.com/office/drawing/2014/main" id="{0F9A7C2C-045D-4AC8-ADD4-7DA3ACA08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761" y="1691640"/>
              <a:ext cx="2498090" cy="125730"/>
            </a:xfrm>
            <a:prstGeom prst="trapezoid">
              <a:avLst>
                <a:gd name="adj" fmla="val 205183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5" name="Freeform 55">
              <a:extLst>
                <a:ext uri="{FF2B5EF4-FFF2-40B4-BE49-F238E27FC236}">
                  <a16:creationId xmlns:a16="http://schemas.microsoft.com/office/drawing/2014/main" id="{10685792-23CD-4D1C-BEED-C83050AA9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6388" y="1158239"/>
              <a:ext cx="2155031" cy="76200"/>
            </a:xfrm>
            <a:prstGeom prst="trapezoid">
              <a:avLst>
                <a:gd name="adj" fmla="val 199281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3C372C2-8001-4E42-8D73-D504BB7FA883}"/>
              </a:ext>
            </a:extLst>
          </p:cNvPr>
          <p:cNvGrpSpPr/>
          <p:nvPr/>
        </p:nvGrpSpPr>
        <p:grpSpPr>
          <a:xfrm>
            <a:off x="3570757" y="1433258"/>
            <a:ext cx="5040560" cy="5424742"/>
            <a:chOff x="4173538" y="1158239"/>
            <a:chExt cx="4046537" cy="4770121"/>
          </a:xfrm>
          <a:solidFill>
            <a:schemeClr val="bg1">
              <a:alpha val="30000"/>
            </a:schemeClr>
          </a:solidFill>
        </p:grpSpPr>
        <p:sp>
          <p:nvSpPr>
            <p:cNvPr id="24" name="Freeform 53">
              <a:extLst>
                <a:ext uri="{FF2B5EF4-FFF2-40B4-BE49-F238E27FC236}">
                  <a16:creationId xmlns:a16="http://schemas.microsoft.com/office/drawing/2014/main" id="{E2DABEE5-631E-4351-BB55-A9986CA12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538" y="5212080"/>
              <a:ext cx="4046537" cy="71628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6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Lorem Ipsum</a:t>
              </a:r>
            </a:p>
          </p:txBody>
        </p:sp>
        <p:sp>
          <p:nvSpPr>
            <p:cNvPr id="25" name="Freeform 53">
              <a:extLst>
                <a:ext uri="{FF2B5EF4-FFF2-40B4-BE49-F238E27FC236}">
                  <a16:creationId xmlns:a16="http://schemas.microsoft.com/office/drawing/2014/main" id="{E4F5DF5B-A78E-4A7F-923C-DC35B4BE5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998" y="4099560"/>
              <a:ext cx="3543617" cy="5791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5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Lorem Ipsum</a:t>
              </a:r>
            </a:p>
          </p:txBody>
        </p:sp>
        <p:sp>
          <p:nvSpPr>
            <p:cNvPr id="26" name="Freeform 53">
              <a:extLst>
                <a:ext uri="{FF2B5EF4-FFF2-40B4-BE49-F238E27FC236}">
                  <a16:creationId xmlns:a16="http://schemas.microsoft.com/office/drawing/2014/main" id="{7ABB93BD-CAFD-4AC7-BA4E-95322691C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259" y="3139440"/>
              <a:ext cx="3173095" cy="5791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4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Lorem Ipsum</a:t>
              </a:r>
            </a:p>
          </p:txBody>
        </p:sp>
        <p:sp>
          <p:nvSpPr>
            <p:cNvPr id="27" name="Freeform 53">
              <a:extLst>
                <a:ext uri="{FF2B5EF4-FFF2-40B4-BE49-F238E27FC236}">
                  <a16:creationId xmlns:a16="http://schemas.microsoft.com/office/drawing/2014/main" id="{48E46D97-7C93-4C56-8110-A044F67E5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931" y="2426970"/>
              <a:ext cx="2825750" cy="457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4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Lorem Ipsum</a:t>
              </a:r>
            </a:p>
          </p:txBody>
        </p:sp>
        <p:sp>
          <p:nvSpPr>
            <p:cNvPr id="28" name="Freeform 53">
              <a:extLst>
                <a:ext uri="{FF2B5EF4-FFF2-40B4-BE49-F238E27FC236}">
                  <a16:creationId xmlns:a16="http://schemas.microsoft.com/office/drawing/2014/main" id="{E198502B-A8C3-420D-B215-F1E5F084E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761" y="1817370"/>
              <a:ext cx="2498090" cy="457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4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Lorem Ipsum</a:t>
              </a:r>
            </a:p>
          </p:txBody>
        </p:sp>
        <p:sp>
          <p:nvSpPr>
            <p:cNvPr id="29" name="Freeform 53">
              <a:extLst>
                <a:ext uri="{FF2B5EF4-FFF2-40B4-BE49-F238E27FC236}">
                  <a16:creationId xmlns:a16="http://schemas.microsoft.com/office/drawing/2014/main" id="{2175BF78-9531-4961-8D96-C2E10D986A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291" y="1234440"/>
              <a:ext cx="2155031" cy="457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36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Lorem Ipsum</a:t>
              </a:r>
            </a:p>
          </p:txBody>
        </p:sp>
        <p:sp>
          <p:nvSpPr>
            <p:cNvPr id="30" name="Freeform 55">
              <a:extLst>
                <a:ext uri="{FF2B5EF4-FFF2-40B4-BE49-F238E27FC236}">
                  <a16:creationId xmlns:a16="http://schemas.microsoft.com/office/drawing/2014/main" id="{22D9BAB5-0172-46E7-85A1-745EEB314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538" y="4678680"/>
              <a:ext cx="4046537" cy="533400"/>
            </a:xfrm>
            <a:prstGeom prst="trapezoid">
              <a:avLst>
                <a:gd name="adj" fmla="val 51241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Freeform 55">
              <a:extLst>
                <a:ext uri="{FF2B5EF4-FFF2-40B4-BE49-F238E27FC236}">
                  <a16:creationId xmlns:a16="http://schemas.microsoft.com/office/drawing/2014/main" id="{66B15D54-8C14-4F58-96E7-371368C84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998" y="3718560"/>
              <a:ext cx="3543617" cy="381000"/>
            </a:xfrm>
            <a:prstGeom prst="trapezoid">
              <a:avLst>
                <a:gd name="adj" fmla="val 53115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2" name="Freeform 55">
              <a:extLst>
                <a:ext uri="{FF2B5EF4-FFF2-40B4-BE49-F238E27FC236}">
                  <a16:creationId xmlns:a16="http://schemas.microsoft.com/office/drawing/2014/main" id="{74DFF502-E6EC-4F09-901E-0419A5F26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259" y="2884170"/>
              <a:ext cx="3173095" cy="255270"/>
            </a:xfrm>
            <a:prstGeom prst="trapezoid">
              <a:avLst>
                <a:gd name="adj" fmla="val 7445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3" name="Freeform 55">
              <a:extLst>
                <a:ext uri="{FF2B5EF4-FFF2-40B4-BE49-F238E27FC236}">
                  <a16:creationId xmlns:a16="http://schemas.microsoft.com/office/drawing/2014/main" id="{F0A65CFC-926B-4290-83E4-E0B59FDF1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931" y="2274570"/>
              <a:ext cx="2825750" cy="152400"/>
            </a:xfrm>
            <a:prstGeom prst="trapezoid">
              <a:avLst>
                <a:gd name="adj" fmla="val 116697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5C2653A6-18B6-4392-A653-ADF6A250E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761" y="1691640"/>
              <a:ext cx="2498090" cy="125730"/>
            </a:xfrm>
            <a:prstGeom prst="trapezoid">
              <a:avLst>
                <a:gd name="adj" fmla="val 150225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5" name="Freeform 55">
              <a:extLst>
                <a:ext uri="{FF2B5EF4-FFF2-40B4-BE49-F238E27FC236}">
                  <a16:creationId xmlns:a16="http://schemas.microsoft.com/office/drawing/2014/main" id="{2847409D-F089-4DB2-B448-D09FCBC5C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6388" y="1158239"/>
              <a:ext cx="2155031" cy="76200"/>
            </a:xfrm>
            <a:prstGeom prst="trapezoid">
              <a:avLst>
                <a:gd name="adj" fmla="val 199281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27045954-88E4-4819-96C5-9FF9200B0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4628" y="3632577"/>
            <a:ext cx="914400" cy="914400"/>
          </a:xfrm>
          <a:prstGeom prst="rect">
            <a:avLst/>
          </a:prstGeom>
        </p:spPr>
      </p:pic>
      <p:pic>
        <p:nvPicPr>
          <p:cNvPr id="10" name="Graphic 9" descr="Network">
            <a:extLst>
              <a:ext uri="{FF2B5EF4-FFF2-40B4-BE49-F238E27FC236}">
                <a16:creationId xmlns:a16="http://schemas.microsoft.com/office/drawing/2014/main" id="{6CF56D7E-367F-4D13-A293-758D36042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2699" y="2767779"/>
            <a:ext cx="658595" cy="658595"/>
          </a:xfrm>
          <a:prstGeom prst="rect">
            <a:avLst/>
          </a:prstGeom>
        </p:spPr>
      </p:pic>
      <p:pic>
        <p:nvPicPr>
          <p:cNvPr id="12" name="Graphic 11" descr="Link">
            <a:extLst>
              <a:ext uri="{FF2B5EF4-FFF2-40B4-BE49-F238E27FC236}">
                <a16:creationId xmlns:a16="http://schemas.microsoft.com/office/drawing/2014/main" id="{924144B3-4B76-47CB-9B3F-F3CC9DB523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1883" y="2192751"/>
            <a:ext cx="519943" cy="519943"/>
          </a:xfrm>
          <a:prstGeom prst="rect">
            <a:avLst/>
          </a:prstGeom>
        </p:spPr>
      </p:pic>
      <p:pic>
        <p:nvPicPr>
          <p:cNvPr id="14" name="Graphic 13" descr="Daily Calendar">
            <a:extLst>
              <a:ext uri="{FF2B5EF4-FFF2-40B4-BE49-F238E27FC236}">
                <a16:creationId xmlns:a16="http://schemas.microsoft.com/office/drawing/2014/main" id="{AE520888-D646-4E6C-8A6A-15D94386B2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55971" y="1464090"/>
            <a:ext cx="555346" cy="555346"/>
          </a:xfrm>
          <a:prstGeom prst="rect">
            <a:avLst/>
          </a:prstGeom>
        </p:spPr>
      </p:pic>
      <p:pic>
        <p:nvPicPr>
          <p:cNvPr id="16" name="Graphic 15" descr="Single gear">
            <a:extLst>
              <a:ext uri="{FF2B5EF4-FFF2-40B4-BE49-F238E27FC236}">
                <a16:creationId xmlns:a16="http://schemas.microsoft.com/office/drawing/2014/main" id="{C954E23F-46FF-43BA-A5E6-BBBD7538A8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55971" y="4712815"/>
            <a:ext cx="783205" cy="783205"/>
          </a:xfrm>
          <a:prstGeom prst="rect">
            <a:avLst/>
          </a:prstGeom>
        </p:spPr>
      </p:pic>
      <p:pic>
        <p:nvPicPr>
          <p:cNvPr id="36" name="Graphic 35" descr="Pie chart">
            <a:extLst>
              <a:ext uri="{FF2B5EF4-FFF2-40B4-BE49-F238E27FC236}">
                <a16:creationId xmlns:a16="http://schemas.microsoft.com/office/drawing/2014/main" id="{24D3DD62-C54B-42FC-B8C4-EAA34F13B6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66140" y="5975330"/>
            <a:ext cx="914400" cy="9144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05B24EC-DA77-4D61-9615-DB3FDB4B8145}"/>
              </a:ext>
            </a:extLst>
          </p:cNvPr>
          <p:cNvGrpSpPr/>
          <p:nvPr/>
        </p:nvGrpSpPr>
        <p:grpSpPr>
          <a:xfrm>
            <a:off x="204451" y="1704665"/>
            <a:ext cx="2646110" cy="3370153"/>
            <a:chOff x="8141258" y="2059395"/>
            <a:chExt cx="3664857" cy="337015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F5D8706-4482-4520-A417-E86BB8BC93D1}"/>
                </a:ext>
              </a:extLst>
            </p:cNvPr>
            <p:cNvSpPr/>
            <p:nvPr/>
          </p:nvSpPr>
          <p:spPr>
            <a:xfrm>
              <a:off x="8141258" y="2059395"/>
              <a:ext cx="3664857" cy="58477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3200" b="1" cap="all">
                  <a:solidFill>
                    <a:schemeClr val="accent2"/>
                  </a:solidFill>
                </a:rPr>
                <a:t>Lorem ipsum</a:t>
              </a:r>
              <a:endParaRPr lang="en-US" sz="3200" b="1" cap="all">
                <a:solidFill>
                  <a:schemeClr val="accent2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E0BF6A8-7DD7-4570-B735-39E881DE8C3A}"/>
                </a:ext>
              </a:extLst>
            </p:cNvPr>
            <p:cNvSpPr/>
            <p:nvPr/>
          </p:nvSpPr>
          <p:spPr>
            <a:xfrm>
              <a:off x="8141258" y="2644170"/>
              <a:ext cx="3664857" cy="2785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</a:p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en-US" sz="1400">
                  <a:solidFill>
                    <a:schemeClr val="bg1">
                      <a:lumMod val="50000"/>
                    </a:schemeClr>
                  </a:solidFill>
                </a:rPr>
                <a:t>Ut mauris, nunc donec maecenas nulla vitae tempor, ultrices sem suscipit mi quis semper quam. Nulla nulla, ac elit nullam nonummy suscipit quis, id placerat neque.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7876B6-5D40-4AA4-BFE0-2E06B6D5015D}"/>
              </a:ext>
            </a:extLst>
          </p:cNvPr>
          <p:cNvGrpSpPr/>
          <p:nvPr/>
        </p:nvGrpSpPr>
        <p:grpSpPr>
          <a:xfrm>
            <a:off x="10087442" y="1605082"/>
            <a:ext cx="2104558" cy="542591"/>
            <a:chOff x="5853028" y="6176859"/>
            <a:chExt cx="2104558" cy="542591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A384348-E692-4440-A882-21311E8BEE68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16B390A-93A0-422A-BF1C-0368BD6C8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2047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1676F-AC33-4411-A198-621F8385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F2326-074A-4E01-BE4D-0E18E84EE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Staircase with 6 Steps – Multicolor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A069F-FC75-47AA-A25B-14C443E1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FDBC9C-B2AA-4DE5-864C-419BA6373590}"/>
              </a:ext>
            </a:extLst>
          </p:cNvPr>
          <p:cNvGrpSpPr/>
          <p:nvPr/>
        </p:nvGrpSpPr>
        <p:grpSpPr>
          <a:xfrm>
            <a:off x="2636997" y="1433258"/>
            <a:ext cx="6918006" cy="5424742"/>
            <a:chOff x="4173538" y="1158239"/>
            <a:chExt cx="4046537" cy="4770121"/>
          </a:xfrm>
        </p:grpSpPr>
        <p:sp>
          <p:nvSpPr>
            <p:cNvPr id="64" name="Freeform 53">
              <a:extLst>
                <a:ext uri="{FF2B5EF4-FFF2-40B4-BE49-F238E27FC236}">
                  <a16:creationId xmlns:a16="http://schemas.microsoft.com/office/drawing/2014/main" id="{DC76196C-2F9A-4E0D-9960-8181206CA6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538" y="5212080"/>
              <a:ext cx="4046537" cy="716280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95" name="Freeform 53">
              <a:extLst>
                <a:ext uri="{FF2B5EF4-FFF2-40B4-BE49-F238E27FC236}">
                  <a16:creationId xmlns:a16="http://schemas.microsoft.com/office/drawing/2014/main" id="{BE0CE262-6DED-4EFB-8045-8EDB2293F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998" y="4099560"/>
              <a:ext cx="3543617" cy="579120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000">
                <a:solidFill>
                  <a:schemeClr val="bg1"/>
                </a:solidFill>
              </a:endParaRPr>
            </a:p>
          </p:txBody>
        </p:sp>
        <p:sp>
          <p:nvSpPr>
            <p:cNvPr id="96" name="Freeform 53">
              <a:extLst>
                <a:ext uri="{FF2B5EF4-FFF2-40B4-BE49-F238E27FC236}">
                  <a16:creationId xmlns:a16="http://schemas.microsoft.com/office/drawing/2014/main" id="{AB14C11F-CA14-4449-8C5B-F9AFD8A23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259" y="3139440"/>
              <a:ext cx="3173095" cy="579120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3600">
                <a:solidFill>
                  <a:schemeClr val="bg1"/>
                </a:solidFill>
              </a:endParaRPr>
            </a:p>
          </p:txBody>
        </p:sp>
        <p:sp>
          <p:nvSpPr>
            <p:cNvPr id="97" name="Freeform 53">
              <a:extLst>
                <a:ext uri="{FF2B5EF4-FFF2-40B4-BE49-F238E27FC236}">
                  <a16:creationId xmlns:a16="http://schemas.microsoft.com/office/drawing/2014/main" id="{FE5DDCDA-AE03-40B6-874B-5026B8ECB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931" y="2426970"/>
              <a:ext cx="2825750" cy="457200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3200">
                <a:solidFill>
                  <a:schemeClr val="bg1"/>
                </a:solidFill>
              </a:endParaRPr>
            </a:p>
          </p:txBody>
        </p:sp>
        <p:sp>
          <p:nvSpPr>
            <p:cNvPr id="98" name="Freeform 53">
              <a:extLst>
                <a:ext uri="{FF2B5EF4-FFF2-40B4-BE49-F238E27FC236}">
                  <a16:creationId xmlns:a16="http://schemas.microsoft.com/office/drawing/2014/main" id="{47A5CEA0-38FA-4B13-B6EA-80F68DC49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761" y="1817370"/>
              <a:ext cx="2498090" cy="457200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800">
                <a:solidFill>
                  <a:schemeClr val="bg1"/>
                </a:solidFill>
              </a:endParaRPr>
            </a:p>
          </p:txBody>
        </p:sp>
        <p:sp>
          <p:nvSpPr>
            <p:cNvPr id="99" name="Freeform 53">
              <a:extLst>
                <a:ext uri="{FF2B5EF4-FFF2-40B4-BE49-F238E27FC236}">
                  <a16:creationId xmlns:a16="http://schemas.microsoft.com/office/drawing/2014/main" id="{B624E46E-2AB3-4237-A8CE-702BC85C79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9291" y="1234440"/>
              <a:ext cx="2155031" cy="457200"/>
            </a:xfrm>
            <a:prstGeom prst="rect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0" name="Freeform 55">
              <a:extLst>
                <a:ext uri="{FF2B5EF4-FFF2-40B4-BE49-F238E27FC236}">
                  <a16:creationId xmlns:a16="http://schemas.microsoft.com/office/drawing/2014/main" id="{52FF4636-BE23-421C-8ADD-E08A1F53E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538" y="4678680"/>
              <a:ext cx="4046537" cy="533400"/>
            </a:xfrm>
            <a:prstGeom prst="trapezoid">
              <a:avLst>
                <a:gd name="adj" fmla="val 70643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1" name="Freeform 55">
              <a:extLst>
                <a:ext uri="{FF2B5EF4-FFF2-40B4-BE49-F238E27FC236}">
                  <a16:creationId xmlns:a16="http://schemas.microsoft.com/office/drawing/2014/main" id="{8D41FFA2-BF8F-437A-8007-8D79B2041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998" y="3718560"/>
              <a:ext cx="3543617" cy="381000"/>
            </a:xfrm>
            <a:prstGeom prst="trapezoid">
              <a:avLst>
                <a:gd name="adj" fmla="val 72900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2" name="Freeform 55">
              <a:extLst>
                <a:ext uri="{FF2B5EF4-FFF2-40B4-BE49-F238E27FC236}">
                  <a16:creationId xmlns:a16="http://schemas.microsoft.com/office/drawing/2014/main" id="{504FC17E-E1AC-4F63-B430-964AEE222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259" y="2884170"/>
              <a:ext cx="3173095" cy="255270"/>
            </a:xfrm>
            <a:prstGeom prst="trapezoid">
              <a:avLst>
                <a:gd name="adj" fmla="val 102348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3" name="Freeform 55">
              <a:extLst>
                <a:ext uri="{FF2B5EF4-FFF2-40B4-BE49-F238E27FC236}">
                  <a16:creationId xmlns:a16="http://schemas.microsoft.com/office/drawing/2014/main" id="{8FE62AAB-C420-4414-A389-447502E73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3931" y="2274570"/>
              <a:ext cx="2825750" cy="152400"/>
            </a:xfrm>
            <a:prstGeom prst="trapezoid">
              <a:avLst>
                <a:gd name="adj" fmla="val 160664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4" name="Freeform 55">
              <a:extLst>
                <a:ext uri="{FF2B5EF4-FFF2-40B4-BE49-F238E27FC236}">
                  <a16:creationId xmlns:a16="http://schemas.microsoft.com/office/drawing/2014/main" id="{0F9A7C2C-045D-4AC8-ADD4-7DA3ACA08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761" y="1691640"/>
              <a:ext cx="2498090" cy="125730"/>
            </a:xfrm>
            <a:prstGeom prst="trapezoid">
              <a:avLst>
                <a:gd name="adj" fmla="val 205183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  <p:sp>
          <p:nvSpPr>
            <p:cNvPr id="105" name="Freeform 55">
              <a:extLst>
                <a:ext uri="{FF2B5EF4-FFF2-40B4-BE49-F238E27FC236}">
                  <a16:creationId xmlns:a16="http://schemas.microsoft.com/office/drawing/2014/main" id="{10685792-23CD-4D1C-BEED-C83050AA9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6388" y="1158239"/>
              <a:ext cx="2155031" cy="76200"/>
            </a:xfrm>
            <a:prstGeom prst="trapezoid">
              <a:avLst>
                <a:gd name="adj" fmla="val 199281"/>
              </a:avLst>
            </a:prstGeom>
            <a:solidFill>
              <a:schemeClr val="tx1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4400">
                <a:solidFill>
                  <a:schemeClr val="bg1"/>
                </a:solidFill>
              </a:endParaRPr>
            </a:p>
          </p:txBody>
        </p:sp>
      </p:grpSp>
      <p:sp>
        <p:nvSpPr>
          <p:cNvPr id="24" name="Freeform 53">
            <a:extLst>
              <a:ext uri="{FF2B5EF4-FFF2-40B4-BE49-F238E27FC236}">
                <a16:creationId xmlns:a16="http://schemas.microsoft.com/office/drawing/2014/main" id="{E2DABEE5-631E-4351-BB55-A9986CA1246F}"/>
              </a:ext>
            </a:extLst>
          </p:cNvPr>
          <p:cNvSpPr>
            <a:spLocks/>
          </p:cNvSpPr>
          <p:nvPr/>
        </p:nvSpPr>
        <p:spPr bwMode="auto">
          <a:xfrm>
            <a:off x="3570757" y="6043422"/>
            <a:ext cx="5040560" cy="814578"/>
          </a:xfrm>
          <a:prstGeom prst="rect">
            <a:avLst/>
          </a:prstGeom>
          <a:solidFill>
            <a:schemeClr val="accent5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Lorem Ipsum</a:t>
            </a:r>
          </a:p>
        </p:txBody>
      </p:sp>
      <p:sp>
        <p:nvSpPr>
          <p:cNvPr id="25" name="Freeform 53">
            <a:extLst>
              <a:ext uri="{FF2B5EF4-FFF2-40B4-BE49-F238E27FC236}">
                <a16:creationId xmlns:a16="http://schemas.microsoft.com/office/drawing/2014/main" id="{E4F5DF5B-A78E-4A7F-923C-DC35B4BE5738}"/>
              </a:ext>
            </a:extLst>
          </p:cNvPr>
          <p:cNvSpPr>
            <a:spLocks/>
          </p:cNvSpPr>
          <p:nvPr/>
        </p:nvSpPr>
        <p:spPr bwMode="auto">
          <a:xfrm>
            <a:off x="3883988" y="4778227"/>
            <a:ext cx="4414099" cy="658595"/>
          </a:xfrm>
          <a:prstGeom prst="rect">
            <a:avLst/>
          </a:prstGeom>
          <a:solidFill>
            <a:schemeClr val="tx2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Lorem Ipsum</a:t>
            </a:r>
          </a:p>
        </p:txBody>
      </p:sp>
      <p:sp>
        <p:nvSpPr>
          <p:cNvPr id="26" name="Freeform 53">
            <a:extLst>
              <a:ext uri="{FF2B5EF4-FFF2-40B4-BE49-F238E27FC236}">
                <a16:creationId xmlns:a16="http://schemas.microsoft.com/office/drawing/2014/main" id="{7ABB93BD-CAFD-4AC7-BA4E-95322691C95F}"/>
              </a:ext>
            </a:extLst>
          </p:cNvPr>
          <p:cNvSpPr>
            <a:spLocks/>
          </p:cNvSpPr>
          <p:nvPr/>
        </p:nvSpPr>
        <p:spPr bwMode="auto">
          <a:xfrm>
            <a:off x="4114758" y="3686346"/>
            <a:ext cx="3952559" cy="658595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Lorem Ipsum</a:t>
            </a:r>
          </a:p>
        </p:txBody>
      </p:sp>
      <p:sp>
        <p:nvSpPr>
          <p:cNvPr id="27" name="Freeform 53">
            <a:extLst>
              <a:ext uri="{FF2B5EF4-FFF2-40B4-BE49-F238E27FC236}">
                <a16:creationId xmlns:a16="http://schemas.microsoft.com/office/drawing/2014/main" id="{48E46D97-7C93-4C56-8110-A044F67E5633}"/>
              </a:ext>
            </a:extLst>
          </p:cNvPr>
          <p:cNvSpPr>
            <a:spLocks/>
          </p:cNvSpPr>
          <p:nvPr/>
        </p:nvSpPr>
        <p:spPr bwMode="auto">
          <a:xfrm>
            <a:off x="4331092" y="2876102"/>
            <a:ext cx="3519889" cy="519943"/>
          </a:xfrm>
          <a:prstGeom prst="rect">
            <a:avLst/>
          </a:prstGeom>
          <a:solidFill>
            <a:schemeClr val="accent2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Lorem Ipsum</a:t>
            </a:r>
          </a:p>
        </p:txBody>
      </p:sp>
      <p:sp>
        <p:nvSpPr>
          <p:cNvPr id="28" name="Freeform 53">
            <a:extLst>
              <a:ext uri="{FF2B5EF4-FFF2-40B4-BE49-F238E27FC236}">
                <a16:creationId xmlns:a16="http://schemas.microsoft.com/office/drawing/2014/main" id="{E198502B-A8C3-420D-B215-F1E5F084E46F}"/>
              </a:ext>
            </a:extLst>
          </p:cNvPr>
          <p:cNvSpPr>
            <a:spLocks/>
          </p:cNvSpPr>
          <p:nvPr/>
        </p:nvSpPr>
        <p:spPr bwMode="auto">
          <a:xfrm>
            <a:off x="4535166" y="2182844"/>
            <a:ext cx="3111740" cy="519943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4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Lorem Ipsum</a:t>
            </a:r>
          </a:p>
        </p:txBody>
      </p:sp>
      <p:sp>
        <p:nvSpPr>
          <p:cNvPr id="29" name="Freeform 53">
            <a:extLst>
              <a:ext uri="{FF2B5EF4-FFF2-40B4-BE49-F238E27FC236}">
                <a16:creationId xmlns:a16="http://schemas.microsoft.com/office/drawing/2014/main" id="{2175BF78-9531-4961-8D96-C2E10D986AF0}"/>
              </a:ext>
            </a:extLst>
          </p:cNvPr>
          <p:cNvSpPr>
            <a:spLocks/>
          </p:cNvSpPr>
          <p:nvPr/>
        </p:nvSpPr>
        <p:spPr bwMode="auto">
          <a:xfrm>
            <a:off x="4748832" y="1519916"/>
            <a:ext cx="2684410" cy="519943"/>
          </a:xfrm>
          <a:prstGeom prst="rect">
            <a:avLst/>
          </a:prstGeom>
          <a:solidFill>
            <a:schemeClr val="accent4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Lorem Ipsum</a:t>
            </a:r>
          </a:p>
        </p:txBody>
      </p:sp>
      <p:sp>
        <p:nvSpPr>
          <p:cNvPr id="30" name="Freeform 55">
            <a:extLst>
              <a:ext uri="{FF2B5EF4-FFF2-40B4-BE49-F238E27FC236}">
                <a16:creationId xmlns:a16="http://schemas.microsoft.com/office/drawing/2014/main" id="{22D9BAB5-0172-46E7-85A1-745EEB314B77}"/>
              </a:ext>
            </a:extLst>
          </p:cNvPr>
          <p:cNvSpPr>
            <a:spLocks/>
          </p:cNvSpPr>
          <p:nvPr/>
        </p:nvSpPr>
        <p:spPr bwMode="auto">
          <a:xfrm>
            <a:off x="3570757" y="5436822"/>
            <a:ext cx="5040560" cy="606600"/>
          </a:xfrm>
          <a:prstGeom prst="trapezoid">
            <a:avLst>
              <a:gd name="adj" fmla="val 51241"/>
            </a:avLst>
          </a:prstGeom>
          <a:solidFill>
            <a:schemeClr val="accent5">
              <a:alpha val="3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Freeform 55">
            <a:extLst>
              <a:ext uri="{FF2B5EF4-FFF2-40B4-BE49-F238E27FC236}">
                <a16:creationId xmlns:a16="http://schemas.microsoft.com/office/drawing/2014/main" id="{66B15D54-8C14-4F58-96E7-371368C8405C}"/>
              </a:ext>
            </a:extLst>
          </p:cNvPr>
          <p:cNvSpPr>
            <a:spLocks/>
          </p:cNvSpPr>
          <p:nvPr/>
        </p:nvSpPr>
        <p:spPr bwMode="auto">
          <a:xfrm>
            <a:off x="3883988" y="4344941"/>
            <a:ext cx="4414099" cy="433286"/>
          </a:xfrm>
          <a:prstGeom prst="trapezoid">
            <a:avLst>
              <a:gd name="adj" fmla="val 53115"/>
            </a:avLst>
          </a:prstGeom>
          <a:solidFill>
            <a:schemeClr val="tx2">
              <a:alpha val="3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Freeform 55">
            <a:extLst>
              <a:ext uri="{FF2B5EF4-FFF2-40B4-BE49-F238E27FC236}">
                <a16:creationId xmlns:a16="http://schemas.microsoft.com/office/drawing/2014/main" id="{74DFF502-E6EC-4F09-901E-0419A5F26AC6}"/>
              </a:ext>
            </a:extLst>
          </p:cNvPr>
          <p:cNvSpPr>
            <a:spLocks/>
          </p:cNvSpPr>
          <p:nvPr/>
        </p:nvSpPr>
        <p:spPr bwMode="auto">
          <a:xfrm>
            <a:off x="4114758" y="3396045"/>
            <a:ext cx="3952559" cy="290302"/>
          </a:xfrm>
          <a:prstGeom prst="trapezoid">
            <a:avLst>
              <a:gd name="adj" fmla="val 74459"/>
            </a:avLst>
          </a:prstGeom>
          <a:solidFill>
            <a:schemeClr val="accent1">
              <a:alpha val="3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Freeform 55">
            <a:extLst>
              <a:ext uri="{FF2B5EF4-FFF2-40B4-BE49-F238E27FC236}">
                <a16:creationId xmlns:a16="http://schemas.microsoft.com/office/drawing/2014/main" id="{F0A65CFC-926B-4290-83E4-E0B59FDF1914}"/>
              </a:ext>
            </a:extLst>
          </p:cNvPr>
          <p:cNvSpPr>
            <a:spLocks/>
          </p:cNvSpPr>
          <p:nvPr/>
        </p:nvSpPr>
        <p:spPr bwMode="auto">
          <a:xfrm>
            <a:off x="4331092" y="2702787"/>
            <a:ext cx="3519889" cy="173314"/>
          </a:xfrm>
          <a:prstGeom prst="trapezoid">
            <a:avLst>
              <a:gd name="adj" fmla="val 116697"/>
            </a:avLst>
          </a:prstGeom>
          <a:solidFill>
            <a:schemeClr val="accent2">
              <a:alpha val="3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Freeform 55">
            <a:extLst>
              <a:ext uri="{FF2B5EF4-FFF2-40B4-BE49-F238E27FC236}">
                <a16:creationId xmlns:a16="http://schemas.microsoft.com/office/drawing/2014/main" id="{5C2653A6-18B6-4392-A653-ADF6A250EBDB}"/>
              </a:ext>
            </a:extLst>
          </p:cNvPr>
          <p:cNvSpPr>
            <a:spLocks/>
          </p:cNvSpPr>
          <p:nvPr/>
        </p:nvSpPr>
        <p:spPr bwMode="auto">
          <a:xfrm>
            <a:off x="4535166" y="2039860"/>
            <a:ext cx="3111740" cy="142984"/>
          </a:xfrm>
          <a:prstGeom prst="trapezoid">
            <a:avLst>
              <a:gd name="adj" fmla="val 150225"/>
            </a:avLst>
          </a:prstGeom>
          <a:solidFill>
            <a:schemeClr val="accent3">
              <a:alpha val="3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Freeform 55">
            <a:extLst>
              <a:ext uri="{FF2B5EF4-FFF2-40B4-BE49-F238E27FC236}">
                <a16:creationId xmlns:a16="http://schemas.microsoft.com/office/drawing/2014/main" id="{2847409D-F089-4DB2-B448-D09FCBC5C521}"/>
              </a:ext>
            </a:extLst>
          </p:cNvPr>
          <p:cNvSpPr>
            <a:spLocks/>
          </p:cNvSpPr>
          <p:nvPr/>
        </p:nvSpPr>
        <p:spPr bwMode="auto">
          <a:xfrm>
            <a:off x="4745216" y="1433258"/>
            <a:ext cx="2684410" cy="86657"/>
          </a:xfrm>
          <a:prstGeom prst="trapezoid">
            <a:avLst>
              <a:gd name="adj" fmla="val 199281"/>
            </a:avLst>
          </a:prstGeom>
          <a:solidFill>
            <a:schemeClr val="accent4">
              <a:alpha val="3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27045954-88E4-4819-96C5-9FF9200B0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4628" y="3632577"/>
            <a:ext cx="914400" cy="914400"/>
          </a:xfrm>
          <a:prstGeom prst="rect">
            <a:avLst/>
          </a:prstGeom>
        </p:spPr>
      </p:pic>
      <p:pic>
        <p:nvPicPr>
          <p:cNvPr id="10" name="Graphic 9" descr="Network">
            <a:extLst>
              <a:ext uri="{FF2B5EF4-FFF2-40B4-BE49-F238E27FC236}">
                <a16:creationId xmlns:a16="http://schemas.microsoft.com/office/drawing/2014/main" id="{6CF56D7E-367F-4D13-A293-758D36042A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2699" y="2767779"/>
            <a:ext cx="658595" cy="658595"/>
          </a:xfrm>
          <a:prstGeom prst="rect">
            <a:avLst/>
          </a:prstGeom>
        </p:spPr>
      </p:pic>
      <p:pic>
        <p:nvPicPr>
          <p:cNvPr id="12" name="Graphic 11" descr="Link">
            <a:extLst>
              <a:ext uri="{FF2B5EF4-FFF2-40B4-BE49-F238E27FC236}">
                <a16:creationId xmlns:a16="http://schemas.microsoft.com/office/drawing/2014/main" id="{924144B3-4B76-47CB-9B3F-F3CC9DB523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1883" y="2192751"/>
            <a:ext cx="519943" cy="519943"/>
          </a:xfrm>
          <a:prstGeom prst="rect">
            <a:avLst/>
          </a:prstGeom>
        </p:spPr>
      </p:pic>
      <p:pic>
        <p:nvPicPr>
          <p:cNvPr id="14" name="Graphic 13" descr="Daily Calendar">
            <a:extLst>
              <a:ext uri="{FF2B5EF4-FFF2-40B4-BE49-F238E27FC236}">
                <a16:creationId xmlns:a16="http://schemas.microsoft.com/office/drawing/2014/main" id="{AE520888-D646-4E6C-8A6A-15D94386B2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55971" y="1464090"/>
            <a:ext cx="555346" cy="555346"/>
          </a:xfrm>
          <a:prstGeom prst="rect">
            <a:avLst/>
          </a:prstGeom>
        </p:spPr>
      </p:pic>
      <p:pic>
        <p:nvPicPr>
          <p:cNvPr id="16" name="Graphic 15" descr="Single gear">
            <a:extLst>
              <a:ext uri="{FF2B5EF4-FFF2-40B4-BE49-F238E27FC236}">
                <a16:creationId xmlns:a16="http://schemas.microsoft.com/office/drawing/2014/main" id="{C954E23F-46FF-43BA-A5E6-BBBD7538A8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55971" y="4712815"/>
            <a:ext cx="783205" cy="783205"/>
          </a:xfrm>
          <a:prstGeom prst="rect">
            <a:avLst/>
          </a:prstGeom>
        </p:spPr>
      </p:pic>
      <p:pic>
        <p:nvPicPr>
          <p:cNvPr id="36" name="Graphic 35" descr="Pie chart">
            <a:extLst>
              <a:ext uri="{FF2B5EF4-FFF2-40B4-BE49-F238E27FC236}">
                <a16:creationId xmlns:a16="http://schemas.microsoft.com/office/drawing/2014/main" id="{24D3DD62-C54B-42FC-B8C4-EAA34F13B6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66140" y="5975330"/>
            <a:ext cx="914400" cy="9144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05B24EC-DA77-4D61-9615-DB3FDB4B8145}"/>
              </a:ext>
            </a:extLst>
          </p:cNvPr>
          <p:cNvGrpSpPr/>
          <p:nvPr/>
        </p:nvGrpSpPr>
        <p:grpSpPr>
          <a:xfrm>
            <a:off x="204451" y="1704665"/>
            <a:ext cx="2646110" cy="3370153"/>
            <a:chOff x="8141258" y="2059395"/>
            <a:chExt cx="3664857" cy="337015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F5D8706-4482-4520-A417-E86BB8BC93D1}"/>
                </a:ext>
              </a:extLst>
            </p:cNvPr>
            <p:cNvSpPr/>
            <p:nvPr/>
          </p:nvSpPr>
          <p:spPr>
            <a:xfrm>
              <a:off x="8141258" y="2059395"/>
              <a:ext cx="3664857" cy="584775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3200" b="1" cap="all">
                  <a:solidFill>
                    <a:schemeClr val="accent6"/>
                  </a:solidFill>
                </a:rPr>
                <a:t>Lorem ipsum</a:t>
              </a:r>
              <a:endParaRPr lang="en-US" sz="3200" b="1" cap="all">
                <a:solidFill>
                  <a:schemeClr val="accent6"/>
                </a:solidFill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E0BF6A8-7DD7-4570-B735-39E881DE8C3A}"/>
                </a:ext>
              </a:extLst>
            </p:cNvPr>
            <p:cNvSpPr/>
            <p:nvPr/>
          </p:nvSpPr>
          <p:spPr>
            <a:xfrm>
              <a:off x="8141258" y="2644170"/>
              <a:ext cx="3664857" cy="27853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da-DK" sz="14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mi egestas lacus pharetra eu diamet.</a:t>
              </a:r>
            </a:p>
            <a:p>
              <a:pPr algn="just">
                <a:lnSpc>
                  <a:spcPts val="1800"/>
                </a:lnSpc>
                <a:spcAft>
                  <a:spcPts val="1200"/>
                </a:spcAft>
              </a:pPr>
              <a:r>
                <a:rPr lang="en-US" sz="1400">
                  <a:solidFill>
                    <a:schemeClr val="bg1">
                      <a:lumMod val="50000"/>
                    </a:schemeClr>
                  </a:solidFill>
                </a:rPr>
                <a:t>Ut mauris, nunc donec maecenas nulla vitae tempor, ultrices sem suscipit mi quis semper quam. Nulla nulla, ac elit nullam nonummy suscipit quis, id placerat neque.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A28EB57-6A63-4B09-BFFC-5DE63401B665}"/>
              </a:ext>
            </a:extLst>
          </p:cNvPr>
          <p:cNvGrpSpPr/>
          <p:nvPr/>
        </p:nvGrpSpPr>
        <p:grpSpPr>
          <a:xfrm>
            <a:off x="10087442" y="1605082"/>
            <a:ext cx="2104558" cy="542591"/>
            <a:chOff x="5853028" y="6176859"/>
            <a:chExt cx="2104558" cy="54259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20CD7B8-7034-4576-92E1-36F582044160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DF4ECD5-CBEB-4E78-92F5-69B161422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8529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EE1EFD-2AF5-4229-B579-66586F42050C}"/>
              </a:ext>
            </a:extLst>
          </p:cNvPr>
          <p:cNvSpPr/>
          <p:nvPr/>
        </p:nvSpPr>
        <p:spPr>
          <a:xfrm>
            <a:off x="911424" y="2256482"/>
            <a:ext cx="1944217" cy="2842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ts val="1800"/>
              </a:lnSpc>
              <a:spcAft>
                <a:spcPts val="1800"/>
              </a:spcAft>
            </a:pPr>
            <a:r>
              <a:rPr lang="da-DK" sz="12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</a:p>
          <a:p>
            <a:pPr algn="just">
              <a:lnSpc>
                <a:spcPts val="1800"/>
              </a:lnSpc>
              <a:spcAft>
                <a:spcPts val="1800"/>
              </a:spcAft>
            </a:pPr>
            <a:r>
              <a:rPr lang="da-DK" sz="12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E0DFE6F-B3CA-482C-81E8-7E980505785F}"/>
              </a:ext>
            </a:extLst>
          </p:cNvPr>
          <p:cNvSpPr/>
          <p:nvPr/>
        </p:nvSpPr>
        <p:spPr>
          <a:xfrm>
            <a:off x="2966845" y="2256482"/>
            <a:ext cx="1944217" cy="24529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ts val="1800"/>
              </a:lnSpc>
              <a:spcAft>
                <a:spcPts val="1800"/>
              </a:spcAft>
            </a:pPr>
            <a:r>
              <a:rPr lang="da-DK" sz="12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</a:p>
          <a:p>
            <a:pPr algn="just">
              <a:lnSpc>
                <a:spcPts val="1800"/>
              </a:lnSpc>
              <a:spcAft>
                <a:spcPts val="1800"/>
              </a:spcAft>
            </a:pPr>
            <a:r>
              <a:rPr lang="da-DK" sz="12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04531EE-B071-4214-9182-DEDD9B20B6A6}"/>
              </a:ext>
            </a:extLst>
          </p:cNvPr>
          <p:cNvSpPr/>
          <p:nvPr/>
        </p:nvSpPr>
        <p:spPr>
          <a:xfrm>
            <a:off x="5022266" y="2256482"/>
            <a:ext cx="1944217" cy="20162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ts val="1800"/>
              </a:lnSpc>
              <a:spcAft>
                <a:spcPts val="1800"/>
              </a:spcAft>
            </a:pPr>
            <a:r>
              <a:rPr lang="da-DK" sz="12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</a:p>
          <a:p>
            <a:pPr algn="just">
              <a:lnSpc>
                <a:spcPts val="1800"/>
              </a:lnSpc>
              <a:spcAft>
                <a:spcPts val="1800"/>
              </a:spcAft>
            </a:pPr>
            <a:r>
              <a:rPr lang="da-DK" sz="12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convallis.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31E7DE7-A7DC-4AA9-BB36-6C1C3B30A6A8}"/>
              </a:ext>
            </a:extLst>
          </p:cNvPr>
          <p:cNvSpPr/>
          <p:nvPr/>
        </p:nvSpPr>
        <p:spPr>
          <a:xfrm>
            <a:off x="7077687" y="2256482"/>
            <a:ext cx="1944217" cy="16259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ts val="1800"/>
              </a:lnSpc>
              <a:spcAft>
                <a:spcPts val="1800"/>
              </a:spcAft>
            </a:pPr>
            <a:r>
              <a:rPr lang="da-DK" sz="12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AA5212B-0C39-4441-BB01-05BF3A163A28}"/>
              </a:ext>
            </a:extLst>
          </p:cNvPr>
          <p:cNvSpPr/>
          <p:nvPr/>
        </p:nvSpPr>
        <p:spPr>
          <a:xfrm>
            <a:off x="9133107" y="2256482"/>
            <a:ext cx="1944217" cy="13007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lnSpc>
                <a:spcPts val="1800"/>
              </a:lnSpc>
            </a:pPr>
            <a:r>
              <a:rPr lang="da-DK" sz="1200">
                <a:solidFill>
                  <a:schemeClr val="bg1">
                    <a:lumMod val="50000"/>
                  </a:schemeClr>
                </a:solidFill>
              </a:rPr>
              <a:t>Ut mauris libero, vestibulum pede ante ad et, sollicitudin risus amet convallis ac eligendi, velit quia.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1676F-AC33-4411-A198-621F8385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F2326-074A-4E01-BE4D-0E18E84EE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5 Stairs and Text Placeholder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A069F-FC75-47AA-A25B-14C443E1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0A618E-9BCF-4BA1-97A0-073F8A55ADE5}"/>
              </a:ext>
            </a:extLst>
          </p:cNvPr>
          <p:cNvSpPr/>
          <p:nvPr/>
        </p:nvSpPr>
        <p:spPr>
          <a:xfrm>
            <a:off x="1127448" y="4250339"/>
            <a:ext cx="2016224" cy="2016224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  <a:effectLst/>
          <a:scene3d>
            <a:camera prst="isometricOffAxis1Top">
              <a:rot lat="17389689" lon="18628493" rev="2880000"/>
            </a:camera>
            <a:lightRig rig="threePt" dir="t"/>
          </a:scene3d>
          <a:sp3d extrusionH="381000">
            <a:extrusionClr>
              <a:schemeClr val="tx1">
                <a:lumMod val="60000"/>
                <a:lumOff val="4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887575-76B9-43B2-9405-27BAF9B1655E}"/>
              </a:ext>
            </a:extLst>
          </p:cNvPr>
          <p:cNvSpPr/>
          <p:nvPr/>
        </p:nvSpPr>
        <p:spPr>
          <a:xfrm>
            <a:off x="3184525" y="3861048"/>
            <a:ext cx="2016224" cy="2016224"/>
          </a:xfrm>
          <a:prstGeom prst="rect">
            <a:avLst/>
          </a:prstGeom>
          <a:solidFill>
            <a:schemeClr val="accent4"/>
          </a:solidFill>
          <a:ln>
            <a:noFill/>
          </a:ln>
          <a:scene3d>
            <a:camera prst="isometricOffAxis1Top">
              <a:rot lat="17389689" lon="18628493" rev="2880000"/>
            </a:camera>
            <a:lightRig rig="threePt" dir="t"/>
          </a:scene3d>
          <a:sp3d extrusionH="381000">
            <a:extrusionClr>
              <a:schemeClr val="accent4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/>
              <a:t>02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69D1BA-1FDF-43EF-A364-8499349E82FE}"/>
              </a:ext>
            </a:extLst>
          </p:cNvPr>
          <p:cNvSpPr/>
          <p:nvPr/>
        </p:nvSpPr>
        <p:spPr>
          <a:xfrm>
            <a:off x="5241602" y="3471757"/>
            <a:ext cx="2016224" cy="2016224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  <a:scene3d>
            <a:camera prst="isometricOffAxis1Top">
              <a:rot lat="17389689" lon="18628493" rev="2880000"/>
            </a:camera>
            <a:lightRig rig="threePt" dir="t"/>
          </a:scene3d>
          <a:sp3d extrusionH="381000">
            <a:extrusionClr>
              <a:schemeClr val="tx1">
                <a:lumMod val="60000"/>
                <a:lumOff val="4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600" b="1">
                <a:solidFill>
                  <a:schemeClr val="accent1"/>
                </a:solidFill>
              </a:rPr>
              <a:t>03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F5B6190-FDFE-4544-B2FB-66AA15C7F474}"/>
              </a:ext>
            </a:extLst>
          </p:cNvPr>
          <p:cNvSpPr/>
          <p:nvPr/>
        </p:nvSpPr>
        <p:spPr>
          <a:xfrm>
            <a:off x="7298679" y="3082466"/>
            <a:ext cx="2016224" cy="2016224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  <a:scene3d>
            <a:camera prst="isometricOffAxis1Top">
              <a:rot lat="17389689" lon="18628493" rev="2880000"/>
            </a:camera>
            <a:lightRig rig="threePt" dir="t"/>
          </a:scene3d>
          <a:sp3d extrusionH="381000">
            <a:extrusionClr>
              <a:schemeClr val="tx1">
                <a:lumMod val="60000"/>
                <a:lumOff val="4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600" b="1">
                <a:solidFill>
                  <a:schemeClr val="accent3"/>
                </a:solidFill>
              </a:rPr>
              <a:t>04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7280605-DFA8-4ADB-AC6B-70DDAF7C3445}"/>
              </a:ext>
            </a:extLst>
          </p:cNvPr>
          <p:cNvSpPr/>
          <p:nvPr/>
        </p:nvSpPr>
        <p:spPr>
          <a:xfrm>
            <a:off x="9355757" y="2693175"/>
            <a:ext cx="2016224" cy="2016224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  <a:scene3d>
            <a:camera prst="isometricOffAxis1Top">
              <a:rot lat="17389689" lon="18628493" rev="2880000"/>
            </a:camera>
            <a:lightRig rig="threePt" dir="t"/>
          </a:scene3d>
          <a:sp3d extrusionH="381000">
            <a:extrusionClr>
              <a:schemeClr val="tx1">
                <a:lumMod val="60000"/>
                <a:lumOff val="4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9600" b="1">
                <a:solidFill>
                  <a:schemeClr val="accent5"/>
                </a:solidFill>
              </a:rPr>
              <a:t>05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B241E27-0669-4644-94CA-0292F2D10DF6}"/>
              </a:ext>
            </a:extLst>
          </p:cNvPr>
          <p:cNvSpPr/>
          <p:nvPr/>
        </p:nvSpPr>
        <p:spPr>
          <a:xfrm>
            <a:off x="911424" y="1744887"/>
            <a:ext cx="1944217" cy="423703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cap="all">
                <a:solidFill>
                  <a:schemeClr val="accent2"/>
                </a:solidFill>
              </a:rPr>
              <a:t>Lorem Ipsum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4BA1960-1B77-46A9-B4B9-CBCBDCFAF42D}"/>
              </a:ext>
            </a:extLst>
          </p:cNvPr>
          <p:cNvSpPr/>
          <p:nvPr/>
        </p:nvSpPr>
        <p:spPr>
          <a:xfrm>
            <a:off x="2966845" y="1744887"/>
            <a:ext cx="1944217" cy="423703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cap="all">
                <a:solidFill>
                  <a:schemeClr val="accent4"/>
                </a:solidFill>
              </a:rPr>
              <a:t>Lorem Ipsum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85A4DF8-3044-4B8E-8B4E-A3482DC7BE48}"/>
              </a:ext>
            </a:extLst>
          </p:cNvPr>
          <p:cNvSpPr/>
          <p:nvPr/>
        </p:nvSpPr>
        <p:spPr>
          <a:xfrm>
            <a:off x="5022266" y="1744887"/>
            <a:ext cx="1944217" cy="423703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cap="all">
                <a:solidFill>
                  <a:schemeClr val="accent1"/>
                </a:solidFill>
              </a:rPr>
              <a:t>Lorem Ipsum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5DE152B-F4AA-460F-B3D6-61BAD1EF60DB}"/>
              </a:ext>
            </a:extLst>
          </p:cNvPr>
          <p:cNvSpPr/>
          <p:nvPr/>
        </p:nvSpPr>
        <p:spPr>
          <a:xfrm>
            <a:off x="7077687" y="1744887"/>
            <a:ext cx="1944217" cy="423703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cap="all">
                <a:solidFill>
                  <a:schemeClr val="accent3"/>
                </a:solidFill>
              </a:rPr>
              <a:t>Lorem Ipsum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2950E50-4BDF-4AFE-8C11-DA168D4A887B}"/>
              </a:ext>
            </a:extLst>
          </p:cNvPr>
          <p:cNvSpPr/>
          <p:nvPr/>
        </p:nvSpPr>
        <p:spPr>
          <a:xfrm>
            <a:off x="9133107" y="1744887"/>
            <a:ext cx="1944217" cy="423703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cap="all">
                <a:solidFill>
                  <a:schemeClr val="accent5"/>
                </a:solidFill>
              </a:rPr>
              <a:t>Lorem Ipsum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F9657E1-B36D-46E4-BD59-FAAE509589A2}"/>
              </a:ext>
            </a:extLst>
          </p:cNvPr>
          <p:cNvGrpSpPr/>
          <p:nvPr/>
        </p:nvGrpSpPr>
        <p:grpSpPr>
          <a:xfrm>
            <a:off x="8592474" y="6176859"/>
            <a:ext cx="2104558" cy="542591"/>
            <a:chOff x="5853028" y="6176859"/>
            <a:chExt cx="2104558" cy="54259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0620386-44BE-4EF7-B850-BB97E5799FBE}"/>
                </a:ext>
              </a:extLst>
            </p:cNvPr>
            <p:cNvSpPr txBox="1"/>
            <p:nvPr/>
          </p:nvSpPr>
          <p:spPr>
            <a:xfrm>
              <a:off x="6199925" y="6309656"/>
              <a:ext cx="1757661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200" i="1"/>
                <a:t>With</a:t>
              </a:r>
              <a:r>
                <a:rPr lang="en-US" sz="1200" b="1" i="1"/>
                <a:t> 3-D Rotation Effect 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801F3DA-88E5-4531-9818-A4CF1D5AB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3028" y="6176859"/>
              <a:ext cx="377985" cy="5425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9644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349F17E1-E563-42F5-8A28-49EF9D804E4E}"/>
              </a:ext>
            </a:extLst>
          </p:cNvPr>
          <p:cNvSpPr>
            <a:spLocks/>
          </p:cNvSpPr>
          <p:nvPr/>
        </p:nvSpPr>
        <p:spPr bwMode="auto">
          <a:xfrm>
            <a:off x="3730836" y="1419427"/>
            <a:ext cx="2727752" cy="2657003"/>
          </a:xfrm>
          <a:custGeom>
            <a:avLst/>
            <a:gdLst>
              <a:gd name="connsiteX0" fmla="*/ 475588 w 2727752"/>
              <a:gd name="connsiteY0" fmla="*/ 2108303 h 2657003"/>
              <a:gd name="connsiteX1" fmla="*/ 475489 w 2727752"/>
              <a:gd name="connsiteY1" fmla="*/ 2108332 h 2657003"/>
              <a:gd name="connsiteX2" fmla="*/ 475489 w 2727752"/>
              <a:gd name="connsiteY2" fmla="*/ 2109041 h 2657003"/>
              <a:gd name="connsiteX3" fmla="*/ 475588 w 2727752"/>
              <a:gd name="connsiteY3" fmla="*/ 2109071 h 2657003"/>
              <a:gd name="connsiteX4" fmla="*/ 475588 w 2727752"/>
              <a:gd name="connsiteY4" fmla="*/ 2108701 h 2657003"/>
              <a:gd name="connsiteX5" fmla="*/ 474242 w 2727752"/>
              <a:gd name="connsiteY5" fmla="*/ 1071297 h 2657003"/>
              <a:gd name="connsiteX6" fmla="*/ 252448 w 2727752"/>
              <a:gd name="connsiteY6" fmla="*/ 1137341 h 2657003"/>
              <a:gd name="connsiteX7" fmla="*/ 253013 w 2727752"/>
              <a:gd name="connsiteY7" fmla="*/ 1137341 h 2657003"/>
              <a:gd name="connsiteX8" fmla="*/ 474242 w 2727752"/>
              <a:gd name="connsiteY8" fmla="*/ 1071427 h 2657003"/>
              <a:gd name="connsiteX9" fmla="*/ 846075 w 2727752"/>
              <a:gd name="connsiteY9" fmla="*/ 0 h 2657003"/>
              <a:gd name="connsiteX10" fmla="*/ 1097092 w 2727752"/>
              <a:gd name="connsiteY10" fmla="*/ 0 h 2657003"/>
              <a:gd name="connsiteX11" fmla="*/ 1098569 w 2727752"/>
              <a:gd name="connsiteY11" fmla="*/ 0 h 2657003"/>
              <a:gd name="connsiteX12" fmla="*/ 1098044 w 2727752"/>
              <a:gd name="connsiteY12" fmla="*/ 706 h 2657003"/>
              <a:gd name="connsiteX13" fmla="*/ 1949516 w 2727752"/>
              <a:gd name="connsiteY13" fmla="*/ 631677 h 2657003"/>
              <a:gd name="connsiteX14" fmla="*/ 1727807 w 2727752"/>
              <a:gd name="connsiteY14" fmla="*/ 697989 h 2657003"/>
              <a:gd name="connsiteX15" fmla="*/ 1727807 w 2727752"/>
              <a:gd name="connsiteY15" fmla="*/ 1737358 h 2657003"/>
              <a:gd name="connsiteX16" fmla="*/ 1727253 w 2727752"/>
              <a:gd name="connsiteY16" fmla="*/ 1737522 h 2657003"/>
              <a:gd name="connsiteX17" fmla="*/ 2726923 w 2727752"/>
              <a:gd name="connsiteY17" fmla="*/ 2034268 h 2657003"/>
              <a:gd name="connsiteX18" fmla="*/ 2727752 w 2727752"/>
              <a:gd name="connsiteY18" fmla="*/ 2034022 h 2657003"/>
              <a:gd name="connsiteX19" fmla="*/ 2727752 w 2727752"/>
              <a:gd name="connsiteY19" fmla="*/ 2285573 h 2657003"/>
              <a:gd name="connsiteX20" fmla="*/ 1475895 w 2727752"/>
              <a:gd name="connsiteY20" fmla="*/ 2657003 h 2657003"/>
              <a:gd name="connsiteX21" fmla="*/ 1475895 w 2727752"/>
              <a:gd name="connsiteY21" fmla="*/ 2405436 h 2657003"/>
              <a:gd name="connsiteX22" fmla="*/ 1475894 w 2727752"/>
              <a:gd name="connsiteY22" fmla="*/ 2405436 h 2657003"/>
              <a:gd name="connsiteX23" fmla="*/ 1475894 w 2727752"/>
              <a:gd name="connsiteY23" fmla="*/ 2657003 h 2657003"/>
              <a:gd name="connsiteX24" fmla="*/ 224037 w 2727752"/>
              <a:gd name="connsiteY24" fmla="*/ 2285803 h 2657003"/>
              <a:gd name="connsiteX25" fmla="*/ 224037 w 2727752"/>
              <a:gd name="connsiteY25" fmla="*/ 1137874 h 2657003"/>
              <a:gd name="connsiteX26" fmla="*/ 0 w 2727752"/>
              <a:gd name="connsiteY26" fmla="*/ 1137874 h 2657003"/>
              <a:gd name="connsiteX0" fmla="*/ 475588 w 2727752"/>
              <a:gd name="connsiteY0" fmla="*/ 2108701 h 2657003"/>
              <a:gd name="connsiteX1" fmla="*/ 475489 w 2727752"/>
              <a:gd name="connsiteY1" fmla="*/ 2108332 h 2657003"/>
              <a:gd name="connsiteX2" fmla="*/ 475489 w 2727752"/>
              <a:gd name="connsiteY2" fmla="*/ 2109041 h 2657003"/>
              <a:gd name="connsiteX3" fmla="*/ 475588 w 2727752"/>
              <a:gd name="connsiteY3" fmla="*/ 2109071 h 2657003"/>
              <a:gd name="connsiteX4" fmla="*/ 475588 w 2727752"/>
              <a:gd name="connsiteY4" fmla="*/ 2108701 h 2657003"/>
              <a:gd name="connsiteX5" fmla="*/ 474242 w 2727752"/>
              <a:gd name="connsiteY5" fmla="*/ 1071297 h 2657003"/>
              <a:gd name="connsiteX6" fmla="*/ 252448 w 2727752"/>
              <a:gd name="connsiteY6" fmla="*/ 1137341 h 2657003"/>
              <a:gd name="connsiteX7" fmla="*/ 253013 w 2727752"/>
              <a:gd name="connsiteY7" fmla="*/ 1137341 h 2657003"/>
              <a:gd name="connsiteX8" fmla="*/ 474242 w 2727752"/>
              <a:gd name="connsiteY8" fmla="*/ 1071427 h 2657003"/>
              <a:gd name="connsiteX9" fmla="*/ 474242 w 2727752"/>
              <a:gd name="connsiteY9" fmla="*/ 1071297 h 2657003"/>
              <a:gd name="connsiteX10" fmla="*/ 846075 w 2727752"/>
              <a:gd name="connsiteY10" fmla="*/ 0 h 2657003"/>
              <a:gd name="connsiteX11" fmla="*/ 1097092 w 2727752"/>
              <a:gd name="connsiteY11" fmla="*/ 0 h 2657003"/>
              <a:gd name="connsiteX12" fmla="*/ 1098569 w 2727752"/>
              <a:gd name="connsiteY12" fmla="*/ 0 h 2657003"/>
              <a:gd name="connsiteX13" fmla="*/ 1098044 w 2727752"/>
              <a:gd name="connsiteY13" fmla="*/ 706 h 2657003"/>
              <a:gd name="connsiteX14" fmla="*/ 1949516 w 2727752"/>
              <a:gd name="connsiteY14" fmla="*/ 631677 h 2657003"/>
              <a:gd name="connsiteX15" fmla="*/ 1727807 w 2727752"/>
              <a:gd name="connsiteY15" fmla="*/ 697989 h 2657003"/>
              <a:gd name="connsiteX16" fmla="*/ 1727807 w 2727752"/>
              <a:gd name="connsiteY16" fmla="*/ 1737358 h 2657003"/>
              <a:gd name="connsiteX17" fmla="*/ 1727253 w 2727752"/>
              <a:gd name="connsiteY17" fmla="*/ 1737522 h 2657003"/>
              <a:gd name="connsiteX18" fmla="*/ 2726923 w 2727752"/>
              <a:gd name="connsiteY18" fmla="*/ 2034268 h 2657003"/>
              <a:gd name="connsiteX19" fmla="*/ 2727752 w 2727752"/>
              <a:gd name="connsiteY19" fmla="*/ 2034022 h 2657003"/>
              <a:gd name="connsiteX20" fmla="*/ 2727752 w 2727752"/>
              <a:gd name="connsiteY20" fmla="*/ 2285573 h 2657003"/>
              <a:gd name="connsiteX21" fmla="*/ 1475895 w 2727752"/>
              <a:gd name="connsiteY21" fmla="*/ 2657003 h 2657003"/>
              <a:gd name="connsiteX22" fmla="*/ 1475895 w 2727752"/>
              <a:gd name="connsiteY22" fmla="*/ 2405436 h 2657003"/>
              <a:gd name="connsiteX23" fmla="*/ 1475894 w 2727752"/>
              <a:gd name="connsiteY23" fmla="*/ 2405436 h 2657003"/>
              <a:gd name="connsiteX24" fmla="*/ 1475894 w 2727752"/>
              <a:gd name="connsiteY24" fmla="*/ 2657003 h 2657003"/>
              <a:gd name="connsiteX25" fmla="*/ 224037 w 2727752"/>
              <a:gd name="connsiteY25" fmla="*/ 2285803 h 2657003"/>
              <a:gd name="connsiteX26" fmla="*/ 224037 w 2727752"/>
              <a:gd name="connsiteY26" fmla="*/ 1137874 h 2657003"/>
              <a:gd name="connsiteX27" fmla="*/ 0 w 2727752"/>
              <a:gd name="connsiteY27" fmla="*/ 1137874 h 2657003"/>
              <a:gd name="connsiteX28" fmla="*/ 846075 w 2727752"/>
              <a:gd name="connsiteY28" fmla="*/ 0 h 2657003"/>
              <a:gd name="connsiteX0" fmla="*/ 475588 w 2727752"/>
              <a:gd name="connsiteY0" fmla="*/ 2109071 h 2657003"/>
              <a:gd name="connsiteX1" fmla="*/ 475489 w 2727752"/>
              <a:gd name="connsiteY1" fmla="*/ 2108332 h 2657003"/>
              <a:gd name="connsiteX2" fmla="*/ 475489 w 2727752"/>
              <a:gd name="connsiteY2" fmla="*/ 2109041 h 2657003"/>
              <a:gd name="connsiteX3" fmla="*/ 475588 w 2727752"/>
              <a:gd name="connsiteY3" fmla="*/ 2109071 h 2657003"/>
              <a:gd name="connsiteX4" fmla="*/ 474242 w 2727752"/>
              <a:gd name="connsiteY4" fmla="*/ 1071297 h 2657003"/>
              <a:gd name="connsiteX5" fmla="*/ 252448 w 2727752"/>
              <a:gd name="connsiteY5" fmla="*/ 1137341 h 2657003"/>
              <a:gd name="connsiteX6" fmla="*/ 253013 w 2727752"/>
              <a:gd name="connsiteY6" fmla="*/ 1137341 h 2657003"/>
              <a:gd name="connsiteX7" fmla="*/ 474242 w 2727752"/>
              <a:gd name="connsiteY7" fmla="*/ 1071427 h 2657003"/>
              <a:gd name="connsiteX8" fmla="*/ 474242 w 2727752"/>
              <a:gd name="connsiteY8" fmla="*/ 1071297 h 2657003"/>
              <a:gd name="connsiteX9" fmla="*/ 846075 w 2727752"/>
              <a:gd name="connsiteY9" fmla="*/ 0 h 2657003"/>
              <a:gd name="connsiteX10" fmla="*/ 1097092 w 2727752"/>
              <a:gd name="connsiteY10" fmla="*/ 0 h 2657003"/>
              <a:gd name="connsiteX11" fmla="*/ 1098569 w 2727752"/>
              <a:gd name="connsiteY11" fmla="*/ 0 h 2657003"/>
              <a:gd name="connsiteX12" fmla="*/ 1098044 w 2727752"/>
              <a:gd name="connsiteY12" fmla="*/ 706 h 2657003"/>
              <a:gd name="connsiteX13" fmla="*/ 1949516 w 2727752"/>
              <a:gd name="connsiteY13" fmla="*/ 631677 h 2657003"/>
              <a:gd name="connsiteX14" fmla="*/ 1727807 w 2727752"/>
              <a:gd name="connsiteY14" fmla="*/ 697989 h 2657003"/>
              <a:gd name="connsiteX15" fmla="*/ 1727807 w 2727752"/>
              <a:gd name="connsiteY15" fmla="*/ 1737358 h 2657003"/>
              <a:gd name="connsiteX16" fmla="*/ 1727253 w 2727752"/>
              <a:gd name="connsiteY16" fmla="*/ 1737522 h 2657003"/>
              <a:gd name="connsiteX17" fmla="*/ 2726923 w 2727752"/>
              <a:gd name="connsiteY17" fmla="*/ 2034268 h 2657003"/>
              <a:gd name="connsiteX18" fmla="*/ 2727752 w 2727752"/>
              <a:gd name="connsiteY18" fmla="*/ 2034022 h 2657003"/>
              <a:gd name="connsiteX19" fmla="*/ 2727752 w 2727752"/>
              <a:gd name="connsiteY19" fmla="*/ 2285573 h 2657003"/>
              <a:gd name="connsiteX20" fmla="*/ 1475895 w 2727752"/>
              <a:gd name="connsiteY20" fmla="*/ 2657003 h 2657003"/>
              <a:gd name="connsiteX21" fmla="*/ 1475895 w 2727752"/>
              <a:gd name="connsiteY21" fmla="*/ 2405436 h 2657003"/>
              <a:gd name="connsiteX22" fmla="*/ 1475894 w 2727752"/>
              <a:gd name="connsiteY22" fmla="*/ 2405436 h 2657003"/>
              <a:gd name="connsiteX23" fmla="*/ 1475894 w 2727752"/>
              <a:gd name="connsiteY23" fmla="*/ 2657003 h 2657003"/>
              <a:gd name="connsiteX24" fmla="*/ 224037 w 2727752"/>
              <a:gd name="connsiteY24" fmla="*/ 2285803 h 2657003"/>
              <a:gd name="connsiteX25" fmla="*/ 224037 w 2727752"/>
              <a:gd name="connsiteY25" fmla="*/ 1137874 h 2657003"/>
              <a:gd name="connsiteX26" fmla="*/ 0 w 2727752"/>
              <a:gd name="connsiteY26" fmla="*/ 1137874 h 2657003"/>
              <a:gd name="connsiteX27" fmla="*/ 846075 w 2727752"/>
              <a:gd name="connsiteY27" fmla="*/ 0 h 2657003"/>
              <a:gd name="connsiteX0" fmla="*/ 475489 w 2727752"/>
              <a:gd name="connsiteY0" fmla="*/ 2109041 h 2657003"/>
              <a:gd name="connsiteX1" fmla="*/ 475489 w 2727752"/>
              <a:gd name="connsiteY1" fmla="*/ 2108332 h 2657003"/>
              <a:gd name="connsiteX2" fmla="*/ 475489 w 2727752"/>
              <a:gd name="connsiteY2" fmla="*/ 2109041 h 2657003"/>
              <a:gd name="connsiteX3" fmla="*/ 474242 w 2727752"/>
              <a:gd name="connsiteY3" fmla="*/ 1071297 h 2657003"/>
              <a:gd name="connsiteX4" fmla="*/ 252448 w 2727752"/>
              <a:gd name="connsiteY4" fmla="*/ 1137341 h 2657003"/>
              <a:gd name="connsiteX5" fmla="*/ 253013 w 2727752"/>
              <a:gd name="connsiteY5" fmla="*/ 1137341 h 2657003"/>
              <a:gd name="connsiteX6" fmla="*/ 474242 w 2727752"/>
              <a:gd name="connsiteY6" fmla="*/ 1071427 h 2657003"/>
              <a:gd name="connsiteX7" fmla="*/ 474242 w 2727752"/>
              <a:gd name="connsiteY7" fmla="*/ 1071297 h 2657003"/>
              <a:gd name="connsiteX8" fmla="*/ 846075 w 2727752"/>
              <a:gd name="connsiteY8" fmla="*/ 0 h 2657003"/>
              <a:gd name="connsiteX9" fmla="*/ 1097092 w 2727752"/>
              <a:gd name="connsiteY9" fmla="*/ 0 h 2657003"/>
              <a:gd name="connsiteX10" fmla="*/ 1098569 w 2727752"/>
              <a:gd name="connsiteY10" fmla="*/ 0 h 2657003"/>
              <a:gd name="connsiteX11" fmla="*/ 1098044 w 2727752"/>
              <a:gd name="connsiteY11" fmla="*/ 706 h 2657003"/>
              <a:gd name="connsiteX12" fmla="*/ 1949516 w 2727752"/>
              <a:gd name="connsiteY12" fmla="*/ 631677 h 2657003"/>
              <a:gd name="connsiteX13" fmla="*/ 1727807 w 2727752"/>
              <a:gd name="connsiteY13" fmla="*/ 697989 h 2657003"/>
              <a:gd name="connsiteX14" fmla="*/ 1727807 w 2727752"/>
              <a:gd name="connsiteY14" fmla="*/ 1737358 h 2657003"/>
              <a:gd name="connsiteX15" fmla="*/ 1727253 w 2727752"/>
              <a:gd name="connsiteY15" fmla="*/ 1737522 h 2657003"/>
              <a:gd name="connsiteX16" fmla="*/ 2726923 w 2727752"/>
              <a:gd name="connsiteY16" fmla="*/ 2034268 h 2657003"/>
              <a:gd name="connsiteX17" fmla="*/ 2727752 w 2727752"/>
              <a:gd name="connsiteY17" fmla="*/ 2034022 h 2657003"/>
              <a:gd name="connsiteX18" fmla="*/ 2727752 w 2727752"/>
              <a:gd name="connsiteY18" fmla="*/ 2285573 h 2657003"/>
              <a:gd name="connsiteX19" fmla="*/ 1475895 w 2727752"/>
              <a:gd name="connsiteY19" fmla="*/ 2657003 h 2657003"/>
              <a:gd name="connsiteX20" fmla="*/ 1475895 w 2727752"/>
              <a:gd name="connsiteY20" fmla="*/ 2405436 h 2657003"/>
              <a:gd name="connsiteX21" fmla="*/ 1475894 w 2727752"/>
              <a:gd name="connsiteY21" fmla="*/ 2405436 h 2657003"/>
              <a:gd name="connsiteX22" fmla="*/ 1475894 w 2727752"/>
              <a:gd name="connsiteY22" fmla="*/ 2657003 h 2657003"/>
              <a:gd name="connsiteX23" fmla="*/ 224037 w 2727752"/>
              <a:gd name="connsiteY23" fmla="*/ 2285803 h 2657003"/>
              <a:gd name="connsiteX24" fmla="*/ 224037 w 2727752"/>
              <a:gd name="connsiteY24" fmla="*/ 1137874 h 2657003"/>
              <a:gd name="connsiteX25" fmla="*/ 0 w 2727752"/>
              <a:gd name="connsiteY25" fmla="*/ 1137874 h 2657003"/>
              <a:gd name="connsiteX26" fmla="*/ 846075 w 2727752"/>
              <a:gd name="connsiteY26" fmla="*/ 0 h 2657003"/>
              <a:gd name="connsiteX0" fmla="*/ 474242 w 2727752"/>
              <a:gd name="connsiteY0" fmla="*/ 1071297 h 2657003"/>
              <a:gd name="connsiteX1" fmla="*/ 252448 w 2727752"/>
              <a:gd name="connsiteY1" fmla="*/ 1137341 h 2657003"/>
              <a:gd name="connsiteX2" fmla="*/ 253013 w 2727752"/>
              <a:gd name="connsiteY2" fmla="*/ 1137341 h 2657003"/>
              <a:gd name="connsiteX3" fmla="*/ 474242 w 2727752"/>
              <a:gd name="connsiteY3" fmla="*/ 1071427 h 2657003"/>
              <a:gd name="connsiteX4" fmla="*/ 474242 w 2727752"/>
              <a:gd name="connsiteY4" fmla="*/ 1071297 h 2657003"/>
              <a:gd name="connsiteX5" fmla="*/ 846075 w 2727752"/>
              <a:gd name="connsiteY5" fmla="*/ 0 h 2657003"/>
              <a:gd name="connsiteX6" fmla="*/ 1097092 w 2727752"/>
              <a:gd name="connsiteY6" fmla="*/ 0 h 2657003"/>
              <a:gd name="connsiteX7" fmla="*/ 1098569 w 2727752"/>
              <a:gd name="connsiteY7" fmla="*/ 0 h 2657003"/>
              <a:gd name="connsiteX8" fmla="*/ 1098044 w 2727752"/>
              <a:gd name="connsiteY8" fmla="*/ 706 h 2657003"/>
              <a:gd name="connsiteX9" fmla="*/ 1949516 w 2727752"/>
              <a:gd name="connsiteY9" fmla="*/ 631677 h 2657003"/>
              <a:gd name="connsiteX10" fmla="*/ 1727807 w 2727752"/>
              <a:gd name="connsiteY10" fmla="*/ 697989 h 2657003"/>
              <a:gd name="connsiteX11" fmla="*/ 1727807 w 2727752"/>
              <a:gd name="connsiteY11" fmla="*/ 1737358 h 2657003"/>
              <a:gd name="connsiteX12" fmla="*/ 1727253 w 2727752"/>
              <a:gd name="connsiteY12" fmla="*/ 1737522 h 2657003"/>
              <a:gd name="connsiteX13" fmla="*/ 2726923 w 2727752"/>
              <a:gd name="connsiteY13" fmla="*/ 2034268 h 2657003"/>
              <a:gd name="connsiteX14" fmla="*/ 2727752 w 2727752"/>
              <a:gd name="connsiteY14" fmla="*/ 2034022 h 2657003"/>
              <a:gd name="connsiteX15" fmla="*/ 2727752 w 2727752"/>
              <a:gd name="connsiteY15" fmla="*/ 2285573 h 2657003"/>
              <a:gd name="connsiteX16" fmla="*/ 1475895 w 2727752"/>
              <a:gd name="connsiteY16" fmla="*/ 2657003 h 2657003"/>
              <a:gd name="connsiteX17" fmla="*/ 1475895 w 2727752"/>
              <a:gd name="connsiteY17" fmla="*/ 2405436 h 2657003"/>
              <a:gd name="connsiteX18" fmla="*/ 1475894 w 2727752"/>
              <a:gd name="connsiteY18" fmla="*/ 2405436 h 2657003"/>
              <a:gd name="connsiteX19" fmla="*/ 1475894 w 2727752"/>
              <a:gd name="connsiteY19" fmla="*/ 2657003 h 2657003"/>
              <a:gd name="connsiteX20" fmla="*/ 224037 w 2727752"/>
              <a:gd name="connsiteY20" fmla="*/ 2285803 h 2657003"/>
              <a:gd name="connsiteX21" fmla="*/ 224037 w 2727752"/>
              <a:gd name="connsiteY21" fmla="*/ 1137874 h 2657003"/>
              <a:gd name="connsiteX22" fmla="*/ 0 w 2727752"/>
              <a:gd name="connsiteY22" fmla="*/ 1137874 h 2657003"/>
              <a:gd name="connsiteX23" fmla="*/ 846075 w 2727752"/>
              <a:gd name="connsiteY23" fmla="*/ 0 h 2657003"/>
              <a:gd name="connsiteX0" fmla="*/ 474242 w 2727752"/>
              <a:gd name="connsiteY0" fmla="*/ 1071427 h 2657003"/>
              <a:gd name="connsiteX1" fmla="*/ 252448 w 2727752"/>
              <a:gd name="connsiteY1" fmla="*/ 1137341 h 2657003"/>
              <a:gd name="connsiteX2" fmla="*/ 253013 w 2727752"/>
              <a:gd name="connsiteY2" fmla="*/ 1137341 h 2657003"/>
              <a:gd name="connsiteX3" fmla="*/ 474242 w 2727752"/>
              <a:gd name="connsiteY3" fmla="*/ 1071427 h 2657003"/>
              <a:gd name="connsiteX4" fmla="*/ 846075 w 2727752"/>
              <a:gd name="connsiteY4" fmla="*/ 0 h 2657003"/>
              <a:gd name="connsiteX5" fmla="*/ 1097092 w 2727752"/>
              <a:gd name="connsiteY5" fmla="*/ 0 h 2657003"/>
              <a:gd name="connsiteX6" fmla="*/ 1098569 w 2727752"/>
              <a:gd name="connsiteY6" fmla="*/ 0 h 2657003"/>
              <a:gd name="connsiteX7" fmla="*/ 1098044 w 2727752"/>
              <a:gd name="connsiteY7" fmla="*/ 706 h 2657003"/>
              <a:gd name="connsiteX8" fmla="*/ 1949516 w 2727752"/>
              <a:gd name="connsiteY8" fmla="*/ 631677 h 2657003"/>
              <a:gd name="connsiteX9" fmla="*/ 1727807 w 2727752"/>
              <a:gd name="connsiteY9" fmla="*/ 697989 h 2657003"/>
              <a:gd name="connsiteX10" fmla="*/ 1727807 w 2727752"/>
              <a:gd name="connsiteY10" fmla="*/ 1737358 h 2657003"/>
              <a:gd name="connsiteX11" fmla="*/ 1727253 w 2727752"/>
              <a:gd name="connsiteY11" fmla="*/ 1737522 h 2657003"/>
              <a:gd name="connsiteX12" fmla="*/ 2726923 w 2727752"/>
              <a:gd name="connsiteY12" fmla="*/ 2034268 h 2657003"/>
              <a:gd name="connsiteX13" fmla="*/ 2727752 w 2727752"/>
              <a:gd name="connsiteY13" fmla="*/ 2034022 h 2657003"/>
              <a:gd name="connsiteX14" fmla="*/ 2727752 w 2727752"/>
              <a:gd name="connsiteY14" fmla="*/ 2285573 h 2657003"/>
              <a:gd name="connsiteX15" fmla="*/ 1475895 w 2727752"/>
              <a:gd name="connsiteY15" fmla="*/ 2657003 h 2657003"/>
              <a:gd name="connsiteX16" fmla="*/ 1475895 w 2727752"/>
              <a:gd name="connsiteY16" fmla="*/ 2405436 h 2657003"/>
              <a:gd name="connsiteX17" fmla="*/ 1475894 w 2727752"/>
              <a:gd name="connsiteY17" fmla="*/ 2405436 h 2657003"/>
              <a:gd name="connsiteX18" fmla="*/ 1475894 w 2727752"/>
              <a:gd name="connsiteY18" fmla="*/ 2657003 h 2657003"/>
              <a:gd name="connsiteX19" fmla="*/ 224037 w 2727752"/>
              <a:gd name="connsiteY19" fmla="*/ 2285803 h 2657003"/>
              <a:gd name="connsiteX20" fmla="*/ 224037 w 2727752"/>
              <a:gd name="connsiteY20" fmla="*/ 1137874 h 2657003"/>
              <a:gd name="connsiteX21" fmla="*/ 0 w 2727752"/>
              <a:gd name="connsiteY21" fmla="*/ 1137874 h 2657003"/>
              <a:gd name="connsiteX22" fmla="*/ 846075 w 2727752"/>
              <a:gd name="connsiteY22" fmla="*/ 0 h 2657003"/>
              <a:gd name="connsiteX0" fmla="*/ 253013 w 2727752"/>
              <a:gd name="connsiteY0" fmla="*/ 1137341 h 2657003"/>
              <a:gd name="connsiteX1" fmla="*/ 252448 w 2727752"/>
              <a:gd name="connsiteY1" fmla="*/ 1137341 h 2657003"/>
              <a:gd name="connsiteX2" fmla="*/ 253013 w 2727752"/>
              <a:gd name="connsiteY2" fmla="*/ 1137341 h 2657003"/>
              <a:gd name="connsiteX3" fmla="*/ 846075 w 2727752"/>
              <a:gd name="connsiteY3" fmla="*/ 0 h 2657003"/>
              <a:gd name="connsiteX4" fmla="*/ 1097092 w 2727752"/>
              <a:gd name="connsiteY4" fmla="*/ 0 h 2657003"/>
              <a:gd name="connsiteX5" fmla="*/ 1098569 w 2727752"/>
              <a:gd name="connsiteY5" fmla="*/ 0 h 2657003"/>
              <a:gd name="connsiteX6" fmla="*/ 1098044 w 2727752"/>
              <a:gd name="connsiteY6" fmla="*/ 706 h 2657003"/>
              <a:gd name="connsiteX7" fmla="*/ 1949516 w 2727752"/>
              <a:gd name="connsiteY7" fmla="*/ 631677 h 2657003"/>
              <a:gd name="connsiteX8" fmla="*/ 1727807 w 2727752"/>
              <a:gd name="connsiteY8" fmla="*/ 697989 h 2657003"/>
              <a:gd name="connsiteX9" fmla="*/ 1727807 w 2727752"/>
              <a:gd name="connsiteY9" fmla="*/ 1737358 h 2657003"/>
              <a:gd name="connsiteX10" fmla="*/ 1727253 w 2727752"/>
              <a:gd name="connsiteY10" fmla="*/ 1737522 h 2657003"/>
              <a:gd name="connsiteX11" fmla="*/ 2726923 w 2727752"/>
              <a:gd name="connsiteY11" fmla="*/ 2034268 h 2657003"/>
              <a:gd name="connsiteX12" fmla="*/ 2727752 w 2727752"/>
              <a:gd name="connsiteY12" fmla="*/ 2034022 h 2657003"/>
              <a:gd name="connsiteX13" fmla="*/ 2727752 w 2727752"/>
              <a:gd name="connsiteY13" fmla="*/ 2285573 h 2657003"/>
              <a:gd name="connsiteX14" fmla="*/ 1475895 w 2727752"/>
              <a:gd name="connsiteY14" fmla="*/ 2657003 h 2657003"/>
              <a:gd name="connsiteX15" fmla="*/ 1475895 w 2727752"/>
              <a:gd name="connsiteY15" fmla="*/ 2405436 h 2657003"/>
              <a:gd name="connsiteX16" fmla="*/ 1475894 w 2727752"/>
              <a:gd name="connsiteY16" fmla="*/ 2405436 h 2657003"/>
              <a:gd name="connsiteX17" fmla="*/ 1475894 w 2727752"/>
              <a:gd name="connsiteY17" fmla="*/ 2657003 h 2657003"/>
              <a:gd name="connsiteX18" fmla="*/ 224037 w 2727752"/>
              <a:gd name="connsiteY18" fmla="*/ 2285803 h 2657003"/>
              <a:gd name="connsiteX19" fmla="*/ 224037 w 2727752"/>
              <a:gd name="connsiteY19" fmla="*/ 1137874 h 2657003"/>
              <a:gd name="connsiteX20" fmla="*/ 0 w 2727752"/>
              <a:gd name="connsiteY20" fmla="*/ 1137874 h 2657003"/>
              <a:gd name="connsiteX21" fmla="*/ 846075 w 2727752"/>
              <a:gd name="connsiteY21" fmla="*/ 0 h 2657003"/>
              <a:gd name="connsiteX0" fmla="*/ 253013 w 2727752"/>
              <a:gd name="connsiteY0" fmla="*/ 1137341 h 2657003"/>
              <a:gd name="connsiteX1" fmla="*/ 252448 w 2727752"/>
              <a:gd name="connsiteY1" fmla="*/ 1137341 h 2657003"/>
              <a:gd name="connsiteX2" fmla="*/ 253013 w 2727752"/>
              <a:gd name="connsiteY2" fmla="*/ 1137341 h 2657003"/>
              <a:gd name="connsiteX3" fmla="*/ 846075 w 2727752"/>
              <a:gd name="connsiteY3" fmla="*/ 0 h 2657003"/>
              <a:gd name="connsiteX4" fmla="*/ 1097092 w 2727752"/>
              <a:gd name="connsiteY4" fmla="*/ 0 h 2657003"/>
              <a:gd name="connsiteX5" fmla="*/ 1098569 w 2727752"/>
              <a:gd name="connsiteY5" fmla="*/ 0 h 2657003"/>
              <a:gd name="connsiteX6" fmla="*/ 1098044 w 2727752"/>
              <a:gd name="connsiteY6" fmla="*/ 706 h 2657003"/>
              <a:gd name="connsiteX7" fmla="*/ 1949516 w 2727752"/>
              <a:gd name="connsiteY7" fmla="*/ 631677 h 2657003"/>
              <a:gd name="connsiteX8" fmla="*/ 1727807 w 2727752"/>
              <a:gd name="connsiteY8" fmla="*/ 697989 h 2657003"/>
              <a:gd name="connsiteX9" fmla="*/ 1727807 w 2727752"/>
              <a:gd name="connsiteY9" fmla="*/ 1737358 h 2657003"/>
              <a:gd name="connsiteX10" fmla="*/ 1727253 w 2727752"/>
              <a:gd name="connsiteY10" fmla="*/ 1737522 h 2657003"/>
              <a:gd name="connsiteX11" fmla="*/ 2726923 w 2727752"/>
              <a:gd name="connsiteY11" fmla="*/ 2034268 h 2657003"/>
              <a:gd name="connsiteX12" fmla="*/ 2727752 w 2727752"/>
              <a:gd name="connsiteY12" fmla="*/ 2034022 h 2657003"/>
              <a:gd name="connsiteX13" fmla="*/ 2727752 w 2727752"/>
              <a:gd name="connsiteY13" fmla="*/ 2285573 h 2657003"/>
              <a:gd name="connsiteX14" fmla="*/ 1475895 w 2727752"/>
              <a:gd name="connsiteY14" fmla="*/ 2657003 h 2657003"/>
              <a:gd name="connsiteX15" fmla="*/ 1475895 w 2727752"/>
              <a:gd name="connsiteY15" fmla="*/ 2405436 h 2657003"/>
              <a:gd name="connsiteX16" fmla="*/ 1475894 w 2727752"/>
              <a:gd name="connsiteY16" fmla="*/ 2657003 h 2657003"/>
              <a:gd name="connsiteX17" fmla="*/ 224037 w 2727752"/>
              <a:gd name="connsiteY17" fmla="*/ 2285803 h 2657003"/>
              <a:gd name="connsiteX18" fmla="*/ 224037 w 2727752"/>
              <a:gd name="connsiteY18" fmla="*/ 1137874 h 2657003"/>
              <a:gd name="connsiteX19" fmla="*/ 0 w 2727752"/>
              <a:gd name="connsiteY19" fmla="*/ 1137874 h 2657003"/>
              <a:gd name="connsiteX20" fmla="*/ 846075 w 2727752"/>
              <a:gd name="connsiteY20" fmla="*/ 0 h 2657003"/>
              <a:gd name="connsiteX0" fmla="*/ 253013 w 2727752"/>
              <a:gd name="connsiteY0" fmla="*/ 1137341 h 2657003"/>
              <a:gd name="connsiteX1" fmla="*/ 252448 w 2727752"/>
              <a:gd name="connsiteY1" fmla="*/ 1137341 h 2657003"/>
              <a:gd name="connsiteX2" fmla="*/ 253013 w 2727752"/>
              <a:gd name="connsiteY2" fmla="*/ 1137341 h 2657003"/>
              <a:gd name="connsiteX3" fmla="*/ 846075 w 2727752"/>
              <a:gd name="connsiteY3" fmla="*/ 0 h 2657003"/>
              <a:gd name="connsiteX4" fmla="*/ 1097092 w 2727752"/>
              <a:gd name="connsiteY4" fmla="*/ 0 h 2657003"/>
              <a:gd name="connsiteX5" fmla="*/ 1098569 w 2727752"/>
              <a:gd name="connsiteY5" fmla="*/ 0 h 2657003"/>
              <a:gd name="connsiteX6" fmla="*/ 1098044 w 2727752"/>
              <a:gd name="connsiteY6" fmla="*/ 706 h 2657003"/>
              <a:gd name="connsiteX7" fmla="*/ 1949516 w 2727752"/>
              <a:gd name="connsiteY7" fmla="*/ 631677 h 2657003"/>
              <a:gd name="connsiteX8" fmla="*/ 1727807 w 2727752"/>
              <a:gd name="connsiteY8" fmla="*/ 697989 h 2657003"/>
              <a:gd name="connsiteX9" fmla="*/ 1727807 w 2727752"/>
              <a:gd name="connsiteY9" fmla="*/ 1737358 h 2657003"/>
              <a:gd name="connsiteX10" fmla="*/ 1727253 w 2727752"/>
              <a:gd name="connsiteY10" fmla="*/ 1737522 h 2657003"/>
              <a:gd name="connsiteX11" fmla="*/ 2726923 w 2727752"/>
              <a:gd name="connsiteY11" fmla="*/ 2034268 h 2657003"/>
              <a:gd name="connsiteX12" fmla="*/ 2727752 w 2727752"/>
              <a:gd name="connsiteY12" fmla="*/ 2034022 h 2657003"/>
              <a:gd name="connsiteX13" fmla="*/ 2727752 w 2727752"/>
              <a:gd name="connsiteY13" fmla="*/ 2285573 h 2657003"/>
              <a:gd name="connsiteX14" fmla="*/ 1475895 w 2727752"/>
              <a:gd name="connsiteY14" fmla="*/ 2657003 h 2657003"/>
              <a:gd name="connsiteX15" fmla="*/ 1475894 w 2727752"/>
              <a:gd name="connsiteY15" fmla="*/ 2657003 h 2657003"/>
              <a:gd name="connsiteX16" fmla="*/ 224037 w 2727752"/>
              <a:gd name="connsiteY16" fmla="*/ 2285803 h 2657003"/>
              <a:gd name="connsiteX17" fmla="*/ 224037 w 2727752"/>
              <a:gd name="connsiteY17" fmla="*/ 1137874 h 2657003"/>
              <a:gd name="connsiteX18" fmla="*/ 0 w 2727752"/>
              <a:gd name="connsiteY18" fmla="*/ 1137874 h 2657003"/>
              <a:gd name="connsiteX19" fmla="*/ 846075 w 2727752"/>
              <a:gd name="connsiteY19" fmla="*/ 0 h 2657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727752" h="2657003">
                <a:moveTo>
                  <a:pt x="253013" y="1137341"/>
                </a:moveTo>
                <a:lnTo>
                  <a:pt x="252448" y="1137341"/>
                </a:lnTo>
                <a:lnTo>
                  <a:pt x="253013" y="1137341"/>
                </a:lnTo>
                <a:close/>
                <a:moveTo>
                  <a:pt x="846075" y="0"/>
                </a:moveTo>
                <a:lnTo>
                  <a:pt x="1097092" y="0"/>
                </a:lnTo>
                <a:lnTo>
                  <a:pt x="1098569" y="0"/>
                </a:lnTo>
                <a:lnTo>
                  <a:pt x="1098044" y="706"/>
                </a:lnTo>
                <a:lnTo>
                  <a:pt x="1949516" y="631677"/>
                </a:lnTo>
                <a:lnTo>
                  <a:pt x="1727807" y="697989"/>
                </a:lnTo>
                <a:lnTo>
                  <a:pt x="1727807" y="1737358"/>
                </a:lnTo>
                <a:lnTo>
                  <a:pt x="1727253" y="1737522"/>
                </a:lnTo>
                <a:lnTo>
                  <a:pt x="2726923" y="2034268"/>
                </a:lnTo>
                <a:lnTo>
                  <a:pt x="2727752" y="2034022"/>
                </a:lnTo>
                <a:lnTo>
                  <a:pt x="2727752" y="2285573"/>
                </a:lnTo>
                <a:lnTo>
                  <a:pt x="1475895" y="2657003"/>
                </a:lnTo>
                <a:lnTo>
                  <a:pt x="1475894" y="2657003"/>
                </a:lnTo>
                <a:lnTo>
                  <a:pt x="224037" y="2285803"/>
                </a:lnTo>
                <a:lnTo>
                  <a:pt x="224037" y="1137874"/>
                </a:lnTo>
                <a:lnTo>
                  <a:pt x="0" y="1137874"/>
                </a:lnTo>
                <a:lnTo>
                  <a:pt x="84607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E2F018-F47F-494E-926C-2917620B13B1}"/>
              </a:ext>
            </a:extLst>
          </p:cNvPr>
          <p:cNvGrpSpPr/>
          <p:nvPr/>
        </p:nvGrpSpPr>
        <p:grpSpPr>
          <a:xfrm>
            <a:off x="3730836" y="1419427"/>
            <a:ext cx="2727752" cy="2657003"/>
            <a:chOff x="3730836" y="1679575"/>
            <a:chExt cx="2727752" cy="2657003"/>
          </a:xfrm>
        </p:grpSpPr>
        <p:sp>
          <p:nvSpPr>
            <p:cNvPr id="26" name="Freeform 139">
              <a:extLst>
                <a:ext uri="{FF2B5EF4-FFF2-40B4-BE49-F238E27FC236}">
                  <a16:creationId xmlns:a16="http://schemas.microsoft.com/office/drawing/2014/main" id="{8F3103FA-0703-49FD-9B99-83A0C1728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836" y="1679575"/>
              <a:ext cx="1098569" cy="1137874"/>
            </a:xfrm>
            <a:custGeom>
              <a:avLst/>
              <a:gdLst>
                <a:gd name="T0" fmla="*/ 512 w 2232"/>
                <a:gd name="T1" fmla="*/ 2316 h 2316"/>
                <a:gd name="T2" fmla="*/ 0 w 2232"/>
                <a:gd name="T3" fmla="*/ 2316 h 2316"/>
                <a:gd name="T4" fmla="*/ 1719 w 2232"/>
                <a:gd name="T5" fmla="*/ 0 h 2316"/>
                <a:gd name="T6" fmla="*/ 2232 w 2232"/>
                <a:gd name="T7" fmla="*/ 0 h 2316"/>
                <a:gd name="T8" fmla="*/ 512 w 2232"/>
                <a:gd name="T9" fmla="*/ 2316 h 2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2" h="2316">
                  <a:moveTo>
                    <a:pt x="512" y="2316"/>
                  </a:moveTo>
                  <a:lnTo>
                    <a:pt x="0" y="2316"/>
                  </a:lnTo>
                  <a:lnTo>
                    <a:pt x="1719" y="0"/>
                  </a:lnTo>
                  <a:lnTo>
                    <a:pt x="2232" y="0"/>
                  </a:lnTo>
                  <a:lnTo>
                    <a:pt x="512" y="231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40">
              <a:extLst>
                <a:ext uri="{FF2B5EF4-FFF2-40B4-BE49-F238E27FC236}">
                  <a16:creationId xmlns:a16="http://schemas.microsoft.com/office/drawing/2014/main" id="{6F924E31-C30E-4739-9157-2F697BDEC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424" y="3416846"/>
              <a:ext cx="2252163" cy="668181"/>
            </a:xfrm>
            <a:custGeom>
              <a:avLst/>
              <a:gdLst>
                <a:gd name="T0" fmla="*/ 4586 w 4586"/>
                <a:gd name="T1" fmla="*/ 605 h 1360"/>
                <a:gd name="T2" fmla="*/ 2037 w 4586"/>
                <a:gd name="T3" fmla="*/ 1360 h 1360"/>
                <a:gd name="T4" fmla="*/ 2037 w 4586"/>
                <a:gd name="T5" fmla="*/ 1360 h 1360"/>
                <a:gd name="T6" fmla="*/ 0 w 4586"/>
                <a:gd name="T7" fmla="*/ 757 h 1360"/>
                <a:gd name="T8" fmla="*/ 0 w 4586"/>
                <a:gd name="T9" fmla="*/ 755 h 1360"/>
                <a:gd name="T10" fmla="*/ 2547 w 4586"/>
                <a:gd name="T11" fmla="*/ 0 h 1360"/>
                <a:gd name="T12" fmla="*/ 4586 w 4586"/>
                <a:gd name="T13" fmla="*/ 605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86" h="1360">
                  <a:moveTo>
                    <a:pt x="4586" y="605"/>
                  </a:moveTo>
                  <a:lnTo>
                    <a:pt x="2037" y="1360"/>
                  </a:lnTo>
                  <a:lnTo>
                    <a:pt x="2037" y="1360"/>
                  </a:lnTo>
                  <a:lnTo>
                    <a:pt x="0" y="757"/>
                  </a:lnTo>
                  <a:lnTo>
                    <a:pt x="0" y="755"/>
                  </a:lnTo>
                  <a:lnTo>
                    <a:pt x="2547" y="0"/>
                  </a:lnTo>
                  <a:lnTo>
                    <a:pt x="4586" y="60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41">
              <a:extLst>
                <a:ext uri="{FF2B5EF4-FFF2-40B4-BE49-F238E27FC236}">
                  <a16:creationId xmlns:a16="http://schemas.microsoft.com/office/drawing/2014/main" id="{B4AD11AF-7F90-4278-A4FE-A35B2BADE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424" y="3640883"/>
              <a:ext cx="0" cy="147393"/>
            </a:xfrm>
            <a:custGeom>
              <a:avLst/>
              <a:gdLst>
                <a:gd name="T0" fmla="*/ 302 h 302"/>
                <a:gd name="T1" fmla="*/ 0 h 302"/>
                <a:gd name="T2" fmla="*/ 302 h 30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02">
                  <a:moveTo>
                    <a:pt x="0" y="302"/>
                  </a:moveTo>
                  <a:lnTo>
                    <a:pt x="0" y="0"/>
                  </a:lnTo>
                  <a:lnTo>
                    <a:pt x="0" y="302"/>
                  </a:lnTo>
                  <a:close/>
                </a:path>
              </a:pathLst>
            </a:custGeom>
            <a:solidFill>
              <a:srgbClr val="FF70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42">
              <a:extLst>
                <a:ext uri="{FF2B5EF4-FFF2-40B4-BE49-F238E27FC236}">
                  <a16:creationId xmlns:a16="http://schemas.microsoft.com/office/drawing/2014/main" id="{E37E5F8E-9C8F-414A-B68F-5710F2FD2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386" y="1679575"/>
              <a:ext cx="1697966" cy="2108701"/>
            </a:xfrm>
            <a:custGeom>
              <a:avLst/>
              <a:gdLst>
                <a:gd name="T0" fmla="*/ 0 w 3454"/>
                <a:gd name="T1" fmla="*/ 2316 h 4293"/>
                <a:gd name="T2" fmla="*/ 1720 w 3454"/>
                <a:gd name="T3" fmla="*/ 0 h 4293"/>
                <a:gd name="T4" fmla="*/ 3454 w 3454"/>
                <a:gd name="T5" fmla="*/ 1286 h 4293"/>
                <a:gd name="T6" fmla="*/ 3003 w 3454"/>
                <a:gd name="T7" fmla="*/ 1421 h 4293"/>
                <a:gd name="T8" fmla="*/ 3003 w 3454"/>
                <a:gd name="T9" fmla="*/ 3537 h 4293"/>
                <a:gd name="T10" fmla="*/ 453 w 3454"/>
                <a:gd name="T11" fmla="*/ 4293 h 4293"/>
                <a:gd name="T12" fmla="*/ 453 w 3454"/>
                <a:gd name="T13" fmla="*/ 2181 h 4293"/>
                <a:gd name="T14" fmla="*/ 0 w 3454"/>
                <a:gd name="T15" fmla="*/ 2316 h 4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54" h="4293">
                  <a:moveTo>
                    <a:pt x="0" y="2316"/>
                  </a:moveTo>
                  <a:lnTo>
                    <a:pt x="1720" y="0"/>
                  </a:lnTo>
                  <a:lnTo>
                    <a:pt x="3454" y="1286"/>
                  </a:lnTo>
                  <a:lnTo>
                    <a:pt x="3003" y="1421"/>
                  </a:lnTo>
                  <a:lnTo>
                    <a:pt x="3003" y="3537"/>
                  </a:lnTo>
                  <a:lnTo>
                    <a:pt x="453" y="4293"/>
                  </a:lnTo>
                  <a:lnTo>
                    <a:pt x="453" y="2181"/>
                  </a:lnTo>
                  <a:lnTo>
                    <a:pt x="0" y="2316"/>
                  </a:lnTo>
                  <a:close/>
                </a:path>
              </a:pathLst>
            </a:custGeom>
            <a:solidFill>
              <a:srgbClr val="AE3B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43">
              <a:extLst>
                <a:ext uri="{FF2B5EF4-FFF2-40B4-BE49-F238E27FC236}">
                  <a16:creationId xmlns:a16="http://schemas.microsoft.com/office/drawing/2014/main" id="{1137C727-D977-44F0-B8CC-B4222EA32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873" y="2750630"/>
              <a:ext cx="1251857" cy="1585948"/>
            </a:xfrm>
            <a:custGeom>
              <a:avLst/>
              <a:gdLst>
                <a:gd name="T0" fmla="*/ 0 w 2549"/>
                <a:gd name="T1" fmla="*/ 135 h 3230"/>
                <a:gd name="T2" fmla="*/ 59 w 2549"/>
                <a:gd name="T3" fmla="*/ 135 h 3230"/>
                <a:gd name="T4" fmla="*/ 512 w 2549"/>
                <a:gd name="T5" fmla="*/ 0 h 3230"/>
                <a:gd name="T6" fmla="*/ 512 w 2549"/>
                <a:gd name="T7" fmla="*/ 2114 h 3230"/>
                <a:gd name="T8" fmla="*/ 2549 w 2549"/>
                <a:gd name="T9" fmla="*/ 2717 h 3230"/>
                <a:gd name="T10" fmla="*/ 2549 w 2549"/>
                <a:gd name="T11" fmla="*/ 3230 h 3230"/>
                <a:gd name="T12" fmla="*/ 0 w 2549"/>
                <a:gd name="T13" fmla="*/ 2474 h 3230"/>
                <a:gd name="T14" fmla="*/ 0 w 2549"/>
                <a:gd name="T15" fmla="*/ 135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49" h="3230">
                  <a:moveTo>
                    <a:pt x="0" y="135"/>
                  </a:moveTo>
                  <a:lnTo>
                    <a:pt x="59" y="135"/>
                  </a:lnTo>
                  <a:lnTo>
                    <a:pt x="512" y="0"/>
                  </a:lnTo>
                  <a:lnTo>
                    <a:pt x="512" y="2114"/>
                  </a:lnTo>
                  <a:lnTo>
                    <a:pt x="2549" y="2717"/>
                  </a:lnTo>
                  <a:lnTo>
                    <a:pt x="2549" y="3230"/>
                  </a:lnTo>
                  <a:lnTo>
                    <a:pt x="0" y="2474"/>
                  </a:lnTo>
                  <a:lnTo>
                    <a:pt x="0" y="13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45">
              <a:extLst>
                <a:ext uri="{FF2B5EF4-FFF2-40B4-BE49-F238E27FC236}">
                  <a16:creationId xmlns:a16="http://schemas.microsoft.com/office/drawing/2014/main" id="{4A36F7BF-DB0B-4FF7-84B1-F2421D88C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6731" y="3713597"/>
              <a:ext cx="1251857" cy="622981"/>
            </a:xfrm>
            <a:custGeom>
              <a:avLst/>
              <a:gdLst>
                <a:gd name="T0" fmla="*/ 0 w 2549"/>
                <a:gd name="T1" fmla="*/ 755 h 1268"/>
                <a:gd name="T2" fmla="*/ 2549 w 2549"/>
                <a:gd name="T3" fmla="*/ 0 h 1268"/>
                <a:gd name="T4" fmla="*/ 2549 w 2549"/>
                <a:gd name="T5" fmla="*/ 512 h 1268"/>
                <a:gd name="T6" fmla="*/ 0 w 2549"/>
                <a:gd name="T7" fmla="*/ 1268 h 1268"/>
                <a:gd name="T8" fmla="*/ 0 w 2549"/>
                <a:gd name="T9" fmla="*/ 755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9" h="1268">
                  <a:moveTo>
                    <a:pt x="0" y="755"/>
                  </a:moveTo>
                  <a:lnTo>
                    <a:pt x="2549" y="0"/>
                  </a:lnTo>
                  <a:lnTo>
                    <a:pt x="2549" y="512"/>
                  </a:lnTo>
                  <a:lnTo>
                    <a:pt x="0" y="1268"/>
                  </a:lnTo>
                  <a:lnTo>
                    <a:pt x="0" y="755"/>
                  </a:lnTo>
                  <a:close/>
                </a:path>
              </a:pathLst>
            </a:custGeom>
            <a:solidFill>
              <a:srgbClr val="AE3B2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63F08A69-4EBA-4452-922F-51A6C72FC7D2}"/>
              </a:ext>
            </a:extLst>
          </p:cNvPr>
          <p:cNvSpPr>
            <a:spLocks/>
          </p:cNvSpPr>
          <p:nvPr/>
        </p:nvSpPr>
        <p:spPr bwMode="auto">
          <a:xfrm>
            <a:off x="4955180" y="3705000"/>
            <a:ext cx="2505680" cy="921697"/>
          </a:xfrm>
          <a:custGeom>
            <a:avLst/>
            <a:gdLst>
              <a:gd name="connsiteX0" fmla="*/ 1503954 w 2505680"/>
              <a:gd name="connsiteY0" fmla="*/ 0 h 921697"/>
              <a:gd name="connsiteX1" fmla="*/ 2505680 w 2505680"/>
              <a:gd name="connsiteY1" fmla="*/ 297624 h 921697"/>
              <a:gd name="connsiteX2" fmla="*/ 1385651 w 2505680"/>
              <a:gd name="connsiteY2" fmla="*/ 630512 h 921697"/>
              <a:gd name="connsiteX3" fmla="*/ 2505678 w 2505680"/>
              <a:gd name="connsiteY3" fmla="*/ 298716 h 921697"/>
              <a:gd name="connsiteX4" fmla="*/ 2505678 w 2505680"/>
              <a:gd name="connsiteY4" fmla="*/ 550267 h 921697"/>
              <a:gd name="connsiteX5" fmla="*/ 1251857 w 2505680"/>
              <a:gd name="connsiteY5" fmla="*/ 921697 h 921697"/>
              <a:gd name="connsiteX6" fmla="*/ 1251857 w 2505680"/>
              <a:gd name="connsiteY6" fmla="*/ 921697 h 921697"/>
              <a:gd name="connsiteX7" fmla="*/ 1251856 w 2505680"/>
              <a:gd name="connsiteY7" fmla="*/ 921697 h 921697"/>
              <a:gd name="connsiteX8" fmla="*/ 1251856 w 2505680"/>
              <a:gd name="connsiteY8" fmla="*/ 921697 h 921697"/>
              <a:gd name="connsiteX9" fmla="*/ 0 w 2505680"/>
              <a:gd name="connsiteY9" fmla="*/ 550267 h 921697"/>
              <a:gd name="connsiteX10" fmla="*/ 0 w 2505680"/>
              <a:gd name="connsiteY10" fmla="*/ 298716 h 921697"/>
              <a:gd name="connsiteX11" fmla="*/ 1251857 w 2505680"/>
              <a:gd name="connsiteY11" fmla="*/ 670147 h 921697"/>
              <a:gd name="connsiteX12" fmla="*/ 1252075 w 2505680"/>
              <a:gd name="connsiteY12" fmla="*/ 670082 h 921697"/>
              <a:gd name="connsiteX13" fmla="*/ 251551 w 2505680"/>
              <a:gd name="connsiteY13" fmla="*/ 372523 h 921697"/>
              <a:gd name="connsiteX0" fmla="*/ 1503954 w 2505680"/>
              <a:gd name="connsiteY0" fmla="*/ 0 h 921697"/>
              <a:gd name="connsiteX1" fmla="*/ 2505680 w 2505680"/>
              <a:gd name="connsiteY1" fmla="*/ 297624 h 921697"/>
              <a:gd name="connsiteX2" fmla="*/ 1385651 w 2505680"/>
              <a:gd name="connsiteY2" fmla="*/ 630512 h 921697"/>
              <a:gd name="connsiteX3" fmla="*/ 2505678 w 2505680"/>
              <a:gd name="connsiteY3" fmla="*/ 298716 h 921697"/>
              <a:gd name="connsiteX4" fmla="*/ 2505678 w 2505680"/>
              <a:gd name="connsiteY4" fmla="*/ 550267 h 921697"/>
              <a:gd name="connsiteX5" fmla="*/ 1251857 w 2505680"/>
              <a:gd name="connsiteY5" fmla="*/ 921697 h 921697"/>
              <a:gd name="connsiteX6" fmla="*/ 1251857 w 2505680"/>
              <a:gd name="connsiteY6" fmla="*/ 921697 h 921697"/>
              <a:gd name="connsiteX7" fmla="*/ 1251856 w 2505680"/>
              <a:gd name="connsiteY7" fmla="*/ 921697 h 921697"/>
              <a:gd name="connsiteX8" fmla="*/ 1251856 w 2505680"/>
              <a:gd name="connsiteY8" fmla="*/ 921697 h 921697"/>
              <a:gd name="connsiteX9" fmla="*/ 0 w 2505680"/>
              <a:gd name="connsiteY9" fmla="*/ 550267 h 921697"/>
              <a:gd name="connsiteX10" fmla="*/ 0 w 2505680"/>
              <a:gd name="connsiteY10" fmla="*/ 298716 h 921697"/>
              <a:gd name="connsiteX11" fmla="*/ 1251857 w 2505680"/>
              <a:gd name="connsiteY11" fmla="*/ 670147 h 921697"/>
              <a:gd name="connsiteX12" fmla="*/ 251551 w 2505680"/>
              <a:gd name="connsiteY12" fmla="*/ 372523 h 921697"/>
              <a:gd name="connsiteX13" fmla="*/ 1503954 w 2505680"/>
              <a:gd name="connsiteY13" fmla="*/ 0 h 921697"/>
              <a:gd name="connsiteX0" fmla="*/ 1503954 w 2505680"/>
              <a:gd name="connsiteY0" fmla="*/ 0 h 921697"/>
              <a:gd name="connsiteX1" fmla="*/ 2505680 w 2505680"/>
              <a:gd name="connsiteY1" fmla="*/ 297624 h 921697"/>
              <a:gd name="connsiteX2" fmla="*/ 1385651 w 2505680"/>
              <a:gd name="connsiteY2" fmla="*/ 630512 h 921697"/>
              <a:gd name="connsiteX3" fmla="*/ 2505678 w 2505680"/>
              <a:gd name="connsiteY3" fmla="*/ 298716 h 921697"/>
              <a:gd name="connsiteX4" fmla="*/ 2505678 w 2505680"/>
              <a:gd name="connsiteY4" fmla="*/ 550267 h 921697"/>
              <a:gd name="connsiteX5" fmla="*/ 1251857 w 2505680"/>
              <a:gd name="connsiteY5" fmla="*/ 921697 h 921697"/>
              <a:gd name="connsiteX6" fmla="*/ 1251857 w 2505680"/>
              <a:gd name="connsiteY6" fmla="*/ 921697 h 921697"/>
              <a:gd name="connsiteX7" fmla="*/ 1251856 w 2505680"/>
              <a:gd name="connsiteY7" fmla="*/ 921697 h 921697"/>
              <a:gd name="connsiteX8" fmla="*/ 1251856 w 2505680"/>
              <a:gd name="connsiteY8" fmla="*/ 921697 h 921697"/>
              <a:gd name="connsiteX9" fmla="*/ 0 w 2505680"/>
              <a:gd name="connsiteY9" fmla="*/ 550267 h 921697"/>
              <a:gd name="connsiteX10" fmla="*/ 0 w 2505680"/>
              <a:gd name="connsiteY10" fmla="*/ 298716 h 921697"/>
              <a:gd name="connsiteX11" fmla="*/ 251551 w 2505680"/>
              <a:gd name="connsiteY11" fmla="*/ 372523 h 921697"/>
              <a:gd name="connsiteX12" fmla="*/ 1503954 w 2505680"/>
              <a:gd name="connsiteY12" fmla="*/ 0 h 921697"/>
              <a:gd name="connsiteX0" fmla="*/ 1503954 w 2505680"/>
              <a:gd name="connsiteY0" fmla="*/ 0 h 921697"/>
              <a:gd name="connsiteX1" fmla="*/ 2505680 w 2505680"/>
              <a:gd name="connsiteY1" fmla="*/ 297624 h 921697"/>
              <a:gd name="connsiteX2" fmla="*/ 2505678 w 2505680"/>
              <a:gd name="connsiteY2" fmla="*/ 298716 h 921697"/>
              <a:gd name="connsiteX3" fmla="*/ 2505678 w 2505680"/>
              <a:gd name="connsiteY3" fmla="*/ 550267 h 921697"/>
              <a:gd name="connsiteX4" fmla="*/ 1251857 w 2505680"/>
              <a:gd name="connsiteY4" fmla="*/ 921697 h 921697"/>
              <a:gd name="connsiteX5" fmla="*/ 1251857 w 2505680"/>
              <a:gd name="connsiteY5" fmla="*/ 921697 h 921697"/>
              <a:gd name="connsiteX6" fmla="*/ 1251856 w 2505680"/>
              <a:gd name="connsiteY6" fmla="*/ 921697 h 921697"/>
              <a:gd name="connsiteX7" fmla="*/ 1251856 w 2505680"/>
              <a:gd name="connsiteY7" fmla="*/ 921697 h 921697"/>
              <a:gd name="connsiteX8" fmla="*/ 0 w 2505680"/>
              <a:gd name="connsiteY8" fmla="*/ 550267 h 921697"/>
              <a:gd name="connsiteX9" fmla="*/ 0 w 2505680"/>
              <a:gd name="connsiteY9" fmla="*/ 298716 h 921697"/>
              <a:gd name="connsiteX10" fmla="*/ 251551 w 2505680"/>
              <a:gd name="connsiteY10" fmla="*/ 372523 h 921697"/>
              <a:gd name="connsiteX11" fmla="*/ 1503954 w 2505680"/>
              <a:gd name="connsiteY11" fmla="*/ 0 h 921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05680" h="921697">
                <a:moveTo>
                  <a:pt x="1503954" y="0"/>
                </a:moveTo>
                <a:lnTo>
                  <a:pt x="2505680" y="297624"/>
                </a:lnTo>
                <a:cubicBezTo>
                  <a:pt x="2505679" y="297988"/>
                  <a:pt x="2505679" y="298352"/>
                  <a:pt x="2505678" y="298716"/>
                </a:cubicBezTo>
                <a:lnTo>
                  <a:pt x="2505678" y="550267"/>
                </a:lnTo>
                <a:lnTo>
                  <a:pt x="1251857" y="921697"/>
                </a:lnTo>
                <a:lnTo>
                  <a:pt x="1251857" y="921697"/>
                </a:lnTo>
                <a:lnTo>
                  <a:pt x="1251856" y="921697"/>
                </a:lnTo>
                <a:lnTo>
                  <a:pt x="1251856" y="921697"/>
                </a:lnTo>
                <a:lnTo>
                  <a:pt x="0" y="550267"/>
                </a:lnTo>
                <a:lnTo>
                  <a:pt x="0" y="298716"/>
                </a:lnTo>
                <a:lnTo>
                  <a:pt x="251551" y="372523"/>
                </a:lnTo>
                <a:lnTo>
                  <a:pt x="150395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F0D4E9B-7029-4579-BC38-2E54A420798C}"/>
              </a:ext>
            </a:extLst>
          </p:cNvPr>
          <p:cNvGrpSpPr/>
          <p:nvPr/>
        </p:nvGrpSpPr>
        <p:grpSpPr>
          <a:xfrm>
            <a:off x="4955180" y="3705000"/>
            <a:ext cx="2505680" cy="921697"/>
            <a:chOff x="4955180" y="3965148"/>
            <a:chExt cx="2505680" cy="921697"/>
          </a:xfrm>
        </p:grpSpPr>
        <p:sp>
          <p:nvSpPr>
            <p:cNvPr id="25" name="Freeform 138">
              <a:extLst>
                <a:ext uri="{FF2B5EF4-FFF2-40B4-BE49-F238E27FC236}">
                  <a16:creationId xmlns:a16="http://schemas.microsoft.com/office/drawing/2014/main" id="{201EAA5C-A599-4998-890E-8C2C88CDCF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5180" y="4263864"/>
              <a:ext cx="1251857" cy="622981"/>
            </a:xfrm>
            <a:custGeom>
              <a:avLst/>
              <a:gdLst>
                <a:gd name="T0" fmla="*/ 2550 w 2550"/>
                <a:gd name="T1" fmla="*/ 756 h 1268"/>
                <a:gd name="T2" fmla="*/ 2550 w 2550"/>
                <a:gd name="T3" fmla="*/ 1268 h 1268"/>
                <a:gd name="T4" fmla="*/ 0 w 2550"/>
                <a:gd name="T5" fmla="*/ 512 h 1268"/>
                <a:gd name="T6" fmla="*/ 0 w 2550"/>
                <a:gd name="T7" fmla="*/ 0 h 1268"/>
                <a:gd name="T8" fmla="*/ 2550 w 2550"/>
                <a:gd name="T9" fmla="*/ 756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0" h="1268">
                  <a:moveTo>
                    <a:pt x="2550" y="756"/>
                  </a:moveTo>
                  <a:lnTo>
                    <a:pt x="2550" y="1268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550" y="756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44">
              <a:extLst>
                <a:ext uri="{FF2B5EF4-FFF2-40B4-BE49-F238E27FC236}">
                  <a16:creationId xmlns:a16="http://schemas.microsoft.com/office/drawing/2014/main" id="{0AD15F11-738A-4270-948C-A2D2E904D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6731" y="3965148"/>
              <a:ext cx="2254129" cy="670147"/>
            </a:xfrm>
            <a:custGeom>
              <a:avLst/>
              <a:gdLst>
                <a:gd name="T0" fmla="*/ 2548 w 4586"/>
                <a:gd name="T1" fmla="*/ 0 h 1360"/>
                <a:gd name="T2" fmla="*/ 2548 w 4586"/>
                <a:gd name="T3" fmla="*/ 0 h 1360"/>
                <a:gd name="T4" fmla="*/ 4586 w 4586"/>
                <a:gd name="T5" fmla="*/ 604 h 1360"/>
                <a:gd name="T6" fmla="*/ 2036 w 4586"/>
                <a:gd name="T7" fmla="*/ 1360 h 1360"/>
                <a:gd name="T8" fmla="*/ 0 w 4586"/>
                <a:gd name="T9" fmla="*/ 756 h 1360"/>
                <a:gd name="T10" fmla="*/ 2548 w 4586"/>
                <a:gd name="T11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86" h="1360">
                  <a:moveTo>
                    <a:pt x="2548" y="0"/>
                  </a:moveTo>
                  <a:lnTo>
                    <a:pt x="2548" y="0"/>
                  </a:lnTo>
                  <a:lnTo>
                    <a:pt x="4586" y="604"/>
                  </a:lnTo>
                  <a:lnTo>
                    <a:pt x="2036" y="1360"/>
                  </a:lnTo>
                  <a:lnTo>
                    <a:pt x="0" y="756"/>
                  </a:lnTo>
                  <a:lnTo>
                    <a:pt x="254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49">
              <a:extLst>
                <a:ext uri="{FF2B5EF4-FFF2-40B4-BE49-F238E27FC236}">
                  <a16:creationId xmlns:a16="http://schemas.microsoft.com/office/drawing/2014/main" id="{6DC5196B-A471-4B10-BE61-9F60C8EB9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7036" y="4263864"/>
              <a:ext cx="1253822" cy="622981"/>
            </a:xfrm>
            <a:custGeom>
              <a:avLst/>
              <a:gdLst>
                <a:gd name="T0" fmla="*/ 2550 w 2550"/>
                <a:gd name="T1" fmla="*/ 0 h 1268"/>
                <a:gd name="T2" fmla="*/ 2550 w 2550"/>
                <a:gd name="T3" fmla="*/ 512 h 1268"/>
                <a:gd name="T4" fmla="*/ 0 w 2550"/>
                <a:gd name="T5" fmla="*/ 1268 h 1268"/>
                <a:gd name="T6" fmla="*/ 0 w 2550"/>
                <a:gd name="T7" fmla="*/ 756 h 1268"/>
                <a:gd name="T8" fmla="*/ 2550 w 2550"/>
                <a:gd name="T9" fmla="*/ 0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0" h="1268">
                  <a:moveTo>
                    <a:pt x="2550" y="0"/>
                  </a:moveTo>
                  <a:lnTo>
                    <a:pt x="2550" y="512"/>
                  </a:lnTo>
                  <a:lnTo>
                    <a:pt x="0" y="1268"/>
                  </a:lnTo>
                  <a:lnTo>
                    <a:pt x="0" y="756"/>
                  </a:lnTo>
                  <a:lnTo>
                    <a:pt x="2550" y="0"/>
                  </a:lnTo>
                  <a:close/>
                </a:path>
              </a:pathLst>
            </a:custGeom>
            <a:solidFill>
              <a:srgbClr val="DA8E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8AA21B5-FEDF-4B3E-A95A-ED01B8F310F2}"/>
              </a:ext>
            </a:extLst>
          </p:cNvPr>
          <p:cNvSpPr>
            <a:spLocks/>
          </p:cNvSpPr>
          <p:nvPr/>
        </p:nvSpPr>
        <p:spPr bwMode="auto">
          <a:xfrm>
            <a:off x="5955486" y="4255266"/>
            <a:ext cx="2505679" cy="919732"/>
          </a:xfrm>
          <a:custGeom>
            <a:avLst/>
            <a:gdLst>
              <a:gd name="connsiteX0" fmla="*/ 1900481 w 2505679"/>
              <a:gd name="connsiteY0" fmla="*/ 476316 h 919732"/>
              <a:gd name="connsiteX1" fmla="*/ 1253330 w 2505679"/>
              <a:gd name="connsiteY1" fmla="*/ 668036 h 919732"/>
              <a:gd name="connsiteX2" fmla="*/ 1253822 w 2505679"/>
              <a:gd name="connsiteY2" fmla="*/ 668182 h 919732"/>
              <a:gd name="connsiteX3" fmla="*/ 1503407 w 2505679"/>
              <a:gd name="connsiteY3" fmla="*/ 0 h 919732"/>
              <a:gd name="connsiteX4" fmla="*/ 2505219 w 2505679"/>
              <a:gd name="connsiteY4" fmla="*/ 296888 h 919732"/>
              <a:gd name="connsiteX5" fmla="*/ 2505679 w 2505679"/>
              <a:gd name="connsiteY5" fmla="*/ 296751 h 919732"/>
              <a:gd name="connsiteX6" fmla="*/ 2505679 w 2505679"/>
              <a:gd name="connsiteY6" fmla="*/ 297024 h 919732"/>
              <a:gd name="connsiteX7" fmla="*/ 2505679 w 2505679"/>
              <a:gd name="connsiteY7" fmla="*/ 548302 h 919732"/>
              <a:gd name="connsiteX8" fmla="*/ 1253822 w 2505679"/>
              <a:gd name="connsiteY8" fmla="*/ 919732 h 919732"/>
              <a:gd name="connsiteX9" fmla="*/ 325994 w 2505679"/>
              <a:gd name="connsiteY9" fmla="*/ 645090 h 919732"/>
              <a:gd name="connsiteX10" fmla="*/ 0 w 2505679"/>
              <a:gd name="connsiteY10" fmla="*/ 548302 h 919732"/>
              <a:gd name="connsiteX11" fmla="*/ 0 w 2505679"/>
              <a:gd name="connsiteY11" fmla="*/ 296751 h 919732"/>
              <a:gd name="connsiteX12" fmla="*/ 927459 w 2505679"/>
              <a:gd name="connsiteY12" fmla="*/ 571500 h 919732"/>
              <a:gd name="connsiteX13" fmla="*/ 251550 w 2505679"/>
              <a:gd name="connsiteY13" fmla="*/ 370666 h 919732"/>
              <a:gd name="connsiteX0" fmla="*/ 1900481 w 2505679"/>
              <a:gd name="connsiteY0" fmla="*/ 476316 h 919732"/>
              <a:gd name="connsiteX1" fmla="*/ 1253330 w 2505679"/>
              <a:gd name="connsiteY1" fmla="*/ 668036 h 919732"/>
              <a:gd name="connsiteX2" fmla="*/ 1253822 w 2505679"/>
              <a:gd name="connsiteY2" fmla="*/ 668182 h 919732"/>
              <a:gd name="connsiteX3" fmla="*/ 1900481 w 2505679"/>
              <a:gd name="connsiteY3" fmla="*/ 476316 h 919732"/>
              <a:gd name="connsiteX4" fmla="*/ 1503407 w 2505679"/>
              <a:gd name="connsiteY4" fmla="*/ 0 h 919732"/>
              <a:gd name="connsiteX5" fmla="*/ 2505219 w 2505679"/>
              <a:gd name="connsiteY5" fmla="*/ 296888 h 919732"/>
              <a:gd name="connsiteX6" fmla="*/ 2505679 w 2505679"/>
              <a:gd name="connsiteY6" fmla="*/ 296751 h 919732"/>
              <a:gd name="connsiteX7" fmla="*/ 2505679 w 2505679"/>
              <a:gd name="connsiteY7" fmla="*/ 297024 h 919732"/>
              <a:gd name="connsiteX8" fmla="*/ 2505679 w 2505679"/>
              <a:gd name="connsiteY8" fmla="*/ 548302 h 919732"/>
              <a:gd name="connsiteX9" fmla="*/ 1253822 w 2505679"/>
              <a:gd name="connsiteY9" fmla="*/ 919732 h 919732"/>
              <a:gd name="connsiteX10" fmla="*/ 325994 w 2505679"/>
              <a:gd name="connsiteY10" fmla="*/ 645090 h 919732"/>
              <a:gd name="connsiteX11" fmla="*/ 0 w 2505679"/>
              <a:gd name="connsiteY11" fmla="*/ 548302 h 919732"/>
              <a:gd name="connsiteX12" fmla="*/ 0 w 2505679"/>
              <a:gd name="connsiteY12" fmla="*/ 296751 h 919732"/>
              <a:gd name="connsiteX13" fmla="*/ 251550 w 2505679"/>
              <a:gd name="connsiteY13" fmla="*/ 370666 h 919732"/>
              <a:gd name="connsiteX14" fmla="*/ 1503407 w 2505679"/>
              <a:gd name="connsiteY14" fmla="*/ 0 h 919732"/>
              <a:gd name="connsiteX0" fmla="*/ 1900481 w 2505679"/>
              <a:gd name="connsiteY0" fmla="*/ 476316 h 919732"/>
              <a:gd name="connsiteX1" fmla="*/ 1253330 w 2505679"/>
              <a:gd name="connsiteY1" fmla="*/ 668036 h 919732"/>
              <a:gd name="connsiteX2" fmla="*/ 1900481 w 2505679"/>
              <a:gd name="connsiteY2" fmla="*/ 476316 h 919732"/>
              <a:gd name="connsiteX3" fmla="*/ 1503407 w 2505679"/>
              <a:gd name="connsiteY3" fmla="*/ 0 h 919732"/>
              <a:gd name="connsiteX4" fmla="*/ 2505219 w 2505679"/>
              <a:gd name="connsiteY4" fmla="*/ 296888 h 919732"/>
              <a:gd name="connsiteX5" fmla="*/ 2505679 w 2505679"/>
              <a:gd name="connsiteY5" fmla="*/ 296751 h 919732"/>
              <a:gd name="connsiteX6" fmla="*/ 2505679 w 2505679"/>
              <a:gd name="connsiteY6" fmla="*/ 297024 h 919732"/>
              <a:gd name="connsiteX7" fmla="*/ 2505679 w 2505679"/>
              <a:gd name="connsiteY7" fmla="*/ 548302 h 919732"/>
              <a:gd name="connsiteX8" fmla="*/ 1253822 w 2505679"/>
              <a:gd name="connsiteY8" fmla="*/ 919732 h 919732"/>
              <a:gd name="connsiteX9" fmla="*/ 325994 w 2505679"/>
              <a:gd name="connsiteY9" fmla="*/ 645090 h 919732"/>
              <a:gd name="connsiteX10" fmla="*/ 0 w 2505679"/>
              <a:gd name="connsiteY10" fmla="*/ 548302 h 919732"/>
              <a:gd name="connsiteX11" fmla="*/ 0 w 2505679"/>
              <a:gd name="connsiteY11" fmla="*/ 296751 h 919732"/>
              <a:gd name="connsiteX12" fmla="*/ 251550 w 2505679"/>
              <a:gd name="connsiteY12" fmla="*/ 370666 h 919732"/>
              <a:gd name="connsiteX13" fmla="*/ 1503407 w 2505679"/>
              <a:gd name="connsiteY13" fmla="*/ 0 h 919732"/>
              <a:gd name="connsiteX0" fmla="*/ 1503407 w 2505679"/>
              <a:gd name="connsiteY0" fmla="*/ 0 h 919732"/>
              <a:gd name="connsiteX1" fmla="*/ 2505219 w 2505679"/>
              <a:gd name="connsiteY1" fmla="*/ 296888 h 919732"/>
              <a:gd name="connsiteX2" fmla="*/ 2505679 w 2505679"/>
              <a:gd name="connsiteY2" fmla="*/ 296751 h 919732"/>
              <a:gd name="connsiteX3" fmla="*/ 2505679 w 2505679"/>
              <a:gd name="connsiteY3" fmla="*/ 297024 h 919732"/>
              <a:gd name="connsiteX4" fmla="*/ 2505679 w 2505679"/>
              <a:gd name="connsiteY4" fmla="*/ 548302 h 919732"/>
              <a:gd name="connsiteX5" fmla="*/ 1253822 w 2505679"/>
              <a:gd name="connsiteY5" fmla="*/ 919732 h 919732"/>
              <a:gd name="connsiteX6" fmla="*/ 325994 w 2505679"/>
              <a:gd name="connsiteY6" fmla="*/ 645090 h 919732"/>
              <a:gd name="connsiteX7" fmla="*/ 0 w 2505679"/>
              <a:gd name="connsiteY7" fmla="*/ 548302 h 919732"/>
              <a:gd name="connsiteX8" fmla="*/ 0 w 2505679"/>
              <a:gd name="connsiteY8" fmla="*/ 296751 h 919732"/>
              <a:gd name="connsiteX9" fmla="*/ 251550 w 2505679"/>
              <a:gd name="connsiteY9" fmla="*/ 370666 h 919732"/>
              <a:gd name="connsiteX10" fmla="*/ 1503407 w 2505679"/>
              <a:gd name="connsiteY10" fmla="*/ 0 h 91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05679" h="919732">
                <a:moveTo>
                  <a:pt x="1503407" y="0"/>
                </a:moveTo>
                <a:lnTo>
                  <a:pt x="2505219" y="296888"/>
                </a:lnTo>
                <a:lnTo>
                  <a:pt x="2505679" y="296751"/>
                </a:lnTo>
                <a:lnTo>
                  <a:pt x="2505679" y="297024"/>
                </a:lnTo>
                <a:lnTo>
                  <a:pt x="2505679" y="548302"/>
                </a:lnTo>
                <a:lnTo>
                  <a:pt x="1253822" y="919732"/>
                </a:lnTo>
                <a:lnTo>
                  <a:pt x="325994" y="645090"/>
                </a:lnTo>
                <a:lnTo>
                  <a:pt x="0" y="548302"/>
                </a:lnTo>
                <a:lnTo>
                  <a:pt x="0" y="296751"/>
                </a:lnTo>
                <a:lnTo>
                  <a:pt x="251550" y="370666"/>
                </a:lnTo>
                <a:lnTo>
                  <a:pt x="150340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AFCF8A4-5B08-431A-8159-5A0E8AD2772F}"/>
              </a:ext>
            </a:extLst>
          </p:cNvPr>
          <p:cNvGrpSpPr/>
          <p:nvPr/>
        </p:nvGrpSpPr>
        <p:grpSpPr>
          <a:xfrm>
            <a:off x="5955486" y="4255266"/>
            <a:ext cx="2505679" cy="919732"/>
            <a:chOff x="5955486" y="4515414"/>
            <a:chExt cx="2505679" cy="919732"/>
          </a:xfrm>
        </p:grpSpPr>
        <p:sp>
          <p:nvSpPr>
            <p:cNvPr id="23" name="Freeform 136">
              <a:extLst>
                <a:ext uri="{FF2B5EF4-FFF2-40B4-BE49-F238E27FC236}">
                  <a16:creationId xmlns:a16="http://schemas.microsoft.com/office/drawing/2014/main" id="{13C07C98-F5EA-4AB0-BD85-366D2FD79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9308" y="4812165"/>
              <a:ext cx="1251857" cy="622981"/>
            </a:xfrm>
            <a:custGeom>
              <a:avLst/>
              <a:gdLst>
                <a:gd name="T0" fmla="*/ 0 w 2550"/>
                <a:gd name="T1" fmla="*/ 756 h 1268"/>
                <a:gd name="T2" fmla="*/ 2550 w 2550"/>
                <a:gd name="T3" fmla="*/ 0 h 1268"/>
                <a:gd name="T4" fmla="*/ 2550 w 2550"/>
                <a:gd name="T5" fmla="*/ 512 h 1268"/>
                <a:gd name="T6" fmla="*/ 0 w 2550"/>
                <a:gd name="T7" fmla="*/ 1268 h 1268"/>
                <a:gd name="T8" fmla="*/ 0 w 2550"/>
                <a:gd name="T9" fmla="*/ 756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0" h="1268">
                  <a:moveTo>
                    <a:pt x="0" y="756"/>
                  </a:moveTo>
                  <a:lnTo>
                    <a:pt x="2550" y="0"/>
                  </a:lnTo>
                  <a:lnTo>
                    <a:pt x="2550" y="512"/>
                  </a:lnTo>
                  <a:lnTo>
                    <a:pt x="0" y="1268"/>
                  </a:lnTo>
                  <a:lnTo>
                    <a:pt x="0" y="756"/>
                  </a:lnTo>
                  <a:close/>
                </a:path>
              </a:pathLst>
            </a:custGeom>
            <a:solidFill>
              <a:srgbClr val="1D92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46">
              <a:extLst>
                <a:ext uri="{FF2B5EF4-FFF2-40B4-BE49-F238E27FC236}">
                  <a16:creationId xmlns:a16="http://schemas.microsoft.com/office/drawing/2014/main" id="{C12B2976-2253-4CED-8003-9531756AE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7036" y="4515414"/>
              <a:ext cx="2254129" cy="668181"/>
            </a:xfrm>
            <a:custGeom>
              <a:avLst/>
              <a:gdLst>
                <a:gd name="T0" fmla="*/ 0 w 4588"/>
                <a:gd name="T1" fmla="*/ 755 h 1361"/>
                <a:gd name="T2" fmla="*/ 2548 w 4588"/>
                <a:gd name="T3" fmla="*/ 0 h 1361"/>
                <a:gd name="T4" fmla="*/ 4588 w 4588"/>
                <a:gd name="T5" fmla="*/ 605 h 1361"/>
                <a:gd name="T6" fmla="*/ 2038 w 4588"/>
                <a:gd name="T7" fmla="*/ 1361 h 1361"/>
                <a:gd name="T8" fmla="*/ 0 w 4588"/>
                <a:gd name="T9" fmla="*/ 755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88" h="1361">
                  <a:moveTo>
                    <a:pt x="0" y="755"/>
                  </a:moveTo>
                  <a:lnTo>
                    <a:pt x="2548" y="0"/>
                  </a:lnTo>
                  <a:lnTo>
                    <a:pt x="4588" y="605"/>
                  </a:lnTo>
                  <a:lnTo>
                    <a:pt x="2038" y="1361"/>
                  </a:lnTo>
                  <a:lnTo>
                    <a:pt x="0" y="7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48">
              <a:extLst>
                <a:ext uri="{FF2B5EF4-FFF2-40B4-BE49-F238E27FC236}">
                  <a16:creationId xmlns:a16="http://schemas.microsoft.com/office/drawing/2014/main" id="{A7E09D2F-7BB5-4ACF-B7AD-35D3A53AD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5486" y="4812165"/>
              <a:ext cx="1253822" cy="622981"/>
            </a:xfrm>
            <a:custGeom>
              <a:avLst/>
              <a:gdLst>
                <a:gd name="T0" fmla="*/ 0 w 2550"/>
                <a:gd name="T1" fmla="*/ 512 h 1268"/>
                <a:gd name="T2" fmla="*/ 0 w 2550"/>
                <a:gd name="T3" fmla="*/ 0 h 1268"/>
                <a:gd name="T4" fmla="*/ 2550 w 2550"/>
                <a:gd name="T5" fmla="*/ 756 h 1268"/>
                <a:gd name="T6" fmla="*/ 2550 w 2550"/>
                <a:gd name="T7" fmla="*/ 1268 h 1268"/>
                <a:gd name="T8" fmla="*/ 663 w 2550"/>
                <a:gd name="T9" fmla="*/ 709 h 1268"/>
                <a:gd name="T10" fmla="*/ 0 w 2550"/>
                <a:gd name="T11" fmla="*/ 512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50" h="1268">
                  <a:moveTo>
                    <a:pt x="0" y="512"/>
                  </a:moveTo>
                  <a:lnTo>
                    <a:pt x="0" y="0"/>
                  </a:lnTo>
                  <a:lnTo>
                    <a:pt x="2550" y="756"/>
                  </a:lnTo>
                  <a:lnTo>
                    <a:pt x="2550" y="1268"/>
                  </a:lnTo>
                  <a:lnTo>
                    <a:pt x="663" y="709"/>
                  </a:lnTo>
                  <a:lnTo>
                    <a:pt x="0" y="512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529C18C5-0CEB-446D-8CB5-9C0C50D7FC8C}"/>
              </a:ext>
            </a:extLst>
          </p:cNvPr>
          <p:cNvSpPr>
            <a:spLocks/>
          </p:cNvSpPr>
          <p:nvPr/>
        </p:nvSpPr>
        <p:spPr bwMode="auto">
          <a:xfrm>
            <a:off x="4955180" y="4803567"/>
            <a:ext cx="2505678" cy="919733"/>
          </a:xfrm>
          <a:custGeom>
            <a:avLst/>
            <a:gdLst>
              <a:gd name="connsiteX0" fmla="*/ 1000634 w 2505678"/>
              <a:gd name="connsiteY0" fmla="*/ 0 h 919733"/>
              <a:gd name="connsiteX1" fmla="*/ 1000634 w 2505678"/>
              <a:gd name="connsiteY1" fmla="*/ 491 h 919733"/>
              <a:gd name="connsiteX2" fmla="*/ 2251880 w 2505678"/>
              <a:gd name="connsiteY2" fmla="*/ 371838 h 919733"/>
              <a:gd name="connsiteX3" fmla="*/ 2505678 w 2505678"/>
              <a:gd name="connsiteY3" fmla="*/ 296752 h 919733"/>
              <a:gd name="connsiteX4" fmla="*/ 2505678 w 2505678"/>
              <a:gd name="connsiteY4" fmla="*/ 548303 h 919733"/>
              <a:gd name="connsiteX5" fmla="*/ 1251857 w 2505678"/>
              <a:gd name="connsiteY5" fmla="*/ 919733 h 919733"/>
              <a:gd name="connsiteX6" fmla="*/ 1251857 w 2505678"/>
              <a:gd name="connsiteY6" fmla="*/ 919733 h 919733"/>
              <a:gd name="connsiteX7" fmla="*/ 1251857 w 2505678"/>
              <a:gd name="connsiteY7" fmla="*/ 919733 h 919733"/>
              <a:gd name="connsiteX8" fmla="*/ 1251856 w 2505678"/>
              <a:gd name="connsiteY8" fmla="*/ 919733 h 919733"/>
              <a:gd name="connsiteX9" fmla="*/ 1251856 w 2505678"/>
              <a:gd name="connsiteY9" fmla="*/ 919733 h 919733"/>
              <a:gd name="connsiteX10" fmla="*/ 0 w 2505678"/>
              <a:gd name="connsiteY10" fmla="*/ 548303 h 919733"/>
              <a:gd name="connsiteX11" fmla="*/ 0 w 2505678"/>
              <a:gd name="connsiteY11" fmla="*/ 297243 h 919733"/>
              <a:gd name="connsiteX12" fmla="*/ 0 w 2505678"/>
              <a:gd name="connsiteY12" fmla="*/ 296752 h 919733"/>
              <a:gd name="connsiteX13" fmla="*/ 827 w 2505678"/>
              <a:gd name="connsiteY13" fmla="*/ 296997 h 91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05678" h="919733">
                <a:moveTo>
                  <a:pt x="1000634" y="0"/>
                </a:moveTo>
                <a:lnTo>
                  <a:pt x="1000634" y="491"/>
                </a:lnTo>
                <a:lnTo>
                  <a:pt x="2251880" y="371838"/>
                </a:lnTo>
                <a:lnTo>
                  <a:pt x="2505678" y="296752"/>
                </a:lnTo>
                <a:lnTo>
                  <a:pt x="2505678" y="548303"/>
                </a:lnTo>
                <a:lnTo>
                  <a:pt x="1251857" y="919733"/>
                </a:lnTo>
                <a:lnTo>
                  <a:pt x="1251857" y="919733"/>
                </a:lnTo>
                <a:lnTo>
                  <a:pt x="1251857" y="919733"/>
                </a:lnTo>
                <a:lnTo>
                  <a:pt x="1251856" y="919733"/>
                </a:lnTo>
                <a:lnTo>
                  <a:pt x="1251856" y="919733"/>
                </a:lnTo>
                <a:lnTo>
                  <a:pt x="0" y="548303"/>
                </a:lnTo>
                <a:lnTo>
                  <a:pt x="0" y="297243"/>
                </a:lnTo>
                <a:lnTo>
                  <a:pt x="0" y="296752"/>
                </a:lnTo>
                <a:lnTo>
                  <a:pt x="827" y="2969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86E02C2-0822-4DB7-8AF7-686D6D3EBEB8}"/>
              </a:ext>
            </a:extLst>
          </p:cNvPr>
          <p:cNvGrpSpPr/>
          <p:nvPr/>
        </p:nvGrpSpPr>
        <p:grpSpPr>
          <a:xfrm>
            <a:off x="4955180" y="4803567"/>
            <a:ext cx="2505678" cy="919733"/>
            <a:chOff x="4955180" y="5063715"/>
            <a:chExt cx="2505678" cy="919733"/>
          </a:xfrm>
        </p:grpSpPr>
        <p:sp>
          <p:nvSpPr>
            <p:cNvPr id="24" name="Freeform 137">
              <a:extLst>
                <a:ext uri="{FF2B5EF4-FFF2-40B4-BE49-F238E27FC236}">
                  <a16:creationId xmlns:a16="http://schemas.microsoft.com/office/drawing/2014/main" id="{D9F5FD56-D6BA-4AB6-934D-E543D053F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5180" y="5063715"/>
              <a:ext cx="2252163" cy="668181"/>
            </a:xfrm>
            <a:custGeom>
              <a:avLst/>
              <a:gdLst>
                <a:gd name="T0" fmla="*/ 2038 w 4587"/>
                <a:gd name="T1" fmla="*/ 0 h 1360"/>
                <a:gd name="T2" fmla="*/ 2038 w 4587"/>
                <a:gd name="T3" fmla="*/ 1 h 1360"/>
                <a:gd name="T4" fmla="*/ 4587 w 4587"/>
                <a:gd name="T5" fmla="*/ 757 h 1360"/>
                <a:gd name="T6" fmla="*/ 2550 w 4587"/>
                <a:gd name="T7" fmla="*/ 1360 h 1360"/>
                <a:gd name="T8" fmla="*/ 0 w 4587"/>
                <a:gd name="T9" fmla="*/ 605 h 1360"/>
                <a:gd name="T10" fmla="*/ 2038 w 4587"/>
                <a:gd name="T11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87" h="1360">
                  <a:moveTo>
                    <a:pt x="2038" y="0"/>
                  </a:moveTo>
                  <a:lnTo>
                    <a:pt x="2038" y="1"/>
                  </a:lnTo>
                  <a:lnTo>
                    <a:pt x="4587" y="757"/>
                  </a:lnTo>
                  <a:lnTo>
                    <a:pt x="2550" y="1360"/>
                  </a:lnTo>
                  <a:lnTo>
                    <a:pt x="0" y="605"/>
                  </a:lnTo>
                  <a:lnTo>
                    <a:pt x="20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50">
              <a:extLst>
                <a:ext uri="{FF2B5EF4-FFF2-40B4-BE49-F238E27FC236}">
                  <a16:creationId xmlns:a16="http://schemas.microsoft.com/office/drawing/2014/main" id="{8A60BA98-448D-4AFD-B7A1-3B303FE76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5180" y="5360467"/>
              <a:ext cx="1251857" cy="622981"/>
            </a:xfrm>
            <a:custGeom>
              <a:avLst/>
              <a:gdLst>
                <a:gd name="T0" fmla="*/ 0 w 2550"/>
                <a:gd name="T1" fmla="*/ 0 h 1268"/>
                <a:gd name="T2" fmla="*/ 2550 w 2550"/>
                <a:gd name="T3" fmla="*/ 755 h 1268"/>
                <a:gd name="T4" fmla="*/ 2550 w 2550"/>
                <a:gd name="T5" fmla="*/ 1268 h 1268"/>
                <a:gd name="T6" fmla="*/ 0 w 2550"/>
                <a:gd name="T7" fmla="*/ 512 h 1268"/>
                <a:gd name="T8" fmla="*/ 0 w 2550"/>
                <a:gd name="T9" fmla="*/ 0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0" h="1268">
                  <a:moveTo>
                    <a:pt x="0" y="0"/>
                  </a:moveTo>
                  <a:lnTo>
                    <a:pt x="2550" y="755"/>
                  </a:lnTo>
                  <a:lnTo>
                    <a:pt x="2550" y="1268"/>
                  </a:lnTo>
                  <a:lnTo>
                    <a:pt x="0" y="5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51">
              <a:extLst>
                <a:ext uri="{FF2B5EF4-FFF2-40B4-BE49-F238E27FC236}">
                  <a16:creationId xmlns:a16="http://schemas.microsoft.com/office/drawing/2014/main" id="{25EFD225-C2A2-4D9C-8DE3-E1B642F99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7036" y="5360467"/>
              <a:ext cx="1253822" cy="622981"/>
            </a:xfrm>
            <a:custGeom>
              <a:avLst/>
              <a:gdLst>
                <a:gd name="T0" fmla="*/ 0 w 2550"/>
                <a:gd name="T1" fmla="*/ 755 h 1268"/>
                <a:gd name="T2" fmla="*/ 2550 w 2550"/>
                <a:gd name="T3" fmla="*/ 0 h 1268"/>
                <a:gd name="T4" fmla="*/ 2550 w 2550"/>
                <a:gd name="T5" fmla="*/ 512 h 1268"/>
                <a:gd name="T6" fmla="*/ 0 w 2550"/>
                <a:gd name="T7" fmla="*/ 1268 h 1268"/>
                <a:gd name="T8" fmla="*/ 0 w 2550"/>
                <a:gd name="T9" fmla="*/ 755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50" h="1268">
                  <a:moveTo>
                    <a:pt x="0" y="755"/>
                  </a:moveTo>
                  <a:lnTo>
                    <a:pt x="2550" y="0"/>
                  </a:lnTo>
                  <a:lnTo>
                    <a:pt x="2550" y="512"/>
                  </a:lnTo>
                  <a:lnTo>
                    <a:pt x="0" y="1268"/>
                  </a:lnTo>
                  <a:lnTo>
                    <a:pt x="0" y="755"/>
                  </a:lnTo>
                  <a:close/>
                </a:path>
              </a:pathLst>
            </a:custGeom>
            <a:solidFill>
              <a:srgbClr val="2D77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AF6E9CE9-A11E-4B1A-AEA3-CE391D6649B1}"/>
              </a:ext>
            </a:extLst>
          </p:cNvPr>
          <p:cNvSpPr>
            <a:spLocks/>
          </p:cNvSpPr>
          <p:nvPr/>
        </p:nvSpPr>
        <p:spPr bwMode="auto">
          <a:xfrm>
            <a:off x="3954873" y="5351869"/>
            <a:ext cx="2503715" cy="919732"/>
          </a:xfrm>
          <a:custGeom>
            <a:avLst/>
            <a:gdLst>
              <a:gd name="connsiteX0" fmla="*/ 1001343 w 2503715"/>
              <a:gd name="connsiteY0" fmla="*/ 0 h 919732"/>
              <a:gd name="connsiteX1" fmla="*/ 2252163 w 2503715"/>
              <a:gd name="connsiteY1" fmla="*/ 370939 h 919732"/>
              <a:gd name="connsiteX2" fmla="*/ 2055686 w 2503715"/>
              <a:gd name="connsiteY2" fmla="*/ 429319 h 919732"/>
              <a:gd name="connsiteX3" fmla="*/ 2056270 w 2503715"/>
              <a:gd name="connsiteY3" fmla="*/ 429510 h 919732"/>
              <a:gd name="connsiteX4" fmla="*/ 2503715 w 2503715"/>
              <a:gd name="connsiteY4" fmla="*/ 296751 h 919732"/>
              <a:gd name="connsiteX5" fmla="*/ 2503715 w 2503715"/>
              <a:gd name="connsiteY5" fmla="*/ 548302 h 919732"/>
              <a:gd name="connsiteX6" fmla="*/ 1251858 w 2503715"/>
              <a:gd name="connsiteY6" fmla="*/ 919732 h 919732"/>
              <a:gd name="connsiteX7" fmla="*/ 1251858 w 2503715"/>
              <a:gd name="connsiteY7" fmla="*/ 796763 h 919732"/>
              <a:gd name="connsiteX8" fmla="*/ 1251857 w 2503715"/>
              <a:gd name="connsiteY8" fmla="*/ 796763 h 919732"/>
              <a:gd name="connsiteX9" fmla="*/ 1251857 w 2503715"/>
              <a:gd name="connsiteY9" fmla="*/ 919732 h 919732"/>
              <a:gd name="connsiteX10" fmla="*/ 0 w 2503715"/>
              <a:gd name="connsiteY10" fmla="*/ 548302 h 919732"/>
              <a:gd name="connsiteX11" fmla="*/ 0 w 2503715"/>
              <a:gd name="connsiteY11" fmla="*/ 296751 h 919732"/>
              <a:gd name="connsiteX0" fmla="*/ 1001343 w 2503715"/>
              <a:gd name="connsiteY0" fmla="*/ 0 h 919732"/>
              <a:gd name="connsiteX1" fmla="*/ 2252163 w 2503715"/>
              <a:gd name="connsiteY1" fmla="*/ 370939 h 919732"/>
              <a:gd name="connsiteX2" fmla="*/ 2055686 w 2503715"/>
              <a:gd name="connsiteY2" fmla="*/ 429319 h 919732"/>
              <a:gd name="connsiteX3" fmla="*/ 2503715 w 2503715"/>
              <a:gd name="connsiteY3" fmla="*/ 296751 h 919732"/>
              <a:gd name="connsiteX4" fmla="*/ 2503715 w 2503715"/>
              <a:gd name="connsiteY4" fmla="*/ 548302 h 919732"/>
              <a:gd name="connsiteX5" fmla="*/ 1251858 w 2503715"/>
              <a:gd name="connsiteY5" fmla="*/ 919732 h 919732"/>
              <a:gd name="connsiteX6" fmla="*/ 1251858 w 2503715"/>
              <a:gd name="connsiteY6" fmla="*/ 796763 h 919732"/>
              <a:gd name="connsiteX7" fmla="*/ 1251857 w 2503715"/>
              <a:gd name="connsiteY7" fmla="*/ 796763 h 919732"/>
              <a:gd name="connsiteX8" fmla="*/ 1251857 w 2503715"/>
              <a:gd name="connsiteY8" fmla="*/ 919732 h 919732"/>
              <a:gd name="connsiteX9" fmla="*/ 0 w 2503715"/>
              <a:gd name="connsiteY9" fmla="*/ 548302 h 919732"/>
              <a:gd name="connsiteX10" fmla="*/ 0 w 2503715"/>
              <a:gd name="connsiteY10" fmla="*/ 296751 h 919732"/>
              <a:gd name="connsiteX11" fmla="*/ 1001343 w 2503715"/>
              <a:gd name="connsiteY11" fmla="*/ 0 h 919732"/>
              <a:gd name="connsiteX0" fmla="*/ 1001343 w 2503715"/>
              <a:gd name="connsiteY0" fmla="*/ 0 h 919732"/>
              <a:gd name="connsiteX1" fmla="*/ 2252163 w 2503715"/>
              <a:gd name="connsiteY1" fmla="*/ 370939 h 919732"/>
              <a:gd name="connsiteX2" fmla="*/ 2503715 w 2503715"/>
              <a:gd name="connsiteY2" fmla="*/ 296751 h 919732"/>
              <a:gd name="connsiteX3" fmla="*/ 2503715 w 2503715"/>
              <a:gd name="connsiteY3" fmla="*/ 548302 h 919732"/>
              <a:gd name="connsiteX4" fmla="*/ 1251858 w 2503715"/>
              <a:gd name="connsiteY4" fmla="*/ 919732 h 919732"/>
              <a:gd name="connsiteX5" fmla="*/ 1251858 w 2503715"/>
              <a:gd name="connsiteY5" fmla="*/ 796763 h 919732"/>
              <a:gd name="connsiteX6" fmla="*/ 1251857 w 2503715"/>
              <a:gd name="connsiteY6" fmla="*/ 796763 h 919732"/>
              <a:gd name="connsiteX7" fmla="*/ 1251857 w 2503715"/>
              <a:gd name="connsiteY7" fmla="*/ 919732 h 919732"/>
              <a:gd name="connsiteX8" fmla="*/ 0 w 2503715"/>
              <a:gd name="connsiteY8" fmla="*/ 548302 h 919732"/>
              <a:gd name="connsiteX9" fmla="*/ 0 w 2503715"/>
              <a:gd name="connsiteY9" fmla="*/ 296751 h 919732"/>
              <a:gd name="connsiteX10" fmla="*/ 1001343 w 2503715"/>
              <a:gd name="connsiteY10" fmla="*/ 0 h 919732"/>
              <a:gd name="connsiteX0" fmla="*/ 1001343 w 2503715"/>
              <a:gd name="connsiteY0" fmla="*/ 0 h 919732"/>
              <a:gd name="connsiteX1" fmla="*/ 2252163 w 2503715"/>
              <a:gd name="connsiteY1" fmla="*/ 370939 h 919732"/>
              <a:gd name="connsiteX2" fmla="*/ 2503715 w 2503715"/>
              <a:gd name="connsiteY2" fmla="*/ 296751 h 919732"/>
              <a:gd name="connsiteX3" fmla="*/ 2503715 w 2503715"/>
              <a:gd name="connsiteY3" fmla="*/ 548302 h 919732"/>
              <a:gd name="connsiteX4" fmla="*/ 1251858 w 2503715"/>
              <a:gd name="connsiteY4" fmla="*/ 919732 h 919732"/>
              <a:gd name="connsiteX5" fmla="*/ 1251858 w 2503715"/>
              <a:gd name="connsiteY5" fmla="*/ 796763 h 919732"/>
              <a:gd name="connsiteX6" fmla="*/ 1251857 w 2503715"/>
              <a:gd name="connsiteY6" fmla="*/ 919732 h 919732"/>
              <a:gd name="connsiteX7" fmla="*/ 0 w 2503715"/>
              <a:gd name="connsiteY7" fmla="*/ 548302 h 919732"/>
              <a:gd name="connsiteX8" fmla="*/ 0 w 2503715"/>
              <a:gd name="connsiteY8" fmla="*/ 296751 h 919732"/>
              <a:gd name="connsiteX9" fmla="*/ 1001343 w 2503715"/>
              <a:gd name="connsiteY9" fmla="*/ 0 h 919732"/>
              <a:gd name="connsiteX0" fmla="*/ 1001343 w 2503715"/>
              <a:gd name="connsiteY0" fmla="*/ 0 h 919732"/>
              <a:gd name="connsiteX1" fmla="*/ 2252163 w 2503715"/>
              <a:gd name="connsiteY1" fmla="*/ 370939 h 919732"/>
              <a:gd name="connsiteX2" fmla="*/ 2503715 w 2503715"/>
              <a:gd name="connsiteY2" fmla="*/ 296751 h 919732"/>
              <a:gd name="connsiteX3" fmla="*/ 2503715 w 2503715"/>
              <a:gd name="connsiteY3" fmla="*/ 548302 h 919732"/>
              <a:gd name="connsiteX4" fmla="*/ 1251858 w 2503715"/>
              <a:gd name="connsiteY4" fmla="*/ 919732 h 919732"/>
              <a:gd name="connsiteX5" fmla="*/ 1251857 w 2503715"/>
              <a:gd name="connsiteY5" fmla="*/ 919732 h 919732"/>
              <a:gd name="connsiteX6" fmla="*/ 0 w 2503715"/>
              <a:gd name="connsiteY6" fmla="*/ 548302 h 919732"/>
              <a:gd name="connsiteX7" fmla="*/ 0 w 2503715"/>
              <a:gd name="connsiteY7" fmla="*/ 296751 h 919732"/>
              <a:gd name="connsiteX8" fmla="*/ 1001343 w 2503715"/>
              <a:gd name="connsiteY8" fmla="*/ 0 h 91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3715" h="919732">
                <a:moveTo>
                  <a:pt x="1001343" y="0"/>
                </a:moveTo>
                <a:lnTo>
                  <a:pt x="2252163" y="370939"/>
                </a:lnTo>
                <a:lnTo>
                  <a:pt x="2503715" y="296751"/>
                </a:lnTo>
                <a:lnTo>
                  <a:pt x="2503715" y="548302"/>
                </a:lnTo>
                <a:lnTo>
                  <a:pt x="1251858" y="919732"/>
                </a:lnTo>
                <a:lnTo>
                  <a:pt x="1251857" y="919732"/>
                </a:lnTo>
                <a:lnTo>
                  <a:pt x="0" y="548302"/>
                </a:lnTo>
                <a:lnTo>
                  <a:pt x="0" y="296751"/>
                </a:lnTo>
                <a:lnTo>
                  <a:pt x="1001343" y="0"/>
                </a:lnTo>
                <a:close/>
              </a:path>
            </a:pathLst>
          </a:custGeom>
          <a:solidFill>
            <a:srgbClr val="2F3F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1676F-AC33-4411-A198-621F8385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3D Stairs for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F2326-074A-4E01-BE4D-0E18E84EE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7" y="845046"/>
            <a:ext cx="9797831" cy="523220"/>
          </a:xfrm>
        </p:spPr>
        <p:txBody>
          <a:bodyPr/>
          <a:lstStyle/>
          <a:p>
            <a:r>
              <a:rPr lang="en-US"/>
              <a:t>Sinuous Staircase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A069F-FC75-47AA-A25B-14C443E1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327C5-B821-4FE9-A59A-A60D9EB59A9A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6129E0-D149-4E85-9D79-CEA59444AE4C}"/>
              </a:ext>
            </a:extLst>
          </p:cNvPr>
          <p:cNvGrpSpPr/>
          <p:nvPr/>
        </p:nvGrpSpPr>
        <p:grpSpPr>
          <a:xfrm>
            <a:off x="3954873" y="5351869"/>
            <a:ext cx="2503715" cy="919732"/>
            <a:chOff x="3954873" y="5612017"/>
            <a:chExt cx="2503715" cy="919732"/>
          </a:xfrm>
        </p:grpSpPr>
        <p:sp>
          <p:nvSpPr>
            <p:cNvPr id="21" name="Freeform 134">
              <a:extLst>
                <a:ext uri="{FF2B5EF4-FFF2-40B4-BE49-F238E27FC236}">
                  <a16:creationId xmlns:a16="http://schemas.microsoft.com/office/drawing/2014/main" id="{711CE3AB-4ECC-4169-9928-C3F38A463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6731" y="5908768"/>
              <a:ext cx="1251857" cy="622981"/>
            </a:xfrm>
            <a:custGeom>
              <a:avLst/>
              <a:gdLst>
                <a:gd name="T0" fmla="*/ 0 w 2549"/>
                <a:gd name="T1" fmla="*/ 756 h 1268"/>
                <a:gd name="T2" fmla="*/ 2549 w 2549"/>
                <a:gd name="T3" fmla="*/ 0 h 1268"/>
                <a:gd name="T4" fmla="*/ 2549 w 2549"/>
                <a:gd name="T5" fmla="*/ 512 h 1268"/>
                <a:gd name="T6" fmla="*/ 0 w 2549"/>
                <a:gd name="T7" fmla="*/ 1268 h 1268"/>
                <a:gd name="T8" fmla="*/ 0 w 2549"/>
                <a:gd name="T9" fmla="*/ 756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9" h="1268">
                  <a:moveTo>
                    <a:pt x="0" y="756"/>
                  </a:moveTo>
                  <a:lnTo>
                    <a:pt x="2549" y="0"/>
                  </a:lnTo>
                  <a:lnTo>
                    <a:pt x="2549" y="512"/>
                  </a:lnTo>
                  <a:lnTo>
                    <a:pt x="0" y="1268"/>
                  </a:lnTo>
                  <a:lnTo>
                    <a:pt x="0" y="756"/>
                  </a:lnTo>
                  <a:close/>
                </a:path>
              </a:pathLst>
            </a:custGeom>
            <a:solidFill>
              <a:srgbClr val="3547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35">
              <a:extLst>
                <a:ext uri="{FF2B5EF4-FFF2-40B4-BE49-F238E27FC236}">
                  <a16:creationId xmlns:a16="http://schemas.microsoft.com/office/drawing/2014/main" id="{388C1CC8-AD53-4D48-99E9-98BD0E597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873" y="5908768"/>
              <a:ext cx="1251857" cy="622981"/>
            </a:xfrm>
            <a:custGeom>
              <a:avLst/>
              <a:gdLst>
                <a:gd name="T0" fmla="*/ 2549 w 2549"/>
                <a:gd name="T1" fmla="*/ 756 h 1268"/>
                <a:gd name="T2" fmla="*/ 2549 w 2549"/>
                <a:gd name="T3" fmla="*/ 1268 h 1268"/>
                <a:gd name="T4" fmla="*/ 0 w 2549"/>
                <a:gd name="T5" fmla="*/ 512 h 1268"/>
                <a:gd name="T6" fmla="*/ 0 w 2549"/>
                <a:gd name="T7" fmla="*/ 0 h 1268"/>
                <a:gd name="T8" fmla="*/ 2549 w 2549"/>
                <a:gd name="T9" fmla="*/ 756 h 1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9" h="1268">
                  <a:moveTo>
                    <a:pt x="2549" y="756"/>
                  </a:moveTo>
                  <a:lnTo>
                    <a:pt x="2549" y="1268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549" y="756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47">
              <a:extLst>
                <a:ext uri="{FF2B5EF4-FFF2-40B4-BE49-F238E27FC236}">
                  <a16:creationId xmlns:a16="http://schemas.microsoft.com/office/drawing/2014/main" id="{FE9198E2-8137-4898-9AFB-34AA37973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4873" y="5612017"/>
              <a:ext cx="2252163" cy="668181"/>
            </a:xfrm>
            <a:custGeom>
              <a:avLst/>
              <a:gdLst>
                <a:gd name="T0" fmla="*/ 2039 w 4586"/>
                <a:gd name="T1" fmla="*/ 0 h 1360"/>
                <a:gd name="T2" fmla="*/ 4586 w 4586"/>
                <a:gd name="T3" fmla="*/ 755 h 1360"/>
                <a:gd name="T4" fmla="*/ 2549 w 4586"/>
                <a:gd name="T5" fmla="*/ 1360 h 1360"/>
                <a:gd name="T6" fmla="*/ 0 w 4586"/>
                <a:gd name="T7" fmla="*/ 604 h 1360"/>
                <a:gd name="T8" fmla="*/ 2039 w 4586"/>
                <a:gd name="T9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86" h="1360">
                  <a:moveTo>
                    <a:pt x="2039" y="0"/>
                  </a:moveTo>
                  <a:lnTo>
                    <a:pt x="4586" y="755"/>
                  </a:lnTo>
                  <a:lnTo>
                    <a:pt x="2549" y="1360"/>
                  </a:lnTo>
                  <a:lnTo>
                    <a:pt x="0" y="604"/>
                  </a:lnTo>
                  <a:lnTo>
                    <a:pt x="2039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AD650DB-64F0-4287-BF80-DA1CD5089A77}"/>
              </a:ext>
            </a:extLst>
          </p:cNvPr>
          <p:cNvGrpSpPr/>
          <p:nvPr/>
        </p:nvGrpSpPr>
        <p:grpSpPr>
          <a:xfrm>
            <a:off x="267054" y="5261719"/>
            <a:ext cx="2768091" cy="923161"/>
            <a:chOff x="84483" y="4383466"/>
            <a:chExt cx="2768091" cy="92316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1D4B67FA-9CB7-404B-A4C0-4E18B4281041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A6BDE00B-62CA-43F7-9C74-534F4CC1C942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tx2"/>
                    </a:solidFill>
                  </a:rPr>
                  <a:t>Lorem ipsum</a:t>
                </a:r>
                <a:endParaRPr lang="en-US" sz="2000" b="1" cap="all">
                  <a:solidFill>
                    <a:schemeClr val="tx2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FD99490C-B37C-48FD-BA42-8EA79FA878DB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6836CC7-D391-4DEA-87B5-FF01DCC42D9B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8D5BAD0-294C-47FD-A3E3-C4003E7F74A6}"/>
              </a:ext>
            </a:extLst>
          </p:cNvPr>
          <p:cNvGrpSpPr/>
          <p:nvPr/>
        </p:nvGrpSpPr>
        <p:grpSpPr>
          <a:xfrm>
            <a:off x="882165" y="4164751"/>
            <a:ext cx="2768091" cy="923161"/>
            <a:chOff x="84483" y="4383466"/>
            <a:chExt cx="2768091" cy="923161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D8112B6B-E9C5-4DE4-BDA5-F6969477970F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51635A31-27B2-466A-A8AB-AF5016128626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pPr algn="r"/>
                <a:r>
                  <a:rPr lang="da-DK" sz="2000" b="1" cap="all">
                    <a:solidFill>
                      <a:schemeClr val="accent1"/>
                    </a:solidFill>
                  </a:rPr>
                  <a:t>Lorem ipsum</a:t>
                </a:r>
                <a:endParaRPr lang="en-US" sz="2000" b="1" cap="all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71508353-C111-4632-A762-6E1DF02BA1EA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9B589DB-0B26-4507-B65A-9F9179553ADF}"/>
                </a:ext>
              </a:extLst>
            </p:cNvPr>
            <p:cNvSpPr/>
            <p:nvPr/>
          </p:nvSpPr>
          <p:spPr>
            <a:xfrm>
              <a:off x="2669694" y="4494748"/>
              <a:ext cx="182880" cy="1828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AACEA0DC-1B86-49CF-812F-8BD71894896F}"/>
              </a:ext>
            </a:extLst>
          </p:cNvPr>
          <p:cNvGrpSpPr/>
          <p:nvPr/>
        </p:nvGrpSpPr>
        <p:grpSpPr>
          <a:xfrm>
            <a:off x="6480404" y="2272344"/>
            <a:ext cx="2768094" cy="923161"/>
            <a:chOff x="-98397" y="4383466"/>
            <a:chExt cx="2768094" cy="923161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1E46CB8F-4CD7-49BF-990B-CCBBB5CBADEC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4C2B576-9A42-4381-A98A-85ADDB963D26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5"/>
                    </a:solidFill>
                  </a:rPr>
                  <a:t>Lorem ipsum</a:t>
                </a:r>
                <a:endParaRPr lang="en-US" sz="2000" b="1" cap="all">
                  <a:solidFill>
                    <a:schemeClr val="accent5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86169248-295A-488C-BB9C-0500C6FCAB40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6D7B8FD-F0BD-4623-8C75-ACF1B5CB0C60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B74B520-2ED9-4B16-B4FC-2781992D35A2}"/>
              </a:ext>
            </a:extLst>
          </p:cNvPr>
          <p:cNvGrpSpPr/>
          <p:nvPr/>
        </p:nvGrpSpPr>
        <p:grpSpPr>
          <a:xfrm>
            <a:off x="9220551" y="3641700"/>
            <a:ext cx="2585214" cy="923161"/>
            <a:chOff x="401267" y="3780103"/>
            <a:chExt cx="2640738" cy="923161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3F87F11-E60E-4CE4-8B4E-20837637811A}"/>
                </a:ext>
              </a:extLst>
            </p:cNvPr>
            <p:cNvSpPr/>
            <p:nvPr/>
          </p:nvSpPr>
          <p:spPr>
            <a:xfrm>
              <a:off x="401268" y="3780103"/>
              <a:ext cx="2640737" cy="400110"/>
            </a:xfrm>
            <a:prstGeom prst="rect">
              <a:avLst/>
            </a:prstGeom>
          </p:spPr>
          <p:txBody>
            <a:bodyPr wrap="square" anchor="b">
              <a:spAutoFit/>
            </a:bodyPr>
            <a:lstStyle/>
            <a:p>
              <a:r>
                <a:rPr lang="da-DK" sz="2000" b="1" cap="all">
                  <a:solidFill>
                    <a:schemeClr val="accent4"/>
                  </a:solidFill>
                </a:rPr>
                <a:t>Lorem ipsum</a:t>
              </a:r>
              <a:endParaRPr lang="en-US" sz="2000" b="1" cap="all">
                <a:solidFill>
                  <a:schemeClr val="accent4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1F25CDD-92F1-408C-849B-3AD562ACA6F5}"/>
                </a:ext>
              </a:extLst>
            </p:cNvPr>
            <p:cNvSpPr/>
            <p:nvPr/>
          </p:nvSpPr>
          <p:spPr>
            <a:xfrm>
              <a:off x="401267" y="4072322"/>
              <a:ext cx="2640735" cy="6309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ts val="1400"/>
                </a:lnSpc>
              </a:pPr>
              <a:r>
                <a:rPr lang="da-DK" sz="1100">
                  <a:solidFill>
                    <a:schemeClr val="bg1">
                      <a:lumMod val="50000"/>
                    </a:schemeClr>
                  </a:solidFill>
                </a:rPr>
                <a:t>Ut mauris libero, vestibulum pede ante ad et, sollicitudin risus amet convallis ac eligendi, velit quia nisl pharetra eusti diat.</a:t>
              </a:r>
            </a:p>
          </p:txBody>
        </p:sp>
      </p:grpSp>
      <p:sp>
        <p:nvSpPr>
          <p:cNvPr id="102" name="Oval 101">
            <a:extLst>
              <a:ext uri="{FF2B5EF4-FFF2-40B4-BE49-F238E27FC236}">
                <a16:creationId xmlns:a16="http://schemas.microsoft.com/office/drawing/2014/main" id="{BECA5613-7D80-4B5F-B5FF-8B04870D30EE}"/>
              </a:ext>
            </a:extLst>
          </p:cNvPr>
          <p:cNvSpPr/>
          <p:nvPr/>
        </p:nvSpPr>
        <p:spPr>
          <a:xfrm>
            <a:off x="9037671" y="3752982"/>
            <a:ext cx="182880" cy="1828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16D8F7A-AE1D-42EB-883F-562A985245B8}"/>
              </a:ext>
            </a:extLst>
          </p:cNvPr>
          <p:cNvGrpSpPr/>
          <p:nvPr/>
        </p:nvGrpSpPr>
        <p:grpSpPr>
          <a:xfrm>
            <a:off x="9037671" y="5261719"/>
            <a:ext cx="2768094" cy="923161"/>
            <a:chOff x="-98397" y="4383466"/>
            <a:chExt cx="2768094" cy="923161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27DBD87-6D22-43FD-BD62-C8EA9F9E4CB8}"/>
                </a:ext>
              </a:extLst>
            </p:cNvPr>
            <p:cNvGrpSpPr/>
            <p:nvPr/>
          </p:nvGrpSpPr>
          <p:grpSpPr>
            <a:xfrm>
              <a:off x="84483" y="4383466"/>
              <a:ext cx="2585214" cy="923161"/>
              <a:chOff x="401267" y="3780103"/>
              <a:chExt cx="2640738" cy="923161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5AF864D-6995-43BA-96F0-3AB453953801}"/>
                  </a:ext>
                </a:extLst>
              </p:cNvPr>
              <p:cNvSpPr/>
              <p:nvPr/>
            </p:nvSpPr>
            <p:spPr>
              <a:xfrm>
                <a:off x="401268" y="3780103"/>
                <a:ext cx="2640737" cy="400110"/>
              </a:xfrm>
              <a:prstGeom prst="rect">
                <a:avLst/>
              </a:prstGeom>
            </p:spPr>
            <p:txBody>
              <a:bodyPr wrap="square" anchor="b">
                <a:spAutoFit/>
              </a:bodyPr>
              <a:lstStyle/>
              <a:p>
                <a:r>
                  <a:rPr lang="da-DK" sz="2000" b="1" cap="all">
                    <a:solidFill>
                      <a:schemeClr val="accent2"/>
                    </a:solidFill>
                  </a:rPr>
                  <a:t>Lorem ipsum</a:t>
                </a:r>
                <a:endParaRPr lang="en-US" sz="2000" b="1" cap="all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275F6470-F656-4837-BF8B-5E0509534109}"/>
                  </a:ext>
                </a:extLst>
              </p:cNvPr>
              <p:cNvSpPr/>
              <p:nvPr/>
            </p:nvSpPr>
            <p:spPr>
              <a:xfrm>
                <a:off x="401267" y="4072322"/>
                <a:ext cx="2640735" cy="630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ts val="1400"/>
                  </a:lnSpc>
                </a:pPr>
                <a:r>
                  <a:rPr lang="da-DK" sz="1100">
                    <a:solidFill>
                      <a:schemeClr val="bg1">
                        <a:lumMod val="50000"/>
                      </a:schemeClr>
                    </a:solidFill>
                  </a:rPr>
                  <a:t>Ut mauris libero, vestibulum pede ante ad et, sollicitudin risus amet convallis ac eligendi, velit quia nisl pharetra eusti diat.</a:t>
                </a:r>
              </a:p>
            </p:txBody>
          </p:sp>
        </p:grp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56F20850-37BA-4CE9-97F4-D670300D28FE}"/>
                </a:ext>
              </a:extLst>
            </p:cNvPr>
            <p:cNvSpPr/>
            <p:nvPr/>
          </p:nvSpPr>
          <p:spPr>
            <a:xfrm>
              <a:off x="-98397" y="4494748"/>
              <a:ext cx="182880" cy="1828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0" name="Graphic 109" descr="Trophy">
            <a:extLst>
              <a:ext uri="{FF2B5EF4-FFF2-40B4-BE49-F238E27FC236}">
                <a16:creationId xmlns:a16="http://schemas.microsoft.com/office/drawing/2014/main" id="{B2B96148-4E66-4357-A9F8-F6CBD4403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2205" y="2083037"/>
            <a:ext cx="914400" cy="914400"/>
          </a:xfrm>
          <a:prstGeom prst="rect">
            <a:avLst/>
          </a:prstGeom>
          <a:scene3d>
            <a:camera prst="perspectiveHeroicExtremeLeftFacing" fov="1200000">
              <a:rot lat="20861417" lon="3001956" rev="0"/>
            </a:camera>
            <a:lightRig rig="threePt" dir="t"/>
          </a:scene3d>
          <a:sp3d/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487D3BF-4739-4B7B-B7A0-C32764F59460}"/>
              </a:ext>
            </a:extLst>
          </p:cNvPr>
          <p:cNvCxnSpPr>
            <a:cxnSpLocks/>
            <a:stCxn id="92" idx="4"/>
          </p:cNvCxnSpPr>
          <p:nvPr/>
        </p:nvCxnSpPr>
        <p:spPr>
          <a:xfrm rot="16200000" flipH="1">
            <a:off x="4274958" y="3742771"/>
            <a:ext cx="434008" cy="18662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66E110-662C-4EBB-AFF9-18432388767E}"/>
              </a:ext>
            </a:extLst>
          </p:cNvPr>
          <p:cNvCxnSpPr>
            <a:cxnSpLocks/>
            <a:stCxn id="87" idx="6"/>
          </p:cNvCxnSpPr>
          <p:nvPr/>
        </p:nvCxnSpPr>
        <p:spPr>
          <a:xfrm flipV="1">
            <a:off x="3035145" y="5462498"/>
            <a:ext cx="1320758" cy="194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AF2E2369-5B5D-4FEE-B057-5D42009152FB}"/>
              </a:ext>
            </a:extLst>
          </p:cNvPr>
          <p:cNvCxnSpPr>
            <a:cxnSpLocks/>
            <a:stCxn id="107" idx="2"/>
          </p:cNvCxnSpPr>
          <p:nvPr/>
        </p:nvCxnSpPr>
        <p:spPr>
          <a:xfrm rot="10800000">
            <a:off x="7903907" y="5074163"/>
            <a:ext cx="1133765" cy="390278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715BAAE-88A5-4E0A-B4D8-A781B94E0C61}"/>
              </a:ext>
            </a:extLst>
          </p:cNvPr>
          <p:cNvCxnSpPr>
            <a:cxnSpLocks/>
            <a:stCxn id="102" idx="2"/>
          </p:cNvCxnSpPr>
          <p:nvPr/>
        </p:nvCxnSpPr>
        <p:spPr>
          <a:xfrm flipH="1">
            <a:off x="7088476" y="3844422"/>
            <a:ext cx="1949195" cy="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9F865A5D-B2BE-4636-916F-B30079846968}"/>
              </a:ext>
            </a:extLst>
          </p:cNvPr>
          <p:cNvCxnSpPr>
            <a:cxnSpLocks/>
            <a:stCxn id="97" idx="2"/>
          </p:cNvCxnSpPr>
          <p:nvPr/>
        </p:nvCxnSpPr>
        <p:spPr>
          <a:xfrm rot="10800000" flipV="1">
            <a:off x="5830116" y="2475066"/>
            <a:ext cx="650288" cy="669728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B42E7DC-BB03-404C-8FD9-DAE5F647CDD0}"/>
              </a:ext>
            </a:extLst>
          </p:cNvPr>
          <p:cNvSpPr/>
          <p:nvPr/>
        </p:nvSpPr>
        <p:spPr>
          <a:xfrm>
            <a:off x="4361571" y="5046405"/>
            <a:ext cx="1514096" cy="1326302"/>
          </a:xfrm>
          <a:prstGeom prst="rect">
            <a:avLst/>
          </a:prstGeom>
          <a:noFill/>
          <a:ln>
            <a:noFill/>
          </a:ln>
          <a:scene3d>
            <a:camera prst="isometricOffAxis2Top">
              <a:rot lat="19152448" lon="4046762" rev="17191319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/>
              <a:t>01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E47D58A-AEA0-4188-886E-317E781F1F8C}"/>
              </a:ext>
            </a:extLst>
          </p:cNvPr>
          <p:cNvSpPr/>
          <p:nvPr/>
        </p:nvSpPr>
        <p:spPr>
          <a:xfrm>
            <a:off x="5311587" y="4445825"/>
            <a:ext cx="1514096" cy="1326302"/>
          </a:xfrm>
          <a:prstGeom prst="rect">
            <a:avLst/>
          </a:prstGeom>
          <a:noFill/>
          <a:ln>
            <a:noFill/>
          </a:ln>
          <a:scene3d>
            <a:camera prst="isometricOffAxis2Top">
              <a:rot lat="19152448" lon="4046762" rev="17191319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/>
              <a:t>02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65609CD-609F-40AF-A8E8-81D370F11CE4}"/>
              </a:ext>
            </a:extLst>
          </p:cNvPr>
          <p:cNvSpPr/>
          <p:nvPr/>
        </p:nvSpPr>
        <p:spPr>
          <a:xfrm>
            <a:off x="6563444" y="3901710"/>
            <a:ext cx="1514096" cy="1326302"/>
          </a:xfrm>
          <a:prstGeom prst="rect">
            <a:avLst/>
          </a:prstGeom>
          <a:noFill/>
          <a:ln>
            <a:noFill/>
          </a:ln>
          <a:scene3d>
            <a:camera prst="isometricOffAxis1Top">
              <a:rot lat="19285750" lon="17520000" rev="4410664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/>
              <a:t>03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BE38CEB6-88F9-4BFE-93CE-75980FC98026}"/>
              </a:ext>
            </a:extLst>
          </p:cNvPr>
          <p:cNvSpPr/>
          <p:nvPr/>
        </p:nvSpPr>
        <p:spPr>
          <a:xfrm>
            <a:off x="5554845" y="3376159"/>
            <a:ext cx="1514096" cy="1326302"/>
          </a:xfrm>
          <a:prstGeom prst="rect">
            <a:avLst/>
          </a:prstGeom>
          <a:noFill/>
          <a:ln>
            <a:noFill/>
          </a:ln>
          <a:scene3d>
            <a:camera prst="isometricOffAxis1Top">
              <a:rot lat="19285750" lon="17520000" rev="4410664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/>
              <a:t>03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1896AE2-A23B-4D6D-B59F-204F13772E69}"/>
              </a:ext>
            </a:extLst>
          </p:cNvPr>
          <p:cNvSpPr/>
          <p:nvPr/>
        </p:nvSpPr>
        <p:spPr>
          <a:xfrm>
            <a:off x="4586353" y="2831869"/>
            <a:ext cx="1514096" cy="1326302"/>
          </a:xfrm>
          <a:prstGeom prst="rect">
            <a:avLst/>
          </a:prstGeom>
          <a:noFill/>
          <a:ln>
            <a:noFill/>
          </a:ln>
          <a:scene3d>
            <a:camera prst="isometricOffAxis1Top">
              <a:rot lat="19285750" lon="17520000" rev="4410664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/>
              <a:t>04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B8493EA3-9937-4303-AE27-4B38233634EE}"/>
              </a:ext>
            </a:extLst>
          </p:cNvPr>
          <p:cNvGrpSpPr/>
          <p:nvPr/>
        </p:nvGrpSpPr>
        <p:grpSpPr>
          <a:xfrm>
            <a:off x="10088652" y="1630781"/>
            <a:ext cx="2103348" cy="517042"/>
            <a:chOff x="5853028" y="6161946"/>
            <a:chExt cx="2103348" cy="517042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676E2FD-961A-4002-A503-5B39E05347C5}"/>
                </a:ext>
              </a:extLst>
            </p:cNvPr>
            <p:cNvSpPr txBox="1"/>
            <p:nvPr/>
          </p:nvSpPr>
          <p:spPr>
            <a:xfrm>
              <a:off x="6199925" y="6217323"/>
              <a:ext cx="1756451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200" b="1" i="1"/>
                <a:t>Editable</a:t>
              </a:r>
              <a:r>
                <a:rPr lang="en-US" sz="1200" i="1"/>
                <a:t> but </a:t>
              </a:r>
              <a:r>
                <a:rPr lang="en-US" sz="1200" b="1" i="1"/>
                <a:t>doesn’t</a:t>
              </a:r>
              <a:r>
                <a:rPr lang="en-US" sz="1200" i="1"/>
                <a:t> use 3-D Rotation Effect </a:t>
              </a:r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E3A69299-C54E-4955-B99C-F92B6A9256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53028" y="6161946"/>
              <a:ext cx="339838" cy="4616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4263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524000" y="2494300"/>
            <a:ext cx="9144000" cy="1015663"/>
          </a:xfrm>
        </p:spPr>
        <p:txBody>
          <a:bodyPr/>
          <a:lstStyle/>
          <a:p>
            <a:r>
              <a:rPr lang="en-US">
                <a:solidFill>
                  <a:srgbClr val="222A35"/>
                </a:solidFill>
              </a:rPr>
              <a:t>Thank You !</a:t>
            </a:r>
            <a:endParaRPr lang="en-US"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dirty="0"/>
              <a:t>Hope you </a:t>
            </a:r>
            <a:r>
              <a:rPr lang="en-US"/>
              <a:t>like these templates </a:t>
            </a:r>
            <a:r>
              <a:rPr lang="en-US" dirty="0"/>
              <a:t>:)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612737" y="2137172"/>
            <a:ext cx="6966526" cy="1291828"/>
            <a:chOff x="2148051" y="2137172"/>
            <a:chExt cx="6966526" cy="1291828"/>
          </a:xfrm>
        </p:grpSpPr>
        <p:grpSp>
          <p:nvGrpSpPr>
            <p:cNvPr id="25" name="Group 24"/>
            <p:cNvGrpSpPr>
              <a:grpSpLocks noChangeAspect="1"/>
            </p:cNvGrpSpPr>
            <p:nvPr/>
          </p:nvGrpSpPr>
          <p:grpSpPr>
            <a:xfrm>
              <a:off x="2148051" y="2137173"/>
              <a:ext cx="1291827" cy="1291827"/>
              <a:chOff x="1382807" y="174388"/>
              <a:chExt cx="3025589" cy="3025588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1382807" y="174388"/>
                <a:ext cx="3025588" cy="3025588"/>
              </a:xfrm>
              <a:prstGeom prst="rect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Freeform 8"/>
              <p:cNvSpPr/>
              <p:nvPr/>
            </p:nvSpPr>
            <p:spPr>
              <a:xfrm>
                <a:off x="2163311" y="784634"/>
                <a:ext cx="1468794" cy="1928720"/>
              </a:xfrm>
              <a:custGeom>
                <a:avLst/>
                <a:gdLst/>
                <a:ahLst/>
                <a:cxnLst/>
                <a:rect l="l" t="t" r="r" b="b"/>
                <a:pathLst>
                  <a:path w="1468794" h="1928720">
                    <a:moveTo>
                      <a:pt x="57861" y="0"/>
                    </a:moveTo>
                    <a:lnTo>
                      <a:pt x="1410932" y="0"/>
                    </a:lnTo>
                    <a:cubicBezTo>
                      <a:pt x="1419834" y="0"/>
                      <a:pt x="1427994" y="2720"/>
                      <a:pt x="1435412" y="8160"/>
                    </a:cubicBezTo>
                    <a:cubicBezTo>
                      <a:pt x="1442830" y="13600"/>
                      <a:pt x="1449012" y="22501"/>
                      <a:pt x="1453957" y="34865"/>
                    </a:cubicBezTo>
                    <a:cubicBezTo>
                      <a:pt x="1458903" y="47229"/>
                      <a:pt x="1462612" y="63796"/>
                      <a:pt x="1465085" y="84567"/>
                    </a:cubicBezTo>
                    <a:cubicBezTo>
                      <a:pt x="1467558" y="105338"/>
                      <a:pt x="1468794" y="130559"/>
                      <a:pt x="1468794" y="160232"/>
                    </a:cubicBezTo>
                    <a:cubicBezTo>
                      <a:pt x="1468794" y="188915"/>
                      <a:pt x="1467558" y="213395"/>
                      <a:pt x="1465085" y="233672"/>
                    </a:cubicBezTo>
                    <a:cubicBezTo>
                      <a:pt x="1462612" y="253948"/>
                      <a:pt x="1458903" y="270268"/>
                      <a:pt x="1453957" y="282631"/>
                    </a:cubicBezTo>
                    <a:cubicBezTo>
                      <a:pt x="1449012" y="294995"/>
                      <a:pt x="1442830" y="304144"/>
                      <a:pt x="1435412" y="310079"/>
                    </a:cubicBezTo>
                    <a:cubicBezTo>
                      <a:pt x="1427994" y="316013"/>
                      <a:pt x="1419834" y="318980"/>
                      <a:pt x="1410932" y="318980"/>
                    </a:cubicBezTo>
                    <a:lnTo>
                      <a:pt x="930236" y="318980"/>
                    </a:lnTo>
                    <a:lnTo>
                      <a:pt x="930236" y="1866407"/>
                    </a:lnTo>
                    <a:cubicBezTo>
                      <a:pt x="930236" y="1876298"/>
                      <a:pt x="927021" y="1885200"/>
                      <a:pt x="920592" y="1893112"/>
                    </a:cubicBezTo>
                    <a:cubicBezTo>
                      <a:pt x="914163" y="1901025"/>
                      <a:pt x="903531" y="1907454"/>
                      <a:pt x="888694" y="1912400"/>
                    </a:cubicBezTo>
                    <a:cubicBezTo>
                      <a:pt x="873858" y="1917345"/>
                      <a:pt x="853829" y="1921301"/>
                      <a:pt x="828607" y="1924269"/>
                    </a:cubicBezTo>
                    <a:cubicBezTo>
                      <a:pt x="803386" y="1927236"/>
                      <a:pt x="771982" y="1928720"/>
                      <a:pt x="734397" y="1928720"/>
                    </a:cubicBezTo>
                    <a:cubicBezTo>
                      <a:pt x="696811" y="1928720"/>
                      <a:pt x="665408" y="1927236"/>
                      <a:pt x="640186" y="1924269"/>
                    </a:cubicBezTo>
                    <a:cubicBezTo>
                      <a:pt x="614964" y="1921301"/>
                      <a:pt x="594935" y="1917345"/>
                      <a:pt x="580099" y="1912400"/>
                    </a:cubicBezTo>
                    <a:cubicBezTo>
                      <a:pt x="565263" y="1907454"/>
                      <a:pt x="554630" y="1901025"/>
                      <a:pt x="548201" y="1893112"/>
                    </a:cubicBezTo>
                    <a:cubicBezTo>
                      <a:pt x="541772" y="1885200"/>
                      <a:pt x="538558" y="1876298"/>
                      <a:pt x="538558" y="1866407"/>
                    </a:cubicBezTo>
                    <a:lnTo>
                      <a:pt x="538558" y="318980"/>
                    </a:lnTo>
                    <a:lnTo>
                      <a:pt x="57861" y="318980"/>
                    </a:lnTo>
                    <a:cubicBezTo>
                      <a:pt x="47970" y="318980"/>
                      <a:pt x="39563" y="316013"/>
                      <a:pt x="32640" y="310079"/>
                    </a:cubicBezTo>
                    <a:cubicBezTo>
                      <a:pt x="25716" y="304144"/>
                      <a:pt x="19781" y="294995"/>
                      <a:pt x="14836" y="282631"/>
                    </a:cubicBezTo>
                    <a:cubicBezTo>
                      <a:pt x="9891" y="270268"/>
                      <a:pt x="6181" y="253948"/>
                      <a:pt x="3709" y="233672"/>
                    </a:cubicBezTo>
                    <a:cubicBezTo>
                      <a:pt x="1236" y="213395"/>
                      <a:pt x="0" y="188915"/>
                      <a:pt x="0" y="160232"/>
                    </a:cubicBezTo>
                    <a:cubicBezTo>
                      <a:pt x="0" y="130559"/>
                      <a:pt x="1236" y="105338"/>
                      <a:pt x="3709" y="84567"/>
                    </a:cubicBezTo>
                    <a:cubicBezTo>
                      <a:pt x="6181" y="63796"/>
                      <a:pt x="9891" y="47229"/>
                      <a:pt x="14836" y="34865"/>
                    </a:cubicBezTo>
                    <a:cubicBezTo>
                      <a:pt x="19781" y="22501"/>
                      <a:pt x="25716" y="13600"/>
                      <a:pt x="32640" y="8160"/>
                    </a:cubicBezTo>
                    <a:cubicBezTo>
                      <a:pt x="39563" y="2720"/>
                      <a:pt x="47970" y="0"/>
                      <a:pt x="57861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2198867" y="802692"/>
                <a:ext cx="2209529" cy="2397284"/>
              </a:xfrm>
              <a:custGeom>
                <a:avLst/>
                <a:gdLst>
                  <a:gd name="connsiteX0" fmla="*/ 0 w 2209529"/>
                  <a:gd name="connsiteY0" fmla="*/ 293050 h 2397284"/>
                  <a:gd name="connsiteX1" fmla="*/ 22306 w 2209529"/>
                  <a:gd name="connsiteY1" fmla="*/ 300922 h 2397284"/>
                  <a:gd name="connsiteX2" fmla="*/ 503003 w 2209529"/>
                  <a:gd name="connsiteY2" fmla="*/ 300922 h 2397284"/>
                  <a:gd name="connsiteX3" fmla="*/ 503003 w 2209529"/>
                  <a:gd name="connsiteY3" fmla="*/ 729388 h 2397284"/>
                  <a:gd name="connsiteX4" fmla="*/ 1406731 w 2209529"/>
                  <a:gd name="connsiteY4" fmla="*/ 0 h 2397284"/>
                  <a:gd name="connsiteX5" fmla="*/ 2209529 w 2209529"/>
                  <a:gd name="connsiteY5" fmla="*/ 696401 h 2397284"/>
                  <a:gd name="connsiteX6" fmla="*/ 2209529 w 2209529"/>
                  <a:gd name="connsiteY6" fmla="*/ 2397284 h 2397284"/>
                  <a:gd name="connsiteX7" fmla="*/ 1115822 w 2209529"/>
                  <a:gd name="connsiteY7" fmla="*/ 2397284 h 2397284"/>
                  <a:gd name="connsiteX8" fmla="*/ 516470 w 2209529"/>
                  <a:gd name="connsiteY8" fmla="*/ 1877366 h 2397284"/>
                  <a:gd name="connsiteX9" fmla="*/ 544544 w 2209529"/>
                  <a:gd name="connsiteY9" fmla="*/ 1894342 h 2397284"/>
                  <a:gd name="connsiteX10" fmla="*/ 604631 w 2209529"/>
                  <a:gd name="connsiteY10" fmla="*/ 1906211 h 2397284"/>
                  <a:gd name="connsiteX11" fmla="*/ 698842 w 2209529"/>
                  <a:gd name="connsiteY11" fmla="*/ 1910662 h 2397284"/>
                  <a:gd name="connsiteX12" fmla="*/ 793052 w 2209529"/>
                  <a:gd name="connsiteY12" fmla="*/ 1906211 h 2397284"/>
                  <a:gd name="connsiteX13" fmla="*/ 853139 w 2209529"/>
                  <a:gd name="connsiteY13" fmla="*/ 1894342 h 2397284"/>
                  <a:gd name="connsiteX14" fmla="*/ 885037 w 2209529"/>
                  <a:gd name="connsiteY14" fmla="*/ 1875054 h 2397284"/>
                  <a:gd name="connsiteX15" fmla="*/ 894681 w 2209529"/>
                  <a:gd name="connsiteY15" fmla="*/ 1848349 h 2397284"/>
                  <a:gd name="connsiteX16" fmla="*/ 894681 w 2209529"/>
                  <a:gd name="connsiteY16" fmla="*/ 300922 h 2397284"/>
                  <a:gd name="connsiteX17" fmla="*/ 1375377 w 2209529"/>
                  <a:gd name="connsiteY17" fmla="*/ 300922 h 2397284"/>
                  <a:gd name="connsiteX18" fmla="*/ 1399857 w 2209529"/>
                  <a:gd name="connsiteY18" fmla="*/ 292021 h 2397284"/>
                  <a:gd name="connsiteX19" fmla="*/ 1418402 w 2209529"/>
                  <a:gd name="connsiteY19" fmla="*/ 264573 h 2397284"/>
                  <a:gd name="connsiteX20" fmla="*/ 1429530 w 2209529"/>
                  <a:gd name="connsiteY20" fmla="*/ 215614 h 2397284"/>
                  <a:gd name="connsiteX21" fmla="*/ 1433239 w 2209529"/>
                  <a:gd name="connsiteY21" fmla="*/ 142174 h 2397284"/>
                  <a:gd name="connsiteX22" fmla="*/ 1429530 w 2209529"/>
                  <a:gd name="connsiteY22" fmla="*/ 66509 h 2397284"/>
                  <a:gd name="connsiteX23" fmla="*/ 1418402 w 2209529"/>
                  <a:gd name="connsiteY23" fmla="*/ 16807 h 2397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09529" h="2397284">
                    <a:moveTo>
                      <a:pt x="0" y="293050"/>
                    </a:moveTo>
                    <a:lnTo>
                      <a:pt x="22306" y="300922"/>
                    </a:lnTo>
                    <a:lnTo>
                      <a:pt x="503003" y="300922"/>
                    </a:lnTo>
                    <a:lnTo>
                      <a:pt x="503003" y="729388"/>
                    </a:lnTo>
                    <a:close/>
                    <a:moveTo>
                      <a:pt x="1406731" y="0"/>
                    </a:moveTo>
                    <a:lnTo>
                      <a:pt x="2209529" y="696401"/>
                    </a:lnTo>
                    <a:lnTo>
                      <a:pt x="2209529" y="2397284"/>
                    </a:lnTo>
                    <a:lnTo>
                      <a:pt x="1115822" y="2397284"/>
                    </a:lnTo>
                    <a:lnTo>
                      <a:pt x="516470" y="1877366"/>
                    </a:lnTo>
                    <a:lnTo>
                      <a:pt x="544544" y="1894342"/>
                    </a:lnTo>
                    <a:cubicBezTo>
                      <a:pt x="559380" y="1899287"/>
                      <a:pt x="579409" y="1903243"/>
                      <a:pt x="604631" y="1906211"/>
                    </a:cubicBezTo>
                    <a:cubicBezTo>
                      <a:pt x="629853" y="1909178"/>
                      <a:pt x="661256" y="1910662"/>
                      <a:pt x="698842" y="1910662"/>
                    </a:cubicBezTo>
                    <a:cubicBezTo>
                      <a:pt x="736427" y="1910662"/>
                      <a:pt x="767831" y="1909178"/>
                      <a:pt x="793052" y="1906211"/>
                    </a:cubicBezTo>
                    <a:cubicBezTo>
                      <a:pt x="818274" y="1903243"/>
                      <a:pt x="838303" y="1899287"/>
                      <a:pt x="853139" y="1894342"/>
                    </a:cubicBezTo>
                    <a:cubicBezTo>
                      <a:pt x="867976" y="1889396"/>
                      <a:pt x="878608" y="1882967"/>
                      <a:pt x="885037" y="1875054"/>
                    </a:cubicBezTo>
                    <a:cubicBezTo>
                      <a:pt x="891466" y="1867142"/>
                      <a:pt x="894681" y="1858240"/>
                      <a:pt x="894681" y="1848349"/>
                    </a:cubicBezTo>
                    <a:lnTo>
                      <a:pt x="894681" y="300922"/>
                    </a:lnTo>
                    <a:lnTo>
                      <a:pt x="1375377" y="300922"/>
                    </a:lnTo>
                    <a:cubicBezTo>
                      <a:pt x="1384279" y="300922"/>
                      <a:pt x="1392439" y="297955"/>
                      <a:pt x="1399857" y="292021"/>
                    </a:cubicBezTo>
                    <a:cubicBezTo>
                      <a:pt x="1407275" y="286086"/>
                      <a:pt x="1413457" y="276937"/>
                      <a:pt x="1418402" y="264573"/>
                    </a:cubicBezTo>
                    <a:cubicBezTo>
                      <a:pt x="1423348" y="252210"/>
                      <a:pt x="1427057" y="235890"/>
                      <a:pt x="1429530" y="215614"/>
                    </a:cubicBezTo>
                    <a:cubicBezTo>
                      <a:pt x="1432003" y="195337"/>
                      <a:pt x="1433239" y="170857"/>
                      <a:pt x="1433239" y="142174"/>
                    </a:cubicBezTo>
                    <a:cubicBezTo>
                      <a:pt x="1433239" y="112501"/>
                      <a:pt x="1432003" y="87280"/>
                      <a:pt x="1429530" y="66509"/>
                    </a:cubicBezTo>
                    <a:cubicBezTo>
                      <a:pt x="1427057" y="45738"/>
                      <a:pt x="1423348" y="29171"/>
                      <a:pt x="1418402" y="16807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5"/>
            <p:cNvGrpSpPr>
              <a:grpSpLocks noChangeAspect="1"/>
            </p:cNvGrpSpPr>
            <p:nvPr/>
          </p:nvGrpSpPr>
          <p:grpSpPr>
            <a:xfrm>
              <a:off x="6408025" y="2137172"/>
              <a:ext cx="1291827" cy="1291827"/>
              <a:chOff x="1382807" y="174388"/>
              <a:chExt cx="3025589" cy="3025588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1382807" y="174388"/>
                <a:ext cx="3025588" cy="3025588"/>
              </a:xfrm>
              <a:prstGeom prst="rect">
                <a:avLst/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2540121" y="810818"/>
                <a:ext cx="1868275" cy="2389158"/>
              </a:xfrm>
              <a:custGeom>
                <a:avLst/>
                <a:gdLst>
                  <a:gd name="connsiteX0" fmla="*/ 0 w 1868275"/>
                  <a:gd name="connsiteY0" fmla="*/ 1718 h 2389158"/>
                  <a:gd name="connsiteX1" fmla="*/ 506810 w 1868275"/>
                  <a:gd name="connsiteY1" fmla="*/ 441359 h 2389158"/>
                  <a:gd name="connsiteX2" fmla="*/ 476232 w 1868275"/>
                  <a:gd name="connsiteY2" fmla="*/ 509406 h 2389158"/>
                  <a:gd name="connsiteX3" fmla="*/ 418370 w 1868275"/>
                  <a:gd name="connsiteY3" fmla="*/ 653319 h 2389158"/>
                  <a:gd name="connsiteX4" fmla="*/ 360509 w 1868275"/>
                  <a:gd name="connsiteY4" fmla="*/ 809100 h 2389158"/>
                  <a:gd name="connsiteX5" fmla="*/ 357541 w 1868275"/>
                  <a:gd name="connsiteY5" fmla="*/ 809100 h 2389158"/>
                  <a:gd name="connsiteX6" fmla="*/ 295971 w 1868275"/>
                  <a:gd name="connsiteY6" fmla="*/ 650351 h 2389158"/>
                  <a:gd name="connsiteX7" fmla="*/ 234400 w 1868275"/>
                  <a:gd name="connsiteY7" fmla="*/ 506439 h 2389158"/>
                  <a:gd name="connsiteX8" fmla="*/ 20757 w 1868275"/>
                  <a:gd name="connsiteY8" fmla="*/ 34645 h 2389158"/>
                  <a:gd name="connsiteX9" fmla="*/ 1103694 w 1868275"/>
                  <a:gd name="connsiteY9" fmla="*/ 0 h 2389158"/>
                  <a:gd name="connsiteX10" fmla="*/ 1868275 w 1868275"/>
                  <a:gd name="connsiteY10" fmla="*/ 663249 h 2389158"/>
                  <a:gd name="connsiteX11" fmla="*/ 1868275 w 1868275"/>
                  <a:gd name="connsiteY11" fmla="*/ 2389158 h 2389158"/>
                  <a:gd name="connsiteX12" fmla="*/ 768108 w 1868275"/>
                  <a:gd name="connsiteY12" fmla="*/ 2389158 h 2389158"/>
                  <a:gd name="connsiteX13" fmla="*/ 176188 w 1868275"/>
                  <a:gd name="connsiteY13" fmla="*/ 1875688 h 2389158"/>
                  <a:gd name="connsiteX14" fmla="*/ 193600 w 1868275"/>
                  <a:gd name="connsiteY14" fmla="*/ 1886216 h 2389158"/>
                  <a:gd name="connsiteX15" fmla="*/ 253687 w 1868275"/>
                  <a:gd name="connsiteY15" fmla="*/ 1898085 h 2389158"/>
                  <a:gd name="connsiteX16" fmla="*/ 348639 w 1868275"/>
                  <a:gd name="connsiteY16" fmla="*/ 1902536 h 2389158"/>
                  <a:gd name="connsiteX17" fmla="*/ 442850 w 1868275"/>
                  <a:gd name="connsiteY17" fmla="*/ 1898085 h 2389158"/>
                  <a:gd name="connsiteX18" fmla="*/ 502937 w 1868275"/>
                  <a:gd name="connsiteY18" fmla="*/ 1886216 h 2389158"/>
                  <a:gd name="connsiteX19" fmla="*/ 534835 w 1868275"/>
                  <a:gd name="connsiteY19" fmla="*/ 1866928 h 2389158"/>
                  <a:gd name="connsiteX20" fmla="*/ 544479 w 1868275"/>
                  <a:gd name="connsiteY20" fmla="*/ 1840223 h 2389158"/>
                  <a:gd name="connsiteX21" fmla="*/ 544479 w 1868275"/>
                  <a:gd name="connsiteY21" fmla="*/ 1165171 h 2389158"/>
                  <a:gd name="connsiteX22" fmla="*/ 1069684 w 1868275"/>
                  <a:gd name="connsiteY22" fmla="*/ 119212 h 2389158"/>
                  <a:gd name="connsiteX23" fmla="*/ 1105291 w 1868275"/>
                  <a:gd name="connsiteY23" fmla="*/ 34645 h 2389158"/>
                  <a:gd name="connsiteX24" fmla="*/ 1107702 w 1868275"/>
                  <a:gd name="connsiteY24" fmla="*/ 7383 h 2389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68275" h="2389158">
                    <a:moveTo>
                      <a:pt x="0" y="1718"/>
                    </a:moveTo>
                    <a:lnTo>
                      <a:pt x="506810" y="441359"/>
                    </a:lnTo>
                    <a:lnTo>
                      <a:pt x="476232" y="509406"/>
                    </a:lnTo>
                    <a:cubicBezTo>
                      <a:pt x="457439" y="554904"/>
                      <a:pt x="438152" y="602875"/>
                      <a:pt x="418370" y="653319"/>
                    </a:cubicBezTo>
                    <a:cubicBezTo>
                      <a:pt x="398588" y="703762"/>
                      <a:pt x="379301" y="755689"/>
                      <a:pt x="360509" y="809100"/>
                    </a:cubicBezTo>
                    <a:lnTo>
                      <a:pt x="357541" y="809100"/>
                    </a:lnTo>
                    <a:cubicBezTo>
                      <a:pt x="336770" y="753711"/>
                      <a:pt x="316247" y="700795"/>
                      <a:pt x="295971" y="650351"/>
                    </a:cubicBezTo>
                    <a:cubicBezTo>
                      <a:pt x="275694" y="599908"/>
                      <a:pt x="255171" y="551937"/>
                      <a:pt x="234400" y="506439"/>
                    </a:cubicBezTo>
                    <a:lnTo>
                      <a:pt x="20757" y="34645"/>
                    </a:lnTo>
                    <a:close/>
                    <a:moveTo>
                      <a:pt x="1103694" y="0"/>
                    </a:moveTo>
                    <a:lnTo>
                      <a:pt x="1868275" y="663249"/>
                    </a:lnTo>
                    <a:lnTo>
                      <a:pt x="1868275" y="2389158"/>
                    </a:lnTo>
                    <a:lnTo>
                      <a:pt x="768108" y="2389158"/>
                    </a:lnTo>
                    <a:lnTo>
                      <a:pt x="176188" y="1875688"/>
                    </a:lnTo>
                    <a:lnTo>
                      <a:pt x="193600" y="1886216"/>
                    </a:lnTo>
                    <a:cubicBezTo>
                      <a:pt x="208931" y="1891161"/>
                      <a:pt x="228960" y="1895117"/>
                      <a:pt x="253687" y="1898085"/>
                    </a:cubicBezTo>
                    <a:cubicBezTo>
                      <a:pt x="278414" y="1901052"/>
                      <a:pt x="310065" y="1902536"/>
                      <a:pt x="348639" y="1902536"/>
                    </a:cubicBezTo>
                    <a:cubicBezTo>
                      <a:pt x="386225" y="1902536"/>
                      <a:pt x="417628" y="1901052"/>
                      <a:pt x="442850" y="1898085"/>
                    </a:cubicBezTo>
                    <a:cubicBezTo>
                      <a:pt x="468072" y="1895117"/>
                      <a:pt x="488101" y="1891161"/>
                      <a:pt x="502937" y="1886216"/>
                    </a:cubicBezTo>
                    <a:cubicBezTo>
                      <a:pt x="517773" y="1881270"/>
                      <a:pt x="528406" y="1874841"/>
                      <a:pt x="534835" y="1866928"/>
                    </a:cubicBezTo>
                    <a:cubicBezTo>
                      <a:pt x="541264" y="1859016"/>
                      <a:pt x="544479" y="1850114"/>
                      <a:pt x="544479" y="1840223"/>
                    </a:cubicBezTo>
                    <a:lnTo>
                      <a:pt x="544479" y="1165171"/>
                    </a:lnTo>
                    <a:lnTo>
                      <a:pt x="1069684" y="119212"/>
                    </a:lnTo>
                    <a:cubicBezTo>
                      <a:pt x="1087488" y="83604"/>
                      <a:pt x="1099357" y="55416"/>
                      <a:pt x="1105291" y="34645"/>
                    </a:cubicBezTo>
                    <a:cubicBezTo>
                      <a:pt x="1108259" y="24260"/>
                      <a:pt x="1109062" y="15172"/>
                      <a:pt x="1107702" y="7383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>
                <a:defPPr>
                  <a:defRPr lang="en-US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 13"/>
              <p:cNvSpPr/>
              <p:nvPr/>
            </p:nvSpPr>
            <p:spPr>
              <a:xfrm>
                <a:off x="2128726" y="775732"/>
                <a:ext cx="1519738" cy="1937622"/>
              </a:xfrm>
              <a:custGeom>
                <a:avLst/>
                <a:gdLst/>
                <a:ahLst/>
                <a:cxnLst/>
                <a:rect l="l" t="t" r="r" b="b"/>
                <a:pathLst>
                  <a:path w="1519738" h="1937622">
                    <a:moveTo>
                      <a:pt x="202189" y="0"/>
                    </a:moveTo>
                    <a:cubicBezTo>
                      <a:pt x="247688" y="0"/>
                      <a:pt x="284036" y="989"/>
                      <a:pt x="311236" y="2967"/>
                    </a:cubicBezTo>
                    <a:cubicBezTo>
                      <a:pt x="338436" y="4946"/>
                      <a:pt x="359949" y="8655"/>
                      <a:pt x="375774" y="14095"/>
                    </a:cubicBezTo>
                    <a:cubicBezTo>
                      <a:pt x="391600" y="19534"/>
                      <a:pt x="403221" y="26705"/>
                      <a:pt x="410640" y="35607"/>
                    </a:cubicBezTo>
                    <a:cubicBezTo>
                      <a:pt x="418058" y="44509"/>
                      <a:pt x="425229" y="55883"/>
                      <a:pt x="432152" y="69731"/>
                    </a:cubicBezTo>
                    <a:lnTo>
                      <a:pt x="645795" y="541525"/>
                    </a:lnTo>
                    <a:cubicBezTo>
                      <a:pt x="666566" y="587023"/>
                      <a:pt x="687089" y="634994"/>
                      <a:pt x="707366" y="685437"/>
                    </a:cubicBezTo>
                    <a:cubicBezTo>
                      <a:pt x="727642" y="735881"/>
                      <a:pt x="748165" y="788797"/>
                      <a:pt x="768936" y="844186"/>
                    </a:cubicBezTo>
                    <a:lnTo>
                      <a:pt x="771904" y="844186"/>
                    </a:lnTo>
                    <a:cubicBezTo>
                      <a:pt x="790696" y="790775"/>
                      <a:pt x="809983" y="738848"/>
                      <a:pt x="829765" y="688405"/>
                    </a:cubicBezTo>
                    <a:cubicBezTo>
                      <a:pt x="849547" y="637961"/>
                      <a:pt x="868834" y="589990"/>
                      <a:pt x="887627" y="544492"/>
                    </a:cubicBezTo>
                    <a:lnTo>
                      <a:pt x="1098302" y="75665"/>
                    </a:lnTo>
                    <a:cubicBezTo>
                      <a:pt x="1103248" y="59840"/>
                      <a:pt x="1109430" y="47229"/>
                      <a:pt x="1116848" y="37833"/>
                    </a:cubicBezTo>
                    <a:cubicBezTo>
                      <a:pt x="1124266" y="28436"/>
                      <a:pt x="1135393" y="20771"/>
                      <a:pt x="1150229" y="14836"/>
                    </a:cubicBezTo>
                    <a:cubicBezTo>
                      <a:pt x="1165066" y="8902"/>
                      <a:pt x="1185342" y="4946"/>
                      <a:pt x="1211058" y="2967"/>
                    </a:cubicBezTo>
                    <a:cubicBezTo>
                      <a:pt x="1236774" y="989"/>
                      <a:pt x="1270898" y="0"/>
                      <a:pt x="1313429" y="0"/>
                    </a:cubicBezTo>
                    <a:cubicBezTo>
                      <a:pt x="1369807" y="0"/>
                      <a:pt x="1413574" y="1236"/>
                      <a:pt x="1444730" y="3709"/>
                    </a:cubicBezTo>
                    <a:cubicBezTo>
                      <a:pt x="1475886" y="6182"/>
                      <a:pt x="1497152" y="12611"/>
                      <a:pt x="1508526" y="22996"/>
                    </a:cubicBezTo>
                    <a:cubicBezTo>
                      <a:pt x="1519901" y="33382"/>
                      <a:pt x="1522621" y="48960"/>
                      <a:pt x="1516686" y="69731"/>
                    </a:cubicBezTo>
                    <a:cubicBezTo>
                      <a:pt x="1510752" y="90502"/>
                      <a:pt x="1498883" y="118690"/>
                      <a:pt x="1481079" y="154298"/>
                    </a:cubicBezTo>
                    <a:lnTo>
                      <a:pt x="955874" y="1200257"/>
                    </a:lnTo>
                    <a:lnTo>
                      <a:pt x="955874" y="1875309"/>
                    </a:lnTo>
                    <a:cubicBezTo>
                      <a:pt x="955874" y="1885200"/>
                      <a:pt x="952659" y="1894102"/>
                      <a:pt x="946230" y="1902014"/>
                    </a:cubicBezTo>
                    <a:cubicBezTo>
                      <a:pt x="939801" y="1909927"/>
                      <a:pt x="929168" y="1916356"/>
                      <a:pt x="914332" y="1921302"/>
                    </a:cubicBezTo>
                    <a:cubicBezTo>
                      <a:pt x="899496" y="1926247"/>
                      <a:pt x="879467" y="1930203"/>
                      <a:pt x="854245" y="1933171"/>
                    </a:cubicBezTo>
                    <a:cubicBezTo>
                      <a:pt x="829023" y="1936138"/>
                      <a:pt x="797620" y="1937622"/>
                      <a:pt x="760034" y="1937622"/>
                    </a:cubicBezTo>
                    <a:cubicBezTo>
                      <a:pt x="721460" y="1937622"/>
                      <a:pt x="689809" y="1936138"/>
                      <a:pt x="665082" y="1933171"/>
                    </a:cubicBezTo>
                    <a:cubicBezTo>
                      <a:pt x="640355" y="1930203"/>
                      <a:pt x="620326" y="1926247"/>
                      <a:pt x="604995" y="1921302"/>
                    </a:cubicBezTo>
                    <a:cubicBezTo>
                      <a:pt x="589664" y="1916356"/>
                      <a:pt x="579032" y="1909927"/>
                      <a:pt x="573097" y="1902014"/>
                    </a:cubicBezTo>
                    <a:cubicBezTo>
                      <a:pt x="567163" y="1894102"/>
                      <a:pt x="564195" y="1885200"/>
                      <a:pt x="564195" y="1875309"/>
                    </a:cubicBezTo>
                    <a:lnTo>
                      <a:pt x="564195" y="1200257"/>
                    </a:lnTo>
                    <a:lnTo>
                      <a:pt x="38990" y="154298"/>
                    </a:lnTo>
                    <a:cubicBezTo>
                      <a:pt x="20198" y="117701"/>
                      <a:pt x="8081" y="89265"/>
                      <a:pt x="2641" y="68989"/>
                    </a:cubicBezTo>
                    <a:cubicBezTo>
                      <a:pt x="-2799" y="48713"/>
                      <a:pt x="168" y="33382"/>
                      <a:pt x="11543" y="22996"/>
                    </a:cubicBezTo>
                    <a:cubicBezTo>
                      <a:pt x="22917" y="12611"/>
                      <a:pt x="43936" y="6182"/>
                      <a:pt x="74597" y="3709"/>
                    </a:cubicBezTo>
                    <a:cubicBezTo>
                      <a:pt x="105259" y="1236"/>
                      <a:pt x="147790" y="0"/>
                      <a:pt x="202189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7" name="Freeform: Shape 26"/>
            <p:cNvSpPr/>
            <p:nvPr/>
          </p:nvSpPr>
          <p:spPr>
            <a:xfrm>
              <a:off x="3550258" y="2738785"/>
              <a:ext cx="2158499" cy="546199"/>
            </a:xfrm>
            <a:custGeom>
              <a:avLst/>
              <a:gdLst>
                <a:gd name="connsiteX0" fmla="*/ 763761 w 2158499"/>
                <a:gd name="connsiteY0" fmla="*/ 84460 h 546199"/>
                <a:gd name="connsiteX1" fmla="*/ 693440 w 2158499"/>
                <a:gd name="connsiteY1" fmla="*/ 319980 h 546199"/>
                <a:gd name="connsiteX2" fmla="*/ 835198 w 2158499"/>
                <a:gd name="connsiteY2" fmla="*/ 319980 h 546199"/>
                <a:gd name="connsiteX3" fmla="*/ 773621 w 2158499"/>
                <a:gd name="connsiteY3" fmla="*/ 120923 h 546199"/>
                <a:gd name="connsiteX4" fmla="*/ 763761 w 2158499"/>
                <a:gd name="connsiteY4" fmla="*/ 84460 h 546199"/>
                <a:gd name="connsiteX5" fmla="*/ 1720944 w 2158499"/>
                <a:gd name="connsiteY5" fmla="*/ 2232 h 546199"/>
                <a:gd name="connsiteX6" fmla="*/ 1836286 w 2158499"/>
                <a:gd name="connsiteY6" fmla="*/ 2232 h 546199"/>
                <a:gd name="connsiteX7" fmla="*/ 1836286 w 2158499"/>
                <a:gd name="connsiteY7" fmla="*/ 251147 h 546199"/>
                <a:gd name="connsiteX8" fmla="*/ 1881679 w 2158499"/>
                <a:gd name="connsiteY8" fmla="*/ 187151 h 546199"/>
                <a:gd name="connsiteX9" fmla="*/ 2029018 w 2158499"/>
                <a:gd name="connsiteY9" fmla="*/ 2232 h 546199"/>
                <a:gd name="connsiteX10" fmla="*/ 2157011 w 2158499"/>
                <a:gd name="connsiteY10" fmla="*/ 2232 h 546199"/>
                <a:gd name="connsiteX11" fmla="*/ 1967255 w 2158499"/>
                <a:gd name="connsiteY11" fmla="*/ 242962 h 546199"/>
                <a:gd name="connsiteX12" fmla="*/ 2158499 w 2158499"/>
                <a:gd name="connsiteY12" fmla="*/ 546199 h 546199"/>
                <a:gd name="connsiteX13" fmla="*/ 2027530 w 2158499"/>
                <a:gd name="connsiteY13" fmla="*/ 546199 h 546199"/>
                <a:gd name="connsiteX14" fmla="*/ 1885027 w 2158499"/>
                <a:gd name="connsiteY14" fmla="*/ 317004 h 546199"/>
                <a:gd name="connsiteX15" fmla="*/ 1836286 w 2158499"/>
                <a:gd name="connsiteY15" fmla="*/ 351978 h 546199"/>
                <a:gd name="connsiteX16" fmla="*/ 1836286 w 2158499"/>
                <a:gd name="connsiteY16" fmla="*/ 546199 h 546199"/>
                <a:gd name="connsiteX17" fmla="*/ 1720944 w 2158499"/>
                <a:gd name="connsiteY17" fmla="*/ 546199 h 546199"/>
                <a:gd name="connsiteX18" fmla="*/ 1103638 w 2158499"/>
                <a:gd name="connsiteY18" fmla="*/ 2232 h 546199"/>
                <a:gd name="connsiteX19" fmla="*/ 1249118 w 2158499"/>
                <a:gd name="connsiteY19" fmla="*/ 2232 h 546199"/>
                <a:gd name="connsiteX20" fmla="*/ 1485382 w 2158499"/>
                <a:gd name="connsiteY20" fmla="*/ 409649 h 546199"/>
                <a:gd name="connsiteX21" fmla="*/ 1487987 w 2158499"/>
                <a:gd name="connsiteY21" fmla="*/ 409649 h 546199"/>
                <a:gd name="connsiteX22" fmla="*/ 1482406 w 2158499"/>
                <a:gd name="connsiteY22" fmla="*/ 259705 h 546199"/>
                <a:gd name="connsiteX23" fmla="*/ 1482406 w 2158499"/>
                <a:gd name="connsiteY23" fmla="*/ 2232 h 546199"/>
                <a:gd name="connsiteX24" fmla="*/ 1586213 w 2158499"/>
                <a:gd name="connsiteY24" fmla="*/ 2232 h 546199"/>
                <a:gd name="connsiteX25" fmla="*/ 1586213 w 2158499"/>
                <a:gd name="connsiteY25" fmla="*/ 546199 h 546199"/>
                <a:gd name="connsiteX26" fmla="*/ 1439618 w 2158499"/>
                <a:gd name="connsiteY26" fmla="*/ 546199 h 546199"/>
                <a:gd name="connsiteX27" fmla="*/ 1202981 w 2158499"/>
                <a:gd name="connsiteY27" fmla="*/ 134689 h 546199"/>
                <a:gd name="connsiteX28" fmla="*/ 1199632 w 2158499"/>
                <a:gd name="connsiteY28" fmla="*/ 134689 h 546199"/>
                <a:gd name="connsiteX29" fmla="*/ 1206702 w 2158499"/>
                <a:gd name="connsiteY29" fmla="*/ 290215 h 546199"/>
                <a:gd name="connsiteX30" fmla="*/ 1206702 w 2158499"/>
                <a:gd name="connsiteY30" fmla="*/ 546199 h 546199"/>
                <a:gd name="connsiteX31" fmla="*/ 1103638 w 2158499"/>
                <a:gd name="connsiteY31" fmla="*/ 546199 h 546199"/>
                <a:gd name="connsiteX32" fmla="*/ 0 w 2158499"/>
                <a:gd name="connsiteY32" fmla="*/ 2232 h 546199"/>
                <a:gd name="connsiteX33" fmla="*/ 115342 w 2158499"/>
                <a:gd name="connsiteY33" fmla="*/ 2232 h 546199"/>
                <a:gd name="connsiteX34" fmla="*/ 115342 w 2158499"/>
                <a:gd name="connsiteY34" fmla="*/ 215429 h 546199"/>
                <a:gd name="connsiteX35" fmla="*/ 330771 w 2158499"/>
                <a:gd name="connsiteY35" fmla="*/ 215429 h 546199"/>
                <a:gd name="connsiteX36" fmla="*/ 330771 w 2158499"/>
                <a:gd name="connsiteY36" fmla="*/ 2232 h 546199"/>
                <a:gd name="connsiteX37" fmla="*/ 445740 w 2158499"/>
                <a:gd name="connsiteY37" fmla="*/ 2232 h 546199"/>
                <a:gd name="connsiteX38" fmla="*/ 445740 w 2158499"/>
                <a:gd name="connsiteY38" fmla="*/ 546199 h 546199"/>
                <a:gd name="connsiteX39" fmla="*/ 330771 w 2158499"/>
                <a:gd name="connsiteY39" fmla="*/ 546199 h 546199"/>
                <a:gd name="connsiteX40" fmla="*/ 330771 w 2158499"/>
                <a:gd name="connsiteY40" fmla="*/ 311423 h 546199"/>
                <a:gd name="connsiteX41" fmla="*/ 115342 w 2158499"/>
                <a:gd name="connsiteY41" fmla="*/ 311423 h 546199"/>
                <a:gd name="connsiteX42" fmla="*/ 115342 w 2158499"/>
                <a:gd name="connsiteY42" fmla="*/ 546199 h 546199"/>
                <a:gd name="connsiteX43" fmla="*/ 0 w 2158499"/>
                <a:gd name="connsiteY43" fmla="*/ 546199 h 546199"/>
                <a:gd name="connsiteX44" fmla="*/ 692696 w 2158499"/>
                <a:gd name="connsiteY44" fmla="*/ 0 h 546199"/>
                <a:gd name="connsiteX45" fmla="*/ 833710 w 2158499"/>
                <a:gd name="connsiteY45" fmla="*/ 0 h 546199"/>
                <a:gd name="connsiteX46" fmla="*/ 1026443 w 2158499"/>
                <a:gd name="connsiteY46" fmla="*/ 546199 h 546199"/>
                <a:gd name="connsiteX47" fmla="*/ 902171 w 2158499"/>
                <a:gd name="connsiteY47" fmla="*/ 546199 h 546199"/>
                <a:gd name="connsiteX48" fmla="*/ 862732 w 2158499"/>
                <a:gd name="connsiteY48" fmla="*/ 416719 h 546199"/>
                <a:gd name="connsiteX49" fmla="*/ 664418 w 2158499"/>
                <a:gd name="connsiteY49" fmla="*/ 416719 h 546199"/>
                <a:gd name="connsiteX50" fmla="*/ 624979 w 2158499"/>
                <a:gd name="connsiteY50" fmla="*/ 546199 h 546199"/>
                <a:gd name="connsiteX51" fmla="*/ 500707 w 2158499"/>
                <a:gd name="connsiteY51" fmla="*/ 546199 h 546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158499" h="546199">
                  <a:moveTo>
                    <a:pt x="763761" y="84460"/>
                  </a:moveTo>
                  <a:cubicBezTo>
                    <a:pt x="755575" y="116210"/>
                    <a:pt x="732135" y="194717"/>
                    <a:pt x="693440" y="319980"/>
                  </a:cubicBezTo>
                  <a:lnTo>
                    <a:pt x="835198" y="319980"/>
                  </a:lnTo>
                  <a:cubicBezTo>
                    <a:pt x="798736" y="202654"/>
                    <a:pt x="778210" y="136302"/>
                    <a:pt x="773621" y="120923"/>
                  </a:cubicBezTo>
                  <a:cubicBezTo>
                    <a:pt x="769032" y="105544"/>
                    <a:pt x="765745" y="93390"/>
                    <a:pt x="763761" y="84460"/>
                  </a:cubicBezTo>
                  <a:close/>
                  <a:moveTo>
                    <a:pt x="1720944" y="2232"/>
                  </a:moveTo>
                  <a:lnTo>
                    <a:pt x="1836286" y="2232"/>
                  </a:lnTo>
                  <a:lnTo>
                    <a:pt x="1836286" y="251147"/>
                  </a:lnTo>
                  <a:lnTo>
                    <a:pt x="1881679" y="187151"/>
                  </a:lnTo>
                  <a:lnTo>
                    <a:pt x="2029018" y="2232"/>
                  </a:lnTo>
                  <a:lnTo>
                    <a:pt x="2157011" y="2232"/>
                  </a:lnTo>
                  <a:lnTo>
                    <a:pt x="1967255" y="242962"/>
                  </a:lnTo>
                  <a:lnTo>
                    <a:pt x="2158499" y="546199"/>
                  </a:lnTo>
                  <a:lnTo>
                    <a:pt x="2027530" y="546199"/>
                  </a:lnTo>
                  <a:lnTo>
                    <a:pt x="1885027" y="317004"/>
                  </a:lnTo>
                  <a:lnTo>
                    <a:pt x="1836286" y="351978"/>
                  </a:lnTo>
                  <a:lnTo>
                    <a:pt x="1836286" y="546199"/>
                  </a:lnTo>
                  <a:lnTo>
                    <a:pt x="1720944" y="546199"/>
                  </a:lnTo>
                  <a:close/>
                  <a:moveTo>
                    <a:pt x="1103638" y="2232"/>
                  </a:moveTo>
                  <a:lnTo>
                    <a:pt x="1249118" y="2232"/>
                  </a:lnTo>
                  <a:lnTo>
                    <a:pt x="1485382" y="409649"/>
                  </a:lnTo>
                  <a:lnTo>
                    <a:pt x="1487987" y="409649"/>
                  </a:lnTo>
                  <a:cubicBezTo>
                    <a:pt x="1484266" y="338956"/>
                    <a:pt x="1482406" y="288975"/>
                    <a:pt x="1482406" y="259705"/>
                  </a:cubicBezTo>
                  <a:lnTo>
                    <a:pt x="1482406" y="2232"/>
                  </a:lnTo>
                  <a:lnTo>
                    <a:pt x="1586213" y="2232"/>
                  </a:lnTo>
                  <a:lnTo>
                    <a:pt x="1586213" y="546199"/>
                  </a:lnTo>
                  <a:lnTo>
                    <a:pt x="1439618" y="546199"/>
                  </a:lnTo>
                  <a:lnTo>
                    <a:pt x="1202981" y="134689"/>
                  </a:lnTo>
                  <a:lnTo>
                    <a:pt x="1199632" y="134689"/>
                  </a:lnTo>
                  <a:cubicBezTo>
                    <a:pt x="1204345" y="207367"/>
                    <a:pt x="1206702" y="259209"/>
                    <a:pt x="1206702" y="290215"/>
                  </a:cubicBezTo>
                  <a:lnTo>
                    <a:pt x="1206702" y="546199"/>
                  </a:lnTo>
                  <a:lnTo>
                    <a:pt x="1103638" y="546199"/>
                  </a:lnTo>
                  <a:close/>
                  <a:moveTo>
                    <a:pt x="0" y="2232"/>
                  </a:moveTo>
                  <a:lnTo>
                    <a:pt x="115342" y="2232"/>
                  </a:lnTo>
                  <a:lnTo>
                    <a:pt x="115342" y="215429"/>
                  </a:lnTo>
                  <a:lnTo>
                    <a:pt x="330771" y="215429"/>
                  </a:lnTo>
                  <a:lnTo>
                    <a:pt x="330771" y="2232"/>
                  </a:lnTo>
                  <a:lnTo>
                    <a:pt x="445740" y="2232"/>
                  </a:lnTo>
                  <a:lnTo>
                    <a:pt x="445740" y="546199"/>
                  </a:lnTo>
                  <a:lnTo>
                    <a:pt x="330771" y="546199"/>
                  </a:lnTo>
                  <a:lnTo>
                    <a:pt x="330771" y="311423"/>
                  </a:lnTo>
                  <a:lnTo>
                    <a:pt x="115342" y="311423"/>
                  </a:lnTo>
                  <a:lnTo>
                    <a:pt x="115342" y="546199"/>
                  </a:lnTo>
                  <a:lnTo>
                    <a:pt x="0" y="546199"/>
                  </a:lnTo>
                  <a:close/>
                  <a:moveTo>
                    <a:pt x="692696" y="0"/>
                  </a:moveTo>
                  <a:lnTo>
                    <a:pt x="833710" y="0"/>
                  </a:lnTo>
                  <a:lnTo>
                    <a:pt x="1026443" y="546199"/>
                  </a:lnTo>
                  <a:lnTo>
                    <a:pt x="902171" y="546199"/>
                  </a:lnTo>
                  <a:lnTo>
                    <a:pt x="862732" y="416719"/>
                  </a:lnTo>
                  <a:lnTo>
                    <a:pt x="664418" y="416719"/>
                  </a:lnTo>
                  <a:lnTo>
                    <a:pt x="624979" y="546199"/>
                  </a:lnTo>
                  <a:lnTo>
                    <a:pt x="500707" y="54619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7805981" y="2736364"/>
              <a:ext cx="1308596" cy="559966"/>
            </a:xfrm>
            <a:custGeom>
              <a:avLst/>
              <a:gdLst>
                <a:gd name="connsiteX0" fmla="*/ 1243856 w 1308596"/>
                <a:gd name="connsiteY0" fmla="*/ 433462 h 559966"/>
                <a:gd name="connsiteX1" fmla="*/ 1291667 w 1308596"/>
                <a:gd name="connsiteY1" fmla="*/ 449833 h 559966"/>
                <a:gd name="connsiteX2" fmla="*/ 1308596 w 1308596"/>
                <a:gd name="connsiteY2" fmla="*/ 496714 h 559966"/>
                <a:gd name="connsiteX3" fmla="*/ 1291481 w 1308596"/>
                <a:gd name="connsiteY3" fmla="*/ 543037 h 559966"/>
                <a:gd name="connsiteX4" fmla="*/ 1243856 w 1308596"/>
                <a:gd name="connsiteY4" fmla="*/ 559966 h 559966"/>
                <a:gd name="connsiteX5" fmla="*/ 1195486 w 1308596"/>
                <a:gd name="connsiteY5" fmla="*/ 543409 h 559966"/>
                <a:gd name="connsiteX6" fmla="*/ 1178371 w 1308596"/>
                <a:gd name="connsiteY6" fmla="*/ 496714 h 559966"/>
                <a:gd name="connsiteX7" fmla="*/ 1195114 w 1308596"/>
                <a:gd name="connsiteY7" fmla="*/ 449461 h 559966"/>
                <a:gd name="connsiteX8" fmla="*/ 1243856 w 1308596"/>
                <a:gd name="connsiteY8" fmla="*/ 433462 h 559966"/>
                <a:gd name="connsiteX9" fmla="*/ 259705 w 1308596"/>
                <a:gd name="connsiteY9" fmla="*/ 95994 h 559966"/>
                <a:gd name="connsiteX10" fmla="*/ 155897 w 1308596"/>
                <a:gd name="connsiteY10" fmla="*/ 142317 h 559966"/>
                <a:gd name="connsiteX11" fmla="*/ 120922 w 1308596"/>
                <a:gd name="connsiteY11" fmla="*/ 279797 h 559966"/>
                <a:gd name="connsiteX12" fmla="*/ 155525 w 1308596"/>
                <a:gd name="connsiteY12" fmla="*/ 417091 h 559966"/>
                <a:gd name="connsiteX13" fmla="*/ 258961 w 1308596"/>
                <a:gd name="connsiteY13" fmla="*/ 463227 h 559966"/>
                <a:gd name="connsiteX14" fmla="*/ 396999 w 1308596"/>
                <a:gd name="connsiteY14" fmla="*/ 279797 h 559966"/>
                <a:gd name="connsiteX15" fmla="*/ 259705 w 1308596"/>
                <a:gd name="connsiteY15" fmla="*/ 95994 h 559966"/>
                <a:gd name="connsiteX16" fmla="*/ 619433 w 1308596"/>
                <a:gd name="connsiteY16" fmla="*/ 8557 h 559966"/>
                <a:gd name="connsiteX17" fmla="*/ 734403 w 1308596"/>
                <a:gd name="connsiteY17" fmla="*/ 8557 h 559966"/>
                <a:gd name="connsiteX18" fmla="*/ 734403 w 1308596"/>
                <a:gd name="connsiteY18" fmla="*/ 341560 h 559966"/>
                <a:gd name="connsiteX19" fmla="*/ 759704 w 1308596"/>
                <a:gd name="connsiteY19" fmla="*/ 433834 h 559966"/>
                <a:gd name="connsiteX20" fmla="*/ 843420 w 1308596"/>
                <a:gd name="connsiteY20" fmla="*/ 463227 h 559966"/>
                <a:gd name="connsiteX21" fmla="*/ 925461 w 1308596"/>
                <a:gd name="connsiteY21" fmla="*/ 433648 h 559966"/>
                <a:gd name="connsiteX22" fmla="*/ 950948 w 1308596"/>
                <a:gd name="connsiteY22" fmla="*/ 340816 h 559966"/>
                <a:gd name="connsiteX23" fmla="*/ 950948 w 1308596"/>
                <a:gd name="connsiteY23" fmla="*/ 8557 h 559966"/>
                <a:gd name="connsiteX24" fmla="*/ 1065918 w 1308596"/>
                <a:gd name="connsiteY24" fmla="*/ 8557 h 559966"/>
                <a:gd name="connsiteX25" fmla="*/ 1065918 w 1308596"/>
                <a:gd name="connsiteY25" fmla="*/ 360536 h 559966"/>
                <a:gd name="connsiteX26" fmla="*/ 1038943 w 1308596"/>
                <a:gd name="connsiteY26" fmla="*/ 466204 h 559966"/>
                <a:gd name="connsiteX27" fmla="*/ 960994 w 1308596"/>
                <a:gd name="connsiteY27" fmla="*/ 535781 h 559966"/>
                <a:gd name="connsiteX28" fmla="*/ 840443 w 1308596"/>
                <a:gd name="connsiteY28" fmla="*/ 559966 h 559966"/>
                <a:gd name="connsiteX29" fmla="*/ 677476 w 1308596"/>
                <a:gd name="connsiteY29" fmla="*/ 506201 h 559966"/>
                <a:gd name="connsiteX30" fmla="*/ 619433 w 1308596"/>
                <a:gd name="connsiteY30" fmla="*/ 359048 h 559966"/>
                <a:gd name="connsiteX31" fmla="*/ 1179859 w 1308596"/>
                <a:gd name="connsiteY31" fmla="*/ 5954 h 559966"/>
                <a:gd name="connsiteX32" fmla="*/ 1308595 w 1308596"/>
                <a:gd name="connsiteY32" fmla="*/ 5954 h 559966"/>
                <a:gd name="connsiteX33" fmla="*/ 1289619 w 1308596"/>
                <a:gd name="connsiteY33" fmla="*/ 369467 h 559966"/>
                <a:gd name="connsiteX34" fmla="*/ 1198834 w 1308596"/>
                <a:gd name="connsiteY34" fmla="*/ 369467 h 559966"/>
                <a:gd name="connsiteX35" fmla="*/ 259705 w 1308596"/>
                <a:gd name="connsiteY35" fmla="*/ 0 h 559966"/>
                <a:gd name="connsiteX36" fmla="*/ 451507 w 1308596"/>
                <a:gd name="connsiteY36" fmla="*/ 72181 h 559966"/>
                <a:gd name="connsiteX37" fmla="*/ 517921 w 1308596"/>
                <a:gd name="connsiteY37" fmla="*/ 279797 h 559966"/>
                <a:gd name="connsiteX38" fmla="*/ 450949 w 1308596"/>
                <a:gd name="connsiteY38" fmla="*/ 487412 h 559966"/>
                <a:gd name="connsiteX39" fmla="*/ 258961 w 1308596"/>
                <a:gd name="connsiteY39" fmla="*/ 559966 h 559966"/>
                <a:gd name="connsiteX40" fmla="*/ 66972 w 1308596"/>
                <a:gd name="connsiteY40" fmla="*/ 487412 h 559966"/>
                <a:gd name="connsiteX41" fmla="*/ 0 w 1308596"/>
                <a:gd name="connsiteY41" fmla="*/ 279052 h 559966"/>
                <a:gd name="connsiteX42" fmla="*/ 67158 w 1308596"/>
                <a:gd name="connsiteY42" fmla="*/ 71623 h 559966"/>
                <a:gd name="connsiteX43" fmla="*/ 259705 w 1308596"/>
                <a:gd name="connsiteY43" fmla="*/ 0 h 55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308596" h="559966">
                  <a:moveTo>
                    <a:pt x="1243856" y="433462"/>
                  </a:moveTo>
                  <a:cubicBezTo>
                    <a:pt x="1264444" y="433462"/>
                    <a:pt x="1280380" y="438919"/>
                    <a:pt x="1291667" y="449833"/>
                  </a:cubicBezTo>
                  <a:cubicBezTo>
                    <a:pt x="1302953" y="460747"/>
                    <a:pt x="1308596" y="476374"/>
                    <a:pt x="1308596" y="496714"/>
                  </a:cubicBezTo>
                  <a:cubicBezTo>
                    <a:pt x="1308596" y="516310"/>
                    <a:pt x="1302891" y="531751"/>
                    <a:pt x="1291481" y="543037"/>
                  </a:cubicBezTo>
                  <a:cubicBezTo>
                    <a:pt x="1280070" y="554323"/>
                    <a:pt x="1264195" y="559966"/>
                    <a:pt x="1243856" y="559966"/>
                  </a:cubicBezTo>
                  <a:cubicBezTo>
                    <a:pt x="1223020" y="559966"/>
                    <a:pt x="1206897" y="554447"/>
                    <a:pt x="1195486" y="543409"/>
                  </a:cubicBezTo>
                  <a:cubicBezTo>
                    <a:pt x="1184076" y="532371"/>
                    <a:pt x="1178371" y="516806"/>
                    <a:pt x="1178371" y="496714"/>
                  </a:cubicBezTo>
                  <a:cubicBezTo>
                    <a:pt x="1178371" y="475878"/>
                    <a:pt x="1183952" y="460127"/>
                    <a:pt x="1195114" y="449461"/>
                  </a:cubicBezTo>
                  <a:cubicBezTo>
                    <a:pt x="1206276" y="438795"/>
                    <a:pt x="1222524" y="433462"/>
                    <a:pt x="1243856" y="433462"/>
                  </a:cubicBezTo>
                  <a:close/>
                  <a:moveTo>
                    <a:pt x="259705" y="95994"/>
                  </a:moveTo>
                  <a:cubicBezTo>
                    <a:pt x="213816" y="95994"/>
                    <a:pt x="179213" y="111435"/>
                    <a:pt x="155897" y="142317"/>
                  </a:cubicBezTo>
                  <a:cubicBezTo>
                    <a:pt x="132581" y="173198"/>
                    <a:pt x="120922" y="219025"/>
                    <a:pt x="120922" y="279797"/>
                  </a:cubicBezTo>
                  <a:cubicBezTo>
                    <a:pt x="120922" y="340568"/>
                    <a:pt x="132457" y="386333"/>
                    <a:pt x="155525" y="417091"/>
                  </a:cubicBezTo>
                  <a:cubicBezTo>
                    <a:pt x="178593" y="447848"/>
                    <a:pt x="213072" y="463227"/>
                    <a:pt x="258961" y="463227"/>
                  </a:cubicBezTo>
                  <a:cubicBezTo>
                    <a:pt x="350986" y="463227"/>
                    <a:pt x="396999" y="402084"/>
                    <a:pt x="396999" y="279797"/>
                  </a:cubicBezTo>
                  <a:cubicBezTo>
                    <a:pt x="396999" y="157261"/>
                    <a:pt x="351234" y="95994"/>
                    <a:pt x="259705" y="95994"/>
                  </a:cubicBezTo>
                  <a:close/>
                  <a:moveTo>
                    <a:pt x="619433" y="8557"/>
                  </a:moveTo>
                  <a:lnTo>
                    <a:pt x="734403" y="8557"/>
                  </a:lnTo>
                  <a:lnTo>
                    <a:pt x="734403" y="341560"/>
                  </a:lnTo>
                  <a:cubicBezTo>
                    <a:pt x="734403" y="383480"/>
                    <a:pt x="742837" y="414238"/>
                    <a:pt x="759704" y="433834"/>
                  </a:cubicBezTo>
                  <a:cubicBezTo>
                    <a:pt x="776571" y="453429"/>
                    <a:pt x="804476" y="463227"/>
                    <a:pt x="843420" y="463227"/>
                  </a:cubicBezTo>
                  <a:cubicBezTo>
                    <a:pt x="881123" y="463227"/>
                    <a:pt x="908470" y="453368"/>
                    <a:pt x="925461" y="433648"/>
                  </a:cubicBezTo>
                  <a:cubicBezTo>
                    <a:pt x="942452" y="413928"/>
                    <a:pt x="950948" y="382984"/>
                    <a:pt x="950948" y="340816"/>
                  </a:cubicBezTo>
                  <a:lnTo>
                    <a:pt x="950948" y="8557"/>
                  </a:lnTo>
                  <a:lnTo>
                    <a:pt x="1065918" y="8557"/>
                  </a:lnTo>
                  <a:lnTo>
                    <a:pt x="1065918" y="360536"/>
                  </a:lnTo>
                  <a:cubicBezTo>
                    <a:pt x="1065918" y="400719"/>
                    <a:pt x="1056926" y="435942"/>
                    <a:pt x="1038943" y="466204"/>
                  </a:cubicBezTo>
                  <a:cubicBezTo>
                    <a:pt x="1020959" y="496466"/>
                    <a:pt x="994976" y="519658"/>
                    <a:pt x="960994" y="535781"/>
                  </a:cubicBezTo>
                  <a:cubicBezTo>
                    <a:pt x="927011" y="551904"/>
                    <a:pt x="886828" y="559966"/>
                    <a:pt x="840443" y="559966"/>
                  </a:cubicBezTo>
                  <a:cubicBezTo>
                    <a:pt x="770494" y="559966"/>
                    <a:pt x="716172" y="542044"/>
                    <a:pt x="677476" y="506201"/>
                  </a:cubicBezTo>
                  <a:cubicBezTo>
                    <a:pt x="638781" y="470359"/>
                    <a:pt x="619433" y="421307"/>
                    <a:pt x="619433" y="359048"/>
                  </a:cubicBezTo>
                  <a:close/>
                  <a:moveTo>
                    <a:pt x="1179859" y="5954"/>
                  </a:moveTo>
                  <a:lnTo>
                    <a:pt x="1308595" y="5954"/>
                  </a:lnTo>
                  <a:lnTo>
                    <a:pt x="1289619" y="369467"/>
                  </a:lnTo>
                  <a:lnTo>
                    <a:pt x="1198834" y="369467"/>
                  </a:lnTo>
                  <a:close/>
                  <a:moveTo>
                    <a:pt x="259705" y="0"/>
                  </a:moveTo>
                  <a:cubicBezTo>
                    <a:pt x="343296" y="0"/>
                    <a:pt x="407231" y="24060"/>
                    <a:pt x="451507" y="72181"/>
                  </a:cubicBezTo>
                  <a:cubicBezTo>
                    <a:pt x="495783" y="120302"/>
                    <a:pt x="517921" y="189508"/>
                    <a:pt x="517921" y="279797"/>
                  </a:cubicBezTo>
                  <a:cubicBezTo>
                    <a:pt x="517921" y="369838"/>
                    <a:pt x="495597" y="439043"/>
                    <a:pt x="450949" y="487412"/>
                  </a:cubicBezTo>
                  <a:cubicBezTo>
                    <a:pt x="406300" y="535781"/>
                    <a:pt x="342304" y="559966"/>
                    <a:pt x="258961" y="559966"/>
                  </a:cubicBezTo>
                  <a:cubicBezTo>
                    <a:pt x="175617" y="559966"/>
                    <a:pt x="111621" y="535781"/>
                    <a:pt x="66972" y="487412"/>
                  </a:cubicBezTo>
                  <a:cubicBezTo>
                    <a:pt x="22324" y="439043"/>
                    <a:pt x="0" y="369590"/>
                    <a:pt x="0" y="279052"/>
                  </a:cubicBezTo>
                  <a:cubicBezTo>
                    <a:pt x="0" y="188515"/>
                    <a:pt x="22386" y="119372"/>
                    <a:pt x="67158" y="71623"/>
                  </a:cubicBezTo>
                  <a:cubicBezTo>
                    <a:pt x="111931" y="23874"/>
                    <a:pt x="176113" y="0"/>
                    <a:pt x="25970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5968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71254" y="6461797"/>
            <a:ext cx="204949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  <a:hlinkClick r:id="rId3"/>
              </a:rPr>
              <a:t>www.showeet.com</a:t>
            </a:r>
            <a:r>
              <a:rPr lang="en-US" sz="1200">
                <a:solidFill>
                  <a:prstClr val="white">
                    <a:lumMod val="50000"/>
                  </a:prstClr>
                </a:solidFill>
                <a:latin typeface="Calibri Light" panose="020F0302020204030204" pitchFamily="34" charset="0"/>
              </a:rPr>
              <a:t> 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+mn-cs"/>
            </a:endParaRPr>
          </a:p>
        </p:txBody>
      </p:sp>
      <p:sp>
        <p:nvSpPr>
          <p:cNvPr id="28" name="Freeform 438">
            <a:hlinkClick r:id="rId4"/>
          </p:cNvPr>
          <p:cNvSpPr/>
          <p:nvPr/>
        </p:nvSpPr>
        <p:spPr>
          <a:xfrm>
            <a:off x="340830" y="4512735"/>
            <a:ext cx="445097" cy="468552"/>
          </a:xfrm>
          <a:custGeom>
            <a:avLst/>
            <a:gdLst>
              <a:gd name="connsiteX0" fmla="*/ 166491 w 445666"/>
              <a:gd name="connsiteY0" fmla="*/ 295796 h 468766"/>
              <a:gd name="connsiteX1" fmla="*/ 136911 w 445666"/>
              <a:gd name="connsiteY1" fmla="*/ 297768 h 468766"/>
              <a:gd name="connsiteX2" fmla="*/ 106627 w 445666"/>
              <a:gd name="connsiteY2" fmla="*/ 304811 h 468766"/>
              <a:gd name="connsiteX3" fmla="*/ 79302 w 445666"/>
              <a:gd name="connsiteY3" fmla="*/ 317769 h 468766"/>
              <a:gd name="connsiteX4" fmla="*/ 60004 w 445666"/>
              <a:gd name="connsiteY4" fmla="*/ 338757 h 468766"/>
              <a:gd name="connsiteX5" fmla="*/ 52398 w 445666"/>
              <a:gd name="connsiteY5" fmla="*/ 368477 h 468766"/>
              <a:gd name="connsiteX6" fmla="*/ 62258 w 445666"/>
              <a:gd name="connsiteY6" fmla="*/ 403268 h 468766"/>
              <a:gd name="connsiteX7" fmla="*/ 88034 w 445666"/>
              <a:gd name="connsiteY7" fmla="*/ 426650 h 468766"/>
              <a:gd name="connsiteX8" fmla="*/ 121558 w 445666"/>
              <a:gd name="connsiteY8" fmla="*/ 439046 h 468766"/>
              <a:gd name="connsiteX9" fmla="*/ 157476 w 445666"/>
              <a:gd name="connsiteY9" fmla="*/ 443131 h 468766"/>
              <a:gd name="connsiteX10" fmla="*/ 188887 w 445666"/>
              <a:gd name="connsiteY10" fmla="*/ 439468 h 468766"/>
              <a:gd name="connsiteX11" fmla="*/ 216776 w 445666"/>
              <a:gd name="connsiteY11" fmla="*/ 428481 h 468766"/>
              <a:gd name="connsiteX12" fmla="*/ 237341 w 445666"/>
              <a:gd name="connsiteY12" fmla="*/ 407917 h 468766"/>
              <a:gd name="connsiteX13" fmla="*/ 245088 w 445666"/>
              <a:gd name="connsiteY13" fmla="*/ 377210 h 468766"/>
              <a:gd name="connsiteX14" fmla="*/ 243116 w 445666"/>
              <a:gd name="connsiteY14" fmla="*/ 363406 h 468766"/>
              <a:gd name="connsiteX15" fmla="*/ 239032 w 445666"/>
              <a:gd name="connsiteY15" fmla="*/ 351574 h 468766"/>
              <a:gd name="connsiteX16" fmla="*/ 231425 w 445666"/>
              <a:gd name="connsiteY16" fmla="*/ 339884 h 468766"/>
              <a:gd name="connsiteX17" fmla="*/ 223114 w 445666"/>
              <a:gd name="connsiteY17" fmla="*/ 330024 h 468766"/>
              <a:gd name="connsiteX18" fmla="*/ 212269 w 445666"/>
              <a:gd name="connsiteY18" fmla="*/ 320305 h 468766"/>
              <a:gd name="connsiteX19" fmla="*/ 201986 w 445666"/>
              <a:gd name="connsiteY19" fmla="*/ 312135 h 468766"/>
              <a:gd name="connsiteX20" fmla="*/ 190296 w 445666"/>
              <a:gd name="connsiteY20" fmla="*/ 303684 h 468766"/>
              <a:gd name="connsiteX21" fmla="*/ 180013 w 445666"/>
              <a:gd name="connsiteY21" fmla="*/ 296359 h 468766"/>
              <a:gd name="connsiteX22" fmla="*/ 166491 w 445666"/>
              <a:gd name="connsiteY22" fmla="*/ 295796 h 468766"/>
              <a:gd name="connsiteX23" fmla="*/ 356082 w 445666"/>
              <a:gd name="connsiteY23" fmla="*/ 135221 h 468766"/>
              <a:gd name="connsiteX24" fmla="*/ 385662 w 445666"/>
              <a:gd name="connsiteY24" fmla="*/ 135221 h 468766"/>
              <a:gd name="connsiteX25" fmla="*/ 385662 w 445666"/>
              <a:gd name="connsiteY25" fmla="*/ 196352 h 468766"/>
              <a:gd name="connsiteX26" fmla="*/ 445666 w 445666"/>
              <a:gd name="connsiteY26" fmla="*/ 196352 h 468766"/>
              <a:gd name="connsiteX27" fmla="*/ 445666 w 445666"/>
              <a:gd name="connsiteY27" fmla="*/ 226777 h 468766"/>
              <a:gd name="connsiteX28" fmla="*/ 385662 w 445666"/>
              <a:gd name="connsiteY28" fmla="*/ 226777 h 468766"/>
              <a:gd name="connsiteX29" fmla="*/ 385662 w 445666"/>
              <a:gd name="connsiteY29" fmla="*/ 288471 h 468766"/>
              <a:gd name="connsiteX30" fmla="*/ 356082 w 445666"/>
              <a:gd name="connsiteY30" fmla="*/ 288471 h 468766"/>
              <a:gd name="connsiteX31" fmla="*/ 356082 w 445666"/>
              <a:gd name="connsiteY31" fmla="*/ 226777 h 468766"/>
              <a:gd name="connsiteX32" fmla="*/ 296359 w 445666"/>
              <a:gd name="connsiteY32" fmla="*/ 226777 h 468766"/>
              <a:gd name="connsiteX33" fmla="*/ 296359 w 445666"/>
              <a:gd name="connsiteY33" fmla="*/ 196352 h 468766"/>
              <a:gd name="connsiteX34" fmla="*/ 356082 w 445666"/>
              <a:gd name="connsiteY34" fmla="*/ 196352 h 468766"/>
              <a:gd name="connsiteX35" fmla="*/ 137193 w 445666"/>
              <a:gd name="connsiteY35" fmla="*/ 23100 h 468766"/>
              <a:gd name="connsiteX36" fmla="*/ 113952 w 445666"/>
              <a:gd name="connsiteY36" fmla="*/ 28594 h 468766"/>
              <a:gd name="connsiteX37" fmla="*/ 95500 w 445666"/>
              <a:gd name="connsiteY37" fmla="*/ 43383 h 468766"/>
              <a:gd name="connsiteX38" fmla="*/ 82260 w 445666"/>
              <a:gd name="connsiteY38" fmla="*/ 88457 h 468766"/>
              <a:gd name="connsiteX39" fmla="*/ 85076 w 445666"/>
              <a:gd name="connsiteY39" fmla="*/ 115924 h 468766"/>
              <a:gd name="connsiteX40" fmla="*/ 93950 w 445666"/>
              <a:gd name="connsiteY40" fmla="*/ 144940 h 468766"/>
              <a:gd name="connsiteX41" fmla="*/ 108599 w 445666"/>
              <a:gd name="connsiteY41" fmla="*/ 170998 h 468766"/>
              <a:gd name="connsiteX42" fmla="*/ 129728 w 445666"/>
              <a:gd name="connsiteY42" fmla="*/ 189873 h 468766"/>
              <a:gd name="connsiteX43" fmla="*/ 156913 w 445666"/>
              <a:gd name="connsiteY43" fmla="*/ 197197 h 468766"/>
              <a:gd name="connsiteX44" fmla="*/ 178886 w 445666"/>
              <a:gd name="connsiteY44" fmla="*/ 192549 h 468766"/>
              <a:gd name="connsiteX45" fmla="*/ 197479 w 445666"/>
              <a:gd name="connsiteY45" fmla="*/ 180295 h 468766"/>
              <a:gd name="connsiteX46" fmla="*/ 212410 w 445666"/>
              <a:gd name="connsiteY46" fmla="*/ 135503 h 468766"/>
              <a:gd name="connsiteX47" fmla="*/ 207621 w 445666"/>
              <a:gd name="connsiteY47" fmla="*/ 100289 h 468766"/>
              <a:gd name="connsiteX48" fmla="*/ 193958 w 445666"/>
              <a:gd name="connsiteY48" fmla="*/ 63807 h 468766"/>
              <a:gd name="connsiteX49" fmla="*/ 170153 w 445666"/>
              <a:gd name="connsiteY49" fmla="*/ 34650 h 468766"/>
              <a:gd name="connsiteX50" fmla="*/ 137193 w 445666"/>
              <a:gd name="connsiteY50" fmla="*/ 23100 h 468766"/>
              <a:gd name="connsiteX51" fmla="*/ 180576 w 445666"/>
              <a:gd name="connsiteY51" fmla="*/ 0 h 468766"/>
              <a:gd name="connsiteX52" fmla="*/ 298331 w 445666"/>
              <a:gd name="connsiteY52" fmla="*/ 0 h 468766"/>
              <a:gd name="connsiteX53" fmla="*/ 259455 w 445666"/>
              <a:gd name="connsiteY53" fmla="*/ 24791 h 468766"/>
              <a:gd name="connsiteX54" fmla="*/ 222551 w 445666"/>
              <a:gd name="connsiteY54" fmla="*/ 24791 h 468766"/>
              <a:gd name="connsiteX55" fmla="*/ 254103 w 445666"/>
              <a:gd name="connsiteY55" fmla="*/ 62258 h 468766"/>
              <a:gd name="connsiteX56" fmla="*/ 264808 w 445666"/>
              <a:gd name="connsiteY56" fmla="*/ 107332 h 468766"/>
              <a:gd name="connsiteX57" fmla="*/ 257906 w 445666"/>
              <a:gd name="connsiteY57" fmla="*/ 143813 h 468766"/>
              <a:gd name="connsiteX58" fmla="*/ 241285 w 445666"/>
              <a:gd name="connsiteY58" fmla="*/ 170012 h 468766"/>
              <a:gd name="connsiteX59" fmla="*/ 221706 w 445666"/>
              <a:gd name="connsiteY59" fmla="*/ 188323 h 468766"/>
              <a:gd name="connsiteX60" fmla="*/ 204944 w 445666"/>
              <a:gd name="connsiteY60" fmla="*/ 205648 h 468766"/>
              <a:gd name="connsiteX61" fmla="*/ 198042 w 445666"/>
              <a:gd name="connsiteY61" fmla="*/ 224242 h 468766"/>
              <a:gd name="connsiteX62" fmla="*/ 207057 w 445666"/>
              <a:gd name="connsiteY62" fmla="*/ 244102 h 468766"/>
              <a:gd name="connsiteX63" fmla="*/ 228890 w 445666"/>
              <a:gd name="connsiteY63" fmla="*/ 263258 h 468766"/>
              <a:gd name="connsiteX64" fmla="*/ 254385 w 445666"/>
              <a:gd name="connsiteY64" fmla="*/ 283964 h 468766"/>
              <a:gd name="connsiteX65" fmla="*/ 276076 w 445666"/>
              <a:gd name="connsiteY65" fmla="*/ 313262 h 468766"/>
              <a:gd name="connsiteX66" fmla="*/ 285091 w 445666"/>
              <a:gd name="connsiteY66" fmla="*/ 353265 h 468766"/>
              <a:gd name="connsiteX67" fmla="*/ 271569 w 445666"/>
              <a:gd name="connsiteY67" fmla="*/ 402001 h 468766"/>
              <a:gd name="connsiteX68" fmla="*/ 212128 w 445666"/>
              <a:gd name="connsiteY68" fmla="*/ 452568 h 468766"/>
              <a:gd name="connsiteX69" fmla="*/ 128178 w 445666"/>
              <a:gd name="connsiteY69" fmla="*/ 468766 h 468766"/>
              <a:gd name="connsiteX70" fmla="*/ 58737 w 445666"/>
              <a:gd name="connsiteY70" fmla="*/ 457075 h 468766"/>
              <a:gd name="connsiteX71" fmla="*/ 10423 w 445666"/>
              <a:gd name="connsiteY71" fmla="*/ 418340 h 468766"/>
              <a:gd name="connsiteX72" fmla="*/ 0 w 445666"/>
              <a:gd name="connsiteY72" fmla="*/ 381436 h 468766"/>
              <a:gd name="connsiteX73" fmla="*/ 12536 w 445666"/>
              <a:gd name="connsiteY73" fmla="*/ 339179 h 468766"/>
              <a:gd name="connsiteX74" fmla="*/ 45919 w 445666"/>
              <a:gd name="connsiteY74" fmla="*/ 306783 h 468766"/>
              <a:gd name="connsiteX75" fmla="*/ 159730 w 445666"/>
              <a:gd name="connsiteY75" fmla="*/ 278611 h 468766"/>
              <a:gd name="connsiteX76" fmla="*/ 146349 w 445666"/>
              <a:gd name="connsiteY76" fmla="*/ 257765 h 468766"/>
              <a:gd name="connsiteX77" fmla="*/ 141982 w 445666"/>
              <a:gd name="connsiteY77" fmla="*/ 237200 h 468766"/>
              <a:gd name="connsiteX78" fmla="*/ 147898 w 445666"/>
              <a:gd name="connsiteY78" fmla="*/ 213255 h 468766"/>
              <a:gd name="connsiteX79" fmla="*/ 128742 w 445666"/>
              <a:gd name="connsiteY79" fmla="*/ 214382 h 468766"/>
              <a:gd name="connsiteX80" fmla="*/ 58455 w 445666"/>
              <a:gd name="connsiteY80" fmla="*/ 187196 h 468766"/>
              <a:gd name="connsiteX81" fmla="*/ 29861 w 445666"/>
              <a:gd name="connsiteY81" fmla="*/ 118318 h 468766"/>
              <a:gd name="connsiteX82" fmla="*/ 40003 w 445666"/>
              <a:gd name="connsiteY82" fmla="*/ 73526 h 468766"/>
              <a:gd name="connsiteX83" fmla="*/ 67892 w 445666"/>
              <a:gd name="connsiteY83" fmla="*/ 36622 h 468766"/>
              <a:gd name="connsiteX84" fmla="*/ 119305 w 445666"/>
              <a:gd name="connsiteY84" fmla="*/ 9015 h 468766"/>
              <a:gd name="connsiteX85" fmla="*/ 180576 w 445666"/>
              <a:gd name="connsiteY85" fmla="*/ 0 h 46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445666" h="468766">
                <a:moveTo>
                  <a:pt x="166491" y="295796"/>
                </a:moveTo>
                <a:cubicBezTo>
                  <a:pt x="156537" y="295796"/>
                  <a:pt x="146677" y="296453"/>
                  <a:pt x="136911" y="297768"/>
                </a:cubicBezTo>
                <a:cubicBezTo>
                  <a:pt x="127145" y="299083"/>
                  <a:pt x="117051" y="301430"/>
                  <a:pt x="106627" y="304811"/>
                </a:cubicBezTo>
                <a:cubicBezTo>
                  <a:pt x="96204" y="308191"/>
                  <a:pt x="87095" y="312511"/>
                  <a:pt x="79302" y="317769"/>
                </a:cubicBezTo>
                <a:cubicBezTo>
                  <a:pt x="71507" y="323028"/>
                  <a:pt x="65075" y="330024"/>
                  <a:pt x="60004" y="338757"/>
                </a:cubicBezTo>
                <a:cubicBezTo>
                  <a:pt x="54933" y="347490"/>
                  <a:pt x="52398" y="357396"/>
                  <a:pt x="52398" y="368477"/>
                </a:cubicBezTo>
                <a:cubicBezTo>
                  <a:pt x="52398" y="381623"/>
                  <a:pt x="55685" y="393221"/>
                  <a:pt x="62258" y="403268"/>
                </a:cubicBezTo>
                <a:cubicBezTo>
                  <a:pt x="68831" y="413316"/>
                  <a:pt x="77423" y="421110"/>
                  <a:pt x="88034" y="426650"/>
                </a:cubicBezTo>
                <a:cubicBezTo>
                  <a:pt x="98645" y="432191"/>
                  <a:pt x="109820" y="436322"/>
                  <a:pt x="121558" y="439046"/>
                </a:cubicBezTo>
                <a:cubicBezTo>
                  <a:pt x="133296" y="441769"/>
                  <a:pt x="145269" y="443131"/>
                  <a:pt x="157476" y="443131"/>
                </a:cubicBezTo>
                <a:cubicBezTo>
                  <a:pt x="168369" y="443131"/>
                  <a:pt x="178839" y="441910"/>
                  <a:pt x="188887" y="439468"/>
                </a:cubicBezTo>
                <a:cubicBezTo>
                  <a:pt x="198935" y="437027"/>
                  <a:pt x="208230" y="433365"/>
                  <a:pt x="216776" y="428481"/>
                </a:cubicBezTo>
                <a:cubicBezTo>
                  <a:pt x="225321" y="423599"/>
                  <a:pt x="232176" y="416743"/>
                  <a:pt x="237341" y="407917"/>
                </a:cubicBezTo>
                <a:cubicBezTo>
                  <a:pt x="242505" y="399090"/>
                  <a:pt x="245088" y="388854"/>
                  <a:pt x="245088" y="377210"/>
                </a:cubicBezTo>
                <a:cubicBezTo>
                  <a:pt x="245088" y="372515"/>
                  <a:pt x="244431" y="367914"/>
                  <a:pt x="243116" y="363406"/>
                </a:cubicBezTo>
                <a:cubicBezTo>
                  <a:pt x="241801" y="358899"/>
                  <a:pt x="240440" y="354955"/>
                  <a:pt x="239032" y="351574"/>
                </a:cubicBezTo>
                <a:cubicBezTo>
                  <a:pt x="237623" y="348194"/>
                  <a:pt x="235088" y="344297"/>
                  <a:pt x="231425" y="339884"/>
                </a:cubicBezTo>
                <a:cubicBezTo>
                  <a:pt x="227763" y="335470"/>
                  <a:pt x="224992" y="332183"/>
                  <a:pt x="223114" y="330024"/>
                </a:cubicBezTo>
                <a:cubicBezTo>
                  <a:pt x="221236" y="327864"/>
                  <a:pt x="217621" y="324624"/>
                  <a:pt x="212269" y="320305"/>
                </a:cubicBezTo>
                <a:cubicBezTo>
                  <a:pt x="206916" y="315985"/>
                  <a:pt x="203488" y="313262"/>
                  <a:pt x="201986" y="312135"/>
                </a:cubicBezTo>
                <a:cubicBezTo>
                  <a:pt x="200484" y="311008"/>
                  <a:pt x="196586" y="308191"/>
                  <a:pt x="190296" y="303684"/>
                </a:cubicBezTo>
                <a:cubicBezTo>
                  <a:pt x="184003" y="299176"/>
                  <a:pt x="180576" y="296735"/>
                  <a:pt x="180013" y="296359"/>
                </a:cubicBezTo>
                <a:cubicBezTo>
                  <a:pt x="177007" y="295984"/>
                  <a:pt x="172500" y="295796"/>
                  <a:pt x="166491" y="295796"/>
                </a:cubicBezTo>
                <a:close/>
                <a:moveTo>
                  <a:pt x="356082" y="135221"/>
                </a:moveTo>
                <a:lnTo>
                  <a:pt x="385662" y="135221"/>
                </a:lnTo>
                <a:lnTo>
                  <a:pt x="385662" y="196352"/>
                </a:lnTo>
                <a:lnTo>
                  <a:pt x="445666" y="196352"/>
                </a:lnTo>
                <a:lnTo>
                  <a:pt x="445666" y="226777"/>
                </a:lnTo>
                <a:lnTo>
                  <a:pt x="385662" y="226777"/>
                </a:lnTo>
                <a:lnTo>
                  <a:pt x="385662" y="288471"/>
                </a:lnTo>
                <a:lnTo>
                  <a:pt x="356082" y="288471"/>
                </a:lnTo>
                <a:lnTo>
                  <a:pt x="356082" y="226777"/>
                </a:lnTo>
                <a:lnTo>
                  <a:pt x="296359" y="226777"/>
                </a:lnTo>
                <a:lnTo>
                  <a:pt x="296359" y="196352"/>
                </a:lnTo>
                <a:lnTo>
                  <a:pt x="356082" y="196352"/>
                </a:lnTo>
                <a:close/>
                <a:moveTo>
                  <a:pt x="137193" y="23100"/>
                </a:moveTo>
                <a:cubicBezTo>
                  <a:pt x="129305" y="23100"/>
                  <a:pt x="121558" y="24931"/>
                  <a:pt x="113952" y="28594"/>
                </a:cubicBezTo>
                <a:cubicBezTo>
                  <a:pt x="106345" y="32256"/>
                  <a:pt x="100195" y="37186"/>
                  <a:pt x="95500" y="43383"/>
                </a:cubicBezTo>
                <a:cubicBezTo>
                  <a:pt x="86673" y="54464"/>
                  <a:pt x="82260" y="69488"/>
                  <a:pt x="82260" y="88457"/>
                </a:cubicBezTo>
                <a:cubicBezTo>
                  <a:pt x="82260" y="97096"/>
                  <a:pt x="83198" y="106252"/>
                  <a:pt x="85076" y="115924"/>
                </a:cubicBezTo>
                <a:cubicBezTo>
                  <a:pt x="86954" y="125596"/>
                  <a:pt x="89912" y="135268"/>
                  <a:pt x="93950" y="144940"/>
                </a:cubicBezTo>
                <a:cubicBezTo>
                  <a:pt x="97988" y="154612"/>
                  <a:pt x="102871" y="163298"/>
                  <a:pt x="108599" y="170998"/>
                </a:cubicBezTo>
                <a:cubicBezTo>
                  <a:pt x="114327" y="178698"/>
                  <a:pt x="121370" y="184990"/>
                  <a:pt x="129728" y="189873"/>
                </a:cubicBezTo>
                <a:cubicBezTo>
                  <a:pt x="138085" y="194756"/>
                  <a:pt x="147146" y="197197"/>
                  <a:pt x="156913" y="197197"/>
                </a:cubicBezTo>
                <a:cubicBezTo>
                  <a:pt x="164049" y="197197"/>
                  <a:pt x="171373" y="195648"/>
                  <a:pt x="178886" y="192549"/>
                </a:cubicBezTo>
                <a:cubicBezTo>
                  <a:pt x="186398" y="189450"/>
                  <a:pt x="192596" y="185365"/>
                  <a:pt x="197479" y="180295"/>
                </a:cubicBezTo>
                <a:cubicBezTo>
                  <a:pt x="207432" y="169590"/>
                  <a:pt x="212410" y="154659"/>
                  <a:pt x="212410" y="135503"/>
                </a:cubicBezTo>
                <a:cubicBezTo>
                  <a:pt x="212410" y="124610"/>
                  <a:pt x="210813" y="112872"/>
                  <a:pt x="207621" y="100289"/>
                </a:cubicBezTo>
                <a:cubicBezTo>
                  <a:pt x="204428" y="87706"/>
                  <a:pt x="199873" y="75545"/>
                  <a:pt x="193958" y="63807"/>
                </a:cubicBezTo>
                <a:cubicBezTo>
                  <a:pt x="188042" y="52069"/>
                  <a:pt x="180107" y="42351"/>
                  <a:pt x="170153" y="34650"/>
                </a:cubicBezTo>
                <a:cubicBezTo>
                  <a:pt x="160199" y="26950"/>
                  <a:pt x="149213" y="23100"/>
                  <a:pt x="137193" y="23100"/>
                </a:cubicBezTo>
                <a:close/>
                <a:moveTo>
                  <a:pt x="180576" y="0"/>
                </a:moveTo>
                <a:lnTo>
                  <a:pt x="298331" y="0"/>
                </a:lnTo>
                <a:lnTo>
                  <a:pt x="259455" y="24791"/>
                </a:lnTo>
                <a:lnTo>
                  <a:pt x="222551" y="24791"/>
                </a:lnTo>
                <a:cubicBezTo>
                  <a:pt x="236449" y="36622"/>
                  <a:pt x="246966" y="49112"/>
                  <a:pt x="254103" y="62258"/>
                </a:cubicBezTo>
                <a:cubicBezTo>
                  <a:pt x="261239" y="75404"/>
                  <a:pt x="264808" y="90429"/>
                  <a:pt x="264808" y="107332"/>
                </a:cubicBezTo>
                <a:cubicBezTo>
                  <a:pt x="264808" y="120854"/>
                  <a:pt x="262507" y="133014"/>
                  <a:pt x="257906" y="143813"/>
                </a:cubicBezTo>
                <a:cubicBezTo>
                  <a:pt x="253304" y="154612"/>
                  <a:pt x="247764" y="163345"/>
                  <a:pt x="241285" y="170012"/>
                </a:cubicBezTo>
                <a:cubicBezTo>
                  <a:pt x="234806" y="176679"/>
                  <a:pt x="228279" y="182783"/>
                  <a:pt x="221706" y="188323"/>
                </a:cubicBezTo>
                <a:cubicBezTo>
                  <a:pt x="215132" y="193864"/>
                  <a:pt x="209545" y="199639"/>
                  <a:pt x="204944" y="205648"/>
                </a:cubicBezTo>
                <a:cubicBezTo>
                  <a:pt x="200343" y="211658"/>
                  <a:pt x="198042" y="217856"/>
                  <a:pt x="198042" y="224242"/>
                </a:cubicBezTo>
                <a:cubicBezTo>
                  <a:pt x="198042" y="231002"/>
                  <a:pt x="201047" y="237623"/>
                  <a:pt x="207057" y="244102"/>
                </a:cubicBezTo>
                <a:cubicBezTo>
                  <a:pt x="213067" y="250581"/>
                  <a:pt x="220344" y="256967"/>
                  <a:pt x="228890" y="263258"/>
                </a:cubicBezTo>
                <a:cubicBezTo>
                  <a:pt x="237435" y="269550"/>
                  <a:pt x="245933" y="276452"/>
                  <a:pt x="254385" y="283964"/>
                </a:cubicBezTo>
                <a:cubicBezTo>
                  <a:pt x="262836" y="291476"/>
                  <a:pt x="270066" y="301242"/>
                  <a:pt x="276076" y="313262"/>
                </a:cubicBezTo>
                <a:cubicBezTo>
                  <a:pt x="282086" y="325282"/>
                  <a:pt x="285091" y="338616"/>
                  <a:pt x="285091" y="353265"/>
                </a:cubicBezTo>
                <a:cubicBezTo>
                  <a:pt x="285091" y="370168"/>
                  <a:pt x="280584" y="386413"/>
                  <a:pt x="271569" y="402001"/>
                </a:cubicBezTo>
                <a:cubicBezTo>
                  <a:pt x="258047" y="424913"/>
                  <a:pt x="238233" y="441769"/>
                  <a:pt x="212128" y="452568"/>
                </a:cubicBezTo>
                <a:cubicBezTo>
                  <a:pt x="186023" y="463366"/>
                  <a:pt x="158039" y="468766"/>
                  <a:pt x="128178" y="468766"/>
                </a:cubicBezTo>
                <a:cubicBezTo>
                  <a:pt x="103387" y="468766"/>
                  <a:pt x="80240" y="464869"/>
                  <a:pt x="58737" y="457075"/>
                </a:cubicBezTo>
                <a:cubicBezTo>
                  <a:pt x="37233" y="449281"/>
                  <a:pt x="21129" y="436369"/>
                  <a:pt x="10423" y="418340"/>
                </a:cubicBezTo>
                <a:cubicBezTo>
                  <a:pt x="3474" y="407071"/>
                  <a:pt x="0" y="394770"/>
                  <a:pt x="0" y="381436"/>
                </a:cubicBezTo>
                <a:cubicBezTo>
                  <a:pt x="0" y="366224"/>
                  <a:pt x="4178" y="352138"/>
                  <a:pt x="12536" y="339179"/>
                </a:cubicBezTo>
                <a:cubicBezTo>
                  <a:pt x="20893" y="326220"/>
                  <a:pt x="32021" y="315422"/>
                  <a:pt x="45919" y="306783"/>
                </a:cubicBezTo>
                <a:cubicBezTo>
                  <a:pt x="70521" y="291382"/>
                  <a:pt x="108459" y="281992"/>
                  <a:pt x="159730" y="278611"/>
                </a:cubicBezTo>
                <a:cubicBezTo>
                  <a:pt x="153720" y="270724"/>
                  <a:pt x="149259" y="263775"/>
                  <a:pt x="146349" y="257765"/>
                </a:cubicBezTo>
                <a:cubicBezTo>
                  <a:pt x="143437" y="251755"/>
                  <a:pt x="141982" y="244900"/>
                  <a:pt x="141982" y="237200"/>
                </a:cubicBezTo>
                <a:cubicBezTo>
                  <a:pt x="141982" y="230439"/>
                  <a:pt x="143954" y="222457"/>
                  <a:pt x="147898" y="213255"/>
                </a:cubicBezTo>
                <a:cubicBezTo>
                  <a:pt x="139259" y="214006"/>
                  <a:pt x="132873" y="214382"/>
                  <a:pt x="128742" y="214382"/>
                </a:cubicBezTo>
                <a:cubicBezTo>
                  <a:pt x="100946" y="214382"/>
                  <a:pt x="77517" y="205320"/>
                  <a:pt x="58455" y="187196"/>
                </a:cubicBezTo>
                <a:cubicBezTo>
                  <a:pt x="39392" y="169073"/>
                  <a:pt x="29861" y="146114"/>
                  <a:pt x="29861" y="118318"/>
                </a:cubicBezTo>
                <a:cubicBezTo>
                  <a:pt x="29861" y="102918"/>
                  <a:pt x="33242" y="87988"/>
                  <a:pt x="40003" y="73526"/>
                </a:cubicBezTo>
                <a:cubicBezTo>
                  <a:pt x="46764" y="59065"/>
                  <a:pt x="56060" y="46764"/>
                  <a:pt x="67892" y="36622"/>
                </a:cubicBezTo>
                <a:cubicBezTo>
                  <a:pt x="82353" y="24227"/>
                  <a:pt x="99491" y="15025"/>
                  <a:pt x="119305" y="9015"/>
                </a:cubicBezTo>
                <a:cubicBezTo>
                  <a:pt x="139118" y="3005"/>
                  <a:pt x="159542" y="0"/>
                  <a:pt x="180576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 310">
            <a:hlinkClick r:id="rId5"/>
          </p:cNvPr>
          <p:cNvSpPr/>
          <p:nvPr/>
        </p:nvSpPr>
        <p:spPr>
          <a:xfrm>
            <a:off x="441835" y="5252883"/>
            <a:ext cx="243087" cy="468552"/>
          </a:xfrm>
          <a:custGeom>
            <a:avLst/>
            <a:gdLst/>
            <a:ahLst/>
            <a:cxnLst/>
            <a:rect l="l" t="t" r="r" b="b"/>
            <a:pathLst>
              <a:path w="243398" h="468766">
                <a:moveTo>
                  <a:pt x="179168" y="0"/>
                </a:moveTo>
                <a:cubicBezTo>
                  <a:pt x="206776" y="0"/>
                  <a:pt x="228186" y="1127"/>
                  <a:pt x="243398" y="3381"/>
                </a:cubicBezTo>
                <a:lnTo>
                  <a:pt x="243398" y="77752"/>
                </a:lnTo>
                <a:lnTo>
                  <a:pt x="199169" y="77752"/>
                </a:lnTo>
                <a:cubicBezTo>
                  <a:pt x="183018" y="77752"/>
                  <a:pt x="172125" y="81133"/>
                  <a:pt x="166491" y="87894"/>
                </a:cubicBezTo>
                <a:cubicBezTo>
                  <a:pt x="160857" y="94655"/>
                  <a:pt x="158040" y="104796"/>
                  <a:pt x="158040" y="118318"/>
                </a:cubicBezTo>
                <a:lnTo>
                  <a:pt x="158040" y="171562"/>
                </a:lnTo>
                <a:lnTo>
                  <a:pt x="240581" y="171562"/>
                </a:lnTo>
                <a:lnTo>
                  <a:pt x="229594" y="254948"/>
                </a:lnTo>
                <a:lnTo>
                  <a:pt x="158040" y="254948"/>
                </a:lnTo>
                <a:lnTo>
                  <a:pt x="158040" y="468766"/>
                </a:lnTo>
                <a:lnTo>
                  <a:pt x="71836" y="468766"/>
                </a:lnTo>
                <a:lnTo>
                  <a:pt x="71836" y="254948"/>
                </a:lnTo>
                <a:lnTo>
                  <a:pt x="0" y="254948"/>
                </a:lnTo>
                <a:lnTo>
                  <a:pt x="0" y="171562"/>
                </a:lnTo>
                <a:lnTo>
                  <a:pt x="71836" y="171562"/>
                </a:lnTo>
                <a:lnTo>
                  <a:pt x="71836" y="110149"/>
                </a:lnTo>
                <a:cubicBezTo>
                  <a:pt x="71836" y="75217"/>
                  <a:pt x="81602" y="48126"/>
                  <a:pt x="101134" y="28875"/>
                </a:cubicBezTo>
                <a:cubicBezTo>
                  <a:pt x="120667" y="9625"/>
                  <a:pt x="146677" y="0"/>
                  <a:pt x="179168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 132">
            <a:hlinkClick r:id="rId6"/>
          </p:cNvPr>
          <p:cNvSpPr/>
          <p:nvPr/>
        </p:nvSpPr>
        <p:spPr>
          <a:xfrm>
            <a:off x="383083" y="5993031"/>
            <a:ext cx="360590" cy="468766"/>
          </a:xfrm>
          <a:custGeom>
            <a:avLst/>
            <a:gdLst/>
            <a:ahLst/>
            <a:cxnLst/>
            <a:rect l="l" t="t" r="r" b="b"/>
            <a:pathLst>
              <a:path w="360590" h="468766">
                <a:moveTo>
                  <a:pt x="191564" y="0"/>
                </a:moveTo>
                <a:cubicBezTo>
                  <a:pt x="221237" y="0"/>
                  <a:pt x="248845" y="6245"/>
                  <a:pt x="274386" y="18734"/>
                </a:cubicBezTo>
                <a:cubicBezTo>
                  <a:pt x="299928" y="31223"/>
                  <a:pt x="320681" y="49393"/>
                  <a:pt x="336644" y="73245"/>
                </a:cubicBezTo>
                <a:cubicBezTo>
                  <a:pt x="352608" y="97096"/>
                  <a:pt x="360590" y="124047"/>
                  <a:pt x="360590" y="154096"/>
                </a:cubicBezTo>
                <a:cubicBezTo>
                  <a:pt x="360590" y="172125"/>
                  <a:pt x="358806" y="189779"/>
                  <a:pt x="355237" y="207057"/>
                </a:cubicBezTo>
                <a:cubicBezTo>
                  <a:pt x="351669" y="224335"/>
                  <a:pt x="346035" y="240956"/>
                  <a:pt x="338335" y="256920"/>
                </a:cubicBezTo>
                <a:cubicBezTo>
                  <a:pt x="330635" y="272883"/>
                  <a:pt x="321244" y="286922"/>
                  <a:pt x="310164" y="299036"/>
                </a:cubicBezTo>
                <a:cubicBezTo>
                  <a:pt x="299083" y="311149"/>
                  <a:pt x="285467" y="320821"/>
                  <a:pt x="269316" y="328052"/>
                </a:cubicBezTo>
                <a:cubicBezTo>
                  <a:pt x="253164" y="335282"/>
                  <a:pt x="235416" y="338898"/>
                  <a:pt x="216072" y="338898"/>
                </a:cubicBezTo>
                <a:cubicBezTo>
                  <a:pt x="203302" y="338898"/>
                  <a:pt x="190625" y="335893"/>
                  <a:pt x="178041" y="329883"/>
                </a:cubicBezTo>
                <a:cubicBezTo>
                  <a:pt x="165459" y="323873"/>
                  <a:pt x="156444" y="315610"/>
                  <a:pt x="150997" y="305092"/>
                </a:cubicBezTo>
                <a:cubicBezTo>
                  <a:pt x="149119" y="312417"/>
                  <a:pt x="146490" y="322981"/>
                  <a:pt x="143109" y="336785"/>
                </a:cubicBezTo>
                <a:cubicBezTo>
                  <a:pt x="139729" y="350588"/>
                  <a:pt x="137522" y="359509"/>
                  <a:pt x="136489" y="363547"/>
                </a:cubicBezTo>
                <a:cubicBezTo>
                  <a:pt x="135456" y="367585"/>
                  <a:pt x="133531" y="374252"/>
                  <a:pt x="130714" y="383549"/>
                </a:cubicBezTo>
                <a:cubicBezTo>
                  <a:pt x="127897" y="392845"/>
                  <a:pt x="125455" y="399512"/>
                  <a:pt x="123390" y="403550"/>
                </a:cubicBezTo>
                <a:cubicBezTo>
                  <a:pt x="121324" y="407588"/>
                  <a:pt x="118319" y="413457"/>
                  <a:pt x="114375" y="421157"/>
                </a:cubicBezTo>
                <a:cubicBezTo>
                  <a:pt x="110431" y="428857"/>
                  <a:pt x="106112" y="436135"/>
                  <a:pt x="101416" y="442990"/>
                </a:cubicBezTo>
                <a:cubicBezTo>
                  <a:pt x="96721" y="449844"/>
                  <a:pt x="90899" y="457967"/>
                  <a:pt x="83950" y="467358"/>
                </a:cubicBezTo>
                <a:lnTo>
                  <a:pt x="80006" y="468766"/>
                </a:lnTo>
                <a:lnTo>
                  <a:pt x="77471" y="465949"/>
                </a:lnTo>
                <a:cubicBezTo>
                  <a:pt x="74654" y="436463"/>
                  <a:pt x="73245" y="418809"/>
                  <a:pt x="73245" y="412987"/>
                </a:cubicBezTo>
                <a:cubicBezTo>
                  <a:pt x="73245" y="395709"/>
                  <a:pt x="75264" y="376318"/>
                  <a:pt x="79302" y="354814"/>
                </a:cubicBezTo>
                <a:cubicBezTo>
                  <a:pt x="83340" y="333310"/>
                  <a:pt x="89584" y="306313"/>
                  <a:pt x="98036" y="273823"/>
                </a:cubicBezTo>
                <a:cubicBezTo>
                  <a:pt x="106487" y="241332"/>
                  <a:pt x="111370" y="222270"/>
                  <a:pt x="112685" y="216635"/>
                </a:cubicBezTo>
                <a:cubicBezTo>
                  <a:pt x="106675" y="204428"/>
                  <a:pt x="103670" y="188558"/>
                  <a:pt x="103670" y="169026"/>
                </a:cubicBezTo>
                <a:cubicBezTo>
                  <a:pt x="103670" y="153438"/>
                  <a:pt x="108553" y="138789"/>
                  <a:pt x="118319" y="125079"/>
                </a:cubicBezTo>
                <a:cubicBezTo>
                  <a:pt x="128085" y="111370"/>
                  <a:pt x="140480" y="104515"/>
                  <a:pt x="155504" y="104515"/>
                </a:cubicBezTo>
                <a:cubicBezTo>
                  <a:pt x="166961" y="104515"/>
                  <a:pt x="175882" y="108318"/>
                  <a:pt x="182267" y="115924"/>
                </a:cubicBezTo>
                <a:cubicBezTo>
                  <a:pt x="188653" y="123530"/>
                  <a:pt x="191845" y="133155"/>
                  <a:pt x="191845" y="144799"/>
                </a:cubicBezTo>
                <a:cubicBezTo>
                  <a:pt x="191845" y="157194"/>
                  <a:pt x="187713" y="175130"/>
                  <a:pt x="179450" y="198606"/>
                </a:cubicBezTo>
                <a:cubicBezTo>
                  <a:pt x="171187" y="222082"/>
                  <a:pt x="167055" y="239642"/>
                  <a:pt x="167055" y="251286"/>
                </a:cubicBezTo>
                <a:cubicBezTo>
                  <a:pt x="167055" y="263118"/>
                  <a:pt x="171280" y="272930"/>
                  <a:pt x="179732" y="280724"/>
                </a:cubicBezTo>
                <a:cubicBezTo>
                  <a:pt x="188183" y="288518"/>
                  <a:pt x="198418" y="292415"/>
                  <a:pt x="210438" y="292415"/>
                </a:cubicBezTo>
                <a:cubicBezTo>
                  <a:pt x="220767" y="292415"/>
                  <a:pt x="230346" y="290068"/>
                  <a:pt x="239173" y="285373"/>
                </a:cubicBezTo>
                <a:cubicBezTo>
                  <a:pt x="248000" y="280677"/>
                  <a:pt x="255371" y="274292"/>
                  <a:pt x="261287" y="266216"/>
                </a:cubicBezTo>
                <a:cubicBezTo>
                  <a:pt x="267203" y="258141"/>
                  <a:pt x="272462" y="249220"/>
                  <a:pt x="277062" y="239454"/>
                </a:cubicBezTo>
                <a:cubicBezTo>
                  <a:pt x="281664" y="229688"/>
                  <a:pt x="285232" y="219312"/>
                  <a:pt x="287768" y="208325"/>
                </a:cubicBezTo>
                <a:cubicBezTo>
                  <a:pt x="290303" y="197338"/>
                  <a:pt x="292181" y="186915"/>
                  <a:pt x="293402" y="177055"/>
                </a:cubicBezTo>
                <a:cubicBezTo>
                  <a:pt x="294622" y="167195"/>
                  <a:pt x="295233" y="157852"/>
                  <a:pt x="295233" y="149025"/>
                </a:cubicBezTo>
                <a:cubicBezTo>
                  <a:pt x="295233" y="116534"/>
                  <a:pt x="284951" y="91227"/>
                  <a:pt x="264386" y="73104"/>
                </a:cubicBezTo>
                <a:cubicBezTo>
                  <a:pt x="243821" y="54981"/>
                  <a:pt x="217011" y="45919"/>
                  <a:pt x="183957" y="45919"/>
                </a:cubicBezTo>
                <a:cubicBezTo>
                  <a:pt x="146396" y="45919"/>
                  <a:pt x="115032" y="58079"/>
                  <a:pt x="89866" y="82400"/>
                </a:cubicBezTo>
                <a:cubicBezTo>
                  <a:pt x="64700" y="106721"/>
                  <a:pt x="52117" y="137569"/>
                  <a:pt x="52117" y="174942"/>
                </a:cubicBezTo>
                <a:cubicBezTo>
                  <a:pt x="52117" y="183206"/>
                  <a:pt x="53291" y="191187"/>
                  <a:pt x="55638" y="198888"/>
                </a:cubicBezTo>
                <a:cubicBezTo>
                  <a:pt x="57986" y="206588"/>
                  <a:pt x="60521" y="212691"/>
                  <a:pt x="63244" y="217199"/>
                </a:cubicBezTo>
                <a:cubicBezTo>
                  <a:pt x="65968" y="221706"/>
                  <a:pt x="68503" y="225979"/>
                  <a:pt x="70851" y="230016"/>
                </a:cubicBezTo>
                <a:cubicBezTo>
                  <a:pt x="73198" y="234054"/>
                  <a:pt x="74372" y="236918"/>
                  <a:pt x="74372" y="238609"/>
                </a:cubicBezTo>
                <a:cubicBezTo>
                  <a:pt x="74372" y="243867"/>
                  <a:pt x="72963" y="250722"/>
                  <a:pt x="70146" y="259174"/>
                </a:cubicBezTo>
                <a:cubicBezTo>
                  <a:pt x="67329" y="267625"/>
                  <a:pt x="63855" y="271851"/>
                  <a:pt x="59723" y="271851"/>
                </a:cubicBezTo>
                <a:cubicBezTo>
                  <a:pt x="59348" y="271851"/>
                  <a:pt x="57751" y="271569"/>
                  <a:pt x="54934" y="271005"/>
                </a:cubicBezTo>
                <a:cubicBezTo>
                  <a:pt x="45356" y="268188"/>
                  <a:pt x="36857" y="262930"/>
                  <a:pt x="29439" y="255230"/>
                </a:cubicBezTo>
                <a:cubicBezTo>
                  <a:pt x="22021" y="247530"/>
                  <a:pt x="16293" y="238656"/>
                  <a:pt x="12255" y="228608"/>
                </a:cubicBezTo>
                <a:cubicBezTo>
                  <a:pt x="8217" y="218560"/>
                  <a:pt x="5165" y="208419"/>
                  <a:pt x="3099" y="198183"/>
                </a:cubicBezTo>
                <a:cubicBezTo>
                  <a:pt x="1033" y="187948"/>
                  <a:pt x="0" y="177947"/>
                  <a:pt x="0" y="168181"/>
                </a:cubicBezTo>
                <a:cubicBezTo>
                  <a:pt x="0" y="147898"/>
                  <a:pt x="3522" y="128789"/>
                  <a:pt x="10565" y="110853"/>
                </a:cubicBezTo>
                <a:cubicBezTo>
                  <a:pt x="17607" y="92917"/>
                  <a:pt x="27326" y="77283"/>
                  <a:pt x="39722" y="63948"/>
                </a:cubicBezTo>
                <a:cubicBezTo>
                  <a:pt x="52117" y="50614"/>
                  <a:pt x="66390" y="39064"/>
                  <a:pt x="82541" y="29298"/>
                </a:cubicBezTo>
                <a:cubicBezTo>
                  <a:pt x="98693" y="19532"/>
                  <a:pt x="116065" y="12207"/>
                  <a:pt x="134658" y="7324"/>
                </a:cubicBezTo>
                <a:cubicBezTo>
                  <a:pt x="153251" y="2441"/>
                  <a:pt x="172220" y="0"/>
                  <a:pt x="191564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332">
            <a:hlinkClick r:id="rId7"/>
          </p:cNvPr>
          <p:cNvSpPr/>
          <p:nvPr/>
        </p:nvSpPr>
        <p:spPr>
          <a:xfrm>
            <a:off x="341674" y="3880715"/>
            <a:ext cx="443408" cy="360424"/>
          </a:xfrm>
          <a:custGeom>
            <a:avLst/>
            <a:gdLst/>
            <a:ahLst/>
            <a:cxnLst/>
            <a:rect l="l" t="t" r="r" b="b"/>
            <a:pathLst>
              <a:path w="443976" h="360589">
                <a:moveTo>
                  <a:pt x="307346" y="0"/>
                </a:moveTo>
                <a:cubicBezTo>
                  <a:pt x="333639" y="0"/>
                  <a:pt x="355800" y="9578"/>
                  <a:pt x="373830" y="28734"/>
                </a:cubicBezTo>
                <a:cubicBezTo>
                  <a:pt x="394301" y="24790"/>
                  <a:pt x="413551" y="17466"/>
                  <a:pt x="431581" y="6761"/>
                </a:cubicBezTo>
                <a:cubicBezTo>
                  <a:pt x="424632" y="28359"/>
                  <a:pt x="411298" y="45074"/>
                  <a:pt x="391578" y="56905"/>
                </a:cubicBezTo>
                <a:cubicBezTo>
                  <a:pt x="409044" y="55027"/>
                  <a:pt x="426510" y="50332"/>
                  <a:pt x="443976" y="42820"/>
                </a:cubicBezTo>
                <a:cubicBezTo>
                  <a:pt x="431392" y="61225"/>
                  <a:pt x="416180" y="76907"/>
                  <a:pt x="398339" y="89866"/>
                </a:cubicBezTo>
                <a:cubicBezTo>
                  <a:pt x="398526" y="92495"/>
                  <a:pt x="398620" y="96439"/>
                  <a:pt x="398620" y="101697"/>
                </a:cubicBezTo>
                <a:cubicBezTo>
                  <a:pt x="398620" y="126112"/>
                  <a:pt x="395052" y="150480"/>
                  <a:pt x="387915" y="174801"/>
                </a:cubicBezTo>
                <a:cubicBezTo>
                  <a:pt x="380778" y="199122"/>
                  <a:pt x="369933" y="222457"/>
                  <a:pt x="355378" y="244806"/>
                </a:cubicBezTo>
                <a:cubicBezTo>
                  <a:pt x="340823" y="267155"/>
                  <a:pt x="323497" y="286922"/>
                  <a:pt x="303402" y="304106"/>
                </a:cubicBezTo>
                <a:cubicBezTo>
                  <a:pt x="283307" y="321291"/>
                  <a:pt x="259080" y="335001"/>
                  <a:pt x="230722" y="345236"/>
                </a:cubicBezTo>
                <a:cubicBezTo>
                  <a:pt x="202362" y="355471"/>
                  <a:pt x="172032" y="360589"/>
                  <a:pt x="139728" y="360589"/>
                </a:cubicBezTo>
                <a:cubicBezTo>
                  <a:pt x="88832" y="360589"/>
                  <a:pt x="42256" y="346973"/>
                  <a:pt x="0" y="319741"/>
                </a:cubicBezTo>
                <a:cubicBezTo>
                  <a:pt x="6574" y="320492"/>
                  <a:pt x="13898" y="320868"/>
                  <a:pt x="21974" y="320868"/>
                </a:cubicBezTo>
                <a:cubicBezTo>
                  <a:pt x="64230" y="320868"/>
                  <a:pt x="101886" y="307909"/>
                  <a:pt x="134940" y="281992"/>
                </a:cubicBezTo>
                <a:cubicBezTo>
                  <a:pt x="115220" y="281616"/>
                  <a:pt x="97566" y="275560"/>
                  <a:pt x="81978" y="263822"/>
                </a:cubicBezTo>
                <a:cubicBezTo>
                  <a:pt x="66390" y="252084"/>
                  <a:pt x="55685" y="237106"/>
                  <a:pt x="49863" y="218889"/>
                </a:cubicBezTo>
                <a:cubicBezTo>
                  <a:pt x="56060" y="219828"/>
                  <a:pt x="61788" y="220297"/>
                  <a:pt x="67048" y="220297"/>
                </a:cubicBezTo>
                <a:cubicBezTo>
                  <a:pt x="75122" y="220297"/>
                  <a:pt x="83105" y="219264"/>
                  <a:pt x="90992" y="217199"/>
                </a:cubicBezTo>
                <a:cubicBezTo>
                  <a:pt x="69958" y="212879"/>
                  <a:pt x="52539" y="202409"/>
                  <a:pt x="38736" y="185788"/>
                </a:cubicBezTo>
                <a:cubicBezTo>
                  <a:pt x="24932" y="169167"/>
                  <a:pt x="18030" y="149870"/>
                  <a:pt x="18030" y="127896"/>
                </a:cubicBezTo>
                <a:lnTo>
                  <a:pt x="18030" y="126770"/>
                </a:lnTo>
                <a:cubicBezTo>
                  <a:pt x="30800" y="133906"/>
                  <a:pt x="44510" y="137756"/>
                  <a:pt x="59160" y="138320"/>
                </a:cubicBezTo>
                <a:cubicBezTo>
                  <a:pt x="46764" y="130056"/>
                  <a:pt x="36904" y="119257"/>
                  <a:pt x="29580" y="105923"/>
                </a:cubicBezTo>
                <a:cubicBezTo>
                  <a:pt x="22256" y="92589"/>
                  <a:pt x="18593" y="78128"/>
                  <a:pt x="18593" y="62540"/>
                </a:cubicBezTo>
                <a:cubicBezTo>
                  <a:pt x="18593" y="46013"/>
                  <a:pt x="22724" y="30706"/>
                  <a:pt x="30988" y="16621"/>
                </a:cubicBezTo>
                <a:cubicBezTo>
                  <a:pt x="53713" y="44604"/>
                  <a:pt x="81367" y="67000"/>
                  <a:pt x="113952" y="83809"/>
                </a:cubicBezTo>
                <a:cubicBezTo>
                  <a:pt x="146536" y="100617"/>
                  <a:pt x="181422" y="109961"/>
                  <a:pt x="218608" y="111839"/>
                </a:cubicBezTo>
                <a:cubicBezTo>
                  <a:pt x="217104" y="104702"/>
                  <a:pt x="216354" y="97753"/>
                  <a:pt x="216354" y="90992"/>
                </a:cubicBezTo>
                <a:cubicBezTo>
                  <a:pt x="216354" y="65826"/>
                  <a:pt x="225228" y="44369"/>
                  <a:pt x="242975" y="26621"/>
                </a:cubicBezTo>
                <a:cubicBezTo>
                  <a:pt x="260723" y="8874"/>
                  <a:pt x="282180" y="0"/>
                  <a:pt x="307346" y="0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047416"/>
      </p:ext>
    </p:extLst>
  </p:cSld>
  <p:clrMapOvr>
    <a:masterClrMapping/>
  </p:clrMapOvr>
</p:sld>
</file>

<file path=ppt/theme/theme1.xml><?xml version="1.0" encoding="utf-8"?>
<a:theme xmlns:a="http://schemas.openxmlformats.org/drawingml/2006/main" name="Showeet theme">
  <a:themeElements>
    <a:clrScheme name="Showeet">
      <a:dk1>
        <a:srgbClr val="95A5A6"/>
      </a:dk1>
      <a:lt1>
        <a:sysClr val="window" lastClr="FFFFFF"/>
      </a:lt1>
      <a:dk2>
        <a:srgbClr val="2C3E50"/>
      </a:dk2>
      <a:lt2>
        <a:srgbClr val="F2F2F2"/>
      </a:lt2>
      <a:accent1>
        <a:srgbClr val="2980B9"/>
      </a:accent1>
      <a:accent2>
        <a:srgbClr val="16A085"/>
      </a:accent2>
      <a:accent3>
        <a:srgbClr val="9BBB59"/>
      </a:accent3>
      <a:accent4>
        <a:srgbClr val="F39C12"/>
      </a:accent4>
      <a:accent5>
        <a:srgbClr val="C0392B"/>
      </a:accent5>
      <a:accent6>
        <a:srgbClr val="4B2C50"/>
      </a:accent6>
      <a:hlink>
        <a:srgbClr val="16A085"/>
      </a:hlink>
      <a:folHlink>
        <a:srgbClr val="10786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howeet">
  <a:themeElements>
    <a:clrScheme name="Showeet">
      <a:dk1>
        <a:srgbClr val="95A5A6"/>
      </a:dk1>
      <a:lt1>
        <a:sysClr val="window" lastClr="FFFFFF"/>
      </a:lt1>
      <a:dk2>
        <a:srgbClr val="2C3E50"/>
      </a:dk2>
      <a:lt2>
        <a:srgbClr val="F2F2F2"/>
      </a:lt2>
      <a:accent1>
        <a:srgbClr val="2980B9"/>
      </a:accent1>
      <a:accent2>
        <a:srgbClr val="16A085"/>
      </a:accent2>
      <a:accent3>
        <a:srgbClr val="9BBB59"/>
      </a:accent3>
      <a:accent4>
        <a:srgbClr val="F39C12"/>
      </a:accent4>
      <a:accent5>
        <a:srgbClr val="C0392B"/>
      </a:accent5>
      <a:accent6>
        <a:srgbClr val="4B2C50"/>
      </a:accent6>
      <a:hlink>
        <a:srgbClr val="16A085"/>
      </a:hlink>
      <a:folHlink>
        <a:srgbClr val="10786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19E37A61AF954A92546B7EA577A930" ma:contentTypeVersion="7" ma:contentTypeDescription="Create a new document." ma:contentTypeScope="" ma:versionID="34d7926f1dc66f9d970bbaf38171237c">
  <xsd:schema xmlns:xsd="http://www.w3.org/2001/XMLSchema" xmlns:xs="http://www.w3.org/2001/XMLSchema" xmlns:p="http://schemas.microsoft.com/office/2006/metadata/properties" xmlns:ns2="c117099f-3274-47d3-a331-57749d93a4ca" targetNamespace="http://schemas.microsoft.com/office/2006/metadata/properties" ma:root="true" ma:fieldsID="86dfcc33178ba28dd3ebbeb2c633f112" ns2:_="">
    <xsd:import namespace="c117099f-3274-47d3-a331-57749d93a4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17099f-3274-47d3-a331-57749d93a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4F35B1-DD51-487F-801E-E9AC3E629BFC}"/>
</file>

<file path=customXml/itemProps2.xml><?xml version="1.0" encoding="utf-8"?>
<ds:datastoreItem xmlns:ds="http://schemas.openxmlformats.org/officeDocument/2006/customXml" ds:itemID="{A8B3DD72-07FF-4D01-989F-730B7EB1A8F7}"/>
</file>

<file path=customXml/itemProps3.xml><?xml version="1.0" encoding="utf-8"?>
<ds:datastoreItem xmlns:ds="http://schemas.openxmlformats.org/officeDocument/2006/customXml" ds:itemID="{BAF85BE7-5166-428F-8536-3461D10A05C8}"/>
</file>

<file path=docProps/app.xml><?xml version="1.0" encoding="utf-8"?>
<Properties xmlns="http://schemas.openxmlformats.org/officeDocument/2006/extended-properties" xmlns:vt="http://schemas.openxmlformats.org/officeDocument/2006/docPropsVTypes">
  <TotalTime>77843</TotalTime>
  <Words>3201</Words>
  <PresentationFormat>Widescreen</PresentationFormat>
  <Paragraphs>430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GeosansLight</vt:lpstr>
      <vt:lpstr>Open Sans</vt:lpstr>
      <vt:lpstr>Showeet theme</vt:lpstr>
      <vt:lpstr>showeet</vt:lpstr>
      <vt:lpstr>3D Stairs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3D Stairs for PowerPoint</vt:lpstr>
      <vt:lpstr>Thank You 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Stairs 3D</dc:title>
  <dc:creator>showeet.com</dc:creator>
  <dc:description>© Copyright Showeet.com</dc:description>
  <dcterms:created xsi:type="dcterms:W3CDTF">2011-05-09T14:18:21Z</dcterms:created>
  <dcterms:modified xsi:type="dcterms:W3CDTF">2017-12-27T23:35:15Z</dcterms:modified>
  <cp:category>Charts &amp; Diagrams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0x010100EB19E37A61AF954A92546B7EA577A930</vt:lpwstr>
  </property>
</Properties>
</file>