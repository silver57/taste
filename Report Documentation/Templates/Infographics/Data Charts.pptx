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charts/chart4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40.xml" ContentType="application/vnd.openxmlformats-officedocument.drawingml.chart+xml"/>
  <Override PartName="/ppt/charts/chart39.xml" ContentType="application/vnd.openxmlformats-officedocument.drawingml.chart+xml"/>
  <Override PartName="/ppt/charts/chart38.xml" ContentType="application/vnd.openxmlformats-officedocument.drawingml.chart+xml"/>
  <Override PartName="/ppt/charts/chart37.xml" ContentType="application/vnd.openxmlformats-officedocument.drawingml.chart+xml"/>
  <Override PartName="/ppt/charts/chart36.xml" ContentType="application/vnd.openxmlformats-officedocument.drawingml.chart+xml"/>
  <Override PartName="/ppt/charts/chart35.xml" ContentType="application/vnd.openxmlformats-officedocument.drawingml.chart+xml"/>
  <Override PartName="/ppt/charts/chart34.xml" ContentType="application/vnd.openxmlformats-officedocument.drawingml.chart+xml"/>
  <Override PartName="/ppt/charts/chart33.xml" ContentType="application/vnd.openxmlformats-officedocument.drawingml.chart+xml"/>
  <Override PartName="/ppt/charts/chart32.xml" ContentType="application/vnd.openxmlformats-officedocument.drawingml.chart+xml"/>
  <Override PartName="/ppt/charts/chart31.xml" ContentType="application/vnd.openxmlformats-officedocument.drawingml.chart+xml"/>
  <Override PartName="/ppt/charts/chart30.xml" ContentType="application/vnd.openxmlformats-officedocument.drawingml.chart+xml"/>
  <Override PartName="/ppt/charts/chart29.xml" ContentType="application/vnd.openxmlformats-officedocument.drawingml.chart+xml"/>
  <Override PartName="/ppt/charts/chart28.xml" ContentType="application/vnd.openxmlformats-officedocument.drawingml.chart+xml"/>
  <Override PartName="/ppt/charts/chart27.xml" ContentType="application/vnd.openxmlformats-officedocument.drawingml.chart+xml"/>
  <Override PartName="/ppt/charts/chart54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26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57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1.xml" ContentType="application/vnd.openxmlformats-officedocument.drawingml.chart+xml"/>
  <Override PartName="/ppt/charts/chart50.xml" ContentType="application/vnd.openxmlformats-officedocument.drawingml.chart+xml"/>
  <Override PartName="/ppt/charts/chart49.xml" ContentType="application/vnd.openxmlformats-officedocument.drawingml.chart+xml"/>
  <Override PartName="/ppt/charts/chart48.xml" ContentType="application/vnd.openxmlformats-officedocument.drawingml.chart+xml"/>
  <Override PartName="/ppt/charts/chart47.xml" ContentType="application/vnd.openxmlformats-officedocument.drawingml.chart+xml"/>
  <Override PartName="/ppt/charts/chart46.xml" ContentType="application/vnd.openxmlformats-officedocument.drawingml.chart+xml"/>
  <Override PartName="/ppt/charts/chart45.xml" ContentType="application/vnd.openxmlformats-officedocument.drawingml.chart+xml"/>
  <Override PartName="/ppt/charts/chart44.xml" ContentType="application/vnd.openxmlformats-officedocument.drawingml.chart+xml"/>
  <Override PartName="/ppt/charts/chart43.xml" ContentType="application/vnd.openxmlformats-officedocument.drawingml.chart+xml"/>
  <Override PartName="/ppt/charts/chart4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54"/>
  </p:notesMasterIdLst>
  <p:handoutMasterIdLst>
    <p:handoutMasterId r:id="rId55"/>
  </p:handoutMasterIdLst>
  <p:sldIdLst>
    <p:sldId id="2366" r:id="rId2"/>
    <p:sldId id="2367" r:id="rId3"/>
    <p:sldId id="2360" r:id="rId4"/>
    <p:sldId id="2404" r:id="rId5"/>
    <p:sldId id="2369" r:id="rId6"/>
    <p:sldId id="2370" r:id="rId7"/>
    <p:sldId id="2371" r:id="rId8"/>
    <p:sldId id="2368" r:id="rId9"/>
    <p:sldId id="2373" r:id="rId10"/>
    <p:sldId id="2374" r:id="rId11"/>
    <p:sldId id="2372" r:id="rId12"/>
    <p:sldId id="2375" r:id="rId13"/>
    <p:sldId id="2381" r:id="rId14"/>
    <p:sldId id="1642" r:id="rId15"/>
    <p:sldId id="2399" r:id="rId16"/>
    <p:sldId id="2402" r:id="rId17"/>
    <p:sldId id="2361" r:id="rId18"/>
    <p:sldId id="2377" r:id="rId19"/>
    <p:sldId id="2388" r:id="rId20"/>
    <p:sldId id="2378" r:id="rId21"/>
    <p:sldId id="2379" r:id="rId22"/>
    <p:sldId id="2407" r:id="rId23"/>
    <p:sldId id="2410" r:id="rId24"/>
    <p:sldId id="2380" r:id="rId25"/>
    <p:sldId id="2394" r:id="rId26"/>
    <p:sldId id="2412" r:id="rId27"/>
    <p:sldId id="2382" r:id="rId28"/>
    <p:sldId id="2383" r:id="rId29"/>
    <p:sldId id="2384" r:id="rId30"/>
    <p:sldId id="2385" r:id="rId31"/>
    <p:sldId id="2386" r:id="rId32"/>
    <p:sldId id="2387" r:id="rId33"/>
    <p:sldId id="2401" r:id="rId34"/>
    <p:sldId id="2400" r:id="rId35"/>
    <p:sldId id="2390" r:id="rId36"/>
    <p:sldId id="2398" r:id="rId37"/>
    <p:sldId id="2389" r:id="rId38"/>
    <p:sldId id="2376" r:id="rId39"/>
    <p:sldId id="2393" r:id="rId40"/>
    <p:sldId id="2405" r:id="rId41"/>
    <p:sldId id="2396" r:id="rId42"/>
    <p:sldId id="2397" r:id="rId43"/>
    <p:sldId id="2358" r:id="rId44"/>
    <p:sldId id="2362" r:id="rId45"/>
    <p:sldId id="2391" r:id="rId46"/>
    <p:sldId id="2406" r:id="rId47"/>
    <p:sldId id="2409" r:id="rId48"/>
    <p:sldId id="2395" r:id="rId49"/>
    <p:sldId id="2408" r:id="rId50"/>
    <p:sldId id="2411" r:id="rId51"/>
    <p:sldId id="2413" r:id="rId52"/>
    <p:sldId id="2414" r:id="rId53"/>
  </p:sldIdLst>
  <p:sldSz cx="9144000" cy="6858000" type="screen4x3"/>
  <p:notesSz cx="9945688" cy="6858000"/>
  <p:defaultTextStyle>
    <a:defPPr>
      <a:defRPr lang="en-US"/>
    </a:defPPr>
    <a:lvl1pPr marL="0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5813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1626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7439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63252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9065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94878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10691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26504" algn="l" defTabSz="103162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537"/>
    <a:srgbClr val="0A2334"/>
    <a:srgbClr val="091E2D"/>
    <a:srgbClr val="EFCB9B"/>
    <a:srgbClr val="F3D8B3"/>
    <a:srgbClr val="EDC38B"/>
    <a:srgbClr val="071A27"/>
    <a:srgbClr val="1D1D1D"/>
    <a:srgbClr val="237DB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94" autoAdjust="0"/>
    <p:restoredTop sz="98746" autoAdjust="0"/>
  </p:normalViewPr>
  <p:slideViewPr>
    <p:cSldViewPr snapToObjects="1">
      <p:cViewPr varScale="1">
        <p:scale>
          <a:sx n="82" d="100"/>
          <a:sy n="82" d="100"/>
        </p:scale>
        <p:origin x="153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1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498"/>
    </p:cViewPr>
  </p:sorterViewPr>
  <p:notesViewPr>
    <p:cSldViewPr snapToObjects="1">
      <p:cViewPr varScale="1">
        <p:scale>
          <a:sx n="74" d="100"/>
          <a:sy n="74" d="100"/>
        </p:scale>
        <p:origin x="-1782" y="-96"/>
      </p:cViewPr>
      <p:guideLst>
        <p:guide orient="horz" pos="2160"/>
        <p:guide pos="31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6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_rels/chart6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315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04-4BFF-BA3D-52EF9B7B532E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04-4BFF-BA3D-52EF9B7B53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90</c:v>
                </c:pt>
                <c:pt idx="2">
                  <c:v>50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04-4BFF-BA3D-52EF9B7B53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75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04-4BFF-BA3D-52EF9B7B53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70</c:v>
                </c:pt>
                <c:pt idx="1">
                  <c:v>55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04-4BFF-BA3D-52EF9B7B53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1"/>
        <c:overlap val="-14"/>
        <c:axId val="106709760"/>
        <c:axId val="107274240"/>
      </c:barChart>
      <c:catAx>
        <c:axId val="1067097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107274240"/>
        <c:crosses val="autoZero"/>
        <c:auto val="1"/>
        <c:lblAlgn val="ctr"/>
        <c:lblOffset val="100"/>
        <c:noMultiLvlLbl val="0"/>
      </c:catAx>
      <c:valAx>
        <c:axId val="107274240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067097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348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D8B6-4C31-9670-83DFA6A8059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8B6-4C31-9670-83DFA6A8059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D8B6-4C31-9670-83DFA6A80594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8B6-4C31-9670-83DFA6A80594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B6-4C31-9670-83DFA6A80594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8B6-4C31-9670-83DFA6A80594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B6-4C31-9670-83DFA6A8059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8B6-4C31-9670-83DFA6A805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16"/>
        <c:axId val="107783680"/>
        <c:axId val="107845120"/>
      </c:barChart>
      <c:catAx>
        <c:axId val="107783680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107845120"/>
        <c:crosses val="autoZero"/>
        <c:auto val="0"/>
        <c:lblAlgn val="ctr"/>
        <c:lblOffset val="100"/>
        <c:noMultiLvlLbl val="0"/>
      </c:catAx>
      <c:valAx>
        <c:axId val="107845120"/>
        <c:scaling>
          <c:orientation val="minMax"/>
        </c:scaling>
        <c:delete val="0"/>
        <c:axPos val="r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077836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20167411506012"/>
          <c:y val="9.1810325561258455E-2"/>
          <c:w val="0.87872087984984382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B104-4517-B377-3424C1BE8C8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104-4517-B377-3424C1BE8C8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B104-4517-B377-3424C1BE8C8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104-4517-B377-3424C1BE8C8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B104-4517-B377-3424C1BE8C81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104-4517-B377-3424C1BE8C81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104-4517-B377-3424C1BE8C81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104-4517-B377-3424C1BE8C81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104-4517-B377-3424C1BE8C81}"/>
                </c:ext>
              </c:extLst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104-4517-B377-3424C1BE8C81}"/>
                </c:ext>
              </c:extLst>
            </c:dLbl>
            <c:dLbl>
              <c:idx val="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104-4517-B377-3424C1BE8C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headEnd type="oval"/>
                <a:tailEnd type="oval"/>
              </a:ln>
            </c:spPr>
            <c:trendlineType val="poly"/>
            <c:order val="4"/>
            <c:dispRSqr val="0"/>
            <c:dispEq val="0"/>
          </c:trendline>
          <c:cat>
            <c:numRef>
              <c:f>Sheet1!$A$2:$A$7</c:f>
              <c:numCache>
                <c:formatCode>General</c:formatCod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80</c:v>
                </c:pt>
                <c:pt idx="3">
                  <c:v>100</c:v>
                </c:pt>
                <c:pt idx="4">
                  <c:v>80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104-4517-B377-3424C1BE8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1"/>
        <c:overlap val="-51"/>
        <c:axId val="119891456"/>
        <c:axId val="119892992"/>
      </c:barChart>
      <c:catAx>
        <c:axId val="119891456"/>
        <c:scaling>
          <c:orientation val="minMax"/>
        </c:scaling>
        <c:delete val="0"/>
        <c:axPos val="b"/>
        <c:numFmt formatCode="General" sourceLinked="0"/>
        <c:majorTickMark val="in"/>
        <c:minorTickMark val="in"/>
        <c:tickLblPos val="nextTo"/>
        <c:spPr>
          <a:noFill/>
        </c:spPr>
        <c:crossAx val="119892992"/>
        <c:crosses val="autoZero"/>
        <c:auto val="0"/>
        <c:lblAlgn val="ctr"/>
        <c:lblOffset val="100"/>
        <c:noMultiLvlLbl val="0"/>
      </c:catAx>
      <c:valAx>
        <c:axId val="119892992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800"/>
            </a:pPr>
            <a:endParaRPr lang="pt-PT"/>
          </a:p>
        </c:txPr>
        <c:crossAx val="1198914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293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81B-42A2-85F1-B69F770226F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1B-42A2-85F1-B69F770226F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81B-42A2-85F1-B69F770226F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2011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81B-42A2-85F1-B69F770226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2011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75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81B-42A2-85F1-B69F770226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2011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55</c:v>
                </c:pt>
                <c:pt idx="2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81B-42A2-85F1-B69F770226F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2011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50</c:v>
                </c:pt>
                <c:pt idx="1">
                  <c:v>65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1B-42A2-85F1-B69F770226F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322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2011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Sheet1!$F$2:$F$4</c:f>
              <c:numCache>
                <c:formatCode>General</c:formatCode>
                <c:ptCount val="3"/>
                <c:pt idx="0">
                  <c:v>20</c:v>
                </c:pt>
                <c:pt idx="1">
                  <c:v>45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81B-42A2-85F1-B69F770226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1"/>
        <c:overlap val="-14"/>
        <c:axId val="123157120"/>
        <c:axId val="123175296"/>
      </c:barChart>
      <c:catAx>
        <c:axId val="1231571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txPr>
          <a:bodyPr anchor="b"/>
          <a:lstStyle/>
          <a:p>
            <a:pPr>
              <a:defRPr sz="1050"/>
            </a:pPr>
            <a:endParaRPr lang="pt-PT"/>
          </a:p>
        </c:txPr>
        <c:crossAx val="123175296"/>
        <c:crosses val="autoZero"/>
        <c:auto val="1"/>
        <c:lblAlgn val="ctr"/>
        <c:lblOffset val="100"/>
        <c:noMultiLvlLbl val="0"/>
      </c:catAx>
      <c:valAx>
        <c:axId val="123175296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231571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2D-45B7-8981-58CD6355E41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2D-45B7-8981-58CD6355E4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2D-45B7-8981-58CD6355E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D2D-45B7-8981-58CD6355E4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2D-45B7-8981-58CD6355E4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D2D-45B7-8981-58CD6355E41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322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2D-45B7-8981-58CD6355E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1"/>
        <c:overlap val="-80"/>
        <c:axId val="136271744"/>
        <c:axId val="136273280"/>
      </c:barChart>
      <c:catAx>
        <c:axId val="1362717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136273280"/>
        <c:crosses val="autoZero"/>
        <c:auto val="1"/>
        <c:lblAlgn val="ctr"/>
        <c:lblOffset val="100"/>
        <c:noMultiLvlLbl val="0"/>
      </c:catAx>
      <c:valAx>
        <c:axId val="136273280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362717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36F-484E-B35D-FC632F636DE1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6F-484E-B35D-FC632F636DE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6F-484E-B35D-FC632F636D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6F-484E-B35D-FC632F636D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6F-484E-B35D-FC632F636D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6F-484E-B35D-FC632F636DE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322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6F-484E-B35D-FC632F636D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1"/>
        <c:overlap val="-80"/>
        <c:axId val="136939008"/>
        <c:axId val="136953856"/>
      </c:barChart>
      <c:catAx>
        <c:axId val="136939008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136953856"/>
        <c:crosses val="autoZero"/>
        <c:auto val="1"/>
        <c:lblAlgn val="ctr"/>
        <c:lblOffset val="100"/>
        <c:noMultiLvlLbl val="0"/>
      </c:catAx>
      <c:valAx>
        <c:axId val="136953856"/>
        <c:scaling>
          <c:orientation val="minMax"/>
        </c:scaling>
        <c:delete val="0"/>
        <c:axPos val="r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369390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2574-42A4-A77A-F7851ACC19E8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574-42A4-A77A-F7851ACC19E8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74-42A4-A77A-F7851ACC19E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74-42A4-A77A-F7851ACC19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574-42A4-A77A-F7851ACC19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74-42A4-A77A-F7851ACC19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</c:f>
              <c:strCache>
                <c:ptCount val="1"/>
                <c:pt idx="0">
                  <c:v>Income Avrage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74-42A4-A77A-F7851ACC19E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2015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574-42A4-A77A-F7851ACC1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"/>
        <c:overlap val="-78"/>
        <c:axId val="141440128"/>
        <c:axId val="141441664"/>
      </c:barChart>
      <c:catAx>
        <c:axId val="141440128"/>
        <c:scaling>
          <c:orientation val="maxMin"/>
        </c:scaling>
        <c:delete val="1"/>
        <c:axPos val="l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none"/>
        <c:crossAx val="141441664"/>
        <c:crosses val="autoZero"/>
        <c:auto val="0"/>
        <c:lblAlgn val="ctr"/>
        <c:lblOffset val="100"/>
        <c:tickMarkSkip val="1"/>
        <c:noMultiLvlLbl val="0"/>
      </c:catAx>
      <c:valAx>
        <c:axId val="141441664"/>
        <c:scaling>
          <c:orientation val="minMax"/>
        </c:scaling>
        <c:delete val="1"/>
        <c:axPos val="t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0.00%" sourceLinked="0"/>
        <c:majorTickMark val="cross"/>
        <c:minorTickMark val="none"/>
        <c:tickLblPos val="none"/>
        <c:crossAx val="141440128"/>
        <c:crosses val="autoZero"/>
        <c:crossBetween val="between"/>
      </c:valAx>
      <c:dTable>
        <c:showHorzBorder val="1"/>
        <c:showVertBorder val="1"/>
        <c:showOutline val="1"/>
        <c:showKeys val="0"/>
      </c:dTable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DE8C-4B08-BEA4-EF9F319AD424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E8C-4B08-BEA4-EF9F319AD424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E8C-4B08-BEA4-EF9F319AD4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Expected Income Avrage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8C-4B08-BEA4-EF9F319AD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Expected Income Avrage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8C-4B08-BEA4-EF9F319AD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Expected Income Avrage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8C-4B08-BEA4-EF9F319AD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</c:f>
              <c:strCache>
                <c:ptCount val="1"/>
                <c:pt idx="0">
                  <c:v>Expected Income Avrage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8C-4B08-BEA4-EF9F319AD42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2015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Expected Income Avrage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E8C-4B08-BEA4-EF9F319AD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"/>
        <c:overlap val="-78"/>
        <c:axId val="142349824"/>
        <c:axId val="142351360"/>
      </c:barChart>
      <c:catAx>
        <c:axId val="142349824"/>
        <c:scaling>
          <c:orientation val="maxMin"/>
        </c:scaling>
        <c:delete val="1"/>
        <c:axPos val="l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none"/>
        <c:crossAx val="142351360"/>
        <c:crosses val="autoZero"/>
        <c:auto val="0"/>
        <c:lblAlgn val="ctr"/>
        <c:lblOffset val="100"/>
        <c:tickMarkSkip val="1"/>
        <c:noMultiLvlLbl val="0"/>
      </c:catAx>
      <c:valAx>
        <c:axId val="142351360"/>
        <c:scaling>
          <c:orientation val="minMax"/>
        </c:scaling>
        <c:delete val="1"/>
        <c:axPos val="t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0.00%" sourceLinked="0"/>
        <c:majorTickMark val="cross"/>
        <c:minorTickMark val="none"/>
        <c:tickLblPos val="none"/>
        <c:crossAx val="142349824"/>
        <c:crosses val="autoZero"/>
        <c:crossBetween val="between"/>
      </c:valAx>
      <c:dTable>
        <c:showHorzBorder val="1"/>
        <c:showVertBorder val="1"/>
        <c:showOutline val="1"/>
        <c:showKeys val="0"/>
      </c:dTable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Sales Chart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A84F-430C-BA07-BB7F6722307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A84F-430C-BA07-BB7F6722307D}"/>
              </c:ext>
            </c:extLst>
          </c:dPt>
          <c:dLbls>
            <c:dLbl>
              <c:idx val="0"/>
              <c:layout>
                <c:manualLayout>
                  <c:x val="-0.22485797488123901"/>
                  <c:y val="8.870223968308034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84F-430C-BA07-BB7F6722307D}"/>
                </c:ext>
              </c:extLst>
            </c:dLbl>
            <c:dLbl>
              <c:idx val="1"/>
              <c:layout>
                <c:manualLayout>
                  <c:x val="0.22123966942148759"/>
                  <c:y val="-9.393161309255858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4F-430C-BA07-BB7F6722307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2015</c:v>
                </c:pt>
              </c:numCache>
            </c:numRef>
          </c:cat>
          <c:val>
            <c:numRef>
              <c:f>Sheet1!$B$2:$B$3</c:f>
              <c:numCache>
                <c:formatCode>0%</c:formatCode>
                <c:ptCount val="2"/>
                <c:pt idx="0">
                  <c:v>0.4</c:v>
                </c:pt>
                <c:pt idx="1">
                  <c:v>0.60000000000000064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4F-430C-BA07-BB7F6722307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chemeClr val="tx1">
                  <a:lumMod val="50000"/>
                  <a:lumOff val="50000"/>
                </a:schemeClr>
              </a:solidFill>
            </a:defRPr>
          </a:pPr>
          <a:endParaRPr lang="pt-PT"/>
        </a:p>
      </c:txPr>
    </c:legend>
    <c:plotVisOnly val="1"/>
    <c:dispBlanksAs val="zero"/>
    <c:showDLblsOverMax val="0"/>
  </c:chart>
  <c:txPr>
    <a:bodyPr/>
    <a:lstStyle/>
    <a:p>
      <a:pPr>
        <a:defRPr sz="1600" b="1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 01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C812-4943-BFF3-492E464FC919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12-4943-BFF3-492E464FC919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12-4943-BFF3-492E464FC9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12-4943-BFF3-492E464FC9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Title 02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12-4943-BFF3-492E464FC9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Title 03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12-4943-BFF3-492E464FC91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Title 04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12-4943-BFF3-492E464FC91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Title 05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812-4943-BFF3-492E464FC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"/>
        <c:overlap val="-78"/>
        <c:axId val="150982656"/>
        <c:axId val="150984192"/>
      </c:barChart>
      <c:catAx>
        <c:axId val="150982656"/>
        <c:scaling>
          <c:orientation val="maxMin"/>
        </c:scaling>
        <c:delete val="1"/>
        <c:axPos val="l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none"/>
        <c:crossAx val="150984192"/>
        <c:crosses val="autoZero"/>
        <c:auto val="0"/>
        <c:lblAlgn val="ctr"/>
        <c:lblOffset val="100"/>
        <c:tickMarkSkip val="1"/>
        <c:noMultiLvlLbl val="0"/>
      </c:catAx>
      <c:valAx>
        <c:axId val="150984192"/>
        <c:scaling>
          <c:orientation val="minMax"/>
        </c:scaling>
        <c:delete val="1"/>
        <c:axPos val="t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0.00%" sourceLinked="0"/>
        <c:majorTickMark val="cross"/>
        <c:minorTickMark val="none"/>
        <c:tickLblPos val="none"/>
        <c:crossAx val="150982656"/>
        <c:crosses val="autoZero"/>
        <c:crossBetween val="between"/>
      </c:valAx>
      <c:dTable>
        <c:showHorzBorder val="1"/>
        <c:showVertBorder val="1"/>
        <c:showOutline val="1"/>
        <c:showKeys val="0"/>
      </c:dTable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Sales Chart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FACE-4585-8586-774B85C546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FACE-4585-8586-774B85C54621}"/>
              </c:ext>
            </c:extLst>
          </c:dPt>
          <c:dLbls>
            <c:dLbl>
              <c:idx val="0"/>
              <c:layout>
                <c:manualLayout>
                  <c:x val="-0.22485797488123901"/>
                  <c:y val="8.870223968308034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ACE-4585-8586-774B85C54621}"/>
                </c:ext>
              </c:extLst>
            </c:dLbl>
            <c:dLbl>
              <c:idx val="1"/>
              <c:layout>
                <c:manualLayout>
                  <c:x val="0.22123966942148759"/>
                  <c:y val="-9.393161309255858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CE-4585-8586-774B85C5462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2015</c:v>
                </c:pt>
              </c:numCache>
            </c:numRef>
          </c:cat>
          <c:val>
            <c:numRef>
              <c:f>Sheet1!$B$2:$B$3</c:f>
              <c:numCache>
                <c:formatCode>0%</c:formatCode>
                <c:ptCount val="2"/>
                <c:pt idx="0">
                  <c:v>0.4</c:v>
                </c:pt>
                <c:pt idx="1">
                  <c:v>0.60000000000000064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CE-4585-8586-774B85C5462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txPr>
    <a:bodyPr/>
    <a:lstStyle/>
    <a:p>
      <a:pPr>
        <a:defRPr sz="1600" b="1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3921529039639274E-2"/>
          <c:y val="7.793620387160663E-2"/>
          <c:w val="0.94607843137255065"/>
          <c:h val="0.870364510498435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 01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0F19-449C-8C94-570B3BF0FE17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19-449C-8C94-570B3BF0FE17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19-449C-8C94-570B3BF0FE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19-449C-8C94-570B3BF0FE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Title 02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F19-449C-8C94-570B3BF0FE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Title 03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19-449C-8C94-570B3BF0FE1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Title 04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F19-449C-8C94-570B3BF0FE1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Title 05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F19-449C-8C94-570B3BF0FE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"/>
        <c:overlap val="-78"/>
        <c:axId val="153948928"/>
        <c:axId val="153950464"/>
      </c:barChart>
      <c:catAx>
        <c:axId val="153948928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one"/>
        <c:crossAx val="153950464"/>
        <c:crosses val="autoZero"/>
        <c:auto val="0"/>
        <c:lblAlgn val="ctr"/>
        <c:lblOffset val="100"/>
        <c:tickMarkSkip val="1"/>
        <c:noMultiLvlLbl val="0"/>
      </c:catAx>
      <c:valAx>
        <c:axId val="153950464"/>
        <c:scaling>
          <c:orientation val="minMax"/>
        </c:scaling>
        <c:delete val="1"/>
        <c:axPos val="t"/>
        <c:numFmt formatCode="0.00%" sourceLinked="0"/>
        <c:majorTickMark val="cross"/>
        <c:minorTickMark val="none"/>
        <c:tickLblPos val="none"/>
        <c:crossAx val="15394892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 01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12E0-4076-88BB-754E88E117BD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E0-4076-88BB-754E88E117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Title 02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E0-4076-88BB-754E88E117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Title 03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E0-4076-88BB-754E88E117B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Title 04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2E0-4076-88BB-754E88E117B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Title 05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Income Avrage 2015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2E0-4076-88BB-754E88E117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159618944"/>
        <c:axId val="159667328"/>
      </c:barChart>
      <c:catAx>
        <c:axId val="159618944"/>
        <c:scaling>
          <c:orientation val="maxMin"/>
        </c:scaling>
        <c:delete val="0"/>
        <c:axPos val="r"/>
        <c:numFmt formatCode="General" sourceLinked="0"/>
        <c:majorTickMark val="none"/>
        <c:minorTickMark val="none"/>
        <c:tickLblPos val="none"/>
        <c:crossAx val="159667328"/>
        <c:crosses val="autoZero"/>
        <c:auto val="0"/>
        <c:lblAlgn val="ctr"/>
        <c:lblOffset val="100"/>
        <c:tickMarkSkip val="1"/>
        <c:noMultiLvlLbl val="0"/>
      </c:catAx>
      <c:valAx>
        <c:axId val="159667328"/>
        <c:scaling>
          <c:orientation val="maxMin"/>
        </c:scaling>
        <c:delete val="0"/>
        <c:axPos val="t"/>
        <c:numFmt formatCode="0.00%" sourceLinked="0"/>
        <c:majorTickMark val="none"/>
        <c:minorTickMark val="none"/>
        <c:tickLblPos val="none"/>
        <c:spPr>
          <a:ln w="9525">
            <a:noFill/>
          </a:ln>
        </c:spPr>
        <c:crossAx val="15961894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315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24-45C5-A4CF-F6B1298D893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24-45C5-A4CF-F6B1298D893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2012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24-45C5-A4CF-F6B1298D89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2012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75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24-45C5-A4CF-F6B1298D89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2012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55</c:v>
                </c:pt>
                <c:pt idx="2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24-45C5-A4CF-F6B1298D893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2012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50</c:v>
                </c:pt>
                <c:pt idx="1">
                  <c:v>65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24-45C5-A4CF-F6B1298D893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322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2012</c:v>
                </c:pt>
                <c:pt idx="1">
                  <c:v>2014</c:v>
                </c:pt>
                <c:pt idx="2">
                  <c:v>2015</c:v>
                </c:pt>
              </c:numCache>
            </c:numRef>
          </c:cat>
          <c:val>
            <c:numRef>
              <c:f>Sheet1!$F$2:$F$4</c:f>
              <c:numCache>
                <c:formatCode>General</c:formatCode>
                <c:ptCount val="3"/>
                <c:pt idx="0">
                  <c:v>20</c:v>
                </c:pt>
                <c:pt idx="1">
                  <c:v>45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24-45C5-A4CF-F6B1298D8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1"/>
        <c:overlap val="-14"/>
        <c:axId val="170723584"/>
        <c:axId val="178131328"/>
      </c:barChart>
      <c:catAx>
        <c:axId val="1707235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178131328"/>
        <c:crosses val="autoZero"/>
        <c:auto val="1"/>
        <c:lblAlgn val="ctr"/>
        <c:lblOffset val="100"/>
        <c:noMultiLvlLbl val="0"/>
      </c:catAx>
      <c:valAx>
        <c:axId val="178131328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707235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bg1">
              <a:lumMod val="65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326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3EF-46BC-8376-9D40987B4C9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3EF-46BC-8376-9D40987B4C9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3EF-46BC-8376-9D40987B4C9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3EF-46BC-8376-9D40987B4C9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E3EF-46BC-8376-9D40987B4C94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3EF-46BC-8376-9D40987B4C9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3EF-46BC-8376-9D40987B4C94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3EF-46BC-8376-9D40987B4C94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E3EF-46BC-8376-9D40987B4C94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E3EF-46BC-8376-9D40987B4C94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3EF-46BC-8376-9D40987B4C94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3EF-46BC-8376-9D40987B4C94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3EF-46BC-8376-9D40987B4C94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3EF-46BC-8376-9D40987B4C94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EF-46BC-8376-9D40987B4C94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3EF-46BC-8376-9D40987B4C94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3EF-46BC-8376-9D40987B4C94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3EF-46BC-8376-9D40987B4C94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3EF-46BC-8376-9D40987B4C94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3EF-46BC-8376-9D40987B4C94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3EF-46BC-8376-9D40987B4C94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3EF-46BC-8376-9D40987B4C9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Act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90</c:v>
                </c:pt>
                <c:pt idx="2">
                  <c:v>50</c:v>
                </c:pt>
                <c:pt idx="3">
                  <c:v>100</c:v>
                </c:pt>
                <c:pt idx="4">
                  <c:v>100</c:v>
                </c:pt>
                <c:pt idx="5">
                  <c:v>60</c:v>
                </c:pt>
                <c:pt idx="6">
                  <c:v>50</c:v>
                </c:pt>
                <c:pt idx="7">
                  <c:v>80</c:v>
                </c:pt>
                <c:pt idx="8">
                  <c:v>30</c:v>
                </c:pt>
                <c:pt idx="9">
                  <c:v>70</c:v>
                </c:pt>
                <c:pt idx="10">
                  <c:v>100</c:v>
                </c:pt>
                <c:pt idx="1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EF-46BC-8376-9D40987B4C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D-E3EF-46BC-8376-9D40987B4C9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E3EF-46BC-8376-9D40987B4C9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E3EF-46BC-8376-9D40987B4C9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0-E3EF-46BC-8376-9D40987B4C9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1-E3EF-46BC-8376-9D40987B4C9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E3EF-46BC-8376-9D40987B4C9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E3EF-46BC-8376-9D40987B4C94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E3EF-46BC-8376-9D40987B4C9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E3EF-46BC-8376-9D40987B4C94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E3EF-46BC-8376-9D40987B4C94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E3EF-46BC-8376-9D40987B4C94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E3EF-46BC-8376-9D40987B4C9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Act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80</c:v>
                </c:pt>
                <c:pt idx="2">
                  <c:v>100</c:v>
                </c:pt>
                <c:pt idx="3">
                  <c:v>60</c:v>
                </c:pt>
                <c:pt idx="4">
                  <c:v>90</c:v>
                </c:pt>
                <c:pt idx="5">
                  <c:v>75</c:v>
                </c:pt>
                <c:pt idx="6">
                  <c:v>100</c:v>
                </c:pt>
                <c:pt idx="7">
                  <c:v>65</c:v>
                </c:pt>
                <c:pt idx="8">
                  <c:v>90</c:v>
                </c:pt>
                <c:pt idx="9">
                  <c:v>80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E3EF-46BC-8376-9D40987B4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4"/>
        <c:overlap val="-12"/>
        <c:axId val="198065536"/>
        <c:axId val="199689728"/>
      </c:barChart>
      <c:catAx>
        <c:axId val="1980655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199689728"/>
        <c:crosses val="autoZero"/>
        <c:auto val="1"/>
        <c:lblAlgn val="ctr"/>
        <c:lblOffset val="100"/>
        <c:noMultiLvlLbl val="0"/>
      </c:catAx>
      <c:valAx>
        <c:axId val="199689728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98065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371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04B-478E-A05A-66E8A4203E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04B-478E-A05A-66E8A4203E1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04B-478E-A05A-66E8A4203E1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04B-478E-A05A-66E8A4203E1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04B-478E-A05A-66E8A4203E13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04B-478E-A05A-66E8A4203E13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04B-478E-A05A-66E8A4203E13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04B-478E-A05A-66E8A4203E13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04B-478E-A05A-66E8A4203E13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4B-478E-A05A-66E8A4203E13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04B-478E-A05A-66E8A4203E13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04B-478E-A05A-66E8A4203E13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04B-478E-A05A-66E8A4203E13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04B-478E-A05A-66E8A4203E13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04B-478E-A05A-66E8A4203E13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04B-478E-A05A-66E8A4203E13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04B-478E-A05A-66E8A4203E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</c:v>
                </c:pt>
                <c:pt idx="3">
                  <c:v>We</c:v>
                </c:pt>
                <c:pt idx="4">
                  <c:v>Th</c:v>
                </c:pt>
                <c:pt idx="5">
                  <c:v>Fr</c:v>
                </c:pt>
                <c:pt idx="6">
                  <c:v>Sa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90</c:v>
                </c:pt>
                <c:pt idx="2">
                  <c:v>50</c:v>
                </c:pt>
                <c:pt idx="3">
                  <c:v>100</c:v>
                </c:pt>
                <c:pt idx="4">
                  <c:v>100</c:v>
                </c:pt>
                <c:pt idx="5">
                  <c:v>60</c:v>
                </c:pt>
                <c:pt idx="6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04B-478E-A05A-66E8A4203E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</c:v>
                </c:pt>
                <c:pt idx="3">
                  <c:v>We</c:v>
                </c:pt>
                <c:pt idx="4">
                  <c:v>Th</c:v>
                </c:pt>
                <c:pt idx="5">
                  <c:v>Fr</c:v>
                </c:pt>
                <c:pt idx="6">
                  <c:v>Sa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90</c:v>
                </c:pt>
                <c:pt idx="1">
                  <c:v>80</c:v>
                </c:pt>
                <c:pt idx="2">
                  <c:v>100</c:v>
                </c:pt>
                <c:pt idx="3">
                  <c:v>60</c:v>
                </c:pt>
                <c:pt idx="4">
                  <c:v>90</c:v>
                </c:pt>
                <c:pt idx="5">
                  <c:v>75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04B-478E-A05A-66E8A4203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4"/>
        <c:overlap val="-12"/>
        <c:axId val="201620096"/>
        <c:axId val="201880320"/>
      </c:barChart>
      <c:catAx>
        <c:axId val="2016200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201880320"/>
        <c:crosses val="autoZero"/>
        <c:auto val="1"/>
        <c:lblAlgn val="ctr"/>
        <c:lblOffset val="100"/>
        <c:noMultiLvlLbl val="0"/>
      </c:catAx>
      <c:valAx>
        <c:axId val="201880320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2016200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9-40FD-9324-CE0B07C3C8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99-40FD-9324-CE0B07C3C8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99-40FD-9324-CE0B07C3C8A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99-40FD-9324-CE0B07C3C8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2"/>
        <c:gapDepth val="346"/>
        <c:shape val="box"/>
        <c:axId val="205542912"/>
        <c:axId val="206799616"/>
        <c:axId val="0"/>
      </c:bar3DChart>
      <c:catAx>
        <c:axId val="2055429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pt-PT"/>
          </a:p>
        </c:txPr>
        <c:crossAx val="206799616"/>
        <c:crosses val="autoZero"/>
        <c:auto val="1"/>
        <c:lblAlgn val="ctr"/>
        <c:lblOffset val="100"/>
        <c:noMultiLvlLbl val="0"/>
      </c:catAx>
      <c:valAx>
        <c:axId val="206799616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pt-PT"/>
          </a:p>
        </c:txPr>
        <c:crossAx val="205542912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pt-PT"/>
        </a:p>
      </c:txPr>
    </c:legend>
    <c:plotVisOnly val="1"/>
    <c:dispBlanksAs val="gap"/>
    <c:showDLblsOverMax val="0"/>
  </c:chart>
  <c:txPr>
    <a:bodyPr/>
    <a:lstStyle/>
    <a:p>
      <a:pPr>
        <a:defRPr sz="16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371"/>
          <c:h val="0.799560856652932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007-4F54-BF6A-0DE447A0AE0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007-4F54-BF6A-0DE447A0AE0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007-4F54-BF6A-0DE447A0AE0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007-4F54-BF6A-0DE447A0AE0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7007-4F54-BF6A-0DE447A0AE0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007-4F54-BF6A-0DE447A0AE0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7007-4F54-BF6A-0DE447A0AE0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007-4F54-BF6A-0DE447A0AE05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7007-4F54-BF6A-0DE447A0AE05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7007-4F54-BF6A-0DE447A0AE05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07-4F54-BF6A-0DE447A0AE0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007-4F54-BF6A-0DE447A0AE0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07-4F54-BF6A-0DE447A0AE0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007-4F54-BF6A-0DE447A0AE05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07-4F54-BF6A-0DE447A0AE05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007-4F54-BF6A-0DE447A0AE05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007-4F54-BF6A-0DE447A0AE05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07-4F54-BF6A-0DE447A0AE05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07-4F54-BF6A-0DE447A0AE05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07-4F54-BF6A-0DE447A0AE05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07-4F54-BF6A-0DE447A0AE05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07-4F54-BF6A-0DE447A0AE0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Act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26</c:v>
                </c:pt>
                <c:pt idx="4">
                  <c:v>33</c:v>
                </c:pt>
                <c:pt idx="5">
                  <c:v>45</c:v>
                </c:pt>
                <c:pt idx="6">
                  <c:v>50</c:v>
                </c:pt>
                <c:pt idx="7">
                  <c:v>50</c:v>
                </c:pt>
                <c:pt idx="8">
                  <c:v>67</c:v>
                </c:pt>
                <c:pt idx="9">
                  <c:v>60</c:v>
                </c:pt>
                <c:pt idx="10">
                  <c:v>70</c:v>
                </c:pt>
                <c:pt idx="11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07-4F54-BF6A-0DE447A0AE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Act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28</c:v>
                </c:pt>
                <c:pt idx="4">
                  <c:v>39</c:v>
                </c:pt>
                <c:pt idx="5">
                  <c:v>50</c:v>
                </c:pt>
                <c:pt idx="6">
                  <c:v>55</c:v>
                </c:pt>
                <c:pt idx="7">
                  <c:v>65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007-4F54-BF6A-0DE447A0A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4"/>
        <c:overlap val="-12"/>
        <c:axId val="211285504"/>
        <c:axId val="211341312"/>
      </c:barChart>
      <c:catAx>
        <c:axId val="2112855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211341312"/>
        <c:crosses val="autoZero"/>
        <c:auto val="1"/>
        <c:lblAlgn val="ctr"/>
        <c:lblOffset val="100"/>
        <c:noMultiLvlLbl val="0"/>
      </c:catAx>
      <c:valAx>
        <c:axId val="211341312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2112855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20"/>
      <c:rotY val="20"/>
      <c:depthPercent val="9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6.8075827411817419E-2"/>
          <c:y val="3.9667598585482411E-2"/>
          <c:w val="0.93192417258818727"/>
          <c:h val="0.84112033564978783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 01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1224-44BD-963B-C36FE6C0F39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1224-44BD-963B-C36FE6C0F39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2-1224-44BD-963B-C36FE6C0F39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3-1224-44BD-963B-C36FE6C0F39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4-1224-44BD-963B-C36FE6C0F392}"/>
              </c:ext>
            </c:extLst>
          </c:dPt>
          <c:dLbls>
            <c:dLbl>
              <c:idx val="0"/>
              <c:layout>
                <c:manualLayout>
                  <c:x val="1.1006289308176001E-2"/>
                  <c:y val="1.08184359778588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224-44BD-963B-C36FE6C0F392}"/>
                </c:ext>
              </c:extLst>
            </c:dLbl>
            <c:dLbl>
              <c:idx val="1"/>
              <c:layout>
                <c:manualLayout>
                  <c:x val="1.7295597484276733E-2"/>
                  <c:y val="3.305595028941077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224-44BD-963B-C36FE6C0F392}"/>
                </c:ext>
              </c:extLst>
            </c:dLbl>
            <c:dLbl>
              <c:idx val="2"/>
              <c:layout>
                <c:manualLayout>
                  <c:x val="1.257861635220120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224-44BD-963B-C36FE6C0F392}"/>
                </c:ext>
              </c:extLst>
            </c:dLbl>
            <c:dLbl>
              <c:idx val="3"/>
              <c:layout>
                <c:manualLayout>
                  <c:x val="1.415094339622641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224-44BD-963B-C36FE6C0F392}"/>
                </c:ext>
              </c:extLst>
            </c:dLbl>
            <c:dLbl>
              <c:idx val="4"/>
              <c:layout>
                <c:manualLayout>
                  <c:x val="1.415094339622641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224-44BD-963B-C36FE6C0F39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50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224-44BD-963B-C36FE6C0F3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gapDepth val="189"/>
        <c:shape val="box"/>
        <c:axId val="212618624"/>
        <c:axId val="160998528"/>
        <c:axId val="0"/>
      </c:bar3DChart>
      <c:catAx>
        <c:axId val="212618624"/>
        <c:scaling>
          <c:orientation val="maxMin"/>
        </c:scaling>
        <c:delete val="0"/>
        <c:axPos val="l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crossAx val="160998528"/>
        <c:crosses val="autoZero"/>
        <c:auto val="0"/>
        <c:lblAlgn val="ctr"/>
        <c:lblOffset val="100"/>
        <c:tickMarkSkip val="1"/>
        <c:noMultiLvlLbl val="0"/>
      </c:catAx>
      <c:valAx>
        <c:axId val="160998528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crossAx val="21261862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63650019442014183"/>
          <c:y val="0.82238144318984763"/>
          <c:w val="0.33875129995543146"/>
          <c:h val="9.757519380901516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46-4FAA-AD7D-1AA1C2981D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46-4FAA-AD7D-1AA1C2981D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46-4FAA-AD7D-1AA1C2981DB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46-4FAA-AD7D-1AA1C2981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9"/>
        <c:gapDepth val="402"/>
        <c:shape val="box"/>
        <c:axId val="166260096"/>
        <c:axId val="166274176"/>
        <c:axId val="0"/>
      </c:bar3DChart>
      <c:catAx>
        <c:axId val="1662600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pt-PT"/>
          </a:p>
        </c:txPr>
        <c:crossAx val="166274176"/>
        <c:crosses val="autoZero"/>
        <c:auto val="1"/>
        <c:lblAlgn val="ctr"/>
        <c:lblOffset val="100"/>
        <c:noMultiLvlLbl val="0"/>
      </c:catAx>
      <c:valAx>
        <c:axId val="166274176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pt-PT"/>
          </a:p>
        </c:txPr>
        <c:crossAx val="16626009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pt-PT"/>
        </a:p>
      </c:txPr>
    </c:legend>
    <c:plotVisOnly val="1"/>
    <c:dispBlanksAs val="gap"/>
    <c:showDLblsOverMax val="0"/>
  </c:chart>
  <c:txPr>
    <a:bodyPr/>
    <a:lstStyle/>
    <a:p>
      <a:pPr>
        <a:defRPr sz="16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57-4782-BBA3-A63696582B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1.2</c:v>
                </c:pt>
                <c:pt idx="1">
                  <c:v>2</c:v>
                </c:pt>
                <c:pt idx="2">
                  <c:v>2.5</c:v>
                </c:pt>
                <c:pt idx="3">
                  <c:v>3</c:v>
                </c:pt>
                <c:pt idx="4">
                  <c:v>2.5</c:v>
                </c:pt>
                <c:pt idx="5">
                  <c:v>4</c:v>
                </c:pt>
                <c:pt idx="6">
                  <c:v>2</c:v>
                </c:pt>
                <c:pt idx="7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57-4782-BBA3-A63696582B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0</c:v>
                </c:pt>
              </c:numCache>
            </c:num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2.2999999999999998</c:v>
                </c:pt>
                <c:pt idx="1">
                  <c:v>3</c:v>
                </c:pt>
                <c:pt idx="2">
                  <c:v>3.5</c:v>
                </c:pt>
                <c:pt idx="3">
                  <c:v>3.5</c:v>
                </c:pt>
                <c:pt idx="4">
                  <c:v>4.5</c:v>
                </c:pt>
                <c:pt idx="5">
                  <c:v>4.5</c:v>
                </c:pt>
                <c:pt idx="6">
                  <c:v>5</c:v>
                </c:pt>
                <c:pt idx="7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57-4782-BBA3-A63696582B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0</c:v>
                </c:pt>
              </c:numCache>
            </c:numRef>
          </c:cat>
          <c:val>
            <c:numRef>
              <c:f>Sheet1!$E$2:$E$9</c:f>
              <c:numCache>
                <c:formatCode>General</c:formatCode>
                <c:ptCount val="8"/>
                <c:pt idx="0">
                  <c:v>2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3.5</c:v>
                </c:pt>
                <c:pt idx="6">
                  <c:v>6.5</c:v>
                </c:pt>
                <c:pt idx="7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957-4782-BBA3-A63696582B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632256"/>
        <c:axId val="168109184"/>
      </c:lineChart>
      <c:catAx>
        <c:axId val="1676322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Title Goes</a:t>
                </a:r>
                <a:r>
                  <a:rPr lang="en-US" baseline="0" dirty="0"/>
                  <a:t> Here</a:t>
                </a:r>
                <a:endParaRPr lang="en-US" dirty="0"/>
              </a:p>
            </c:rich>
          </c:tx>
          <c:overlay val="0"/>
        </c:title>
        <c:numFmt formatCode="#\ ?/?" sourceLinked="0"/>
        <c:majorTickMark val="out"/>
        <c:minorTickMark val="none"/>
        <c:tickLblPos val="low"/>
        <c:crossAx val="168109184"/>
        <c:crosses val="autoZero"/>
        <c:auto val="1"/>
        <c:lblAlgn val="ctr"/>
        <c:lblOffset val="100"/>
        <c:noMultiLvlLbl val="0"/>
      </c:catAx>
      <c:valAx>
        <c:axId val="168109184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/>
                  <a:t>Title Goes</a:t>
                </a:r>
                <a:r>
                  <a:rPr lang="en-US" baseline="0" dirty="0"/>
                  <a:t> Here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67632256"/>
        <c:crosses val="autoZero"/>
        <c:crossBetween val="between"/>
      </c:valAx>
      <c:spPr>
        <a:ln w="12700"/>
      </c:spPr>
    </c:plotArea>
    <c:legend>
      <c:legendPos val="b"/>
      <c:overlay val="0"/>
    </c:legend>
    <c:plotVisOnly val="1"/>
    <c:dispBlanksAs val="gap"/>
    <c:showDLblsOverMax val="0"/>
  </c:chart>
  <c:spPr>
    <a:ln w="19050"/>
  </c:spPr>
  <c:txPr>
    <a:bodyPr/>
    <a:lstStyle/>
    <a:p>
      <a:pPr>
        <a:defRPr sz="1000">
          <a:solidFill>
            <a:schemeClr val="bg1">
              <a:lumMod val="65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numRef>
              <c:f>Sheet1!$A$2:$A$8</c:f>
              <c:numCache>
                <c:formatCode>General</c:formatCode>
                <c:ptCount val="7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2.5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88-47EB-B785-A4725DEC5A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numRef>
              <c:f>Sheet1!$A$2:$A$8</c:f>
              <c:numCache>
                <c:formatCode>General</c:formatCode>
                <c:ptCount val="7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2.4</c:v>
                </c:pt>
                <c:pt idx="1">
                  <c:v>3</c:v>
                </c:pt>
                <c:pt idx="2">
                  <c:v>3.5</c:v>
                </c:pt>
                <c:pt idx="3">
                  <c:v>3</c:v>
                </c:pt>
                <c:pt idx="4">
                  <c:v>2</c:v>
                </c:pt>
                <c:pt idx="5">
                  <c:v>3.5</c:v>
                </c:pt>
                <c:pt idx="6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88-47EB-B785-A4725DEC5A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numRef>
              <c:f>Sheet1!$A$2:$A$8</c:f>
              <c:numCache>
                <c:formatCode>General</c:formatCode>
                <c:ptCount val="7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5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4.5</c:v>
                </c:pt>
                <c:pt idx="6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88-47EB-B785-A4725DEC5A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Depth val="0"/>
        <c:axId val="168348672"/>
        <c:axId val="168661760"/>
        <c:axId val="192261184"/>
      </c:line3DChart>
      <c:catAx>
        <c:axId val="168348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8661760"/>
        <c:crosses val="autoZero"/>
        <c:auto val="1"/>
        <c:lblAlgn val="ctr"/>
        <c:lblOffset val="100"/>
        <c:noMultiLvlLbl val="0"/>
      </c:catAx>
      <c:valAx>
        <c:axId val="168661760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168348672"/>
        <c:crosses val="autoZero"/>
        <c:crossBetween val="between"/>
      </c:valAx>
      <c:serAx>
        <c:axId val="192261184"/>
        <c:scaling>
          <c:orientation val="minMax"/>
        </c:scaling>
        <c:delete val="1"/>
        <c:axPos val="b"/>
        <c:majorTickMark val="out"/>
        <c:minorTickMark val="none"/>
        <c:tickLblPos val="nextTo"/>
        <c:crossAx val="168661760"/>
        <c:crosses val="autoZero"/>
      </c:serAx>
    </c:plotArea>
    <c:legend>
      <c:legendPos val="b"/>
      <c:overlay val="0"/>
      <c:txPr>
        <a:bodyPr/>
        <a:lstStyle/>
        <a:p>
          <a:pPr>
            <a:defRPr sz="1200"/>
          </a:pPr>
          <a:endParaRPr lang="pt-PT"/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8A95-45E1-A4F2-0F770363B8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A95-45E1-A4F2-0F770363B8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8A95-45E1-A4F2-0F770363B82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A95-45E1-A4F2-0F770363B82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8A95-45E1-A4F2-0F770363B82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8A95-45E1-A4F2-0F770363B82D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95-45E1-A4F2-0F770363B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82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"/>
          <c:dPt>
            <c:idx val="1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0-FA0E-4B9F-A328-E05272728FEA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FA0E-4B9F-A328-E05272728FEA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0.15000000000000024</c:v>
                </c:pt>
                <c:pt idx="2">
                  <c:v>0.2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0E-4B9F-A328-E05272728F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</c:plotArea>
    <c:legend>
      <c:legendPos val="b"/>
      <c:layout>
        <c:manualLayout>
          <c:xMode val="edge"/>
          <c:yMode val="edge"/>
          <c:x val="0.22057526256797721"/>
          <c:y val="0.82047237695916353"/>
          <c:w val="0.55225907053012013"/>
          <c:h val="7.5582593475257073E-2"/>
        </c:manualLayout>
      </c:layout>
      <c:overlay val="0"/>
      <c:txPr>
        <a:bodyPr/>
        <a:lstStyle/>
        <a:p>
          <a:pPr>
            <a:defRPr sz="1100" b="1">
              <a:solidFill>
                <a:schemeClr val="bg1">
                  <a:lumMod val="75000"/>
                </a:schemeClr>
              </a:solidFill>
            </a:defRPr>
          </a:pPr>
          <a:endParaRPr lang="pt-PT"/>
        </a:p>
      </c:txPr>
    </c:legend>
    <c:plotVisOnly val="1"/>
    <c:dispBlanksAs val="zero"/>
    <c:showDLblsOverMax val="0"/>
  </c:chart>
  <c:txPr>
    <a:bodyPr/>
    <a:lstStyle/>
    <a:p>
      <a:pPr>
        <a:defRPr sz="1600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115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1"/>
            <c:bubble3D val="0"/>
            <c:explosion val="2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DC17-404D-B055-2F8956083F01}"/>
              </c:ext>
            </c:extLst>
          </c:dPt>
          <c:dPt>
            <c:idx val="2"/>
            <c:bubble3D val="0"/>
            <c:explosion val="2"/>
            <c:extLst>
              <c:ext xmlns:c16="http://schemas.microsoft.com/office/drawing/2014/chart" uri="{C3380CC4-5D6E-409C-BE32-E72D297353CC}">
                <c16:uniqueId val="{00000001-DC17-404D-B055-2F8956083F01}"/>
              </c:ext>
            </c:extLst>
          </c:dPt>
          <c:dPt>
            <c:idx val="3"/>
            <c:bubble3D val="0"/>
            <c:explosion val="2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2-DC17-404D-B055-2F8956083F01}"/>
              </c:ext>
            </c:extLst>
          </c:dPt>
          <c:dPt>
            <c:idx val="4"/>
            <c:bubble3D val="0"/>
            <c:explosion val="2"/>
            <c:extLst>
              <c:ext xmlns:c16="http://schemas.microsoft.com/office/drawing/2014/chart" uri="{C3380CC4-5D6E-409C-BE32-E72D297353CC}">
                <c16:uniqueId val="{00000003-DC17-404D-B055-2F8956083F01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0.30000000000000032</c:v>
                </c:pt>
                <c:pt idx="1">
                  <c:v>0.1</c:v>
                </c:pt>
                <c:pt idx="2">
                  <c:v>0.15000000000000024</c:v>
                </c:pt>
                <c:pt idx="3">
                  <c:v>0.1</c:v>
                </c:pt>
                <c:pt idx="4">
                  <c:v>0.15000000000000024</c:v>
                </c:pt>
                <c:pt idx="5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17-404D-B055-2F8956083F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</c:plotArea>
    <c:legend>
      <c:legendPos val="b"/>
      <c:layout>
        <c:manualLayout>
          <c:xMode val="edge"/>
          <c:yMode val="edge"/>
          <c:x val="7.2595634937108799E-2"/>
          <c:y val="0.83551614622626447"/>
          <c:w val="0.82844815060816379"/>
          <c:h val="8.297534303370184E-2"/>
        </c:manualLayout>
      </c:layout>
      <c:overlay val="0"/>
      <c:txPr>
        <a:bodyPr/>
        <a:lstStyle/>
        <a:p>
          <a:pPr>
            <a:defRPr sz="1100" b="1">
              <a:solidFill>
                <a:schemeClr val="bg1">
                  <a:lumMod val="75000"/>
                </a:schemeClr>
              </a:solidFill>
            </a:defRPr>
          </a:pPr>
          <a:endParaRPr lang="pt-PT"/>
        </a:p>
      </c:txPr>
    </c:legend>
    <c:plotVisOnly val="1"/>
    <c:dispBlanksAs val="zero"/>
    <c:showDLblsOverMax val="0"/>
  </c:chart>
  <c:txPr>
    <a:bodyPr/>
    <a:lstStyle/>
    <a:p>
      <a:pPr>
        <a:defRPr sz="1600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D2-4727-B59D-FE105B79D9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D2-4727-B59D-FE105B79D9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D2-4727-B59D-FE105B79D9D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D2-4727-B59D-FE105B79D9D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D2-4727-B59D-FE105B79D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2"/>
        <c:gapDepth val="346"/>
        <c:shape val="cylinder"/>
        <c:axId val="193256832"/>
        <c:axId val="193262720"/>
        <c:axId val="0"/>
      </c:bar3DChart>
      <c:catAx>
        <c:axId val="1932568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3262720"/>
        <c:crosses val="autoZero"/>
        <c:auto val="1"/>
        <c:lblAlgn val="ctr"/>
        <c:lblOffset val="100"/>
        <c:noMultiLvlLbl val="0"/>
      </c:catAx>
      <c:valAx>
        <c:axId val="193262720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crossAx val="19325683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2219206974128299"/>
          <c:y val="0.85320925231976497"/>
          <c:w val="0.84490157480314965"/>
          <c:h val="9.844057363864755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explosion val="7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8B8E-4489-B78A-EC555261759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B8E-4489-B78A-EC555261759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8B8E-4489-B78A-EC555261759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B8E-4489-B78A-EC555261759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8B8E-4489-B78A-EC555261759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8B8E-4489-B78A-EC5552617595}"/>
              </c:ext>
            </c:extLst>
          </c:dPt>
          <c:dLbls>
            <c:dLbl>
              <c:idx val="0"/>
              <c:layout>
                <c:manualLayout>
                  <c:x val="1.8760207325403049E-2"/>
                  <c:y val="-8.1533829700644544E-2"/>
                </c:manualLayout>
              </c:layout>
              <c:spPr/>
              <c:txPr>
                <a:bodyPr/>
                <a:lstStyle/>
                <a:p>
                  <a:pPr>
                    <a:defRPr sz="6000"/>
                  </a:pPr>
                  <a:endParaRPr lang="pt-P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B8E-4489-B78A-EC5552617595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30</c:v>
                </c:pt>
                <c:pt idx="3">
                  <c:v>15</c:v>
                </c:pt>
                <c:pt idx="4">
                  <c:v>10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8E-4489-B78A-EC55526175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5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chemeClr val="bg1">
                  <a:lumMod val="65000"/>
                </a:schemeClr>
              </a:solidFill>
            </a:defRPr>
          </a:pPr>
          <a:endParaRPr lang="pt-PT"/>
        </a:p>
      </c:txPr>
    </c:legend>
    <c:plotVisOnly val="1"/>
    <c:dispBlanksAs val="zero"/>
    <c:showDLblsOverMax val="0"/>
  </c:chart>
  <c:spPr>
    <a:ln>
      <a:noFill/>
    </a:ln>
  </c:spPr>
  <c:txPr>
    <a:bodyPr/>
    <a:lstStyle/>
    <a:p>
      <a:pPr rtl="0">
        <a:defRPr sz="2400" baseline="-25000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5BBC-4101-8B10-4F9E4DDDF9BC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BBC-4101-8B10-4F9E4DDDF9BC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5BBC-4101-8B10-4F9E4DDDF9BC}"/>
              </c:ext>
            </c:extLst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BBC-4101-8B10-4F9E4DDDF9BC}"/>
              </c:ext>
            </c:extLst>
          </c:dPt>
          <c:dPt>
            <c:idx val="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5BBC-4101-8B10-4F9E4DDDF9BC}"/>
              </c:ext>
            </c:extLst>
          </c:dPt>
          <c:dPt>
            <c:idx val="5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5BBC-4101-8B10-4F9E4DDDF9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/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30</c:v>
                </c:pt>
                <c:pt idx="3">
                  <c:v>15</c:v>
                </c:pt>
                <c:pt idx="4">
                  <c:v>10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BC-4101-8B10-4F9E4DDDF9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40"/>
      </c:pie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2400" baseline="-25000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</c:spPr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0-CE91-424C-9BDD-C3DFD091163B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CE91-424C-9BDD-C3DFD091163B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2-CE91-424C-9BDD-C3DFD091163B}"/>
              </c:ext>
            </c:extLst>
          </c:dPt>
          <c:dLbls>
            <c:dLbl>
              <c:idx val="0"/>
              <c:layout>
                <c:manualLayout>
                  <c:x val="-0.22397755905511813"/>
                  <c:y val="0.113032211882605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91-424C-9BDD-C3DFD091163B}"/>
                </c:ext>
              </c:extLst>
            </c:dLbl>
            <c:dLbl>
              <c:idx val="1"/>
              <c:layout>
                <c:manualLayout>
                  <c:x val="3.7971259842520456E-2"/>
                  <c:y val="-0.269629205440229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91-424C-9BDD-C3DFD091163B}"/>
                </c:ext>
              </c:extLst>
            </c:dLbl>
            <c:dLbl>
              <c:idx val="2"/>
              <c:layout>
                <c:manualLayout>
                  <c:x val="0.15983989501312837"/>
                  <c:y val="6.73872584108809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91-424C-9BDD-C3DFD091163B}"/>
                </c:ext>
              </c:extLst>
            </c:dLbl>
            <c:dLbl>
              <c:idx val="3"/>
              <c:layout>
                <c:manualLayout>
                  <c:x val="9.5941469816273245E-2"/>
                  <c:y val="0.20323478883321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91-424C-9BDD-C3DFD091163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0.25</c:v>
                </c:pt>
                <c:pt idx="2">
                  <c:v>0.2</c:v>
                </c:pt>
                <c:pt idx="3">
                  <c:v>0.15000000000000024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91-424C-9BDD-C3DFD09116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>
        <c:manualLayout>
          <c:xMode val="edge"/>
          <c:yMode val="edge"/>
          <c:x val="0.19678923884514493"/>
          <c:y val="0.88326216345700237"/>
          <c:w val="0.57308818897637759"/>
          <c:h val="7.1103957852546668E-2"/>
        </c:manualLayout>
      </c:layout>
      <c:overlay val="0"/>
      <c:txPr>
        <a:bodyPr/>
        <a:lstStyle/>
        <a:p>
          <a:pPr>
            <a:defRPr sz="900">
              <a:solidFill>
                <a:schemeClr val="bg1">
                  <a:lumMod val="75000"/>
                </a:schemeClr>
              </a:solidFill>
            </a:defRPr>
          </a:pPr>
          <a:endParaRPr lang="pt-PT"/>
        </a:p>
      </c:txPr>
    </c:legend>
    <c:plotVisOnly val="1"/>
    <c:dispBlanksAs val="zero"/>
    <c:showDLblsOverMax val="0"/>
  </c:chart>
  <c:txPr>
    <a:bodyPr/>
    <a:lstStyle/>
    <a:p>
      <a:pPr>
        <a:defRPr sz="1600" b="1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9.2707145443026745E-2"/>
          <c:y val="8.4571174926663745E-2"/>
          <c:w val="0.90729285455697362"/>
          <c:h val="0.76053072410066358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979E-4AF8-A43F-FFE9C95F12F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979E-4AF8-A43F-FFE9C95F12F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2-979E-4AF8-A43F-FFE9C95F12F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3-979E-4AF8-A43F-FFE9C95F12F7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2.5</c:v>
                </c:pt>
                <c:pt idx="1">
                  <c:v>2.2999999999999998</c:v>
                </c:pt>
                <c:pt idx="2">
                  <c:v>2</c:v>
                </c:pt>
                <c:pt idx="3">
                  <c:v>1.5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9E-4AF8-A43F-FFE9C95F12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5"/>
        <c:gapDepth val="226"/>
        <c:shape val="cylinder"/>
        <c:axId val="192760832"/>
        <c:axId val="193264640"/>
        <c:axId val="0"/>
      </c:bar3DChart>
      <c:catAx>
        <c:axId val="1927608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3264640"/>
        <c:crosses val="autoZero"/>
        <c:auto val="1"/>
        <c:lblAlgn val="ctr"/>
        <c:lblOffset val="100"/>
        <c:noMultiLvlLbl val="0"/>
      </c:catAx>
      <c:valAx>
        <c:axId val="193264640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.0%" sourceLinked="1"/>
        <c:majorTickMark val="out"/>
        <c:minorTickMark val="none"/>
        <c:tickLblPos val="nextTo"/>
        <c:crossAx val="1927608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0"/>
      <c:rotY val="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9.2707145443026745E-2"/>
          <c:y val="8.4571174926663745E-2"/>
          <c:w val="0.90729285455697362"/>
          <c:h val="0.76053072410066358"/>
        </c:manualLayout>
      </c:layout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172D-4AE2-9A04-838416F17F9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172D-4AE2-9A04-838416F17F9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2-172D-4AE2-9A04-838416F17F9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3-172D-4AE2-9A04-838416F17F9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4-172D-4AE2-9A04-838416F17F99}"/>
              </c:ext>
            </c:extLst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  <c:pt idx="5">
                  <c:v>Category 7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1.5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2D-4AE2-9A04-838416F17F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6-172D-4AE2-9A04-838416F17F99}"/>
              </c:ext>
            </c:extLst>
          </c:dPt>
          <c:dPt>
            <c:idx val="1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7-172D-4AE2-9A04-838416F17F99}"/>
              </c:ext>
            </c:extLst>
          </c:dPt>
          <c:dPt>
            <c:idx val="2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8-172D-4AE2-9A04-838416F17F99}"/>
              </c:ext>
            </c:extLst>
          </c:dPt>
          <c:dPt>
            <c:idx val="3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9-172D-4AE2-9A04-838416F17F99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A-172D-4AE2-9A04-838416F17F99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B-172D-4AE2-9A04-838416F17F99}"/>
              </c:ext>
            </c:extLst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  <c:pt idx="5">
                  <c:v>Category 7</c:v>
                </c:pt>
              </c:strCache>
            </c:strRef>
          </c:cat>
          <c:val>
            <c:numRef>
              <c:f>Sheet1!$C$2:$C$7</c:f>
              <c:numCache>
                <c:formatCode>0.0%</c:formatCode>
                <c:ptCount val="6"/>
                <c:pt idx="0">
                  <c:v>0.5</c:v>
                </c:pt>
                <c:pt idx="1">
                  <c:v>2</c:v>
                </c:pt>
                <c:pt idx="2">
                  <c:v>1.8</c:v>
                </c:pt>
                <c:pt idx="3">
                  <c:v>2.8</c:v>
                </c:pt>
                <c:pt idx="4">
                  <c:v>3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72D-4AE2-9A04-838416F17F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5"/>
        <c:gapDepth val="226"/>
        <c:shape val="cylinder"/>
        <c:axId val="55361920"/>
        <c:axId val="55363456"/>
        <c:axId val="0"/>
      </c:bar3DChart>
      <c:catAx>
        <c:axId val="55361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5363456"/>
        <c:crosses val="autoZero"/>
        <c:auto val="1"/>
        <c:lblAlgn val="ctr"/>
        <c:lblOffset val="100"/>
        <c:noMultiLvlLbl val="0"/>
      </c:catAx>
      <c:valAx>
        <c:axId val="55363456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crossAx val="553619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20"/>
      <c:rotY val="20"/>
      <c:depthPercent val="9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6.8075827411817419E-2"/>
          <c:y val="3.9667598585482404E-2"/>
          <c:w val="0.93192417258818783"/>
          <c:h val="0.84112033564978805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 01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289E-4836-A038-87C4E6C659A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289E-4836-A038-87C4E6C659A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2-289E-4836-A038-87C4E6C659A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3-289E-4836-A038-87C4E6C659A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4-289E-4836-A038-87C4E6C659AA}"/>
              </c:ext>
            </c:extLst>
          </c:dPt>
          <c:dLbls>
            <c:dLbl>
              <c:idx val="0"/>
              <c:layout>
                <c:manualLayout>
                  <c:x val="1.1006289308175985E-2"/>
                  <c:y val="1.08184359778588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89E-4836-A038-87C4E6C659AA}"/>
                </c:ext>
              </c:extLst>
            </c:dLbl>
            <c:dLbl>
              <c:idx val="1"/>
              <c:layout>
                <c:manualLayout>
                  <c:x val="1.7295597484276729E-2"/>
                  <c:y val="3.305595028941082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9E-4836-A038-87C4E6C659AA}"/>
                </c:ext>
              </c:extLst>
            </c:dLbl>
            <c:dLbl>
              <c:idx val="2"/>
              <c:layout>
                <c:manualLayout>
                  <c:x val="1.25786163522011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9E-4836-A038-87C4E6C659AA}"/>
                </c:ext>
              </c:extLst>
            </c:dLbl>
            <c:dLbl>
              <c:idx val="3"/>
              <c:layout>
                <c:manualLayout>
                  <c:x val="1.415094339622641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9E-4836-A038-87C4E6C659AA}"/>
                </c:ext>
              </c:extLst>
            </c:dLbl>
            <c:dLbl>
              <c:idx val="4"/>
              <c:layout>
                <c:manualLayout>
                  <c:x val="1.415094339622641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9E-4836-A038-87C4E6C65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90</c:v>
                </c:pt>
                <c:pt idx="2">
                  <c:v>80</c:v>
                </c:pt>
                <c:pt idx="3">
                  <c:v>50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9E-4836-A038-87C4E6C659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gapDepth val="189"/>
        <c:shape val="cylinder"/>
        <c:axId val="192983424"/>
        <c:axId val="192984960"/>
        <c:axId val="0"/>
      </c:bar3DChart>
      <c:catAx>
        <c:axId val="192983424"/>
        <c:scaling>
          <c:orientation val="maxMin"/>
        </c:scaling>
        <c:delete val="0"/>
        <c:axPos val="l"/>
        <c:majorGridlines>
          <c:spPr>
            <a:ln>
              <a:solidFill>
                <a:schemeClr val="bg2">
                  <a:lumMod val="85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crossAx val="192984960"/>
        <c:crosses val="autoZero"/>
        <c:auto val="0"/>
        <c:lblAlgn val="ctr"/>
        <c:lblOffset val="100"/>
        <c:tickMarkSkip val="1"/>
        <c:noMultiLvlLbl val="0"/>
      </c:catAx>
      <c:valAx>
        <c:axId val="192984960"/>
        <c:scaling>
          <c:orientation val="minMax"/>
        </c:scaling>
        <c:delete val="0"/>
        <c:axPos val="t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General" sourceLinked="0"/>
        <c:majorTickMark val="none"/>
        <c:minorTickMark val="none"/>
        <c:tickLblPos val="none"/>
        <c:crossAx val="19298342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63650019442014183"/>
          <c:y val="0.82238144318984763"/>
          <c:w val="0.29389788082045437"/>
          <c:h val="8.0060082191273779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115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9B6C-4DFB-93C9-599B55127F7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9B6C-4DFB-93C9-599B55127F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0.30000000000000032</c:v>
                </c:pt>
                <c:pt idx="1">
                  <c:v>0.1</c:v>
                </c:pt>
                <c:pt idx="2">
                  <c:v>0.15000000000000024</c:v>
                </c:pt>
                <c:pt idx="3">
                  <c:v>0.1</c:v>
                </c:pt>
                <c:pt idx="4">
                  <c:v>0.15000000000000024</c:v>
                </c:pt>
                <c:pt idx="5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C-4DFB-93C9-599B55127F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</c:plotArea>
    <c:legend>
      <c:legendPos val="b"/>
      <c:layout>
        <c:manualLayout>
          <c:xMode val="edge"/>
          <c:yMode val="edge"/>
          <c:x val="9.8956214454730351E-2"/>
          <c:y val="0.91702465696629865"/>
          <c:w val="0.82844815060816401"/>
          <c:h val="8.297534303370184E-2"/>
        </c:manualLayout>
      </c:layout>
      <c:overlay val="0"/>
      <c:txPr>
        <a:bodyPr/>
        <a:lstStyle/>
        <a:p>
          <a:pPr>
            <a:defRPr sz="1100" b="1">
              <a:solidFill>
                <a:schemeClr val="bg1">
                  <a:lumMod val="75000"/>
                </a:schemeClr>
              </a:solidFill>
            </a:defRPr>
          </a:pPr>
          <a:endParaRPr lang="pt-PT"/>
        </a:p>
      </c:txPr>
    </c:legend>
    <c:plotVisOnly val="1"/>
    <c:dispBlanksAs val="zero"/>
    <c:showDLblsOverMax val="0"/>
  </c:chart>
  <c:txPr>
    <a:bodyPr/>
    <a:lstStyle/>
    <a:p>
      <a:pPr>
        <a:defRPr sz="1600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707145443026745E-2"/>
          <c:y val="8.4571174926663745E-2"/>
          <c:w val="0.90729285455697362"/>
          <c:h val="0.7605307241006635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F517-42D4-9AFE-E7FDB3B0DC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F517-42D4-9AFE-E7FDB3B0DC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2-F517-42D4-9AFE-E7FDB3B0DC9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3-F517-42D4-9AFE-E7FDB3B0DC9B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</c:v>
                </c:pt>
                <c:pt idx="1">
                  <c:v>0.5</c:v>
                </c:pt>
                <c:pt idx="2">
                  <c:v>0.30000000000000032</c:v>
                </c:pt>
                <c:pt idx="3">
                  <c:v>1</c:v>
                </c:pt>
                <c:pt idx="4">
                  <c:v>0.30000000000000032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17-42D4-9AFE-E7FDB3B0DC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5400">
              <a:noFill/>
            </a:ln>
          </c:spPr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0.1</c:v>
                </c:pt>
                <c:pt idx="1">
                  <c:v>0.55000000000000004</c:v>
                </c:pt>
                <c:pt idx="2">
                  <c:v>0.35000000000000031</c:v>
                </c:pt>
                <c:pt idx="3">
                  <c:v>0.9</c:v>
                </c:pt>
                <c:pt idx="4">
                  <c:v>0.30000000000000032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17-42D4-9AFE-E7FDB3B0DC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5400">
              <a:noFill/>
            </a:ln>
          </c:spPr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0.15000000000000024</c:v>
                </c:pt>
                <c:pt idx="1">
                  <c:v>0.60000000000000064</c:v>
                </c:pt>
                <c:pt idx="2">
                  <c:v>0.4</c:v>
                </c:pt>
                <c:pt idx="3">
                  <c:v>0.5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17-42D4-9AFE-E7FDB3B0DC9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5400">
              <a:noFill/>
            </a:ln>
          </c:spPr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0.2</c:v>
                </c:pt>
                <c:pt idx="1">
                  <c:v>0.65000000000000235</c:v>
                </c:pt>
                <c:pt idx="2">
                  <c:v>0.45</c:v>
                </c:pt>
                <c:pt idx="3">
                  <c:v>0.55000000000000004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17-42D4-9AFE-E7FDB3B0DC9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5400">
              <a:noFill/>
            </a:ln>
          </c:spPr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</c:strCache>
            </c:strRef>
          </c:cat>
          <c:val>
            <c:numRef>
              <c:f>Sheet1!$F$2:$F$6</c:f>
              <c:numCache>
                <c:formatCode>0%</c:formatCode>
                <c:ptCount val="5"/>
                <c:pt idx="0">
                  <c:v>0.25</c:v>
                </c:pt>
                <c:pt idx="1">
                  <c:v>0.70000000000000062</c:v>
                </c:pt>
                <c:pt idx="2">
                  <c:v>0.5</c:v>
                </c:pt>
                <c:pt idx="3">
                  <c:v>0.60000000000000064</c:v>
                </c:pt>
                <c:pt idx="4">
                  <c:v>0.60000000000000064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17-42D4-9AFE-E7FDB3B0DC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445056"/>
        <c:axId val="126446592"/>
      </c:areaChart>
      <c:catAx>
        <c:axId val="1264450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6446592"/>
        <c:crosses val="autoZero"/>
        <c:auto val="1"/>
        <c:lblAlgn val="ctr"/>
        <c:lblOffset val="100"/>
        <c:noMultiLvlLbl val="0"/>
      </c:catAx>
      <c:valAx>
        <c:axId val="126446592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pt-PT"/>
          </a:p>
        </c:txPr>
        <c:crossAx val="126445056"/>
        <c:crosses val="autoZero"/>
        <c:crossBetween val="midCat"/>
        <c:dispUnits>
          <c:builtInUnit val="hundreds"/>
        </c:dispUnits>
      </c:valAx>
    </c:plotArea>
    <c:plotVisOnly val="1"/>
    <c:dispBlanksAs val="zero"/>
    <c:showDLblsOverMax val="0"/>
  </c:chart>
  <c:txPr>
    <a:bodyPr/>
    <a:lstStyle/>
    <a:p>
      <a:pPr>
        <a:defRPr sz="11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887558033003345E-2"/>
          <c:y val="4.6293773274872635E-2"/>
          <c:w val="0.87872087984984393"/>
          <c:h val="0.79956085665293231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901-44BC-AE45-9BE35914B2C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901-44BC-AE45-9BE35914B2C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901-44BC-AE45-9BE35914B2C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901-44BC-AE45-9BE35914B2C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6901-44BC-AE45-9BE35914B2CB}"/>
              </c:ext>
            </c:extLst>
          </c:dPt>
          <c:dPt>
            <c:idx val="7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901-44BC-AE45-9BE35914B2CB}"/>
              </c:ext>
            </c:extLst>
          </c:dPt>
          <c:dPt>
            <c:idx val="8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6901-44BC-AE45-9BE35914B2CB}"/>
              </c:ext>
            </c:extLst>
          </c:dPt>
          <c:dPt>
            <c:idx val="9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901-44BC-AE45-9BE35914B2CB}"/>
              </c:ext>
            </c:extLst>
          </c:dPt>
          <c:dPt>
            <c:idx val="1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6901-44BC-AE45-9BE35914B2CB}"/>
              </c:ext>
            </c:extLst>
          </c:dPt>
          <c:dPt>
            <c:idx val="11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6901-44BC-AE45-9BE35914B2CB}"/>
              </c:ext>
            </c:extLst>
          </c:dPt>
          <c:dLbls>
            <c:dLbl>
              <c:idx val="0"/>
              <c:layout>
                <c:manualLayout>
                  <c:x val="1.636904761904762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901-44BC-AE45-9BE35914B2CB}"/>
                </c:ext>
              </c:extLst>
            </c:dLbl>
            <c:dLbl>
              <c:idx val="11"/>
              <c:layout>
                <c:manualLayout>
                  <c:x val="-2.976190476190479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901-44BC-AE45-9BE35914B2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.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Act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20</c:v>
                </c:pt>
                <c:pt idx="2">
                  <c:v>20</c:v>
                </c:pt>
                <c:pt idx="3">
                  <c:v>26</c:v>
                </c:pt>
                <c:pt idx="4">
                  <c:v>33</c:v>
                </c:pt>
                <c:pt idx="5">
                  <c:v>45</c:v>
                </c:pt>
                <c:pt idx="6">
                  <c:v>50</c:v>
                </c:pt>
                <c:pt idx="7">
                  <c:v>50</c:v>
                </c:pt>
                <c:pt idx="8">
                  <c:v>67</c:v>
                </c:pt>
                <c:pt idx="9">
                  <c:v>60</c:v>
                </c:pt>
                <c:pt idx="10">
                  <c:v>70</c:v>
                </c:pt>
                <c:pt idx="11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901-44BC-AE45-9BE35914B2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3225472"/>
        <c:axId val="133227264"/>
      </c:areaChart>
      <c:catAx>
        <c:axId val="13322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133227264"/>
        <c:crosses val="autoZero"/>
        <c:auto val="1"/>
        <c:lblAlgn val="ctr"/>
        <c:lblOffset val="100"/>
        <c:noMultiLvlLbl val="0"/>
      </c:catAx>
      <c:valAx>
        <c:axId val="133227264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33225472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05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56FD-4334-817D-34D2EEB85DAE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56FD-4334-817D-34D2EEB85DA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FD-4334-817D-34D2EEB85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9C0B-4837-98E4-46F49ADE45ED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9C0B-4837-98E4-46F49ADE45E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0B-4837-98E4-46F49ADE4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0-CDA4-4670-87D7-296B486C53ED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CDA4-4670-87D7-296B486C53E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A4-4670-87D7-296B486C5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4"/>
            </a:solidFill>
          </c:spPr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0-225F-405D-AD4E-7381D44EE61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5F-405D-AD4E-7381D44EE6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4-48E4-BEFC-5E94EAB97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3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28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7"/>
            <c:extLst>
              <c:ext xmlns:c16="http://schemas.microsoft.com/office/drawing/2014/chart" uri="{C3380CC4-5D6E-409C-BE32-E72D297353CC}">
                <c16:uniqueId val="{00000000-BFC5-499C-BC5E-0F77FDB376C3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BFC5-499C-BC5E-0F77FDB376C3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2012</c:v>
                </c:pt>
              </c:numCache>
            </c:numRef>
          </c:cat>
          <c:val>
            <c:numRef>
              <c:f>Sheet1!$B$2:$B$3</c:f>
              <c:numCache>
                <c:formatCode>0%</c:formatCode>
                <c:ptCount val="2"/>
                <c:pt idx="0">
                  <c:v>0.75000000000001299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C5-499C-BC5E-0F77FDB376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zero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28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7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B18E-4E63-AE4E-2709EC0F52DD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B18E-4E63-AE4E-2709EC0F52D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2012</c:v>
                </c:pt>
              </c:numCache>
            </c:numRef>
          </c:cat>
          <c:val>
            <c:numRef>
              <c:f>Sheet1!$B$2:$B$3</c:f>
              <c:numCache>
                <c:formatCode>0%</c:formatCode>
                <c:ptCount val="2"/>
                <c:pt idx="0">
                  <c:v>0.60000000000000064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8E-4E63-AE4E-2709EC0F52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zero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28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7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0-FBFA-4368-8F4F-1B7E997E1B39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FBFA-4368-8F4F-1B7E997E1B39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2012</c:v>
                </c:pt>
              </c:numCache>
            </c:numRef>
          </c:cat>
          <c:val>
            <c:numRef>
              <c:f>Sheet1!$B$2:$B$3</c:f>
              <c:numCache>
                <c:formatCode>0%</c:formatCode>
                <c:ptCount val="2"/>
                <c:pt idx="0">
                  <c:v>0.45</c:v>
                </c:pt>
                <c:pt idx="1">
                  <c:v>0.60000000000000064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FA-4368-8F4F-1B7E997E1B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zero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28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7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0-3E05-425F-A425-68A24936D969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3E05-425F-A425-68A24936D969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2012</c:v>
                </c:pt>
              </c:numCache>
            </c:numRef>
          </c:cat>
          <c:val>
            <c:numRef>
              <c:f>Sheet1!$B$2:$B$3</c:f>
              <c:numCache>
                <c:formatCode>0%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05-425F-A425-68A24936D9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zero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28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7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0-22D8-4E02-A2BB-CE337B825B6E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22D8-4E02-A2BB-CE337B825B6E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2012</c:v>
                </c:pt>
              </c:numCache>
            </c:numRef>
          </c:cat>
          <c:val>
            <c:numRef>
              <c:f>Sheet1!$B$2:$B$3</c:f>
              <c:numCache>
                <c:formatCode>0%</c:formatCode>
                <c:ptCount val="2"/>
                <c:pt idx="0">
                  <c:v>0.9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D8-4E02-A2BB-CE337B825B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zero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AB61-454F-9772-AD7E3C775237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B61-454F-9772-AD7E3C775237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AB61-454F-9772-AD7E3C775237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B61-454F-9772-AD7E3C775237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AB61-454F-9772-AD7E3C775237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B61-454F-9772-AD7E3C775237}"/>
              </c:ext>
            </c:extLst>
          </c:dPt>
          <c:cat>
            <c:strRef>
              <c:f>Sheet1!$A$2:$A$11</c:f>
              <c:strCache>
                <c:ptCount val="1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61-454F-9772-AD7E3C7752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BC2D-4CF7-97FE-87D3DBB0F3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C2D-4CF7-97FE-87D3DBB0F359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BC2D-4CF7-97FE-87D3DBB0F359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C2D-4CF7-97FE-87D3DBB0F359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BC2D-4CF7-97FE-87D3DBB0F359}"/>
              </c:ext>
            </c:extLst>
          </c:dPt>
          <c:dPt>
            <c:idx val="5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C2D-4CF7-97FE-87D3DBB0F359}"/>
              </c:ext>
            </c:extLst>
          </c:dPt>
          <c:dPt>
            <c:idx val="6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BC2D-4CF7-97FE-87D3DBB0F359}"/>
              </c:ext>
            </c:extLst>
          </c:dPt>
          <c:cat>
            <c:strRef>
              <c:f>Sheet1!$A$2:$A$11</c:f>
              <c:strCache>
                <c:ptCount val="1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C2D-4CF7-97FE-87D3DBB0F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CFAA-451A-B8CD-7A78D16C36F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FAA-451A-B8CD-7A78D16C36F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CFAA-451A-B8CD-7A78D16C36FC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FAA-451A-B8CD-7A78D16C36FC}"/>
              </c:ext>
            </c:extLst>
          </c:dPt>
          <c:dPt>
            <c:idx val="4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CFAA-451A-B8CD-7A78D16C36FC}"/>
              </c:ext>
            </c:extLst>
          </c:dPt>
          <c:dPt>
            <c:idx val="5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CFAA-451A-B8CD-7A78D16C36FC}"/>
              </c:ext>
            </c:extLst>
          </c:dPt>
          <c:dPt>
            <c:idx val="6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CFAA-451A-B8CD-7A78D16C36FC}"/>
              </c:ext>
            </c:extLst>
          </c:dPt>
          <c:dPt>
            <c:idx val="7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CFAA-451A-B8CD-7A78D16C36FC}"/>
              </c:ext>
            </c:extLst>
          </c:dPt>
          <c:cat>
            <c:strRef>
              <c:f>Sheet1!$A$2:$A$11</c:f>
              <c:strCache>
                <c:ptCount val="1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AA-451A-B8CD-7A78D16C36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7ED4-46B3-8D53-6EB71C28D312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ED4-46B3-8D53-6EB71C28D31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7ED4-46B3-8D53-6EB71C28D31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7ED4-46B3-8D53-6EB71C28D312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7ED4-46B3-8D53-6EB71C28D312}"/>
              </c:ext>
            </c:extLst>
          </c:dPt>
          <c:cat>
            <c:strRef>
              <c:f>Sheet1!$A$2:$A$11</c:f>
              <c:strCache>
                <c:ptCount val="1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ED4-46B3-8D53-6EB71C28D3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2BCD-453C-8ABA-45DB7F69B1D3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BCD-453C-8ABA-45DB7F69B1D3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2BCD-453C-8ABA-45DB7F69B1D3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BCD-453C-8ABA-45DB7F69B1D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2BCD-453C-8ABA-45DB7F69B1D3}"/>
              </c:ext>
            </c:extLst>
          </c:dPt>
          <c:dPt>
            <c:idx val="5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BCD-453C-8ABA-45DB7F69B1D3}"/>
              </c:ext>
            </c:extLst>
          </c:dPt>
          <c:dPt>
            <c:idx val="6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2BCD-453C-8ABA-45DB7F69B1D3}"/>
              </c:ext>
            </c:extLst>
          </c:dPt>
          <c:dPt>
            <c:idx val="7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BCD-453C-8ABA-45DB7F69B1D3}"/>
              </c:ext>
            </c:extLst>
          </c:dPt>
          <c:cat>
            <c:strRef>
              <c:f>Sheet1!$A$2:$A$11</c:f>
              <c:strCache>
                <c:ptCount val="1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CD-453C-8ABA-45DB7F69B1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2225">
              <a:solidFill>
                <a:schemeClr val="bg1">
                  <a:lumMod val="75000"/>
                </a:schemeClr>
              </a:solidFill>
              <a:prstDash val="sysDot"/>
            </a:ln>
          </c:spPr>
          <c:marker>
            <c:symbol val="circle"/>
            <c:size val="25"/>
          </c:marker>
          <c:dPt>
            <c:idx val="0"/>
            <c:marker>
              <c:spPr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3E1-471B-935E-BB7A6A2554CA}"/>
              </c:ext>
            </c:extLst>
          </c:dPt>
          <c:dPt>
            <c:idx val="1"/>
            <c:marker>
              <c:spPr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c:spPr>
            </c:marker>
            <c:bubble3D val="0"/>
            <c:spPr>
              <a:ln w="22225">
                <a:solidFill>
                  <a:schemeClr val="accent2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2-E3E1-471B-935E-BB7A6A2554CA}"/>
              </c:ext>
            </c:extLst>
          </c:dPt>
          <c:dPt>
            <c:idx val="2"/>
            <c:marker>
              <c:spPr>
                <a:solidFill>
                  <a:schemeClr val="accent3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E3E1-471B-935E-BB7A6A2554CA}"/>
              </c:ext>
            </c:extLst>
          </c:dPt>
          <c:dPt>
            <c:idx val="3"/>
            <c:marker>
              <c:spPr>
                <a:solidFill>
                  <a:schemeClr val="accent4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3E1-471B-935E-BB7A6A2554CA}"/>
              </c:ext>
            </c:extLst>
          </c:dPt>
          <c:dPt>
            <c:idx val="4"/>
            <c:marker>
              <c:spPr>
                <a:solidFill>
                  <a:schemeClr val="accent5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3E1-471B-935E-BB7A6A2554CA}"/>
              </c:ext>
            </c:extLst>
          </c:dPt>
          <c:dPt>
            <c:idx val="5"/>
            <c:marker>
              <c:spPr>
                <a:solidFill>
                  <a:schemeClr val="accent6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3E1-471B-935E-BB7A6A2554CA}"/>
              </c:ext>
            </c:extLst>
          </c:dPt>
          <c:xVal>
            <c:numRef>
              <c:f>Sheet1!$A$2:$A$8</c:f>
              <c:numCache>
                <c:formatCode>General</c:formatCode>
                <c:ptCount val="7"/>
                <c:pt idx="0">
                  <c:v>0.30000000000000032</c:v>
                </c:pt>
                <c:pt idx="1">
                  <c:v>0.8</c:v>
                </c:pt>
                <c:pt idx="2">
                  <c:v>1.5</c:v>
                </c:pt>
                <c:pt idx="3">
                  <c:v>1.8</c:v>
                </c:pt>
                <c:pt idx="4">
                  <c:v>1.5</c:v>
                </c:pt>
                <c:pt idx="5">
                  <c:v>0.5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0.8</c:v>
                </c:pt>
                <c:pt idx="3">
                  <c:v>1.5</c:v>
                </c:pt>
                <c:pt idx="4">
                  <c:v>2</c:v>
                </c:pt>
                <c:pt idx="5">
                  <c:v>2.2999999999999998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E3E1-471B-935E-BB7A6A255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439232"/>
        <c:axId val="168768256"/>
      </c:scatterChart>
      <c:valAx>
        <c:axId val="153439232"/>
        <c:scaling>
          <c:orientation val="minMax"/>
        </c:scaling>
        <c:delete val="0"/>
        <c:axPos val="b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168768256"/>
        <c:crosses val="autoZero"/>
        <c:crossBetween val="midCat"/>
      </c:valAx>
      <c:valAx>
        <c:axId val="168768256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153439232"/>
        <c:crosses val="autoZero"/>
        <c:crossBetween val="midCat"/>
      </c:valAx>
      <c:spPr>
        <a:ln>
          <a:solidFill>
            <a:schemeClr val="tx1">
              <a:lumMod val="25000"/>
              <a:lumOff val="75000"/>
            </a:schemeClr>
          </a:solidFill>
        </a:ln>
      </c:spPr>
    </c:plotArea>
    <c:plotVisOnly val="1"/>
    <c:dispBlanksAs val="gap"/>
    <c:showDLblsOverMax val="0"/>
  </c:chart>
  <c:txPr>
    <a:bodyPr/>
    <a:lstStyle/>
    <a:p>
      <a:pPr>
        <a:defRPr sz="1400">
          <a:solidFill>
            <a:schemeClr val="bg1">
              <a:lumMod val="65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887-4FE2-A0EC-E3CFB21AA60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887-4FE2-A0EC-E3CFB21AA60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B887-4FE2-A0EC-E3CFB21AA60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887-4FE2-A0EC-E3CFB21AA60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B887-4FE2-A0EC-E3CFB21AA602}"/>
              </c:ext>
            </c:extLst>
          </c:dPt>
          <c:xVal>
            <c:numRef>
              <c:f>Sheet1!$A$2:$A$7</c:f>
              <c:numCache>
                <c:formatCode>General</c:formatCode>
                <c:ptCount val="6"/>
                <c:pt idx="0">
                  <c:v>0.70000000000000062</c:v>
                </c:pt>
                <c:pt idx="1">
                  <c:v>1.8</c:v>
                </c:pt>
                <c:pt idx="2">
                  <c:v>2.6</c:v>
                </c:pt>
                <c:pt idx="3">
                  <c:v>2.6</c:v>
                </c:pt>
                <c:pt idx="4">
                  <c:v>4</c:v>
                </c:pt>
                <c:pt idx="5">
                  <c:v>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  <c:pt idx="3">
                  <c:v>5</c:v>
                </c:pt>
                <c:pt idx="4">
                  <c:v>3.2</c:v>
                </c:pt>
                <c:pt idx="5">
                  <c:v>1.2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4</c:v>
                </c:pt>
                <c:pt idx="2">
                  <c:v>8</c:v>
                </c:pt>
                <c:pt idx="3">
                  <c:v>30</c:v>
                </c:pt>
                <c:pt idx="4">
                  <c:v>4</c:v>
                </c:pt>
                <c:pt idx="5">
                  <c:v>4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5-B887-4FE2-A0EC-E3CFB21AA6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86340480"/>
        <c:axId val="186342016"/>
      </c:bubbleChart>
      <c:valAx>
        <c:axId val="186340480"/>
        <c:scaling>
          <c:orientation val="minMax"/>
        </c:scaling>
        <c:delete val="0"/>
        <c:axPos val="b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186342016"/>
        <c:crosses val="autoZero"/>
        <c:crossBetween val="midCat"/>
      </c:valAx>
      <c:valAx>
        <c:axId val="186342016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186340480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chemeClr val="bg1">
              <a:lumMod val="75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Start</a:t>
            </a:r>
            <a:r>
              <a:rPr lang="en-US" baseline="0" dirty="0"/>
              <a:t> Up Expenses in One Week</a:t>
            </a:r>
            <a:endParaRPr lang="en-US" dirty="0"/>
          </a:p>
        </c:rich>
      </c:tx>
      <c:layout>
        <c:manualLayout>
          <c:xMode val="edge"/>
          <c:yMode val="edge"/>
          <c:x val="0.30130941965587793"/>
          <c:y val="0.10262492300022839"/>
        </c:manualLayout>
      </c:layout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2225"/>
          </c:spPr>
          <c:marker>
            <c:symbol val="circle"/>
            <c:size val="8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2AB-4DDB-B236-13F3B3029B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2225"/>
          </c:spPr>
          <c:marker>
            <c:symbol val="circle"/>
            <c:size val="8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1.2</c:v>
                </c:pt>
                <c:pt idx="1">
                  <c:v>2</c:v>
                </c:pt>
                <c:pt idx="2">
                  <c:v>2.5</c:v>
                </c:pt>
                <c:pt idx="3">
                  <c:v>3</c:v>
                </c:pt>
                <c:pt idx="4">
                  <c:v>2.5</c:v>
                </c:pt>
                <c:pt idx="5">
                  <c:v>4</c:v>
                </c:pt>
                <c:pt idx="6">
                  <c:v>2</c:v>
                </c:pt>
                <c:pt idx="7">
                  <c:v>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2AB-4DDB-B236-13F3B3029B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2225"/>
          </c:spPr>
          <c:marker>
            <c:symbol val="circle"/>
            <c:size val="8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2.2999999999999998</c:v>
                </c:pt>
                <c:pt idx="1">
                  <c:v>3</c:v>
                </c:pt>
                <c:pt idx="2">
                  <c:v>3.5</c:v>
                </c:pt>
                <c:pt idx="3">
                  <c:v>3.5</c:v>
                </c:pt>
                <c:pt idx="4">
                  <c:v>4.5</c:v>
                </c:pt>
                <c:pt idx="5">
                  <c:v>4.5</c:v>
                </c:pt>
                <c:pt idx="6">
                  <c:v>5</c:v>
                </c:pt>
                <c:pt idx="7">
                  <c:v>6.5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2AB-4DDB-B236-13F3B3029B5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19050"/>
          </c:spPr>
          <c:marker>
            <c:symbol val="circle"/>
            <c:size val="8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Sheet1!$E$2:$E$9</c:f>
              <c:numCache>
                <c:formatCode>General</c:formatCode>
                <c:ptCount val="8"/>
                <c:pt idx="0">
                  <c:v>2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3.5</c:v>
                </c:pt>
                <c:pt idx="6">
                  <c:v>6.5</c:v>
                </c:pt>
                <c:pt idx="7">
                  <c:v>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F2AB-4DDB-B236-13F3B3029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210240"/>
        <c:axId val="169211776"/>
      </c:scatterChart>
      <c:valAx>
        <c:axId val="169210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crossAx val="169211776"/>
        <c:crosses val="autoZero"/>
        <c:crossBetween val="midCat"/>
      </c:valAx>
      <c:valAx>
        <c:axId val="169211776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169210240"/>
        <c:crosses val="autoZero"/>
        <c:crossBetween val="midCat"/>
      </c:valAx>
      <c:spPr>
        <a:ln w="28575"/>
      </c:spPr>
    </c:plotArea>
    <c:legend>
      <c:legendPos val="b"/>
      <c:overlay val="0"/>
    </c:legend>
    <c:plotVisOnly val="1"/>
    <c:dispBlanksAs val="gap"/>
    <c:showDLblsOverMax val="0"/>
  </c:chart>
  <c:spPr>
    <a:ln w="19050"/>
  </c:spPr>
  <c:txPr>
    <a:bodyPr/>
    <a:lstStyle/>
    <a:p>
      <a:pPr>
        <a:defRPr sz="1000">
          <a:solidFill>
            <a:schemeClr val="bg1">
              <a:lumMod val="65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0-2686-4405-AA2F-105DE8B179B8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2686-4405-AA2F-105DE8B179B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86-4405-AA2F-105DE8B17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B870-4ADA-928B-4D6EE347DC9C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B870-4ADA-928B-4D6EE347DC9C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70-4ADA-928B-4D6EE347D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0-E9E4-4DAA-AA68-3C50C0A6759C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E9E4-4DAA-AA68-3C50C0A6759C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E4-4DAA-AA68-3C50C0A67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4"/>
            </a:solidFill>
          </c:spPr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0-58EE-44C7-8F18-A8FFF08FC22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EE-44C7-8F18-A8FFF08FC2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0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9.6367079115110638E-2"/>
          <c:y val="8.9200933216681266E-2"/>
          <c:w val="0.90729285455697362"/>
          <c:h val="0.76053072410066358"/>
        </c:manualLayout>
      </c:layout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34D7-4A01-A614-90A8E8B72AF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34D7-4A01-A614-90A8E8B72AF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2-34D7-4A01-A614-90A8E8B72AF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3-34D7-4A01-A614-90A8E8B72AF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4-34D7-4A01-A614-90A8E8B72AF5}"/>
              </c:ext>
            </c:extLst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  <c:pt idx="5">
                  <c:v>Category 7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1.5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4D7-4A01-A614-90A8E8B72A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6-34D7-4A01-A614-90A8E8B72AF5}"/>
              </c:ext>
            </c:extLst>
          </c:dPt>
          <c:dPt>
            <c:idx val="1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7-34D7-4A01-A614-90A8E8B72AF5}"/>
              </c:ext>
            </c:extLst>
          </c:dPt>
          <c:dPt>
            <c:idx val="2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8-34D7-4A01-A614-90A8E8B72AF5}"/>
              </c:ext>
            </c:extLst>
          </c:dPt>
          <c:dPt>
            <c:idx val="3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9-34D7-4A01-A614-90A8E8B72AF5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A-34D7-4A01-A614-90A8E8B72AF5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B-34D7-4A01-A614-90A8E8B72AF5}"/>
              </c:ext>
            </c:extLst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  <c:pt idx="5">
                  <c:v>Category 7</c:v>
                </c:pt>
              </c:strCache>
            </c:strRef>
          </c:cat>
          <c:val>
            <c:numRef>
              <c:f>Sheet1!$C$2:$C$7</c:f>
              <c:numCache>
                <c:formatCode>0.0%</c:formatCode>
                <c:ptCount val="6"/>
                <c:pt idx="0">
                  <c:v>0.5</c:v>
                </c:pt>
                <c:pt idx="1">
                  <c:v>2</c:v>
                </c:pt>
                <c:pt idx="2">
                  <c:v>1.8</c:v>
                </c:pt>
                <c:pt idx="3">
                  <c:v>2.8</c:v>
                </c:pt>
                <c:pt idx="4">
                  <c:v>3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D7-4A01-A614-90A8E8B72A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5"/>
        <c:gapDepth val="226"/>
        <c:shape val="pyramid"/>
        <c:axId val="116421760"/>
        <c:axId val="137254016"/>
        <c:axId val="0"/>
      </c:bar3DChart>
      <c:catAx>
        <c:axId val="1164217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37254016"/>
        <c:crosses val="autoZero"/>
        <c:auto val="1"/>
        <c:lblAlgn val="ctr"/>
        <c:lblOffset val="100"/>
        <c:noMultiLvlLbl val="0"/>
      </c:catAx>
      <c:valAx>
        <c:axId val="137254016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crossAx val="1164217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20"/>
      <c:rAngAx val="0"/>
      <c:perspective val="2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2120167411506012"/>
          <c:y val="9.1810325561258482E-2"/>
          <c:w val="0.87872087984984393"/>
          <c:h val="0.7995608566529323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EEF-47ED-A9A8-C9D1567D4C4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EEF-47ED-A9A8-C9D1567D4C4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CEEF-47ED-A9A8-C9D1567D4C4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EEF-47ED-A9A8-C9D1567D4C4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CEEF-47ED-A9A8-C9D1567D4C46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EF-47ED-A9A8-C9D1567D4C46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EF-47ED-A9A8-C9D1567D4C46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EF-47ED-A9A8-C9D1567D4C4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EF-47ED-A9A8-C9D1567D4C46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EF-47ED-A9A8-C9D1567D4C46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EF-47ED-A9A8-C9D1567D4C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80</c:v>
                </c:pt>
                <c:pt idx="3">
                  <c:v>100</c:v>
                </c:pt>
                <c:pt idx="4">
                  <c:v>80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EF-47ED-A9A8-C9D1567D4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1"/>
        <c:shape val="pyramid"/>
        <c:axId val="180697344"/>
        <c:axId val="186357248"/>
        <c:axId val="0"/>
      </c:bar3DChart>
      <c:catAx>
        <c:axId val="180697344"/>
        <c:scaling>
          <c:orientation val="minMax"/>
        </c:scaling>
        <c:delete val="0"/>
        <c:axPos val="b"/>
        <c:numFmt formatCode="General" sourceLinked="0"/>
        <c:majorTickMark val="in"/>
        <c:minorTickMark val="in"/>
        <c:tickLblPos val="nextTo"/>
        <c:spPr>
          <a:noFill/>
        </c:spPr>
        <c:crossAx val="186357248"/>
        <c:crosses val="autoZero"/>
        <c:auto val="0"/>
        <c:lblAlgn val="ctr"/>
        <c:lblOffset val="100"/>
        <c:noMultiLvlLbl val="0"/>
      </c:catAx>
      <c:valAx>
        <c:axId val="186357248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800"/>
            </a:pPr>
            <a:endParaRPr lang="pt-PT"/>
          </a:p>
        </c:txPr>
        <c:crossAx val="1806973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28575">
              <a:noFill/>
            </a:ln>
          </c:spPr>
          <c:marker>
            <c:symbol val="none"/>
          </c:marker>
          <c:cat>
            <c:numRef>
              <c:f>Sheet1!$A$2:$A$9</c:f>
              <c:numCache>
                <c:formatCode>m/d/yyyy</c:formatCode>
                <c:ptCount val="8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30</c:v>
                </c:pt>
                <c:pt idx="3">
                  <c:v>40</c:v>
                </c:pt>
                <c:pt idx="4">
                  <c:v>40</c:v>
                </c:pt>
                <c:pt idx="5">
                  <c:v>5</c:v>
                </c:pt>
                <c:pt idx="6">
                  <c:v>15</c:v>
                </c:pt>
                <c:pt idx="7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F5-4272-AD73-DC4CD0A68A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 w="28575">
              <a:noFill/>
            </a:ln>
          </c:spPr>
          <c:marker>
            <c:symbol val="none"/>
          </c:marker>
          <c:cat>
            <c:numRef>
              <c:f>Sheet1!$A$2:$A$9</c:f>
              <c:numCache>
                <c:formatCode>m/d/yyyy</c:formatCode>
                <c:ptCount val="8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</c:v>
                </c:pt>
                <c:pt idx="1">
                  <c:v>30</c:v>
                </c:pt>
                <c:pt idx="2">
                  <c:v>10</c:v>
                </c:pt>
                <c:pt idx="3">
                  <c:v>10</c:v>
                </c:pt>
                <c:pt idx="4">
                  <c:v>50</c:v>
                </c:pt>
                <c:pt idx="5">
                  <c:v>30</c:v>
                </c:pt>
                <c:pt idx="6">
                  <c:v>30</c:v>
                </c:pt>
                <c:pt idx="7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F5-4272-AD73-DC4CD0A68A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ln w="28575">
              <a:noFill/>
            </a:ln>
          </c:spPr>
          <c:marker>
            <c:symbol val="none"/>
          </c:marker>
          <c:cat>
            <c:numRef>
              <c:f>Sheet1!$A$2:$A$9</c:f>
              <c:numCache>
                <c:formatCode>m/d/yyyy</c:formatCode>
                <c:ptCount val="8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</c:numCache>
            </c:numRef>
          </c:cat>
          <c: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10</c:v>
                </c:pt>
                <c:pt idx="3">
                  <c:v>30</c:v>
                </c:pt>
                <c:pt idx="4">
                  <c:v>30</c:v>
                </c:pt>
                <c:pt idx="5">
                  <c:v>1</c:v>
                </c:pt>
                <c:pt idx="6">
                  <c:v>1</c:v>
                </c:pt>
                <c:pt idx="7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F5-4272-AD73-DC4CD0A68A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ln w="28575">
              <a:noFill/>
            </a:ln>
          </c:spPr>
          <c:marker>
            <c:symbol val="none"/>
          </c:marker>
          <c:cat>
            <c:numRef>
              <c:f>Sheet1!$A$2:$A$9</c:f>
              <c:numCache>
                <c:formatCode>m/d/yyyy</c:formatCode>
                <c:ptCount val="8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</c:numCache>
            </c:numRef>
          </c:cat>
          <c:val>
            <c:numRef>
              <c:f>Sheet1!$E$2:$E$9</c:f>
              <c:numCache>
                <c:formatCode>General</c:formatCode>
                <c:ptCount val="8"/>
                <c:pt idx="0">
                  <c:v>20</c:v>
                </c:pt>
                <c:pt idx="1">
                  <c:v>20</c:v>
                </c:pt>
                <c:pt idx="2">
                  <c:v>15</c:v>
                </c:pt>
                <c:pt idx="3">
                  <c:v>20</c:v>
                </c:pt>
                <c:pt idx="4">
                  <c:v>30</c:v>
                </c:pt>
                <c:pt idx="5">
                  <c:v>20</c:v>
                </c:pt>
                <c:pt idx="6">
                  <c:v>20</c:v>
                </c:pt>
                <c:pt idx="7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F5-4272-AD73-DC4CD0A68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</c:hiLowLines>
        <c:upDownBars>
          <c:gapWidth val="150"/>
          <c:upBars>
            <c:spPr>
              <a:solidFill>
                <a:schemeClr val="accent2"/>
              </a:solidFill>
              <a:ln>
                <a:noFill/>
              </a:ln>
            </c:spPr>
          </c:upBars>
          <c:downBars>
            <c:spPr>
              <a:solidFill>
                <a:schemeClr val="accent1"/>
              </a:solidFill>
              <a:ln>
                <a:noFill/>
              </a:ln>
            </c:spPr>
          </c:downBars>
        </c:upDownBars>
        <c:axId val="243426432"/>
        <c:axId val="243557120"/>
      </c:stockChart>
      <c:dateAx>
        <c:axId val="2434264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43557120"/>
        <c:crosses val="autoZero"/>
        <c:auto val="1"/>
        <c:lblOffset val="100"/>
        <c:baseTimeUnit val="days"/>
      </c:dateAx>
      <c:valAx>
        <c:axId val="243557120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yyyy" sourceLinked="0"/>
        <c:majorTickMark val="out"/>
        <c:minorTickMark val="none"/>
        <c:tickLblPos val="nextTo"/>
        <c:crossAx val="243426432"/>
        <c:crosses val="autoZero"/>
        <c:crossBetween val="between"/>
      </c:valAx>
      <c:spPr>
        <a:ln>
          <a:solidFill>
            <a:schemeClr val="bg1">
              <a:lumMod val="75000"/>
            </a:schemeClr>
          </a:solidFill>
        </a:ln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tx1">
                  <a:lumMod val="50000"/>
                  <a:lumOff val="50000"/>
                </a:schemeClr>
              </a:solidFill>
            </a:defRPr>
          </a:pPr>
          <a:endParaRPr lang="pt-PT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chemeClr val="bg1">
              <a:lumMod val="75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0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9.6367079115110624E-2"/>
          <c:y val="8.9200933216681252E-2"/>
          <c:w val="0.90729285455697362"/>
          <c:h val="0.76053072410066358"/>
        </c:manualLayout>
      </c:layout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0CD7-4999-80FF-7A6B41073D3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0CD7-4999-80FF-7A6B41073D3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2-0CD7-4999-80FF-7A6B41073D3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3-0CD7-4999-80FF-7A6B41073D3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4-0CD7-4999-80FF-7A6B41073D35}"/>
              </c:ext>
            </c:extLst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  <c:pt idx="5">
                  <c:v>Category 7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1.5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D7-4999-80FF-7A6B41073D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6-0CD7-4999-80FF-7A6B41073D35}"/>
              </c:ext>
            </c:extLst>
          </c:dPt>
          <c:dPt>
            <c:idx val="1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7-0CD7-4999-80FF-7A6B41073D35}"/>
              </c:ext>
            </c:extLst>
          </c:dPt>
          <c:dPt>
            <c:idx val="2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8-0CD7-4999-80FF-7A6B41073D35}"/>
              </c:ext>
            </c:extLst>
          </c:dPt>
          <c:dPt>
            <c:idx val="3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9-0CD7-4999-80FF-7A6B41073D35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A-0CD7-4999-80FF-7A6B41073D35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75000"/>
                  <a:alpha val="7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B-0CD7-4999-80FF-7A6B41073D35}"/>
              </c:ext>
            </c:extLst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6</c:v>
                </c:pt>
                <c:pt idx="5">
                  <c:v>Category 7</c:v>
                </c:pt>
              </c:strCache>
            </c:strRef>
          </c:cat>
          <c:val>
            <c:numRef>
              <c:f>Sheet1!$C$2:$C$7</c:f>
              <c:numCache>
                <c:formatCode>0.0%</c:formatCode>
                <c:ptCount val="6"/>
                <c:pt idx="0">
                  <c:v>0.5</c:v>
                </c:pt>
                <c:pt idx="1">
                  <c:v>2</c:v>
                </c:pt>
                <c:pt idx="2">
                  <c:v>1.8</c:v>
                </c:pt>
                <c:pt idx="3">
                  <c:v>2.8</c:v>
                </c:pt>
                <c:pt idx="4">
                  <c:v>3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CD7-4999-80FF-7A6B41073D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5"/>
        <c:gapDepth val="226"/>
        <c:shape val="cone"/>
        <c:axId val="243854720"/>
        <c:axId val="243856512"/>
        <c:axId val="0"/>
      </c:bar3DChart>
      <c:catAx>
        <c:axId val="2438547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43856512"/>
        <c:crosses val="autoZero"/>
        <c:auto val="1"/>
        <c:lblAlgn val="ctr"/>
        <c:lblOffset val="100"/>
        <c:noMultiLvlLbl val="0"/>
      </c:catAx>
      <c:valAx>
        <c:axId val="243856512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25000"/>
                  <a:lumOff val="7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crossAx val="2438547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>
              <a:lumMod val="50000"/>
              <a:lumOff val="50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2D-4BE3-9F7D-EBA0D216EC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1.2</c:v>
                </c:pt>
                <c:pt idx="1">
                  <c:v>2</c:v>
                </c:pt>
                <c:pt idx="2">
                  <c:v>2.5</c:v>
                </c:pt>
                <c:pt idx="3">
                  <c:v>3</c:v>
                </c:pt>
                <c:pt idx="4">
                  <c:v>2.5</c:v>
                </c:pt>
                <c:pt idx="5">
                  <c:v>4</c:v>
                </c:pt>
                <c:pt idx="6">
                  <c:v>2</c:v>
                </c:pt>
                <c:pt idx="7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2D-4BE3-9F7D-EBA0D216EC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2.2999999999999998</c:v>
                </c:pt>
                <c:pt idx="1">
                  <c:v>3</c:v>
                </c:pt>
                <c:pt idx="2">
                  <c:v>3.5</c:v>
                </c:pt>
                <c:pt idx="3">
                  <c:v>3.5</c:v>
                </c:pt>
                <c:pt idx="4">
                  <c:v>4.5</c:v>
                </c:pt>
                <c:pt idx="5">
                  <c:v>4.5</c:v>
                </c:pt>
                <c:pt idx="6">
                  <c:v>5</c:v>
                </c:pt>
                <c:pt idx="7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2D-4BE3-9F7D-EBA0D216EC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Sheet1!$E$2:$E$9</c:f>
              <c:numCache>
                <c:formatCode>General</c:formatCode>
                <c:ptCount val="8"/>
                <c:pt idx="0">
                  <c:v>2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3.5</c:v>
                </c:pt>
                <c:pt idx="6">
                  <c:v>6.5</c:v>
                </c:pt>
                <c:pt idx="7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2D-4BE3-9F7D-EBA0D216E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5013120"/>
        <c:axId val="245232384"/>
      </c:lineChart>
      <c:catAx>
        <c:axId val="245013120"/>
        <c:scaling>
          <c:orientation val="minMax"/>
        </c:scaling>
        <c:delete val="0"/>
        <c:axPos val="b"/>
        <c:numFmt formatCode="#\ ?/?" sourceLinked="0"/>
        <c:majorTickMark val="out"/>
        <c:minorTickMark val="none"/>
        <c:tickLblPos val="low"/>
        <c:crossAx val="245232384"/>
        <c:crosses val="autoZero"/>
        <c:auto val="1"/>
        <c:lblAlgn val="ctr"/>
        <c:lblOffset val="100"/>
        <c:noMultiLvlLbl val="0"/>
      </c:catAx>
      <c:valAx>
        <c:axId val="245232384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45013120"/>
        <c:crosses val="autoZero"/>
        <c:crossBetween val="between"/>
      </c:valAx>
      <c:spPr>
        <a:ln w="12700"/>
      </c:spPr>
    </c:plotArea>
    <c:legend>
      <c:legendPos val="b"/>
      <c:overlay val="0"/>
    </c:legend>
    <c:plotVisOnly val="1"/>
    <c:dispBlanksAs val="gap"/>
    <c:showDLblsOverMax val="0"/>
  </c:chart>
  <c:spPr>
    <a:ln w="19050"/>
  </c:spPr>
  <c:txPr>
    <a:bodyPr/>
    <a:lstStyle/>
    <a:p>
      <a:pPr>
        <a:defRPr sz="1000">
          <a:solidFill>
            <a:schemeClr val="bg1">
              <a:lumMod val="65000"/>
            </a:schemeClr>
          </a:solidFill>
        </a:defRPr>
      </a:pPr>
      <a:endParaRPr lang="pt-PT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circle"/>
            <c:size val="10"/>
            <c:spPr>
              <a:solidFill>
                <a:schemeClr val="accent1"/>
              </a:solidFill>
              <a:ln>
                <a:solidFill>
                  <a:schemeClr val="accent1"/>
                </a:solidFill>
                <a:prstDash val="sysDot"/>
              </a:ln>
            </c:spPr>
          </c:marker>
          <c:trendline>
            <c:trendlineType val="log"/>
            <c:dispRSqr val="0"/>
            <c:dispEq val="0"/>
          </c:trendline>
          <c:trendline>
            <c:trendlineType val="log"/>
            <c:dispRSqr val="0"/>
            <c:dispEq val="0"/>
          </c:trendline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701-4E62-BD3D-5AEFBC2B03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circle"/>
            <c:size val="1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701-4E62-BD3D-5AEFBC2B03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>
              <a:solidFill>
                <a:schemeClr val="accent3"/>
              </a:solidFill>
            </a:ln>
          </c:spPr>
          <c:marker>
            <c:symbol val="circle"/>
            <c:size val="1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3.1</c:v>
                </c:pt>
                <c:pt idx="3">
                  <c:v>3.5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7701-4E62-BD3D-5AEFBC2B03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marker>
            <c:symbol val="circle"/>
            <c:size val="9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2.2999999999999998</c:v>
                </c:pt>
                <c:pt idx="2">
                  <c:v>1.5</c:v>
                </c:pt>
                <c:pt idx="3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7701-4E62-BD3D-5AEFBC2B03C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Column4</c:v>
                </c:pt>
              </c:strCache>
            </c:strRef>
          </c:tx>
          <c:marker>
            <c:symbol val="circle"/>
            <c:size val="9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2.6</c:v>
                </c:pt>
                <c:pt idx="2">
                  <c:v>1.8</c:v>
                </c:pt>
                <c:pt idx="3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7701-4E62-BD3D-5AEFBC2B0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4950528"/>
        <c:axId val="244952064"/>
      </c:scatterChart>
      <c:valAx>
        <c:axId val="2449505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crossAx val="244952064"/>
        <c:crosses val="autoZero"/>
        <c:crossBetween val="midCat"/>
      </c:valAx>
      <c:valAx>
        <c:axId val="244952064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crossAx val="24495052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chemeClr val="bg1">
              <a:lumMod val="65000"/>
            </a:schemeClr>
          </a:solidFill>
        </a:defRPr>
      </a:pPr>
      <a:endParaRPr lang="pt-PT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3"/>
          </p:nvPr>
        </p:nvSpPr>
        <p:spPr>
          <a:xfrm>
            <a:off x="9533011" y="228600"/>
            <a:ext cx="41267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5BA55-396F-46DB-98CB-67F5915743A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82796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My First Template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4164" y="0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1CD31-4B7D-4FD2-B052-E296BFBA018F}" type="datetimeFigureOut">
              <a:rPr lang="en-US" smtClean="0"/>
              <a:pPr/>
              <a:t>5/4/2020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57550" y="514350"/>
            <a:ext cx="3430588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569" y="3257550"/>
            <a:ext cx="795655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This is me Adam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4164" y="6513513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40C94-5092-4638-9E1F-C533F19764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30594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15813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31626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47439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63252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579065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094878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10691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26504" algn="l" defTabSz="103162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57550" y="514350"/>
            <a:ext cx="3430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895063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1247054"/>
            <a:ext cx="4114800" cy="20074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200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895063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1247054"/>
            <a:ext cx="4114800" cy="20074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200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0800000" flipH="1">
            <a:off x="8490701" y="1"/>
            <a:ext cx="367550" cy="266414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 bwMode="gray">
          <a:xfrm>
            <a:off x="8522076" y="56264"/>
            <a:ext cx="3048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algn="ctr" defTabSz="914400" rtl="0" eaLnBrk="1" latinLnBrk="0" hangingPunct="1"/>
            <a:fld id="{6C5AF65D-6854-49AF-ABC5-48B5BA0EA842}" type="slidenum">
              <a:rPr lang="en-US" sz="1000" b="0" i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HP Simplified"/>
                <a:ea typeface="+mn-ea"/>
                <a:cs typeface="HP Simplified"/>
              </a:rPr>
              <a:pPr marL="0" algn="ctr" defTabSz="914400" rtl="0" eaLnBrk="1" latinLnBrk="0" hangingPunct="1"/>
              <a:t>‹#›</a:t>
            </a:fld>
            <a:endParaRPr lang="en-US" sz="1000" b="0" i="0" kern="1200" dirty="0">
              <a:solidFill>
                <a:schemeClr val="tx1">
                  <a:lumMod val="50000"/>
                  <a:lumOff val="50000"/>
                </a:schemeClr>
              </a:solidFill>
              <a:latin typeface="HP Simplified"/>
              <a:ea typeface="+mn-ea"/>
              <a:cs typeface="HP Simplified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-381000" y="6856412"/>
            <a:ext cx="9829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99" r:id="rId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7" Type="http://schemas.openxmlformats.org/officeDocument/2006/relationships/chart" Target="../charts/chart4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9.xml"/><Relationship Id="rId5" Type="http://schemas.openxmlformats.org/officeDocument/2006/relationships/chart" Target="../charts/chart38.xml"/><Relationship Id="rId4" Type="http://schemas.openxmlformats.org/officeDocument/2006/relationships/chart" Target="../charts/chart3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7" Type="http://schemas.openxmlformats.org/officeDocument/2006/relationships/chart" Target="../charts/chart4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4.xml"/><Relationship Id="rId5" Type="http://schemas.openxmlformats.org/officeDocument/2006/relationships/chart" Target="../charts/chart43.xml"/><Relationship Id="rId4" Type="http://schemas.openxmlformats.org/officeDocument/2006/relationships/chart" Target="../charts/chart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7" Type="http://schemas.openxmlformats.org/officeDocument/2006/relationships/chart" Target="../charts/chart5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9.xml"/><Relationship Id="rId5" Type="http://schemas.openxmlformats.org/officeDocument/2006/relationships/chart" Target="../charts/chart48.xml"/><Relationship Id="rId4" Type="http://schemas.openxmlformats.org/officeDocument/2006/relationships/chart" Target="../charts/chart4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7" Type="http://schemas.openxmlformats.org/officeDocument/2006/relationships/chart" Target="../charts/chart57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6.xml"/><Relationship Id="rId5" Type="http://schemas.openxmlformats.org/officeDocument/2006/relationships/chart" Target="../charts/chart55.xml"/><Relationship Id="rId4" Type="http://schemas.openxmlformats.org/officeDocument/2006/relationships/chart" Target="../charts/chart5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9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0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3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16" name="Chart 15"/>
          <p:cNvGraphicFramePr/>
          <p:nvPr/>
        </p:nvGraphicFramePr>
        <p:xfrm>
          <a:off x="457200" y="2286000"/>
          <a:ext cx="4572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/>
          <p:cNvGraphicFramePr/>
          <p:nvPr/>
        </p:nvGraphicFramePr>
        <p:xfrm>
          <a:off x="5126338" y="2286000"/>
          <a:ext cx="3408062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685800" y="4747495"/>
            <a:ext cx="3707848" cy="1119905"/>
            <a:chOff x="685800" y="3409950"/>
            <a:chExt cx="3707848" cy="1119905"/>
          </a:xfrm>
        </p:grpSpPr>
        <p:sp>
          <p:nvSpPr>
            <p:cNvPr id="30" name="TextBox 29"/>
            <p:cNvSpPr txBox="1"/>
            <p:nvPr/>
          </p:nvSpPr>
          <p:spPr>
            <a:xfrm>
              <a:off x="1384472" y="3687191"/>
              <a:ext cx="300917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 have suffered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5800" y="4068190"/>
              <a:ext cx="35052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 of Lorem Ipsum available, but the have suffered alteration in some  form, by humour, or randomized words which  don't believable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029200" y="4747495"/>
            <a:ext cx="3707848" cy="1119905"/>
            <a:chOff x="685800" y="3409950"/>
            <a:chExt cx="3707848" cy="1119905"/>
          </a:xfrm>
        </p:grpSpPr>
        <p:sp>
          <p:nvSpPr>
            <p:cNvPr id="35" name="TextBox 34"/>
            <p:cNvSpPr txBox="1"/>
            <p:nvPr/>
          </p:nvSpPr>
          <p:spPr>
            <a:xfrm>
              <a:off x="1384472" y="3687191"/>
              <a:ext cx="300917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 have suffered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5800" y="4068190"/>
              <a:ext cx="35052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 of Lorem Ipsum available, but the have suffered alteration in some  form, by humour, or randomized words which  don't believable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Sub>
          <a:bldChart bld="series"/>
        </p:bldSub>
      </p:bldGraphic>
      <p:bldGraphic spid="17" grpId="0">
        <p:bldSub>
          <a:bldChart bld="category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21" name="Chart 20"/>
          <p:cNvGraphicFramePr/>
          <p:nvPr/>
        </p:nvGraphicFramePr>
        <p:xfrm>
          <a:off x="484784" y="2272065"/>
          <a:ext cx="4800600" cy="3524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Freeform 46"/>
          <p:cNvSpPr>
            <a:spLocks noEditPoints="1"/>
          </p:cNvSpPr>
          <p:nvPr/>
        </p:nvSpPr>
        <p:spPr bwMode="auto">
          <a:xfrm>
            <a:off x="5648325" y="2572699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Text Placeholder 3"/>
          <p:cNvSpPr txBox="1">
            <a:spLocks/>
          </p:cNvSpPr>
          <p:nvPr/>
        </p:nvSpPr>
        <p:spPr>
          <a:xfrm>
            <a:off x="6015369" y="2476832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1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24" name="Freeform 46"/>
          <p:cNvSpPr>
            <a:spLocks noEditPoints="1"/>
          </p:cNvSpPr>
          <p:nvPr/>
        </p:nvSpPr>
        <p:spPr bwMode="auto">
          <a:xfrm>
            <a:off x="5648325" y="3110078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Text Placeholder 3"/>
          <p:cNvSpPr txBox="1">
            <a:spLocks/>
          </p:cNvSpPr>
          <p:nvPr/>
        </p:nvSpPr>
        <p:spPr>
          <a:xfrm>
            <a:off x="6015369" y="3014211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2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26" name="Freeform 46"/>
          <p:cNvSpPr>
            <a:spLocks noEditPoints="1"/>
          </p:cNvSpPr>
          <p:nvPr/>
        </p:nvSpPr>
        <p:spPr bwMode="auto">
          <a:xfrm>
            <a:off x="5648325" y="3643478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Text Placeholder 3"/>
          <p:cNvSpPr txBox="1">
            <a:spLocks/>
          </p:cNvSpPr>
          <p:nvPr/>
        </p:nvSpPr>
        <p:spPr>
          <a:xfrm>
            <a:off x="6015369" y="3547611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3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28" name="Freeform 46"/>
          <p:cNvSpPr>
            <a:spLocks noEditPoints="1"/>
          </p:cNvSpPr>
          <p:nvPr/>
        </p:nvSpPr>
        <p:spPr bwMode="auto">
          <a:xfrm>
            <a:off x="5648325" y="4176878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Text Placeholder 3"/>
          <p:cNvSpPr txBox="1">
            <a:spLocks/>
          </p:cNvSpPr>
          <p:nvPr/>
        </p:nvSpPr>
        <p:spPr>
          <a:xfrm>
            <a:off x="6015369" y="4081011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4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30" name="Freeform 46"/>
          <p:cNvSpPr>
            <a:spLocks noEditPoints="1"/>
          </p:cNvSpPr>
          <p:nvPr/>
        </p:nvSpPr>
        <p:spPr bwMode="auto">
          <a:xfrm>
            <a:off x="5648325" y="4710278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Text Placeholder 3"/>
          <p:cNvSpPr txBox="1">
            <a:spLocks/>
          </p:cNvSpPr>
          <p:nvPr/>
        </p:nvSpPr>
        <p:spPr>
          <a:xfrm>
            <a:off x="6015369" y="4614411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5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32" name="Freeform 46"/>
          <p:cNvSpPr>
            <a:spLocks noEditPoints="1"/>
          </p:cNvSpPr>
          <p:nvPr/>
        </p:nvSpPr>
        <p:spPr bwMode="auto">
          <a:xfrm>
            <a:off x="5648325" y="5243678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Text Placeholder 3"/>
          <p:cNvSpPr txBox="1">
            <a:spLocks/>
          </p:cNvSpPr>
          <p:nvPr/>
        </p:nvSpPr>
        <p:spPr>
          <a:xfrm>
            <a:off x="6015369" y="5147811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6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2559" y="5777265"/>
            <a:ext cx="2895600" cy="256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Axis Title Goes Here</a:t>
            </a:r>
          </a:p>
        </p:txBody>
      </p:sp>
      <p:sp>
        <p:nvSpPr>
          <p:cNvPr id="35" name="Rectangle 34"/>
          <p:cNvSpPr/>
          <p:nvPr/>
        </p:nvSpPr>
        <p:spPr>
          <a:xfrm rot="16200000">
            <a:off x="-862508" y="3906098"/>
            <a:ext cx="2895600" cy="256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Axis Title Goes Here</a:t>
            </a:r>
          </a:p>
        </p:txBody>
      </p:sp>
      <p:sp>
        <p:nvSpPr>
          <p:cNvPr id="36" name="Down Arrow Callout 35"/>
          <p:cNvSpPr/>
          <p:nvPr/>
        </p:nvSpPr>
        <p:spPr>
          <a:xfrm>
            <a:off x="3008909" y="2612687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 Value</a:t>
            </a: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2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00"/>
                            </p:stCondLst>
                            <p:childTnLst>
                              <p:par>
                                <p:cTn id="8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Sub>
          <a:bldChart bld="category"/>
        </p:bldSub>
      </p:bldGraphic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21" name="Chart 20"/>
          <p:cNvGraphicFramePr/>
          <p:nvPr/>
        </p:nvGraphicFramePr>
        <p:xfrm>
          <a:off x="278446" y="2196737"/>
          <a:ext cx="8356102" cy="3389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1783452" y="5586494"/>
            <a:ext cx="5600589" cy="201168"/>
            <a:chOff x="1028811" y="4267200"/>
            <a:chExt cx="5600589" cy="201168"/>
          </a:xfrm>
        </p:grpSpPr>
        <p:grpSp>
          <p:nvGrpSpPr>
            <p:cNvPr id="24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38" name="Oval 37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5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36" name="Oval 35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6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34" name="Oval 33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32" name="Oval 31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8" name="Group 50"/>
            <p:cNvGrpSpPr/>
            <p:nvPr/>
          </p:nvGrpSpPr>
          <p:grpSpPr>
            <a:xfrm>
              <a:off x="5620674" y="4267200"/>
              <a:ext cx="1008726" cy="201168"/>
              <a:chOff x="2221306" y="3914656"/>
              <a:chExt cx="1008726" cy="201168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30" name="Oval 29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2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1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1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Sub>
          <a:bldChart bld="series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Slide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Comparison Slide</a:t>
            </a:r>
            <a:endParaRPr lang="en-US" dirty="0"/>
          </a:p>
        </p:txBody>
      </p:sp>
      <p:graphicFrame>
        <p:nvGraphicFramePr>
          <p:cNvPr id="12" name="Chart 11"/>
          <p:cNvGraphicFramePr/>
          <p:nvPr/>
        </p:nvGraphicFramePr>
        <p:xfrm>
          <a:off x="333278" y="2177610"/>
          <a:ext cx="3395361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/>
        </p:nvGraphicFramePr>
        <p:xfrm>
          <a:off x="5370443" y="2176816"/>
          <a:ext cx="3395361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5" name="Straight Connector 14"/>
          <p:cNvCxnSpPr/>
          <p:nvPr/>
        </p:nvCxnSpPr>
        <p:spPr>
          <a:xfrm rot="5400000">
            <a:off x="3238500" y="3815116"/>
            <a:ext cx="2667000" cy="15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00500" y="3243616"/>
            <a:ext cx="1143000" cy="1143000"/>
          </a:xfrm>
          <a:prstGeom prst="ellipse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2015</a:t>
            </a:r>
          </a:p>
        </p:txBody>
      </p:sp>
      <p:sp>
        <p:nvSpPr>
          <p:cNvPr id="17" name="Text Placeholder 3"/>
          <p:cNvSpPr txBox="1">
            <a:spLocks/>
          </p:cNvSpPr>
          <p:nvPr/>
        </p:nvSpPr>
        <p:spPr>
          <a:xfrm>
            <a:off x="730544" y="5266492"/>
            <a:ext cx="934551" cy="67710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35%</a:t>
            </a:r>
          </a:p>
        </p:txBody>
      </p:sp>
      <p:sp>
        <p:nvSpPr>
          <p:cNvPr id="18" name="Footer Text"/>
          <p:cNvSpPr txBox="1"/>
          <p:nvPr/>
        </p:nvSpPr>
        <p:spPr>
          <a:xfrm>
            <a:off x="1716157" y="5297270"/>
            <a:ext cx="270344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 available, but the majority have suffered alteration in some form, by injected humour randomized words which don't look even slightly believable</a:t>
            </a:r>
          </a:p>
        </p:txBody>
      </p:sp>
      <p:sp>
        <p:nvSpPr>
          <p:cNvPr id="19" name="Text Placeholder 3"/>
          <p:cNvSpPr txBox="1">
            <a:spLocks/>
          </p:cNvSpPr>
          <p:nvPr/>
        </p:nvSpPr>
        <p:spPr>
          <a:xfrm>
            <a:off x="7432522" y="5266492"/>
            <a:ext cx="934551" cy="67710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65%</a:t>
            </a:r>
          </a:p>
        </p:txBody>
      </p:sp>
      <p:sp>
        <p:nvSpPr>
          <p:cNvPr id="20" name="Footer Text"/>
          <p:cNvSpPr txBox="1"/>
          <p:nvPr/>
        </p:nvSpPr>
        <p:spPr>
          <a:xfrm>
            <a:off x="4648200" y="5297270"/>
            <a:ext cx="270344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 available, but the majority have suffered alteration in some form, by injected humour randomized words which don't look even slightly believable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2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2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1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500"/>
                            </p:stCondLst>
                            <p:childTnLst>
                              <p:par>
                                <p:cTn id="6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1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000"/>
                            </p:stCondLst>
                            <p:childTnLst>
                              <p:par>
                                <p:cTn id="7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series"/>
        </p:bldSub>
      </p:bldGraphic>
      <p:bldGraphic spid="13" grpId="0">
        <p:bldSub>
          <a:bldChart bld="series"/>
        </p:bldSub>
      </p:bldGraphic>
      <p:bldP spid="16" grpId="0" animBg="1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5" name="Text Placeholder 44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24" name="Chart 23"/>
          <p:cNvGraphicFramePr/>
          <p:nvPr/>
        </p:nvGraphicFramePr>
        <p:xfrm>
          <a:off x="635536" y="1981200"/>
          <a:ext cx="3962400" cy="3521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4597936" y="1981200"/>
          <a:ext cx="3962400" cy="3521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Rectangular Callout 25"/>
          <p:cNvSpPr/>
          <p:nvPr/>
        </p:nvSpPr>
        <p:spPr>
          <a:xfrm>
            <a:off x="2514600" y="3140766"/>
            <a:ext cx="1275944" cy="307777"/>
          </a:xfrm>
          <a:prstGeom prst="wedgeRectCallout">
            <a:avLst>
              <a:gd name="adj1" fmla="val -75921"/>
              <a:gd name="adj2" fmla="val 32699"/>
            </a:avLst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Critical Value</a:t>
            </a:r>
          </a:p>
        </p:txBody>
      </p:sp>
      <p:sp>
        <p:nvSpPr>
          <p:cNvPr id="28" name="Rectangular Callout 27"/>
          <p:cNvSpPr/>
          <p:nvPr/>
        </p:nvSpPr>
        <p:spPr>
          <a:xfrm>
            <a:off x="7284392" y="2756789"/>
            <a:ext cx="1021408" cy="307777"/>
          </a:xfrm>
          <a:prstGeom prst="wedgeRectCallout">
            <a:avLst>
              <a:gd name="adj1" fmla="val -91169"/>
              <a:gd name="adj2" fmla="val 26377"/>
            </a:avLst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Critical Value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771706" y="5666232"/>
            <a:ext cx="5600589" cy="201168"/>
            <a:chOff x="1028811" y="4267200"/>
            <a:chExt cx="5600589" cy="201168"/>
          </a:xfrm>
        </p:grpSpPr>
        <p:grpSp>
          <p:nvGrpSpPr>
            <p:cNvPr id="30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48" name="Oval 47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44" name="Oval 43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41" name="Oval 40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3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39" name="Oval 38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50"/>
            <p:cNvGrpSpPr/>
            <p:nvPr/>
          </p:nvGrpSpPr>
          <p:grpSpPr>
            <a:xfrm>
              <a:off x="5620674" y="4267200"/>
              <a:ext cx="1008726" cy="201168"/>
              <a:chOff x="2221306" y="3914656"/>
              <a:chExt cx="1008726" cy="201168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36" name="Oval 35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25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Sub>
          <a:bldChart bld="series"/>
        </p:bldSub>
      </p:bldGraphic>
      <p:bldGraphic spid="25" grpId="0">
        <p:bldSub>
          <a:bldChart bld="series"/>
        </p:bldSub>
      </p:bldGraphic>
      <p:bldP spid="26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27" name="Chart 26"/>
          <p:cNvGraphicFramePr/>
          <p:nvPr/>
        </p:nvGraphicFramePr>
        <p:xfrm>
          <a:off x="439738" y="2164799"/>
          <a:ext cx="2625724" cy="3414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27"/>
          <p:cNvGraphicFramePr/>
          <p:nvPr/>
        </p:nvGraphicFramePr>
        <p:xfrm>
          <a:off x="4495800" y="2057400"/>
          <a:ext cx="3962400" cy="3521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1752600" y="2164799"/>
            <a:ext cx="2743200" cy="2514600"/>
            <a:chOff x="1752600" y="1200150"/>
            <a:chExt cx="2743200" cy="2514600"/>
          </a:xfrm>
        </p:grpSpPr>
        <p:cxnSp>
          <p:nvCxnSpPr>
            <p:cNvPr id="31" name="Elbow Connector 30"/>
            <p:cNvCxnSpPr/>
            <p:nvPr/>
          </p:nvCxnSpPr>
          <p:spPr>
            <a:xfrm flipV="1">
              <a:off x="1752600" y="1200150"/>
              <a:ext cx="2743200" cy="68580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2">
                  <a:lumMod val="6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/>
            <p:nvPr/>
          </p:nvCxnSpPr>
          <p:spPr>
            <a:xfrm flipV="1">
              <a:off x="2362200" y="3028950"/>
              <a:ext cx="2133600" cy="685800"/>
            </a:xfrm>
            <a:prstGeom prst="bentConnector3">
              <a:avLst>
                <a:gd name="adj1" fmla="val 34821"/>
              </a:avLst>
            </a:prstGeom>
            <a:ln w="19050">
              <a:solidFill>
                <a:schemeClr val="bg2">
                  <a:lumMod val="6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 rot="16200000">
            <a:off x="2970811" y="2951108"/>
            <a:ext cx="1828799" cy="2561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Axis Title Goes Here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771706" y="5666232"/>
            <a:ext cx="5600589" cy="201168"/>
            <a:chOff x="1028811" y="4267200"/>
            <a:chExt cx="5600589" cy="201168"/>
          </a:xfrm>
        </p:grpSpPr>
        <p:grpSp>
          <p:nvGrpSpPr>
            <p:cNvPr id="35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3" name="Oval 52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1" name="Oval 50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8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48" name="TextBox 47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49" name="Oval 48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47" name="Oval 46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2" name="Group 50"/>
            <p:cNvGrpSpPr/>
            <p:nvPr/>
          </p:nvGrpSpPr>
          <p:grpSpPr>
            <a:xfrm>
              <a:off x="5620674" y="4267200"/>
              <a:ext cx="1008726" cy="201168"/>
              <a:chOff x="2221306" y="3914656"/>
              <a:chExt cx="1008726" cy="201168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45" name="Oval 44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28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8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28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7" grpId="0">
        <p:bldAsOne/>
      </p:bldGraphic>
      <p:bldGraphic spid="28" grpId="0">
        <p:bldSub>
          <a:bldChart bld="series"/>
        </p:bldSub>
      </p:bldGraphic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 rot="16200000">
            <a:off x="2242275" y="3348064"/>
            <a:ext cx="1773555" cy="2561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Axis Title Goes Here</a:t>
            </a:r>
          </a:p>
        </p:txBody>
      </p:sp>
      <p:sp>
        <p:nvSpPr>
          <p:cNvPr id="44" name="Rectangle 43"/>
          <p:cNvSpPr/>
          <p:nvPr/>
        </p:nvSpPr>
        <p:spPr>
          <a:xfrm rot="16200000">
            <a:off x="5047908" y="3348063"/>
            <a:ext cx="1820546" cy="2561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Axis Title Goes Here</a:t>
            </a:r>
          </a:p>
        </p:txBody>
      </p:sp>
      <p:graphicFrame>
        <p:nvGraphicFramePr>
          <p:cNvPr id="45" name="Chart 44"/>
          <p:cNvGraphicFramePr/>
          <p:nvPr/>
        </p:nvGraphicFramePr>
        <p:xfrm>
          <a:off x="3216553" y="2535351"/>
          <a:ext cx="2625724" cy="3004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6" name="Group 45"/>
          <p:cNvGrpSpPr/>
          <p:nvPr/>
        </p:nvGrpSpPr>
        <p:grpSpPr>
          <a:xfrm>
            <a:off x="4572000" y="2579855"/>
            <a:ext cx="1699260" cy="2480309"/>
            <a:chOff x="4572000" y="1333501"/>
            <a:chExt cx="1699260" cy="2480309"/>
          </a:xfrm>
        </p:grpSpPr>
        <p:cxnSp>
          <p:nvCxnSpPr>
            <p:cNvPr id="47" name="Elbow Connector 46"/>
            <p:cNvCxnSpPr/>
            <p:nvPr/>
          </p:nvCxnSpPr>
          <p:spPr>
            <a:xfrm flipV="1">
              <a:off x="4572000" y="1333501"/>
              <a:ext cx="1647825" cy="628649"/>
            </a:xfrm>
            <a:prstGeom prst="bentConnector3">
              <a:avLst>
                <a:gd name="adj1" fmla="val 68300"/>
              </a:avLst>
            </a:prstGeom>
            <a:ln w="19050">
              <a:solidFill>
                <a:schemeClr val="bg2">
                  <a:lumMod val="6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/>
            <p:cNvCxnSpPr/>
            <p:nvPr/>
          </p:nvCxnSpPr>
          <p:spPr>
            <a:xfrm flipV="1">
              <a:off x="5128260" y="3128010"/>
              <a:ext cx="1143000" cy="685800"/>
            </a:xfrm>
            <a:prstGeom prst="bentConnector3">
              <a:avLst>
                <a:gd name="adj1" fmla="val 51702"/>
              </a:avLst>
            </a:prstGeom>
            <a:ln w="19050">
              <a:solidFill>
                <a:schemeClr val="bg2">
                  <a:lumMod val="6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9" name="Chart 48"/>
          <p:cNvGraphicFramePr/>
          <p:nvPr/>
        </p:nvGraphicFramePr>
        <p:xfrm>
          <a:off x="6248400" y="2443880"/>
          <a:ext cx="2971800" cy="1936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0" name="Group 49"/>
          <p:cNvGrpSpPr/>
          <p:nvPr/>
        </p:nvGrpSpPr>
        <p:grpSpPr>
          <a:xfrm flipH="1">
            <a:off x="2835631" y="2598905"/>
            <a:ext cx="1660170" cy="2582695"/>
            <a:chOff x="4571998" y="1352551"/>
            <a:chExt cx="1752601" cy="2582695"/>
          </a:xfrm>
        </p:grpSpPr>
        <p:cxnSp>
          <p:nvCxnSpPr>
            <p:cNvPr id="51" name="Elbow Connector 50"/>
            <p:cNvCxnSpPr/>
            <p:nvPr/>
          </p:nvCxnSpPr>
          <p:spPr>
            <a:xfrm rot="10800000" flipH="1">
              <a:off x="4571998" y="1352551"/>
              <a:ext cx="1752601" cy="609601"/>
            </a:xfrm>
            <a:prstGeom prst="bentConnector3">
              <a:avLst>
                <a:gd name="adj1" fmla="val 66096"/>
              </a:avLst>
            </a:prstGeom>
            <a:ln w="19050">
              <a:solidFill>
                <a:schemeClr val="bg2">
                  <a:lumMod val="6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/>
            <p:cNvCxnSpPr/>
            <p:nvPr/>
          </p:nvCxnSpPr>
          <p:spPr>
            <a:xfrm rot="10800000" flipH="1">
              <a:off x="4571998" y="3105150"/>
              <a:ext cx="1752599" cy="83009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2">
                  <a:lumMod val="6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Chart 52"/>
          <p:cNvGraphicFramePr/>
          <p:nvPr/>
        </p:nvGraphicFramePr>
        <p:xfrm>
          <a:off x="-228600" y="2506776"/>
          <a:ext cx="3064228" cy="1936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1771706" y="5554776"/>
            <a:ext cx="5600589" cy="201168"/>
            <a:chOff x="1028811" y="4267200"/>
            <a:chExt cx="5600589" cy="201168"/>
          </a:xfrm>
        </p:grpSpPr>
        <p:grpSp>
          <p:nvGrpSpPr>
            <p:cNvPr id="55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69" name="Oval 68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6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67" name="Oval 66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7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64" name="TextBox 63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65" name="Oval 64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8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63" name="Oval 62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9" name="Group 50"/>
            <p:cNvGrpSpPr/>
            <p:nvPr/>
          </p:nvGrpSpPr>
          <p:grpSpPr>
            <a:xfrm>
              <a:off x="5620674" y="4267200"/>
              <a:ext cx="1008726" cy="201168"/>
              <a:chOff x="2221306" y="3914656"/>
              <a:chExt cx="1008726" cy="201168"/>
            </a:xfrm>
          </p:grpSpPr>
          <p:sp>
            <p:nvSpPr>
              <p:cNvPr id="60" name="TextBox 59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61" name="Oval 60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4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4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4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4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5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5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5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00"/>
                                        <p:tgtEl>
                                          <p:spTgt spid="5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500"/>
                            </p:stCondLst>
                            <p:childTnLst>
                              <p:par>
                                <p:cTn id="6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1" dur="500"/>
                                        <p:tgtEl>
                                          <p:spTgt spid="5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Graphic spid="45" grpId="0">
        <p:bldAsOne/>
      </p:bldGraphic>
      <p:bldGraphic spid="49" grpId="0">
        <p:bldSub>
          <a:bldChart bld="series"/>
        </p:bldSub>
      </p:bldGraphic>
      <p:bldGraphic spid="53" grpId="0">
        <p:bldSub>
          <a:bldChart bld="series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51" name="Chart 50"/>
          <p:cNvGraphicFramePr/>
          <p:nvPr/>
        </p:nvGraphicFramePr>
        <p:xfrm>
          <a:off x="413524" y="2209800"/>
          <a:ext cx="4920476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2" name="Group 51"/>
          <p:cNvGrpSpPr/>
          <p:nvPr/>
        </p:nvGrpSpPr>
        <p:grpSpPr>
          <a:xfrm>
            <a:off x="5334000" y="2209800"/>
            <a:ext cx="3200400" cy="430887"/>
            <a:chOff x="5334000" y="1123950"/>
            <a:chExt cx="3200400" cy="430887"/>
          </a:xfrm>
        </p:grpSpPr>
        <p:grpSp>
          <p:nvGrpSpPr>
            <p:cNvPr id="53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1"/>
                  </a:solidFill>
                </a:rPr>
                <a:t>Title Goes Here</a:t>
              </a:r>
              <a:endParaRPr lang="en-US" sz="1100" dirty="0">
                <a:solidFill>
                  <a:schemeClr val="accent1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334000" y="2737037"/>
            <a:ext cx="3200400" cy="430887"/>
            <a:chOff x="5334000" y="1123950"/>
            <a:chExt cx="3200400" cy="430887"/>
          </a:xfrm>
        </p:grpSpPr>
        <p:grpSp>
          <p:nvGrpSpPr>
            <p:cNvPr id="101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2" name="TextBox 101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2"/>
                  </a:solidFill>
                </a:rPr>
                <a:t>Title Goes Here</a:t>
              </a:r>
              <a:endParaRPr lang="en-US" sz="1100" dirty="0">
                <a:solidFill>
                  <a:schemeClr val="accent2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5334000" y="3264274"/>
            <a:ext cx="3200400" cy="430887"/>
            <a:chOff x="5334000" y="1123950"/>
            <a:chExt cx="3200400" cy="430887"/>
          </a:xfrm>
        </p:grpSpPr>
        <p:grpSp>
          <p:nvGrpSpPr>
            <p:cNvPr id="106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108" name="Rectangle 107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7" name="TextBox 106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3"/>
                  </a:solidFill>
                </a:rPr>
                <a:t>Title Goes Here</a:t>
              </a:r>
              <a:endParaRPr lang="en-US" sz="1100" dirty="0">
                <a:solidFill>
                  <a:schemeClr val="accent3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5334000" y="3791511"/>
            <a:ext cx="3200400" cy="430887"/>
            <a:chOff x="5334000" y="1123950"/>
            <a:chExt cx="3200400" cy="430887"/>
          </a:xfrm>
        </p:grpSpPr>
        <p:grpSp>
          <p:nvGrpSpPr>
            <p:cNvPr id="111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2" name="TextBox 111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4"/>
                  </a:solidFill>
                </a:rPr>
                <a:t>Title Goes Here</a:t>
              </a:r>
              <a:endParaRPr lang="en-US" sz="1100" dirty="0">
                <a:solidFill>
                  <a:schemeClr val="accent4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5334000" y="4318748"/>
            <a:ext cx="3200400" cy="430887"/>
            <a:chOff x="5334000" y="1123950"/>
            <a:chExt cx="3200400" cy="430887"/>
          </a:xfrm>
        </p:grpSpPr>
        <p:grpSp>
          <p:nvGrpSpPr>
            <p:cNvPr id="116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118" name="Rectangle 117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7" name="TextBox 116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5"/>
                  </a:solidFill>
                </a:rPr>
                <a:t>Title Goes Here</a:t>
              </a:r>
              <a:endParaRPr lang="en-US" sz="1100" dirty="0">
                <a:solidFill>
                  <a:schemeClr val="accent5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5334000" y="4845985"/>
            <a:ext cx="3200400" cy="430887"/>
            <a:chOff x="5334000" y="1123950"/>
            <a:chExt cx="3200400" cy="430887"/>
          </a:xfrm>
        </p:grpSpPr>
        <p:grpSp>
          <p:nvGrpSpPr>
            <p:cNvPr id="121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123" name="Rectangle 122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2" name="TextBox 121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6"/>
                  </a:solidFill>
                </a:rPr>
                <a:t>Title Goes Here</a:t>
              </a:r>
              <a:endParaRPr lang="en-US" sz="1100" dirty="0">
                <a:solidFill>
                  <a:schemeClr val="accent6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1771706" y="5590032"/>
            <a:ext cx="5600589" cy="201168"/>
            <a:chOff x="1028811" y="4267200"/>
            <a:chExt cx="5600589" cy="201168"/>
          </a:xfrm>
        </p:grpSpPr>
        <p:grpSp>
          <p:nvGrpSpPr>
            <p:cNvPr id="126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139" name="TextBox 138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40" name="Oval 139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7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137" name="TextBox 136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8" name="Oval 137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8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135" name="TextBox 134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6" name="Oval 135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9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133" name="TextBox 132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4" name="Oval 133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0" name="Group 50"/>
            <p:cNvGrpSpPr/>
            <p:nvPr/>
          </p:nvGrpSpPr>
          <p:grpSpPr>
            <a:xfrm>
              <a:off x="5620674" y="4267200"/>
              <a:ext cx="1008726" cy="201168"/>
              <a:chOff x="2221306" y="3914656"/>
              <a:chExt cx="1008726" cy="201168"/>
            </a:xfrm>
          </p:grpSpPr>
          <p:sp>
            <p:nvSpPr>
              <p:cNvPr id="131" name="TextBox 130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2" name="Oval 131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1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1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1" grpId="0">
        <p:bldSub>
          <a:bldChart bld="series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Yearly 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15" name="Chart 14"/>
          <p:cNvGraphicFramePr/>
          <p:nvPr/>
        </p:nvGraphicFramePr>
        <p:xfrm>
          <a:off x="228600" y="2209800"/>
          <a:ext cx="8534400" cy="245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685800" y="4823695"/>
            <a:ext cx="3707848" cy="1119905"/>
            <a:chOff x="685800" y="3409950"/>
            <a:chExt cx="3707848" cy="1119905"/>
          </a:xfrm>
        </p:grpSpPr>
        <p:sp>
          <p:nvSpPr>
            <p:cNvPr id="20" name="TextBox 19"/>
            <p:cNvSpPr txBox="1"/>
            <p:nvPr/>
          </p:nvSpPr>
          <p:spPr>
            <a:xfrm>
              <a:off x="1384472" y="3687191"/>
              <a:ext cx="300917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 have suffered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5800" y="4068190"/>
              <a:ext cx="35052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 of Lorem Ipsum available, but the have suffered alteration in some  form, by humour, or randomized words which  don't believable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29200" y="4823695"/>
            <a:ext cx="3707848" cy="1119905"/>
            <a:chOff x="685800" y="3409950"/>
            <a:chExt cx="3707848" cy="1119905"/>
          </a:xfrm>
        </p:grpSpPr>
        <p:sp>
          <p:nvSpPr>
            <p:cNvPr id="27" name="TextBox 26"/>
            <p:cNvSpPr txBox="1"/>
            <p:nvPr/>
          </p:nvSpPr>
          <p:spPr>
            <a:xfrm>
              <a:off x="1384472" y="3687191"/>
              <a:ext cx="300917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 have suffered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5800" y="4068190"/>
              <a:ext cx="35052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 of Lorem Ipsum available, but the have suffered alteration in some  form, by humour, or randomized words which  don't believable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Chart bld="series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86" name="Chart 85"/>
          <p:cNvGraphicFramePr/>
          <p:nvPr/>
        </p:nvGraphicFramePr>
        <p:xfrm>
          <a:off x="457201" y="2209800"/>
          <a:ext cx="4592938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7" name="Group 15"/>
          <p:cNvGrpSpPr/>
          <p:nvPr/>
        </p:nvGrpSpPr>
        <p:grpSpPr>
          <a:xfrm>
            <a:off x="5095875" y="4048125"/>
            <a:ext cx="3484262" cy="646331"/>
            <a:chOff x="685800" y="3409950"/>
            <a:chExt cx="3484262" cy="646331"/>
          </a:xfrm>
        </p:grpSpPr>
        <p:sp>
          <p:nvSpPr>
            <p:cNvPr id="88" name="TextBox 87"/>
            <p:cNvSpPr txBox="1"/>
            <p:nvPr/>
          </p:nvSpPr>
          <p:spPr>
            <a:xfrm>
              <a:off x="1384472" y="3687191"/>
              <a:ext cx="27855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 have suffered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91" name="Group 29"/>
          <p:cNvGrpSpPr/>
          <p:nvPr/>
        </p:nvGrpSpPr>
        <p:grpSpPr>
          <a:xfrm>
            <a:off x="5095875" y="2371725"/>
            <a:ext cx="3362326" cy="646331"/>
            <a:chOff x="685800" y="3409950"/>
            <a:chExt cx="3527953" cy="646331"/>
          </a:xfrm>
        </p:grpSpPr>
        <p:sp>
          <p:nvSpPr>
            <p:cNvPr id="92" name="TextBox 91"/>
            <p:cNvSpPr txBox="1"/>
            <p:nvPr/>
          </p:nvSpPr>
          <p:spPr>
            <a:xfrm>
              <a:off x="1384472" y="3687191"/>
              <a:ext cx="2829281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 have suffered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95" name="Group 87"/>
          <p:cNvGrpSpPr/>
          <p:nvPr/>
        </p:nvGrpSpPr>
        <p:grpSpPr>
          <a:xfrm>
            <a:off x="5095875" y="4727595"/>
            <a:ext cx="3392116" cy="713616"/>
            <a:chOff x="609600" y="2841943"/>
            <a:chExt cx="2660838" cy="559774"/>
          </a:xfrm>
        </p:grpSpPr>
        <p:grpSp>
          <p:nvGrpSpPr>
            <p:cNvPr id="96" name="Group 184"/>
            <p:cNvGrpSpPr/>
            <p:nvPr/>
          </p:nvGrpSpPr>
          <p:grpSpPr>
            <a:xfrm>
              <a:off x="609600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2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5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97" name="Group 184"/>
            <p:cNvGrpSpPr/>
            <p:nvPr/>
          </p:nvGrpSpPr>
          <p:grpSpPr>
            <a:xfrm>
              <a:off x="876277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2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3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98" name="Group 184"/>
            <p:cNvGrpSpPr/>
            <p:nvPr/>
          </p:nvGrpSpPr>
          <p:grpSpPr>
            <a:xfrm>
              <a:off x="1142954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2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1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99" name="Group 184"/>
            <p:cNvGrpSpPr/>
            <p:nvPr/>
          </p:nvGrpSpPr>
          <p:grpSpPr>
            <a:xfrm>
              <a:off x="1409631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1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9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00" name="Group 184"/>
            <p:cNvGrpSpPr/>
            <p:nvPr/>
          </p:nvGrpSpPr>
          <p:grpSpPr>
            <a:xfrm>
              <a:off x="1676308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1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7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01" name="Group 184"/>
            <p:cNvGrpSpPr/>
            <p:nvPr/>
          </p:nvGrpSpPr>
          <p:grpSpPr>
            <a:xfrm>
              <a:off x="1942985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1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5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02" name="Group 184"/>
            <p:cNvGrpSpPr/>
            <p:nvPr/>
          </p:nvGrpSpPr>
          <p:grpSpPr>
            <a:xfrm>
              <a:off x="2209662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1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3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03" name="Group 184"/>
            <p:cNvGrpSpPr/>
            <p:nvPr/>
          </p:nvGrpSpPr>
          <p:grpSpPr>
            <a:xfrm>
              <a:off x="2476339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1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1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04" name="Group 184"/>
            <p:cNvGrpSpPr/>
            <p:nvPr/>
          </p:nvGrpSpPr>
          <p:grpSpPr>
            <a:xfrm>
              <a:off x="274301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10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9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05" name="Group 184"/>
            <p:cNvGrpSpPr/>
            <p:nvPr/>
          </p:nvGrpSpPr>
          <p:grpSpPr>
            <a:xfrm>
              <a:off x="300969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10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7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126" name="Group 86"/>
          <p:cNvGrpSpPr/>
          <p:nvPr/>
        </p:nvGrpSpPr>
        <p:grpSpPr>
          <a:xfrm>
            <a:off x="5095875" y="3133725"/>
            <a:ext cx="3185639" cy="733385"/>
            <a:chOff x="5932686" y="2855964"/>
            <a:chExt cx="2449314" cy="563870"/>
          </a:xfrm>
        </p:grpSpPr>
        <p:grpSp>
          <p:nvGrpSpPr>
            <p:cNvPr id="127" name="Group 179"/>
            <p:cNvGrpSpPr/>
            <p:nvPr/>
          </p:nvGrpSpPr>
          <p:grpSpPr>
            <a:xfrm>
              <a:off x="5932686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155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28" name="Group 179"/>
            <p:cNvGrpSpPr/>
            <p:nvPr/>
          </p:nvGrpSpPr>
          <p:grpSpPr>
            <a:xfrm>
              <a:off x="6180352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153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29" name="Group 179"/>
            <p:cNvGrpSpPr/>
            <p:nvPr/>
          </p:nvGrpSpPr>
          <p:grpSpPr>
            <a:xfrm>
              <a:off x="6428018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151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0" name="Group 179"/>
            <p:cNvGrpSpPr/>
            <p:nvPr/>
          </p:nvGrpSpPr>
          <p:grpSpPr>
            <a:xfrm>
              <a:off x="6675684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149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1" name="Group 179"/>
            <p:cNvGrpSpPr/>
            <p:nvPr/>
          </p:nvGrpSpPr>
          <p:grpSpPr>
            <a:xfrm>
              <a:off x="6923350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147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2" name="Group 179"/>
            <p:cNvGrpSpPr/>
            <p:nvPr/>
          </p:nvGrpSpPr>
          <p:grpSpPr>
            <a:xfrm>
              <a:off x="7171017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145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3" name="Group 179"/>
            <p:cNvGrpSpPr/>
            <p:nvPr/>
          </p:nvGrpSpPr>
          <p:grpSpPr>
            <a:xfrm>
              <a:off x="7418683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143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4" name="Group 179"/>
            <p:cNvGrpSpPr/>
            <p:nvPr/>
          </p:nvGrpSpPr>
          <p:grpSpPr>
            <a:xfrm>
              <a:off x="766634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141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5" name="Group 179"/>
            <p:cNvGrpSpPr/>
            <p:nvPr/>
          </p:nvGrpSpPr>
          <p:grpSpPr>
            <a:xfrm>
              <a:off x="7914015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139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6" name="Group 179"/>
            <p:cNvGrpSpPr/>
            <p:nvPr/>
          </p:nvGrpSpPr>
          <p:grpSpPr>
            <a:xfrm>
              <a:off x="816167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137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8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6" grpId="0">
        <p:bldSub>
          <a:bldChart bld="series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30" name="Chart 29"/>
          <p:cNvGraphicFramePr/>
          <p:nvPr/>
        </p:nvGraphicFramePr>
        <p:xfrm>
          <a:off x="4038600" y="2286000"/>
          <a:ext cx="488632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704850" y="3597627"/>
            <a:ext cx="3200400" cy="430887"/>
            <a:chOff x="5334000" y="1123950"/>
            <a:chExt cx="3200400" cy="430887"/>
          </a:xfrm>
        </p:grpSpPr>
        <p:grpSp>
          <p:nvGrpSpPr>
            <p:cNvPr id="38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1"/>
                  </a:solidFill>
                </a:rPr>
                <a:t>Title Goes Here</a:t>
              </a:r>
              <a:endParaRPr lang="en-US" sz="1100" dirty="0">
                <a:solidFill>
                  <a:schemeClr val="accent1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04850" y="4124864"/>
            <a:ext cx="3200400" cy="430887"/>
            <a:chOff x="5334000" y="1123950"/>
            <a:chExt cx="3200400" cy="430887"/>
          </a:xfrm>
        </p:grpSpPr>
        <p:grpSp>
          <p:nvGrpSpPr>
            <p:cNvPr id="55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2"/>
                  </a:solidFill>
                </a:rPr>
                <a:t>Title Goes Here</a:t>
              </a:r>
              <a:endParaRPr lang="en-US" sz="1100" dirty="0">
                <a:solidFill>
                  <a:schemeClr val="accent2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704850" y="4652101"/>
            <a:ext cx="3200400" cy="430887"/>
            <a:chOff x="5334000" y="1123950"/>
            <a:chExt cx="3200400" cy="430887"/>
          </a:xfrm>
        </p:grpSpPr>
        <p:grpSp>
          <p:nvGrpSpPr>
            <p:cNvPr id="61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3"/>
                  </a:solidFill>
                </a:rPr>
                <a:t>Title Goes Here</a:t>
              </a:r>
              <a:endParaRPr lang="en-US" sz="1100" dirty="0">
                <a:solidFill>
                  <a:schemeClr val="accent3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04850" y="5179338"/>
            <a:ext cx="3200400" cy="430887"/>
            <a:chOff x="5334000" y="1123950"/>
            <a:chExt cx="3200400" cy="430887"/>
          </a:xfrm>
        </p:grpSpPr>
        <p:grpSp>
          <p:nvGrpSpPr>
            <p:cNvPr id="66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7" name="TextBox 66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4"/>
                  </a:solidFill>
                </a:rPr>
                <a:t>Title Goes Here</a:t>
              </a:r>
              <a:endParaRPr lang="en-US" sz="1100" dirty="0">
                <a:solidFill>
                  <a:schemeClr val="accent4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85800" y="2286000"/>
            <a:ext cx="3707848" cy="1119905"/>
            <a:chOff x="685800" y="3409950"/>
            <a:chExt cx="3707848" cy="1119905"/>
          </a:xfrm>
        </p:grpSpPr>
        <p:sp>
          <p:nvSpPr>
            <p:cNvPr id="71" name="TextBox 70"/>
            <p:cNvSpPr txBox="1"/>
            <p:nvPr/>
          </p:nvSpPr>
          <p:spPr>
            <a:xfrm>
              <a:off x="1384472" y="3687191"/>
              <a:ext cx="300917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 have suffered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85800" y="4068190"/>
              <a:ext cx="35052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 of Lorem Ipsum available, but the have suffered alteration in some  form, by humour, or randomized words which  don't believable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0" grpId="0">
        <p:bldSub>
          <a:bldChart bld="series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Yearly 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39" name="Chart 38"/>
          <p:cNvGraphicFramePr/>
          <p:nvPr/>
        </p:nvGraphicFramePr>
        <p:xfrm>
          <a:off x="228600" y="2133600"/>
          <a:ext cx="85344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2" name="Group 41"/>
          <p:cNvGrpSpPr/>
          <p:nvPr/>
        </p:nvGrpSpPr>
        <p:grpSpPr>
          <a:xfrm>
            <a:off x="1209703" y="5513832"/>
            <a:ext cx="6724594" cy="201168"/>
            <a:chOff x="1028811" y="4267200"/>
            <a:chExt cx="6724594" cy="201168"/>
          </a:xfrm>
        </p:grpSpPr>
        <p:grpSp>
          <p:nvGrpSpPr>
            <p:cNvPr id="43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9" name="Oval 58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4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56" name="TextBox 55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7" name="Oval 56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5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5" name="Oval 54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6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3" name="Oval 52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7" name="Group 50"/>
            <p:cNvGrpSpPr/>
            <p:nvPr/>
          </p:nvGrpSpPr>
          <p:grpSpPr>
            <a:xfrm>
              <a:off x="5620674" y="4267200"/>
              <a:ext cx="2132731" cy="201168"/>
              <a:chOff x="2221306" y="3914656"/>
              <a:chExt cx="2132731" cy="201168"/>
            </a:xfrm>
          </p:grpSpPr>
          <p:sp>
            <p:nvSpPr>
              <p:cNvPr id="48" name="TextBox 47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49" name="Oval 48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3587802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1" name="Oval 50"/>
              <p:cNvSpPr>
                <a:spLocks noChangeAspect="1"/>
              </p:cNvSpPr>
              <p:nvPr/>
            </p:nvSpPr>
            <p:spPr>
              <a:xfrm>
                <a:off x="3345311" y="3914656"/>
                <a:ext cx="207097" cy="20116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60" name="Straight Connector 59"/>
          <p:cNvCxnSpPr/>
          <p:nvPr/>
        </p:nvCxnSpPr>
        <p:spPr>
          <a:xfrm rot="5400000">
            <a:off x="3379319" y="3618706"/>
            <a:ext cx="2668588" cy="3176"/>
          </a:xfrm>
          <a:prstGeom prst="line">
            <a:avLst/>
          </a:prstGeom>
          <a:ln w="12700">
            <a:solidFill>
              <a:schemeClr val="bg2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Pentagon 60"/>
          <p:cNvSpPr/>
          <p:nvPr/>
        </p:nvSpPr>
        <p:spPr>
          <a:xfrm>
            <a:off x="3162163" y="2897224"/>
            <a:ext cx="1553038" cy="533400"/>
          </a:xfrm>
          <a:prstGeom prst="homePlat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50 % Completed</a:t>
            </a: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3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3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1000"/>
                                        <p:tgtEl>
                                          <p:spTgt spid="3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3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3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1000"/>
                                        <p:tgtEl>
                                          <p:spTgt spid="3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1000"/>
                                        <p:tgtEl>
                                          <p:spTgt spid="3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0"/>
                                        <p:tgtEl>
                                          <p:spTgt spid="3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1000"/>
                                        <p:tgtEl>
                                          <p:spTgt spid="3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1000"/>
                                        <p:tgtEl>
                                          <p:spTgt spid="3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Sub>
          <a:bldChart bld="category"/>
        </p:bldSub>
      </p:bldGraphic>
      <p:bldP spid="6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Data Chart Slide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10" name="Chart 9"/>
          <p:cNvGraphicFramePr/>
          <p:nvPr/>
        </p:nvGraphicFramePr>
        <p:xfrm>
          <a:off x="228600" y="2057400"/>
          <a:ext cx="8229600" cy="3023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0922" y="48415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594" y="48415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2266" y="48415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7938" y="48415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3611" y="48415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category"/>
        </p:bldSub>
      </p:bldGraphic>
      <p:bldP spid="11" grpId="0"/>
      <p:bldP spid="12" grpId="0"/>
      <p:bldP spid="13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Data Chart Slide</a:t>
            </a:r>
            <a:endParaRPr lang="en-US" dirty="0"/>
          </a:p>
        </p:txBody>
      </p:sp>
      <p:graphicFrame>
        <p:nvGraphicFramePr>
          <p:cNvPr id="17" name="Chart 16"/>
          <p:cNvGraphicFramePr/>
          <p:nvPr/>
        </p:nvGraphicFramePr>
        <p:xfrm>
          <a:off x="419100" y="2362200"/>
          <a:ext cx="41910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767262" y="2667000"/>
          <a:ext cx="3724275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5721168" y="2790837"/>
            <a:ext cx="304632" cy="284872"/>
            <a:chOff x="3841751" y="3619500"/>
            <a:chExt cx="293687" cy="274638"/>
          </a:xfrm>
          <a:solidFill>
            <a:schemeClr val="bg1"/>
          </a:solidFill>
        </p:grpSpPr>
        <p:sp>
          <p:nvSpPr>
            <p:cNvPr id="20" name="Freeform 81"/>
            <p:cNvSpPr>
              <a:spLocks/>
            </p:cNvSpPr>
            <p:nvPr/>
          </p:nvSpPr>
          <p:spPr bwMode="auto">
            <a:xfrm>
              <a:off x="4116388" y="3692525"/>
              <a:ext cx="19050" cy="5556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0" y="22"/>
                </a:cxn>
                <a:cxn ang="0">
                  <a:pos x="3" y="22"/>
                </a:cxn>
                <a:cxn ang="0">
                  <a:pos x="7" y="18"/>
                </a:cxn>
                <a:cxn ang="0">
                  <a:pos x="7" y="3"/>
                </a:cxn>
                <a:cxn ang="0">
                  <a:pos x="3" y="0"/>
                </a:cxn>
              </a:cxnLst>
              <a:rect l="0" t="0" r="r" b="b"/>
              <a:pathLst>
                <a:path w="7" h="22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5" y="22"/>
                    <a:pt x="7" y="20"/>
                    <a:pt x="7" y="18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82"/>
            <p:cNvSpPr>
              <a:spLocks noEditPoints="1"/>
            </p:cNvSpPr>
            <p:nvPr/>
          </p:nvSpPr>
          <p:spPr bwMode="auto">
            <a:xfrm>
              <a:off x="3878263" y="3619500"/>
              <a:ext cx="219075" cy="274638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22" y="0"/>
                </a:cxn>
                <a:cxn ang="0">
                  <a:pos x="0" y="22"/>
                </a:cxn>
                <a:cxn ang="0">
                  <a:pos x="0" y="87"/>
                </a:cxn>
                <a:cxn ang="0">
                  <a:pos x="7" y="94"/>
                </a:cxn>
                <a:cxn ang="0">
                  <a:pos x="7" y="101"/>
                </a:cxn>
                <a:cxn ang="0">
                  <a:pos x="15" y="109"/>
                </a:cxn>
                <a:cxn ang="0">
                  <a:pos x="22" y="109"/>
                </a:cxn>
                <a:cxn ang="0">
                  <a:pos x="29" y="101"/>
                </a:cxn>
                <a:cxn ang="0">
                  <a:pos x="29" y="94"/>
                </a:cxn>
                <a:cxn ang="0">
                  <a:pos x="58" y="94"/>
                </a:cxn>
                <a:cxn ang="0">
                  <a:pos x="58" y="101"/>
                </a:cxn>
                <a:cxn ang="0">
                  <a:pos x="65" y="109"/>
                </a:cxn>
                <a:cxn ang="0">
                  <a:pos x="73" y="109"/>
                </a:cxn>
                <a:cxn ang="0">
                  <a:pos x="80" y="101"/>
                </a:cxn>
                <a:cxn ang="0">
                  <a:pos x="80" y="94"/>
                </a:cxn>
                <a:cxn ang="0">
                  <a:pos x="87" y="87"/>
                </a:cxn>
                <a:cxn ang="0">
                  <a:pos x="87" y="22"/>
                </a:cxn>
                <a:cxn ang="0">
                  <a:pos x="65" y="0"/>
                </a:cxn>
                <a:cxn ang="0">
                  <a:pos x="29" y="7"/>
                </a:cxn>
                <a:cxn ang="0">
                  <a:pos x="58" y="7"/>
                </a:cxn>
                <a:cxn ang="0">
                  <a:pos x="58" y="14"/>
                </a:cxn>
                <a:cxn ang="0">
                  <a:pos x="29" y="14"/>
                </a:cxn>
                <a:cxn ang="0">
                  <a:pos x="29" y="7"/>
                </a:cxn>
                <a:cxn ang="0">
                  <a:pos x="15" y="87"/>
                </a:cxn>
                <a:cxn ang="0">
                  <a:pos x="7" y="80"/>
                </a:cxn>
                <a:cxn ang="0">
                  <a:pos x="15" y="72"/>
                </a:cxn>
                <a:cxn ang="0">
                  <a:pos x="22" y="80"/>
                </a:cxn>
                <a:cxn ang="0">
                  <a:pos x="15" y="87"/>
                </a:cxn>
                <a:cxn ang="0">
                  <a:pos x="73" y="87"/>
                </a:cxn>
                <a:cxn ang="0">
                  <a:pos x="65" y="80"/>
                </a:cxn>
                <a:cxn ang="0">
                  <a:pos x="73" y="72"/>
                </a:cxn>
                <a:cxn ang="0">
                  <a:pos x="80" y="80"/>
                </a:cxn>
                <a:cxn ang="0">
                  <a:pos x="73" y="87"/>
                </a:cxn>
                <a:cxn ang="0">
                  <a:pos x="80" y="65"/>
                </a:cxn>
                <a:cxn ang="0">
                  <a:pos x="7" y="65"/>
                </a:cxn>
                <a:cxn ang="0">
                  <a:pos x="7" y="22"/>
                </a:cxn>
                <a:cxn ang="0">
                  <a:pos x="80" y="22"/>
                </a:cxn>
                <a:cxn ang="0">
                  <a:pos x="80" y="65"/>
                </a:cxn>
              </a:cxnLst>
              <a:rect l="0" t="0" r="r" b="b"/>
              <a:pathLst>
                <a:path w="87" h="109">
                  <a:moveTo>
                    <a:pt x="6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91"/>
                    <a:pt x="3" y="94"/>
                    <a:pt x="7" y="94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7" y="105"/>
                    <a:pt x="11" y="109"/>
                    <a:pt x="15" y="109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26" y="109"/>
                    <a:pt x="29" y="105"/>
                    <a:pt x="29" y="101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58" y="94"/>
                    <a:pt x="58" y="94"/>
                    <a:pt x="58" y="94"/>
                  </a:cubicBezTo>
                  <a:cubicBezTo>
                    <a:pt x="58" y="101"/>
                    <a:pt x="58" y="101"/>
                    <a:pt x="58" y="101"/>
                  </a:cubicBezTo>
                  <a:cubicBezTo>
                    <a:pt x="58" y="105"/>
                    <a:pt x="61" y="109"/>
                    <a:pt x="65" y="109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7" y="109"/>
                    <a:pt x="80" y="105"/>
                    <a:pt x="80" y="101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84" y="94"/>
                    <a:pt x="87" y="91"/>
                    <a:pt x="87" y="87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87" y="10"/>
                    <a:pt x="78" y="0"/>
                    <a:pt x="65" y="0"/>
                  </a:cubicBezTo>
                  <a:close/>
                  <a:moveTo>
                    <a:pt x="29" y="7"/>
                  </a:moveTo>
                  <a:cubicBezTo>
                    <a:pt x="58" y="7"/>
                    <a:pt x="58" y="7"/>
                    <a:pt x="58" y="7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29" y="14"/>
                    <a:pt x="29" y="14"/>
                    <a:pt x="29" y="14"/>
                  </a:cubicBezTo>
                  <a:lnTo>
                    <a:pt x="29" y="7"/>
                  </a:lnTo>
                  <a:close/>
                  <a:moveTo>
                    <a:pt x="15" y="87"/>
                  </a:moveTo>
                  <a:cubicBezTo>
                    <a:pt x="11" y="87"/>
                    <a:pt x="7" y="84"/>
                    <a:pt x="7" y="80"/>
                  </a:cubicBezTo>
                  <a:cubicBezTo>
                    <a:pt x="7" y="76"/>
                    <a:pt x="11" y="72"/>
                    <a:pt x="15" y="72"/>
                  </a:cubicBezTo>
                  <a:cubicBezTo>
                    <a:pt x="19" y="72"/>
                    <a:pt x="22" y="76"/>
                    <a:pt x="22" y="80"/>
                  </a:cubicBezTo>
                  <a:cubicBezTo>
                    <a:pt x="22" y="84"/>
                    <a:pt x="19" y="87"/>
                    <a:pt x="15" y="87"/>
                  </a:cubicBezTo>
                  <a:close/>
                  <a:moveTo>
                    <a:pt x="73" y="87"/>
                  </a:moveTo>
                  <a:cubicBezTo>
                    <a:pt x="69" y="87"/>
                    <a:pt x="65" y="84"/>
                    <a:pt x="65" y="80"/>
                  </a:cubicBezTo>
                  <a:cubicBezTo>
                    <a:pt x="65" y="76"/>
                    <a:pt x="69" y="72"/>
                    <a:pt x="73" y="72"/>
                  </a:cubicBezTo>
                  <a:cubicBezTo>
                    <a:pt x="77" y="72"/>
                    <a:pt x="80" y="76"/>
                    <a:pt x="80" y="80"/>
                  </a:cubicBezTo>
                  <a:cubicBezTo>
                    <a:pt x="80" y="84"/>
                    <a:pt x="77" y="87"/>
                    <a:pt x="73" y="87"/>
                  </a:cubicBezTo>
                  <a:close/>
                  <a:moveTo>
                    <a:pt x="80" y="65"/>
                  </a:moveTo>
                  <a:cubicBezTo>
                    <a:pt x="7" y="65"/>
                    <a:pt x="7" y="65"/>
                    <a:pt x="7" y="65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0" y="22"/>
                    <a:pt x="80" y="22"/>
                    <a:pt x="80" y="22"/>
                  </a:cubicBezTo>
                  <a:lnTo>
                    <a:pt x="80" y="6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3"/>
            <p:cNvSpPr>
              <a:spLocks/>
            </p:cNvSpPr>
            <p:nvPr/>
          </p:nvSpPr>
          <p:spPr bwMode="auto">
            <a:xfrm>
              <a:off x="3841751" y="3692525"/>
              <a:ext cx="17463" cy="555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8"/>
                </a:cxn>
                <a:cxn ang="0">
                  <a:pos x="3" y="22"/>
                </a:cxn>
                <a:cxn ang="0">
                  <a:pos x="7" y="22"/>
                </a:cxn>
                <a:cxn ang="0">
                  <a:pos x="7" y="0"/>
                </a:cxn>
                <a:cxn ang="0">
                  <a:pos x="3" y="0"/>
                </a:cxn>
                <a:cxn ang="0">
                  <a:pos x="0" y="3"/>
                </a:cxn>
              </a:cxnLst>
              <a:rect l="0" t="0" r="r" b="b"/>
              <a:pathLst>
                <a:path w="7" h="22">
                  <a:moveTo>
                    <a:pt x="0" y="3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20"/>
                    <a:pt x="1" y="22"/>
                    <a:pt x="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516604" y="2780958"/>
            <a:ext cx="225592" cy="304630"/>
            <a:chOff x="4462463" y="3600450"/>
            <a:chExt cx="217488" cy="293688"/>
          </a:xfrm>
          <a:solidFill>
            <a:schemeClr val="bg1"/>
          </a:solidFill>
        </p:grpSpPr>
        <p:sp>
          <p:nvSpPr>
            <p:cNvPr id="31" name="Freeform 84"/>
            <p:cNvSpPr>
              <a:spLocks noEditPoints="1"/>
            </p:cNvSpPr>
            <p:nvPr/>
          </p:nvSpPr>
          <p:spPr bwMode="auto">
            <a:xfrm>
              <a:off x="4462463" y="3600450"/>
              <a:ext cx="217488" cy="220663"/>
            </a:xfrm>
            <a:custGeom>
              <a:avLst/>
              <a:gdLst/>
              <a:ahLst/>
              <a:cxnLst>
                <a:cxn ang="0">
                  <a:pos x="85" y="71"/>
                </a:cxn>
                <a:cxn ang="0">
                  <a:pos x="73" y="13"/>
                </a:cxn>
                <a:cxn ang="0">
                  <a:pos x="57" y="0"/>
                </a:cxn>
                <a:cxn ang="0">
                  <a:pos x="28" y="0"/>
                </a:cxn>
                <a:cxn ang="0">
                  <a:pos x="12" y="13"/>
                </a:cxn>
                <a:cxn ang="0">
                  <a:pos x="1" y="71"/>
                </a:cxn>
                <a:cxn ang="0">
                  <a:pos x="3" y="82"/>
                </a:cxn>
                <a:cxn ang="0">
                  <a:pos x="14" y="87"/>
                </a:cxn>
                <a:cxn ang="0">
                  <a:pos x="22" y="87"/>
                </a:cxn>
                <a:cxn ang="0">
                  <a:pos x="34" y="87"/>
                </a:cxn>
                <a:cxn ang="0">
                  <a:pos x="52" y="87"/>
                </a:cxn>
                <a:cxn ang="0">
                  <a:pos x="63" y="87"/>
                </a:cxn>
                <a:cxn ang="0">
                  <a:pos x="72" y="87"/>
                </a:cxn>
                <a:cxn ang="0">
                  <a:pos x="82" y="82"/>
                </a:cxn>
                <a:cxn ang="0">
                  <a:pos x="85" y="71"/>
                </a:cxn>
                <a:cxn ang="0">
                  <a:pos x="35" y="7"/>
                </a:cxn>
                <a:cxn ang="0">
                  <a:pos x="50" y="7"/>
                </a:cxn>
                <a:cxn ang="0">
                  <a:pos x="50" y="14"/>
                </a:cxn>
                <a:cxn ang="0">
                  <a:pos x="35" y="14"/>
                </a:cxn>
                <a:cxn ang="0">
                  <a:pos x="35" y="7"/>
                </a:cxn>
                <a:cxn ang="0">
                  <a:pos x="14" y="43"/>
                </a:cxn>
                <a:cxn ang="0">
                  <a:pos x="18" y="21"/>
                </a:cxn>
                <a:cxn ang="0">
                  <a:pos x="67" y="21"/>
                </a:cxn>
                <a:cxn ang="0">
                  <a:pos x="72" y="43"/>
                </a:cxn>
                <a:cxn ang="0">
                  <a:pos x="75" y="58"/>
                </a:cxn>
                <a:cxn ang="0">
                  <a:pos x="11" y="58"/>
                </a:cxn>
                <a:cxn ang="0">
                  <a:pos x="14" y="43"/>
                </a:cxn>
                <a:cxn ang="0">
                  <a:pos x="28" y="79"/>
                </a:cxn>
                <a:cxn ang="0">
                  <a:pos x="21" y="72"/>
                </a:cxn>
                <a:cxn ang="0">
                  <a:pos x="28" y="65"/>
                </a:cxn>
                <a:cxn ang="0">
                  <a:pos x="35" y="72"/>
                </a:cxn>
                <a:cxn ang="0">
                  <a:pos x="28" y="79"/>
                </a:cxn>
                <a:cxn ang="0">
                  <a:pos x="57" y="79"/>
                </a:cxn>
                <a:cxn ang="0">
                  <a:pos x="50" y="72"/>
                </a:cxn>
                <a:cxn ang="0">
                  <a:pos x="57" y="65"/>
                </a:cxn>
                <a:cxn ang="0">
                  <a:pos x="64" y="72"/>
                </a:cxn>
                <a:cxn ang="0">
                  <a:pos x="57" y="79"/>
                </a:cxn>
              </a:cxnLst>
              <a:rect l="0" t="0" r="r" b="b"/>
              <a:pathLst>
                <a:path w="86" h="87">
                  <a:moveTo>
                    <a:pt x="85" y="71"/>
                  </a:moveTo>
                  <a:cubicBezTo>
                    <a:pt x="73" y="13"/>
                    <a:pt x="73" y="13"/>
                    <a:pt x="73" y="13"/>
                  </a:cubicBezTo>
                  <a:cubicBezTo>
                    <a:pt x="72" y="5"/>
                    <a:pt x="65" y="0"/>
                    <a:pt x="5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4" y="5"/>
                    <a:pt x="12" y="13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0" y="75"/>
                    <a:pt x="1" y="79"/>
                    <a:pt x="3" y="82"/>
                  </a:cubicBezTo>
                  <a:cubicBezTo>
                    <a:pt x="6" y="85"/>
                    <a:pt x="10" y="87"/>
                    <a:pt x="14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63" y="87"/>
                    <a:pt x="63" y="87"/>
                    <a:pt x="63" y="87"/>
                  </a:cubicBezTo>
                  <a:cubicBezTo>
                    <a:pt x="72" y="87"/>
                    <a:pt x="72" y="87"/>
                    <a:pt x="72" y="87"/>
                  </a:cubicBezTo>
                  <a:cubicBezTo>
                    <a:pt x="76" y="87"/>
                    <a:pt x="80" y="85"/>
                    <a:pt x="82" y="82"/>
                  </a:cubicBezTo>
                  <a:cubicBezTo>
                    <a:pt x="85" y="79"/>
                    <a:pt x="86" y="75"/>
                    <a:pt x="85" y="71"/>
                  </a:cubicBezTo>
                  <a:close/>
                  <a:moveTo>
                    <a:pt x="35" y="7"/>
                  </a:moveTo>
                  <a:cubicBezTo>
                    <a:pt x="50" y="7"/>
                    <a:pt x="50" y="7"/>
                    <a:pt x="50" y="7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35" y="14"/>
                    <a:pt x="35" y="14"/>
                    <a:pt x="35" y="14"/>
                  </a:cubicBezTo>
                  <a:lnTo>
                    <a:pt x="35" y="7"/>
                  </a:lnTo>
                  <a:close/>
                  <a:moveTo>
                    <a:pt x="14" y="43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11" y="58"/>
                    <a:pt x="11" y="58"/>
                    <a:pt x="11" y="58"/>
                  </a:cubicBezTo>
                  <a:lnTo>
                    <a:pt x="14" y="43"/>
                  </a:lnTo>
                  <a:close/>
                  <a:moveTo>
                    <a:pt x="28" y="79"/>
                  </a:moveTo>
                  <a:cubicBezTo>
                    <a:pt x="24" y="79"/>
                    <a:pt x="21" y="76"/>
                    <a:pt x="21" y="72"/>
                  </a:cubicBezTo>
                  <a:cubicBezTo>
                    <a:pt x="21" y="68"/>
                    <a:pt x="24" y="65"/>
                    <a:pt x="28" y="65"/>
                  </a:cubicBezTo>
                  <a:cubicBezTo>
                    <a:pt x="32" y="65"/>
                    <a:pt x="35" y="68"/>
                    <a:pt x="35" y="72"/>
                  </a:cubicBezTo>
                  <a:cubicBezTo>
                    <a:pt x="35" y="76"/>
                    <a:pt x="32" y="79"/>
                    <a:pt x="28" y="79"/>
                  </a:cubicBezTo>
                  <a:close/>
                  <a:moveTo>
                    <a:pt x="57" y="79"/>
                  </a:moveTo>
                  <a:cubicBezTo>
                    <a:pt x="53" y="79"/>
                    <a:pt x="50" y="76"/>
                    <a:pt x="50" y="72"/>
                  </a:cubicBezTo>
                  <a:cubicBezTo>
                    <a:pt x="50" y="68"/>
                    <a:pt x="53" y="65"/>
                    <a:pt x="57" y="65"/>
                  </a:cubicBezTo>
                  <a:cubicBezTo>
                    <a:pt x="61" y="65"/>
                    <a:pt x="64" y="68"/>
                    <a:pt x="64" y="72"/>
                  </a:cubicBezTo>
                  <a:cubicBezTo>
                    <a:pt x="64" y="76"/>
                    <a:pt x="61" y="79"/>
                    <a:pt x="57" y="7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85"/>
            <p:cNvSpPr>
              <a:spLocks/>
            </p:cNvSpPr>
            <p:nvPr/>
          </p:nvSpPr>
          <p:spPr bwMode="auto">
            <a:xfrm>
              <a:off x="4487863" y="3838575"/>
              <a:ext cx="166688" cy="55563"/>
            </a:xfrm>
            <a:custGeom>
              <a:avLst/>
              <a:gdLst/>
              <a:ahLst/>
              <a:cxnLst>
                <a:cxn ang="0">
                  <a:pos x="71" y="0"/>
                </a:cxn>
                <a:cxn ang="0">
                  <a:pos x="76" y="11"/>
                </a:cxn>
                <a:cxn ang="0">
                  <a:pos x="27" y="11"/>
                </a:cxn>
                <a:cxn ang="0">
                  <a:pos x="33" y="0"/>
                </a:cxn>
                <a:cxn ang="0">
                  <a:pos x="14" y="0"/>
                </a:cxn>
                <a:cxn ang="0">
                  <a:pos x="0" y="35"/>
                </a:cxn>
                <a:cxn ang="0">
                  <a:pos x="17" y="35"/>
                </a:cxn>
                <a:cxn ang="0">
                  <a:pos x="22" y="22"/>
                </a:cxn>
                <a:cxn ang="0">
                  <a:pos x="81" y="22"/>
                </a:cxn>
                <a:cxn ang="0">
                  <a:pos x="86" y="35"/>
                </a:cxn>
                <a:cxn ang="0">
                  <a:pos x="105" y="35"/>
                </a:cxn>
                <a:cxn ang="0">
                  <a:pos x="89" y="0"/>
                </a:cxn>
                <a:cxn ang="0">
                  <a:pos x="71" y="0"/>
                </a:cxn>
              </a:cxnLst>
              <a:rect l="0" t="0" r="r" b="b"/>
              <a:pathLst>
                <a:path w="105" h="35">
                  <a:moveTo>
                    <a:pt x="71" y="0"/>
                  </a:moveTo>
                  <a:lnTo>
                    <a:pt x="76" y="11"/>
                  </a:lnTo>
                  <a:lnTo>
                    <a:pt x="27" y="11"/>
                  </a:lnTo>
                  <a:lnTo>
                    <a:pt x="33" y="0"/>
                  </a:lnTo>
                  <a:lnTo>
                    <a:pt x="14" y="0"/>
                  </a:lnTo>
                  <a:lnTo>
                    <a:pt x="0" y="35"/>
                  </a:lnTo>
                  <a:lnTo>
                    <a:pt x="17" y="35"/>
                  </a:lnTo>
                  <a:lnTo>
                    <a:pt x="22" y="22"/>
                  </a:lnTo>
                  <a:lnTo>
                    <a:pt x="81" y="22"/>
                  </a:lnTo>
                  <a:lnTo>
                    <a:pt x="86" y="35"/>
                  </a:lnTo>
                  <a:lnTo>
                    <a:pt x="105" y="35"/>
                  </a:lnTo>
                  <a:lnTo>
                    <a:pt x="89" y="0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239908" y="2778487"/>
            <a:ext cx="302984" cy="309572"/>
            <a:chOff x="5599113" y="3600450"/>
            <a:chExt cx="292100" cy="298451"/>
          </a:xfrm>
          <a:solidFill>
            <a:schemeClr val="bg1"/>
          </a:solidFill>
        </p:grpSpPr>
        <p:sp>
          <p:nvSpPr>
            <p:cNvPr id="40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2" name="Freeform 100"/>
          <p:cNvSpPr>
            <a:spLocks/>
          </p:cNvSpPr>
          <p:nvPr/>
        </p:nvSpPr>
        <p:spPr bwMode="auto">
          <a:xfrm>
            <a:off x="7956179" y="2780958"/>
            <a:ext cx="284870" cy="304630"/>
          </a:xfrm>
          <a:custGeom>
            <a:avLst/>
            <a:gdLst/>
            <a:ahLst/>
            <a:cxnLst>
              <a:cxn ang="0">
                <a:pos x="108" y="72"/>
              </a:cxn>
              <a:cxn ang="0">
                <a:pos x="66" y="41"/>
              </a:cxn>
              <a:cxn ang="0">
                <a:pos x="66" y="21"/>
              </a:cxn>
              <a:cxn ang="0">
                <a:pos x="55" y="0"/>
              </a:cxn>
              <a:cxn ang="0">
                <a:pos x="44" y="21"/>
              </a:cxn>
              <a:cxn ang="0">
                <a:pos x="44" y="41"/>
              </a:cxn>
              <a:cxn ang="0">
                <a:pos x="2" y="72"/>
              </a:cxn>
              <a:cxn ang="0">
                <a:pos x="0" y="75"/>
              </a:cxn>
              <a:cxn ang="0">
                <a:pos x="0" y="76"/>
              </a:cxn>
              <a:cxn ang="0">
                <a:pos x="2" y="79"/>
              </a:cxn>
              <a:cxn ang="0">
                <a:pos x="5" y="79"/>
              </a:cxn>
              <a:cxn ang="0">
                <a:pos x="44" y="69"/>
              </a:cxn>
              <a:cxn ang="0">
                <a:pos x="44" y="76"/>
              </a:cxn>
              <a:cxn ang="0">
                <a:pos x="44" y="99"/>
              </a:cxn>
              <a:cxn ang="0">
                <a:pos x="31" y="109"/>
              </a:cxn>
              <a:cxn ang="0">
                <a:pos x="29" y="112"/>
              </a:cxn>
              <a:cxn ang="0">
                <a:pos x="29" y="112"/>
              </a:cxn>
              <a:cxn ang="0">
                <a:pos x="31" y="115"/>
              </a:cxn>
              <a:cxn ang="0">
                <a:pos x="34" y="116"/>
              </a:cxn>
              <a:cxn ang="0">
                <a:pos x="55" y="108"/>
              </a:cxn>
              <a:cxn ang="0">
                <a:pos x="75" y="115"/>
              </a:cxn>
              <a:cxn ang="0">
                <a:pos x="79" y="115"/>
              </a:cxn>
              <a:cxn ang="0">
                <a:pos x="80" y="112"/>
              </a:cxn>
              <a:cxn ang="0">
                <a:pos x="80" y="111"/>
              </a:cxn>
              <a:cxn ang="0">
                <a:pos x="78" y="108"/>
              </a:cxn>
              <a:cxn ang="0">
                <a:pos x="66" y="99"/>
              </a:cxn>
              <a:cxn ang="0">
                <a:pos x="66" y="76"/>
              </a:cxn>
              <a:cxn ang="0">
                <a:pos x="66" y="69"/>
              </a:cxn>
              <a:cxn ang="0">
                <a:pos x="105" y="79"/>
              </a:cxn>
              <a:cxn ang="0">
                <a:pos x="108" y="79"/>
              </a:cxn>
              <a:cxn ang="0">
                <a:pos x="109" y="76"/>
              </a:cxn>
              <a:cxn ang="0">
                <a:pos x="109" y="75"/>
              </a:cxn>
              <a:cxn ang="0">
                <a:pos x="108" y="72"/>
              </a:cxn>
            </a:cxnLst>
            <a:rect l="0" t="0" r="r" b="b"/>
            <a:pathLst>
              <a:path w="109" h="116">
                <a:moveTo>
                  <a:pt x="108" y="72"/>
                </a:moveTo>
                <a:cubicBezTo>
                  <a:pt x="66" y="41"/>
                  <a:pt x="66" y="41"/>
                  <a:pt x="66" y="41"/>
                </a:cubicBezTo>
                <a:cubicBezTo>
                  <a:pt x="66" y="21"/>
                  <a:pt x="66" y="21"/>
                  <a:pt x="66" y="21"/>
                </a:cubicBezTo>
                <a:cubicBezTo>
                  <a:pt x="66" y="16"/>
                  <a:pt x="60" y="0"/>
                  <a:pt x="55" y="0"/>
                </a:cubicBezTo>
                <a:cubicBezTo>
                  <a:pt x="49" y="0"/>
                  <a:pt x="44" y="16"/>
                  <a:pt x="44" y="21"/>
                </a:cubicBezTo>
                <a:cubicBezTo>
                  <a:pt x="44" y="41"/>
                  <a:pt x="44" y="41"/>
                  <a:pt x="44" y="41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3"/>
                  <a:pt x="0" y="74"/>
                  <a:pt x="0" y="75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7"/>
                  <a:pt x="1" y="78"/>
                  <a:pt x="2" y="79"/>
                </a:cubicBezTo>
                <a:cubicBezTo>
                  <a:pt x="3" y="79"/>
                  <a:pt x="4" y="80"/>
                  <a:pt x="5" y="79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99"/>
                  <a:pt x="44" y="99"/>
                  <a:pt x="44" y="99"/>
                </a:cubicBezTo>
                <a:cubicBezTo>
                  <a:pt x="31" y="109"/>
                  <a:pt x="31" y="109"/>
                  <a:pt x="31" y="109"/>
                </a:cubicBezTo>
                <a:cubicBezTo>
                  <a:pt x="30" y="109"/>
                  <a:pt x="29" y="110"/>
                  <a:pt x="29" y="112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29" y="113"/>
                  <a:pt x="30" y="114"/>
                  <a:pt x="31" y="115"/>
                </a:cubicBezTo>
                <a:cubicBezTo>
                  <a:pt x="32" y="116"/>
                  <a:pt x="33" y="116"/>
                  <a:pt x="34" y="116"/>
                </a:cubicBezTo>
                <a:cubicBezTo>
                  <a:pt x="55" y="108"/>
                  <a:pt x="55" y="108"/>
                  <a:pt x="55" y="108"/>
                </a:cubicBezTo>
                <a:cubicBezTo>
                  <a:pt x="75" y="115"/>
                  <a:pt x="75" y="115"/>
                  <a:pt x="75" y="115"/>
                </a:cubicBezTo>
                <a:cubicBezTo>
                  <a:pt x="77" y="116"/>
                  <a:pt x="78" y="116"/>
                  <a:pt x="79" y="115"/>
                </a:cubicBezTo>
                <a:cubicBezTo>
                  <a:pt x="80" y="114"/>
                  <a:pt x="80" y="113"/>
                  <a:pt x="80" y="112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80" y="110"/>
                  <a:pt x="80" y="109"/>
                  <a:pt x="78" y="108"/>
                </a:cubicBezTo>
                <a:cubicBezTo>
                  <a:pt x="66" y="99"/>
                  <a:pt x="66" y="99"/>
                  <a:pt x="66" y="99"/>
                </a:cubicBezTo>
                <a:cubicBezTo>
                  <a:pt x="66" y="76"/>
                  <a:pt x="66" y="76"/>
                  <a:pt x="66" y="76"/>
                </a:cubicBezTo>
                <a:cubicBezTo>
                  <a:pt x="66" y="69"/>
                  <a:pt x="66" y="69"/>
                  <a:pt x="66" y="69"/>
                </a:cubicBezTo>
                <a:cubicBezTo>
                  <a:pt x="105" y="79"/>
                  <a:pt x="105" y="79"/>
                  <a:pt x="105" y="79"/>
                </a:cubicBezTo>
                <a:cubicBezTo>
                  <a:pt x="106" y="80"/>
                  <a:pt x="107" y="79"/>
                  <a:pt x="108" y="79"/>
                </a:cubicBezTo>
                <a:cubicBezTo>
                  <a:pt x="109" y="78"/>
                  <a:pt x="109" y="77"/>
                  <a:pt x="109" y="76"/>
                </a:cubicBezTo>
                <a:cubicBezTo>
                  <a:pt x="109" y="75"/>
                  <a:pt x="109" y="75"/>
                  <a:pt x="109" y="75"/>
                </a:cubicBezTo>
                <a:cubicBezTo>
                  <a:pt x="109" y="74"/>
                  <a:pt x="109" y="73"/>
                  <a:pt x="108" y="7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Chart bld="series"/>
        </p:bldSub>
      </p:bldGraphic>
      <p:bldP spid="4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954703" y="3340923"/>
            <a:ext cx="466535" cy="5331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sp>
        <p:nvSpPr>
          <p:cNvPr id="60" name="Rectangle 59"/>
          <p:cNvSpPr/>
          <p:nvPr/>
        </p:nvSpPr>
        <p:spPr>
          <a:xfrm rot="10800000">
            <a:off x="2363828" y="3877280"/>
            <a:ext cx="466535" cy="8664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sp>
        <p:nvSpPr>
          <p:cNvPr id="63" name="Rectangle 62"/>
          <p:cNvSpPr/>
          <p:nvPr/>
        </p:nvSpPr>
        <p:spPr>
          <a:xfrm rot="10800000">
            <a:off x="3068391" y="3877280"/>
            <a:ext cx="466535" cy="116633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59266" y="3007684"/>
            <a:ext cx="466535" cy="8664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72953" y="2961953"/>
            <a:ext cx="466535" cy="91215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sp>
        <p:nvSpPr>
          <p:cNvPr id="101" name="Rectangle 100"/>
          <p:cNvSpPr/>
          <p:nvPr/>
        </p:nvSpPr>
        <p:spPr>
          <a:xfrm rot="10800000">
            <a:off x="5182079" y="3873524"/>
            <a:ext cx="466535" cy="6774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77516" y="2538541"/>
            <a:ext cx="466535" cy="13355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86640" y="3007684"/>
            <a:ext cx="466535" cy="8664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95000"/>
                  </a:schemeClr>
                </a:solidFill>
              </a:rPr>
              <a:t>TEXT</a:t>
            </a:r>
          </a:p>
        </p:txBody>
      </p:sp>
      <p:cxnSp>
        <p:nvCxnSpPr>
          <p:cNvPr id="104" name="Straight Connector 103"/>
          <p:cNvCxnSpPr/>
          <p:nvPr/>
        </p:nvCxnSpPr>
        <p:spPr>
          <a:xfrm>
            <a:off x="593387" y="3875244"/>
            <a:ext cx="8017213" cy="1588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125956" y="3780399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830518" y="3780399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2535080" y="3809177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3239642" y="3809177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3944204" y="3809177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4648766" y="3809177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Oval 110"/>
          <p:cNvSpPr/>
          <p:nvPr/>
        </p:nvSpPr>
        <p:spPr>
          <a:xfrm>
            <a:off x="6057893" y="3809177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Oval 111"/>
          <p:cNvSpPr/>
          <p:nvPr/>
        </p:nvSpPr>
        <p:spPr>
          <a:xfrm>
            <a:off x="5353328" y="3809177"/>
            <a:ext cx="124028" cy="124028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Callout 112"/>
          <p:cNvSpPr/>
          <p:nvPr/>
        </p:nvSpPr>
        <p:spPr>
          <a:xfrm>
            <a:off x="943960" y="2865523"/>
            <a:ext cx="478440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20%</a:t>
            </a:r>
          </a:p>
        </p:txBody>
      </p:sp>
      <p:sp>
        <p:nvSpPr>
          <p:cNvPr id="114" name="Down Arrow Callout 113"/>
          <p:cNvSpPr/>
          <p:nvPr/>
        </p:nvSpPr>
        <p:spPr>
          <a:xfrm>
            <a:off x="1659266" y="2522896"/>
            <a:ext cx="478440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30%</a:t>
            </a:r>
          </a:p>
        </p:txBody>
      </p:sp>
      <p:sp>
        <p:nvSpPr>
          <p:cNvPr id="115" name="Up Arrow Callout 114"/>
          <p:cNvSpPr/>
          <p:nvPr/>
        </p:nvSpPr>
        <p:spPr>
          <a:xfrm>
            <a:off x="2361854" y="4762500"/>
            <a:ext cx="478440" cy="452566"/>
          </a:xfrm>
          <a:prstGeom prst="upArrowCallout">
            <a:avLst>
              <a:gd name="adj1" fmla="val 50000"/>
              <a:gd name="adj2" fmla="val 25000"/>
              <a:gd name="adj3" fmla="val 30262"/>
              <a:gd name="adj4" fmla="val 69738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30%</a:t>
            </a:r>
          </a:p>
        </p:txBody>
      </p:sp>
      <p:sp>
        <p:nvSpPr>
          <p:cNvPr id="116" name="Down Arrow Callout 115"/>
          <p:cNvSpPr/>
          <p:nvPr/>
        </p:nvSpPr>
        <p:spPr>
          <a:xfrm>
            <a:off x="3761048" y="2494321"/>
            <a:ext cx="478440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30%</a:t>
            </a:r>
          </a:p>
        </p:txBody>
      </p:sp>
      <p:sp>
        <p:nvSpPr>
          <p:cNvPr id="117" name="Down Arrow Callout 116"/>
          <p:cNvSpPr/>
          <p:nvPr/>
        </p:nvSpPr>
        <p:spPr>
          <a:xfrm>
            <a:off x="4467788" y="2057400"/>
            <a:ext cx="478440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70%</a:t>
            </a:r>
          </a:p>
        </p:txBody>
      </p:sp>
      <p:sp>
        <p:nvSpPr>
          <p:cNvPr id="118" name="Down Arrow Callout 117"/>
          <p:cNvSpPr/>
          <p:nvPr/>
        </p:nvSpPr>
        <p:spPr>
          <a:xfrm>
            <a:off x="5867313" y="2523505"/>
            <a:ext cx="478440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30%</a:t>
            </a:r>
          </a:p>
        </p:txBody>
      </p:sp>
      <p:sp>
        <p:nvSpPr>
          <p:cNvPr id="119" name="Up Arrow Callout 118"/>
          <p:cNvSpPr/>
          <p:nvPr/>
        </p:nvSpPr>
        <p:spPr>
          <a:xfrm>
            <a:off x="3056486" y="5048250"/>
            <a:ext cx="478440" cy="452566"/>
          </a:xfrm>
          <a:prstGeom prst="upArrowCallout">
            <a:avLst>
              <a:gd name="adj1" fmla="val 50000"/>
              <a:gd name="adj2" fmla="val 25000"/>
              <a:gd name="adj3" fmla="val 30262"/>
              <a:gd name="adj4" fmla="val 69738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30%</a:t>
            </a:r>
          </a:p>
        </p:txBody>
      </p:sp>
      <p:sp>
        <p:nvSpPr>
          <p:cNvPr id="120" name="Up Arrow Callout 119"/>
          <p:cNvSpPr/>
          <p:nvPr/>
        </p:nvSpPr>
        <p:spPr>
          <a:xfrm>
            <a:off x="5180986" y="4552950"/>
            <a:ext cx="478440" cy="452566"/>
          </a:xfrm>
          <a:prstGeom prst="upArrowCallout">
            <a:avLst>
              <a:gd name="adj1" fmla="val 50000"/>
              <a:gd name="adj2" fmla="val 25000"/>
              <a:gd name="adj3" fmla="val 30262"/>
              <a:gd name="adj4" fmla="val 69738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30%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209703" y="5666232"/>
            <a:ext cx="6724594" cy="201168"/>
            <a:chOff x="1028811" y="4267200"/>
            <a:chExt cx="6724594" cy="201168"/>
          </a:xfrm>
        </p:grpSpPr>
        <p:grpSp>
          <p:nvGrpSpPr>
            <p:cNvPr id="122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137" name="TextBox 136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8" name="Oval 137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3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135" name="TextBox 134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6" name="Oval 135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4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133" name="TextBox 132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4" name="Oval 133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5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131" name="TextBox 130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2" name="Oval 131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6" name="Group 50"/>
            <p:cNvGrpSpPr/>
            <p:nvPr/>
          </p:nvGrpSpPr>
          <p:grpSpPr>
            <a:xfrm>
              <a:off x="5620674" y="4267200"/>
              <a:ext cx="2132731" cy="201168"/>
              <a:chOff x="2221306" y="3914656"/>
              <a:chExt cx="2132731" cy="201168"/>
            </a:xfrm>
          </p:grpSpPr>
          <p:sp>
            <p:nvSpPr>
              <p:cNvPr id="127" name="TextBox 126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28" name="Oval 127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3587802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30" name="Oval 129"/>
              <p:cNvSpPr>
                <a:spLocks noChangeAspect="1"/>
              </p:cNvSpPr>
              <p:nvPr/>
            </p:nvSpPr>
            <p:spPr>
              <a:xfrm>
                <a:off x="3345311" y="3914656"/>
                <a:ext cx="207097" cy="20116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39" name="Group 138"/>
          <p:cNvGrpSpPr/>
          <p:nvPr/>
        </p:nvGrpSpPr>
        <p:grpSpPr>
          <a:xfrm>
            <a:off x="6715125" y="3881566"/>
            <a:ext cx="1538983" cy="1109735"/>
            <a:chOff x="6715125" y="2857500"/>
            <a:chExt cx="1538983" cy="1109735"/>
          </a:xfrm>
        </p:grpSpPr>
        <p:sp>
          <p:nvSpPr>
            <p:cNvPr id="140" name="Pentagon 139"/>
            <p:cNvSpPr/>
            <p:nvPr/>
          </p:nvSpPr>
          <p:spPr>
            <a:xfrm rot="5400000">
              <a:off x="6929749" y="2642876"/>
              <a:ext cx="1109735" cy="1538983"/>
            </a:xfrm>
            <a:prstGeom prst="homePlate">
              <a:avLst>
                <a:gd name="adj" fmla="val 33692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1" name="Group 95"/>
            <p:cNvGrpSpPr/>
            <p:nvPr/>
          </p:nvGrpSpPr>
          <p:grpSpPr>
            <a:xfrm>
              <a:off x="6949585" y="2972527"/>
              <a:ext cx="276224" cy="593012"/>
              <a:chOff x="5095875" y="3565545"/>
              <a:chExt cx="332402" cy="713616"/>
            </a:xfrm>
            <a:solidFill>
              <a:schemeClr val="bg1">
                <a:lumMod val="95000"/>
              </a:schemeClr>
            </a:solidFill>
          </p:grpSpPr>
          <p:sp>
            <p:nvSpPr>
              <p:cNvPr id="143" name="Oval 98"/>
              <p:cNvSpPr>
                <a:spLocks noChangeArrowheads="1"/>
              </p:cNvSpPr>
              <p:nvPr/>
            </p:nvSpPr>
            <p:spPr bwMode="auto">
              <a:xfrm>
                <a:off x="5209775" y="3565545"/>
                <a:ext cx="106926" cy="106926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4" name="Freeform 99"/>
              <p:cNvSpPr>
                <a:spLocks/>
              </p:cNvSpPr>
              <p:nvPr/>
            </p:nvSpPr>
            <p:spPr bwMode="auto">
              <a:xfrm>
                <a:off x="5095875" y="3695716"/>
                <a:ext cx="332402" cy="583445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42" name="Rectangle 141"/>
            <p:cNvSpPr/>
            <p:nvPr/>
          </p:nvSpPr>
          <p:spPr>
            <a:xfrm>
              <a:off x="7398336" y="3063419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</a:rPr>
                <a:t>80%</a:t>
              </a:r>
              <a:endParaRPr lang="en-US" sz="18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6715125" y="2757615"/>
            <a:ext cx="1538983" cy="1109735"/>
            <a:chOff x="6715125" y="1743074"/>
            <a:chExt cx="1538983" cy="1109735"/>
          </a:xfrm>
        </p:grpSpPr>
        <p:sp>
          <p:nvSpPr>
            <p:cNvPr id="146" name="Pentagon 145"/>
            <p:cNvSpPr/>
            <p:nvPr/>
          </p:nvSpPr>
          <p:spPr>
            <a:xfrm rot="16200000">
              <a:off x="6929749" y="1528450"/>
              <a:ext cx="1109735" cy="1538983"/>
            </a:xfrm>
            <a:prstGeom prst="homePlate">
              <a:avLst>
                <a:gd name="adj" fmla="val 3369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7" name="Group 92"/>
            <p:cNvGrpSpPr/>
            <p:nvPr/>
          </p:nvGrpSpPr>
          <p:grpSpPr>
            <a:xfrm>
              <a:off x="6982721" y="2143464"/>
              <a:ext cx="225519" cy="577174"/>
              <a:chOff x="5095875" y="1971675"/>
              <a:chExt cx="286555" cy="733385"/>
            </a:xfrm>
            <a:solidFill>
              <a:schemeClr val="bg1">
                <a:lumMod val="95000"/>
              </a:schemeClr>
            </a:solidFill>
          </p:grpSpPr>
          <p:sp>
            <p:nvSpPr>
              <p:cNvPr id="149" name="Freeform 96"/>
              <p:cNvSpPr>
                <a:spLocks/>
              </p:cNvSpPr>
              <p:nvPr/>
            </p:nvSpPr>
            <p:spPr bwMode="auto">
              <a:xfrm>
                <a:off x="5095875" y="2095524"/>
                <a:ext cx="286555" cy="609536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0" name="Oval 97"/>
              <p:cNvSpPr>
                <a:spLocks noChangeArrowheads="1"/>
              </p:cNvSpPr>
              <p:nvPr/>
            </p:nvSpPr>
            <p:spPr bwMode="auto">
              <a:xfrm>
                <a:off x="5180871" y="1971675"/>
                <a:ext cx="114137" cy="11656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48" name="Rectangle 147"/>
            <p:cNvSpPr/>
            <p:nvPr/>
          </p:nvSpPr>
          <p:spPr>
            <a:xfrm>
              <a:off x="7398336" y="2240933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bg1">
                      <a:lumMod val="95000"/>
                    </a:schemeClr>
                  </a:solidFill>
                </a:rPr>
                <a:t>20%</a:t>
              </a:r>
              <a:endParaRPr lang="en-US" sz="18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500"/>
                            </p:stCondLst>
                            <p:childTnLst>
                              <p:par>
                                <p:cTn id="9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7000"/>
                            </p:stCondLst>
                            <p:childTnLst>
                              <p:par>
                                <p:cTn id="10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500"/>
                            </p:stCondLst>
                            <p:childTnLst>
                              <p:par>
                                <p:cTn id="11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8000"/>
                            </p:stCondLst>
                            <p:childTnLst>
                              <p:par>
                                <p:cTn id="12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8500"/>
                            </p:stCondLst>
                            <p:childTnLst>
                              <p:par>
                                <p:cTn id="129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9000"/>
                            </p:stCondLst>
                            <p:childTnLst>
                              <p:par>
                                <p:cTn id="13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95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3" grpId="0" animBg="1"/>
      <p:bldP spid="64" grpId="0" animBg="1"/>
      <p:bldP spid="67" grpId="0" animBg="1"/>
      <p:bldP spid="101" grpId="0" animBg="1"/>
      <p:bldP spid="102" grpId="0" animBg="1"/>
      <p:bldP spid="103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pSp>
        <p:nvGrpSpPr>
          <p:cNvPr id="97" name="Group 70"/>
          <p:cNvGrpSpPr/>
          <p:nvPr/>
        </p:nvGrpSpPr>
        <p:grpSpPr>
          <a:xfrm>
            <a:off x="1209703" y="5658272"/>
            <a:ext cx="6724594" cy="201168"/>
            <a:chOff x="1028811" y="4267200"/>
            <a:chExt cx="6724594" cy="201168"/>
          </a:xfrm>
        </p:grpSpPr>
        <p:grpSp>
          <p:nvGrpSpPr>
            <p:cNvPr id="98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174" name="TextBox 173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75" name="Oval 174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172" name="TextBox 171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73" name="Oval 172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9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170" name="TextBox 169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71" name="Oval 170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2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168" name="TextBox 167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69" name="Oval 168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3" name="Group 50"/>
            <p:cNvGrpSpPr/>
            <p:nvPr/>
          </p:nvGrpSpPr>
          <p:grpSpPr>
            <a:xfrm>
              <a:off x="5620674" y="4267200"/>
              <a:ext cx="2132731" cy="201168"/>
              <a:chOff x="2221306" y="3914656"/>
              <a:chExt cx="2132731" cy="201168"/>
            </a:xfrm>
          </p:grpSpPr>
          <p:sp>
            <p:nvSpPr>
              <p:cNvPr id="164" name="TextBox 163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65" name="Oval 164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3587802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167" name="Oval 166"/>
              <p:cNvSpPr>
                <a:spLocks noChangeAspect="1"/>
              </p:cNvSpPr>
              <p:nvPr/>
            </p:nvSpPr>
            <p:spPr>
              <a:xfrm>
                <a:off x="3345311" y="3914656"/>
                <a:ext cx="207097" cy="20116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76" name="Round Same Side Corner Rectangle 175"/>
          <p:cNvSpPr/>
          <p:nvPr/>
        </p:nvSpPr>
        <p:spPr>
          <a:xfrm>
            <a:off x="714403" y="2362200"/>
            <a:ext cx="381000" cy="236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Round Same Side Corner Rectangle 176"/>
          <p:cNvSpPr/>
          <p:nvPr/>
        </p:nvSpPr>
        <p:spPr>
          <a:xfrm>
            <a:off x="1290475" y="2362200"/>
            <a:ext cx="381000" cy="236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ound Same Side Corner Rectangle 177"/>
          <p:cNvSpPr/>
          <p:nvPr/>
        </p:nvSpPr>
        <p:spPr>
          <a:xfrm>
            <a:off x="1866547" y="2362200"/>
            <a:ext cx="381000" cy="236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9" name="Round Same Side Corner Rectangle 178"/>
          <p:cNvSpPr/>
          <p:nvPr/>
        </p:nvSpPr>
        <p:spPr>
          <a:xfrm>
            <a:off x="2442619" y="2362200"/>
            <a:ext cx="381000" cy="236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0" name="Round Same Side Corner Rectangle 179"/>
          <p:cNvSpPr/>
          <p:nvPr/>
        </p:nvSpPr>
        <p:spPr>
          <a:xfrm>
            <a:off x="3018691" y="2362200"/>
            <a:ext cx="381000" cy="236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1" name="Round Same Side Corner Rectangle 180"/>
          <p:cNvSpPr/>
          <p:nvPr/>
        </p:nvSpPr>
        <p:spPr>
          <a:xfrm>
            <a:off x="3594763" y="2362200"/>
            <a:ext cx="381000" cy="236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2" name="Group 117"/>
          <p:cNvGrpSpPr/>
          <p:nvPr/>
        </p:nvGrpSpPr>
        <p:grpSpPr>
          <a:xfrm>
            <a:off x="661665" y="4900615"/>
            <a:ext cx="3387661" cy="326350"/>
            <a:chOff x="4747862" y="3954465"/>
            <a:chExt cx="3387661" cy="326350"/>
          </a:xfrm>
        </p:grpSpPr>
        <p:cxnSp>
          <p:nvCxnSpPr>
            <p:cNvPr id="183" name="Straight Connector 182"/>
            <p:cNvCxnSpPr/>
            <p:nvPr/>
          </p:nvCxnSpPr>
          <p:spPr>
            <a:xfrm>
              <a:off x="4800600" y="4004858"/>
              <a:ext cx="3261360" cy="1588"/>
            </a:xfrm>
            <a:prstGeom prst="line">
              <a:avLst/>
            </a:prstGeom>
            <a:ln w="12700">
              <a:solidFill>
                <a:schemeClr val="tx1">
                  <a:lumMod val="25000"/>
                  <a:lumOff val="75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Oval 183"/>
            <p:cNvSpPr/>
            <p:nvPr/>
          </p:nvSpPr>
          <p:spPr>
            <a:xfrm>
              <a:off x="4943044" y="3954465"/>
              <a:ext cx="96113" cy="961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Oval 184"/>
            <p:cNvSpPr/>
            <p:nvPr/>
          </p:nvSpPr>
          <p:spPr>
            <a:xfrm>
              <a:off x="5519116" y="3954465"/>
              <a:ext cx="96113" cy="961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Oval 185"/>
            <p:cNvSpPr/>
            <p:nvPr/>
          </p:nvSpPr>
          <p:spPr>
            <a:xfrm>
              <a:off x="6095188" y="3954465"/>
              <a:ext cx="96113" cy="9611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Oval 186"/>
            <p:cNvSpPr/>
            <p:nvPr/>
          </p:nvSpPr>
          <p:spPr>
            <a:xfrm>
              <a:off x="6671260" y="3954465"/>
              <a:ext cx="96113" cy="961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Oval 187"/>
            <p:cNvSpPr/>
            <p:nvPr/>
          </p:nvSpPr>
          <p:spPr>
            <a:xfrm>
              <a:off x="7247332" y="3954465"/>
              <a:ext cx="96113" cy="9611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Oval 188"/>
            <p:cNvSpPr/>
            <p:nvPr/>
          </p:nvSpPr>
          <p:spPr>
            <a:xfrm>
              <a:off x="7823404" y="3954465"/>
              <a:ext cx="96113" cy="961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" name="Text Placeholder 3"/>
            <p:cNvSpPr txBox="1">
              <a:spLocks/>
            </p:cNvSpPr>
            <p:nvPr/>
          </p:nvSpPr>
          <p:spPr>
            <a:xfrm>
              <a:off x="4747862" y="4111538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2002</a:t>
              </a:r>
            </a:p>
          </p:txBody>
        </p:sp>
        <p:sp>
          <p:nvSpPr>
            <p:cNvPr id="191" name="Text Placeholder 3"/>
            <p:cNvSpPr txBox="1">
              <a:spLocks/>
            </p:cNvSpPr>
            <p:nvPr/>
          </p:nvSpPr>
          <p:spPr>
            <a:xfrm>
              <a:off x="5324931" y="4111538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2008</a:t>
              </a:r>
            </a:p>
          </p:txBody>
        </p:sp>
        <p:sp>
          <p:nvSpPr>
            <p:cNvPr id="192" name="Text Placeholder 3"/>
            <p:cNvSpPr txBox="1">
              <a:spLocks/>
            </p:cNvSpPr>
            <p:nvPr/>
          </p:nvSpPr>
          <p:spPr>
            <a:xfrm>
              <a:off x="5902000" y="4111538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2010</a:t>
              </a:r>
            </a:p>
          </p:txBody>
        </p:sp>
        <p:sp>
          <p:nvSpPr>
            <p:cNvPr id="193" name="Text Placeholder 3"/>
            <p:cNvSpPr txBox="1">
              <a:spLocks/>
            </p:cNvSpPr>
            <p:nvPr/>
          </p:nvSpPr>
          <p:spPr>
            <a:xfrm>
              <a:off x="6479069" y="4111538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194" name="Text Placeholder 3"/>
            <p:cNvSpPr txBox="1">
              <a:spLocks/>
            </p:cNvSpPr>
            <p:nvPr/>
          </p:nvSpPr>
          <p:spPr>
            <a:xfrm>
              <a:off x="7056138" y="4111538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195" name="Text Placeholder 3"/>
            <p:cNvSpPr txBox="1">
              <a:spLocks/>
            </p:cNvSpPr>
            <p:nvPr/>
          </p:nvSpPr>
          <p:spPr>
            <a:xfrm>
              <a:off x="7633205" y="4111538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2015</a:t>
              </a:r>
            </a:p>
          </p:txBody>
        </p:sp>
      </p:grpSp>
      <p:grpSp>
        <p:nvGrpSpPr>
          <p:cNvPr id="196" name="Group 116"/>
          <p:cNvGrpSpPr/>
          <p:nvPr/>
        </p:nvGrpSpPr>
        <p:grpSpPr>
          <a:xfrm>
            <a:off x="661665" y="3922586"/>
            <a:ext cx="502318" cy="801814"/>
            <a:chOff x="4747862" y="2976436"/>
            <a:chExt cx="502318" cy="801814"/>
          </a:xfrm>
        </p:grpSpPr>
        <p:sp>
          <p:nvSpPr>
            <p:cNvPr id="197" name="Round Same Side Corner Rectangle 196"/>
            <p:cNvSpPr/>
            <p:nvPr/>
          </p:nvSpPr>
          <p:spPr>
            <a:xfrm>
              <a:off x="4800600" y="2976436"/>
              <a:ext cx="381000" cy="80181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Text Placeholder 3"/>
            <p:cNvSpPr txBox="1">
              <a:spLocks/>
            </p:cNvSpPr>
            <p:nvPr/>
          </p:nvSpPr>
          <p:spPr>
            <a:xfrm>
              <a:off x="4747862" y="3115310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20%</a:t>
              </a:r>
            </a:p>
          </p:txBody>
        </p:sp>
      </p:grpSp>
      <p:grpSp>
        <p:nvGrpSpPr>
          <p:cNvPr id="199" name="Group 115"/>
          <p:cNvGrpSpPr/>
          <p:nvPr/>
        </p:nvGrpSpPr>
        <p:grpSpPr>
          <a:xfrm>
            <a:off x="1229209" y="3276600"/>
            <a:ext cx="502318" cy="1447800"/>
            <a:chOff x="5315406" y="2330450"/>
            <a:chExt cx="502318" cy="1447800"/>
          </a:xfrm>
        </p:grpSpPr>
        <p:sp>
          <p:nvSpPr>
            <p:cNvPr id="200" name="Round Same Side Corner Rectangle 199"/>
            <p:cNvSpPr/>
            <p:nvPr/>
          </p:nvSpPr>
          <p:spPr>
            <a:xfrm>
              <a:off x="5376672" y="2330450"/>
              <a:ext cx="381000" cy="1447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Text Placeholder 3"/>
            <p:cNvSpPr txBox="1">
              <a:spLocks/>
            </p:cNvSpPr>
            <p:nvPr/>
          </p:nvSpPr>
          <p:spPr>
            <a:xfrm>
              <a:off x="5315406" y="2469515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60%</a:t>
              </a:r>
            </a:p>
          </p:txBody>
        </p:sp>
      </p:grpSp>
      <p:grpSp>
        <p:nvGrpSpPr>
          <p:cNvPr id="202" name="Group 114"/>
          <p:cNvGrpSpPr/>
          <p:nvPr/>
        </p:nvGrpSpPr>
        <p:grpSpPr>
          <a:xfrm>
            <a:off x="1815803" y="2971800"/>
            <a:ext cx="502318" cy="1752600"/>
            <a:chOff x="5902000" y="2025650"/>
            <a:chExt cx="502318" cy="1752600"/>
          </a:xfrm>
        </p:grpSpPr>
        <p:sp>
          <p:nvSpPr>
            <p:cNvPr id="203" name="Round Same Side Corner Rectangle 202"/>
            <p:cNvSpPr/>
            <p:nvPr/>
          </p:nvSpPr>
          <p:spPr>
            <a:xfrm>
              <a:off x="5952744" y="2025650"/>
              <a:ext cx="381000" cy="1752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Text Placeholder 3"/>
            <p:cNvSpPr txBox="1">
              <a:spLocks/>
            </p:cNvSpPr>
            <p:nvPr/>
          </p:nvSpPr>
          <p:spPr>
            <a:xfrm>
              <a:off x="5902000" y="2178050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70%</a:t>
              </a:r>
            </a:p>
          </p:txBody>
        </p:sp>
      </p:grpSp>
      <p:grpSp>
        <p:nvGrpSpPr>
          <p:cNvPr id="205" name="Group 113"/>
          <p:cNvGrpSpPr/>
          <p:nvPr/>
        </p:nvGrpSpPr>
        <p:grpSpPr>
          <a:xfrm>
            <a:off x="2374900" y="2362200"/>
            <a:ext cx="502318" cy="2362200"/>
            <a:chOff x="6472719" y="1143722"/>
            <a:chExt cx="502318" cy="2362200"/>
          </a:xfrm>
        </p:grpSpPr>
        <p:sp>
          <p:nvSpPr>
            <p:cNvPr id="206" name="Round Same Side Corner Rectangle 205"/>
            <p:cNvSpPr/>
            <p:nvPr/>
          </p:nvSpPr>
          <p:spPr>
            <a:xfrm>
              <a:off x="6533378" y="1143722"/>
              <a:ext cx="381000" cy="2362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Text Placeholder 3"/>
            <p:cNvSpPr txBox="1">
              <a:spLocks/>
            </p:cNvSpPr>
            <p:nvPr/>
          </p:nvSpPr>
          <p:spPr>
            <a:xfrm>
              <a:off x="6472719" y="1568450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</a:p>
          </p:txBody>
        </p:sp>
      </p:grpSp>
      <p:grpSp>
        <p:nvGrpSpPr>
          <p:cNvPr id="208" name="Group 112"/>
          <p:cNvGrpSpPr/>
          <p:nvPr/>
        </p:nvGrpSpPr>
        <p:grpSpPr>
          <a:xfrm>
            <a:off x="2955285" y="3608427"/>
            <a:ext cx="502318" cy="1115973"/>
            <a:chOff x="7041482" y="2662277"/>
            <a:chExt cx="502318" cy="1115973"/>
          </a:xfrm>
        </p:grpSpPr>
        <p:sp>
          <p:nvSpPr>
            <p:cNvPr id="209" name="Round Same Side Corner Rectangle 208"/>
            <p:cNvSpPr/>
            <p:nvPr/>
          </p:nvSpPr>
          <p:spPr>
            <a:xfrm>
              <a:off x="7104888" y="2662277"/>
              <a:ext cx="381000" cy="111597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Text Placeholder 3"/>
            <p:cNvSpPr txBox="1">
              <a:spLocks/>
            </p:cNvSpPr>
            <p:nvPr/>
          </p:nvSpPr>
          <p:spPr>
            <a:xfrm>
              <a:off x="7041482" y="2787650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30%</a:t>
              </a:r>
            </a:p>
          </p:txBody>
        </p:sp>
      </p:grpSp>
      <p:grpSp>
        <p:nvGrpSpPr>
          <p:cNvPr id="211" name="Group 111"/>
          <p:cNvGrpSpPr/>
          <p:nvPr/>
        </p:nvGrpSpPr>
        <p:grpSpPr>
          <a:xfrm>
            <a:off x="3547008" y="3276600"/>
            <a:ext cx="502318" cy="1447800"/>
            <a:chOff x="7633205" y="2330450"/>
            <a:chExt cx="502318" cy="1447800"/>
          </a:xfrm>
        </p:grpSpPr>
        <p:sp>
          <p:nvSpPr>
            <p:cNvPr id="212" name="Round Same Side Corner Rectangle 211"/>
            <p:cNvSpPr/>
            <p:nvPr/>
          </p:nvSpPr>
          <p:spPr>
            <a:xfrm>
              <a:off x="7680960" y="2330450"/>
              <a:ext cx="381000" cy="1447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Text Placeholder 3"/>
            <p:cNvSpPr txBox="1">
              <a:spLocks/>
            </p:cNvSpPr>
            <p:nvPr/>
          </p:nvSpPr>
          <p:spPr>
            <a:xfrm>
              <a:off x="7633205" y="2492999"/>
              <a:ext cx="502318" cy="16927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65%</a:t>
              </a:r>
            </a:p>
          </p:txBody>
        </p:sp>
      </p:grpSp>
      <p:grpSp>
        <p:nvGrpSpPr>
          <p:cNvPr id="214" name="Group 15"/>
          <p:cNvGrpSpPr/>
          <p:nvPr/>
        </p:nvGrpSpPr>
        <p:grpSpPr>
          <a:xfrm>
            <a:off x="5013098" y="2588076"/>
            <a:ext cx="1583966" cy="500843"/>
            <a:chOff x="4597686" y="3155872"/>
            <a:chExt cx="1583966" cy="500843"/>
          </a:xfrm>
        </p:grpSpPr>
        <p:sp>
          <p:nvSpPr>
            <p:cNvPr id="215" name="TextBox 214"/>
            <p:cNvSpPr txBox="1"/>
            <p:nvPr/>
          </p:nvSpPr>
          <p:spPr>
            <a:xfrm>
              <a:off x="4597686" y="3155872"/>
              <a:ext cx="1542506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Phone Setting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4597686" y="3348938"/>
              <a:ext cx="1583966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 passages lorem available</a:t>
              </a:r>
            </a:p>
          </p:txBody>
        </p:sp>
      </p:grpSp>
      <p:grpSp>
        <p:nvGrpSpPr>
          <p:cNvPr id="217" name="Group 18"/>
          <p:cNvGrpSpPr/>
          <p:nvPr/>
        </p:nvGrpSpPr>
        <p:grpSpPr>
          <a:xfrm>
            <a:off x="4992367" y="3410579"/>
            <a:ext cx="1542507" cy="500843"/>
            <a:chOff x="6978976" y="3155872"/>
            <a:chExt cx="1542507" cy="500843"/>
          </a:xfrm>
        </p:grpSpPr>
        <p:sp>
          <p:nvSpPr>
            <p:cNvPr id="218" name="TextBox 217"/>
            <p:cNvSpPr txBox="1"/>
            <p:nvPr/>
          </p:nvSpPr>
          <p:spPr>
            <a:xfrm>
              <a:off x="6978977" y="3155872"/>
              <a:ext cx="1542506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Global Access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6978976" y="3348938"/>
              <a:ext cx="1542507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 passages lorem available</a:t>
              </a:r>
            </a:p>
          </p:txBody>
        </p:sp>
      </p:grpSp>
      <p:grpSp>
        <p:nvGrpSpPr>
          <p:cNvPr id="220" name="Group 21"/>
          <p:cNvGrpSpPr/>
          <p:nvPr/>
        </p:nvGrpSpPr>
        <p:grpSpPr>
          <a:xfrm>
            <a:off x="7144293" y="2588076"/>
            <a:ext cx="1542507" cy="500843"/>
            <a:chOff x="4597685" y="3914331"/>
            <a:chExt cx="1542507" cy="500843"/>
          </a:xfrm>
        </p:grpSpPr>
        <p:sp>
          <p:nvSpPr>
            <p:cNvPr id="221" name="TextBox 220"/>
            <p:cNvSpPr txBox="1"/>
            <p:nvPr/>
          </p:nvSpPr>
          <p:spPr>
            <a:xfrm>
              <a:off x="4597686" y="3914331"/>
              <a:ext cx="1542506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Calendar</a:t>
              </a:r>
              <a:endPara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4597685" y="4107397"/>
              <a:ext cx="1542507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 passages lorem available</a:t>
              </a:r>
            </a:p>
          </p:txBody>
        </p:sp>
      </p:grpSp>
      <p:grpSp>
        <p:nvGrpSpPr>
          <p:cNvPr id="223" name="Group 24"/>
          <p:cNvGrpSpPr/>
          <p:nvPr/>
        </p:nvGrpSpPr>
        <p:grpSpPr>
          <a:xfrm>
            <a:off x="7128146" y="3410579"/>
            <a:ext cx="1542507" cy="500843"/>
            <a:chOff x="6978976" y="3914331"/>
            <a:chExt cx="1542507" cy="500843"/>
          </a:xfrm>
        </p:grpSpPr>
        <p:sp>
          <p:nvSpPr>
            <p:cNvPr id="224" name="TextBox 223"/>
            <p:cNvSpPr txBox="1"/>
            <p:nvPr/>
          </p:nvSpPr>
          <p:spPr>
            <a:xfrm>
              <a:off x="6978977" y="3914331"/>
              <a:ext cx="1542506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Smart Touch</a:t>
              </a:r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6978976" y="4107397"/>
              <a:ext cx="1542507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passages lorem available</a:t>
              </a:r>
            </a:p>
          </p:txBody>
        </p:sp>
      </p:grpSp>
      <p:grpSp>
        <p:nvGrpSpPr>
          <p:cNvPr id="226" name="Group 27"/>
          <p:cNvGrpSpPr/>
          <p:nvPr/>
        </p:nvGrpSpPr>
        <p:grpSpPr>
          <a:xfrm>
            <a:off x="5013097" y="4233082"/>
            <a:ext cx="1542507" cy="500843"/>
            <a:chOff x="4597685" y="3914331"/>
            <a:chExt cx="1542507" cy="500843"/>
          </a:xfrm>
        </p:grpSpPr>
        <p:sp>
          <p:nvSpPr>
            <p:cNvPr id="227" name="TextBox 226"/>
            <p:cNvSpPr txBox="1"/>
            <p:nvPr/>
          </p:nvSpPr>
          <p:spPr>
            <a:xfrm>
              <a:off x="4597686" y="3914331"/>
              <a:ext cx="1542506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GPS Services</a:t>
              </a:r>
              <a:endPara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4597685" y="4107397"/>
              <a:ext cx="1542507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 passages lorem available</a:t>
              </a:r>
            </a:p>
          </p:txBody>
        </p:sp>
      </p:grpSp>
      <p:grpSp>
        <p:nvGrpSpPr>
          <p:cNvPr id="229" name="Group 30"/>
          <p:cNvGrpSpPr/>
          <p:nvPr/>
        </p:nvGrpSpPr>
        <p:grpSpPr>
          <a:xfrm>
            <a:off x="4444875" y="2610701"/>
            <a:ext cx="469021" cy="455593"/>
            <a:chOff x="630683" y="3383511"/>
            <a:chExt cx="469021" cy="455593"/>
          </a:xfrm>
        </p:grpSpPr>
        <p:sp>
          <p:nvSpPr>
            <p:cNvPr id="230" name="Oval 229"/>
            <p:cNvSpPr>
              <a:spLocks noChangeAspect="1"/>
            </p:cNvSpPr>
            <p:nvPr/>
          </p:nvSpPr>
          <p:spPr>
            <a:xfrm>
              <a:off x="630683" y="3383511"/>
              <a:ext cx="469021" cy="4555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1" name="Freeform 117"/>
            <p:cNvSpPr>
              <a:spLocks/>
            </p:cNvSpPr>
            <p:nvPr/>
          </p:nvSpPr>
          <p:spPr bwMode="auto">
            <a:xfrm>
              <a:off x="730012" y="3476126"/>
              <a:ext cx="270363" cy="270363"/>
            </a:xfrm>
            <a:custGeom>
              <a:avLst/>
              <a:gdLst/>
              <a:ahLst/>
              <a:cxnLst>
                <a:cxn ang="0">
                  <a:pos x="56" y="51"/>
                </a:cxn>
                <a:cxn ang="0">
                  <a:pos x="51" y="55"/>
                </a:cxn>
                <a:cxn ang="0">
                  <a:pos x="43" y="57"/>
                </a:cxn>
                <a:cxn ang="0">
                  <a:pos x="33" y="54"/>
                </a:cxn>
                <a:cxn ang="0">
                  <a:pos x="26" y="51"/>
                </a:cxn>
                <a:cxn ang="0">
                  <a:pos x="7" y="32"/>
                </a:cxn>
                <a:cxn ang="0">
                  <a:pos x="3" y="25"/>
                </a:cxn>
                <a:cxn ang="0">
                  <a:pos x="0" y="14"/>
                </a:cxn>
                <a:cxn ang="0">
                  <a:pos x="3" y="7"/>
                </a:cxn>
                <a:cxn ang="0">
                  <a:pos x="7" y="2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19" y="10"/>
                </a:cxn>
                <a:cxn ang="0">
                  <a:pos x="21" y="14"/>
                </a:cxn>
                <a:cxn ang="0">
                  <a:pos x="14" y="22"/>
                </a:cxn>
                <a:cxn ang="0">
                  <a:pos x="15" y="26"/>
                </a:cxn>
                <a:cxn ang="0">
                  <a:pos x="32" y="42"/>
                </a:cxn>
                <a:cxn ang="0">
                  <a:pos x="35" y="44"/>
                </a:cxn>
                <a:cxn ang="0">
                  <a:pos x="43" y="36"/>
                </a:cxn>
                <a:cxn ang="0">
                  <a:pos x="47" y="38"/>
                </a:cxn>
                <a:cxn ang="0">
                  <a:pos x="54" y="42"/>
                </a:cxn>
                <a:cxn ang="0">
                  <a:pos x="57" y="44"/>
                </a:cxn>
                <a:cxn ang="0">
                  <a:pos x="57" y="45"/>
                </a:cxn>
                <a:cxn ang="0">
                  <a:pos x="56" y="51"/>
                </a:cxn>
              </a:cxnLst>
              <a:rect l="0" t="0" r="r" b="b"/>
              <a:pathLst>
                <a:path w="57" h="57">
                  <a:moveTo>
                    <a:pt x="56" y="51"/>
                  </a:moveTo>
                  <a:cubicBezTo>
                    <a:pt x="55" y="53"/>
                    <a:pt x="53" y="54"/>
                    <a:pt x="51" y="55"/>
                  </a:cubicBezTo>
                  <a:cubicBezTo>
                    <a:pt x="49" y="56"/>
                    <a:pt x="46" y="57"/>
                    <a:pt x="43" y="57"/>
                  </a:cubicBezTo>
                  <a:cubicBezTo>
                    <a:pt x="40" y="57"/>
                    <a:pt x="36" y="55"/>
                    <a:pt x="33" y="54"/>
                  </a:cubicBezTo>
                  <a:cubicBezTo>
                    <a:pt x="30" y="53"/>
                    <a:pt x="28" y="52"/>
                    <a:pt x="26" y="51"/>
                  </a:cubicBezTo>
                  <a:cubicBezTo>
                    <a:pt x="19" y="47"/>
                    <a:pt x="11" y="38"/>
                    <a:pt x="7" y="32"/>
                  </a:cubicBezTo>
                  <a:cubicBezTo>
                    <a:pt x="5" y="29"/>
                    <a:pt x="4" y="27"/>
                    <a:pt x="3" y="25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3" y="7"/>
                  </a:cubicBezTo>
                  <a:cubicBezTo>
                    <a:pt x="4" y="5"/>
                    <a:pt x="5" y="3"/>
                    <a:pt x="7" y="2"/>
                  </a:cubicBezTo>
                  <a:cubicBezTo>
                    <a:pt x="8" y="1"/>
                    <a:pt x="11" y="0"/>
                    <a:pt x="12" y="0"/>
                  </a:cubicBezTo>
                  <a:cubicBezTo>
                    <a:pt x="13" y="0"/>
                    <a:pt x="13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7" y="6"/>
                    <a:pt x="18" y="8"/>
                    <a:pt x="19" y="10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7"/>
                    <a:pt x="14" y="20"/>
                    <a:pt x="14" y="22"/>
                  </a:cubicBezTo>
                  <a:cubicBezTo>
                    <a:pt x="14" y="23"/>
                    <a:pt x="15" y="25"/>
                    <a:pt x="15" y="26"/>
                  </a:cubicBezTo>
                  <a:cubicBezTo>
                    <a:pt x="19" y="33"/>
                    <a:pt x="24" y="38"/>
                    <a:pt x="32" y="42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7" y="44"/>
                    <a:pt x="41" y="36"/>
                    <a:pt x="43" y="36"/>
                  </a:cubicBezTo>
                  <a:cubicBezTo>
                    <a:pt x="45" y="36"/>
                    <a:pt x="46" y="38"/>
                    <a:pt x="47" y="38"/>
                  </a:cubicBezTo>
                  <a:cubicBezTo>
                    <a:pt x="49" y="40"/>
                    <a:pt x="52" y="41"/>
                    <a:pt x="54" y="42"/>
                  </a:cubicBezTo>
                  <a:cubicBezTo>
                    <a:pt x="55" y="43"/>
                    <a:pt x="57" y="43"/>
                    <a:pt x="57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7"/>
                    <a:pt x="56" y="49"/>
                    <a:pt x="56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32" name="Group 33"/>
          <p:cNvGrpSpPr/>
          <p:nvPr/>
        </p:nvGrpSpPr>
        <p:grpSpPr>
          <a:xfrm>
            <a:off x="4444875" y="4255707"/>
            <a:ext cx="469021" cy="455593"/>
            <a:chOff x="3428938" y="4190009"/>
            <a:chExt cx="469021" cy="455593"/>
          </a:xfrm>
        </p:grpSpPr>
        <p:sp>
          <p:nvSpPr>
            <p:cNvPr id="233" name="Oval 232"/>
            <p:cNvSpPr>
              <a:spLocks noChangeAspect="1"/>
            </p:cNvSpPr>
            <p:nvPr/>
          </p:nvSpPr>
          <p:spPr>
            <a:xfrm>
              <a:off x="3428938" y="4190009"/>
              <a:ext cx="469021" cy="45559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4" name="Freeform 83"/>
            <p:cNvSpPr>
              <a:spLocks noEditPoints="1"/>
            </p:cNvSpPr>
            <p:nvPr/>
          </p:nvSpPr>
          <p:spPr bwMode="auto">
            <a:xfrm>
              <a:off x="3571129" y="4279327"/>
              <a:ext cx="184638" cy="276957"/>
            </a:xfrm>
            <a:custGeom>
              <a:avLst/>
              <a:gdLst/>
              <a:ahLst/>
              <a:cxnLst>
                <a:cxn ang="0">
                  <a:pos x="38" y="26"/>
                </a:cxn>
                <a:cxn ang="0">
                  <a:pos x="24" y="55"/>
                </a:cxn>
                <a:cxn ang="0">
                  <a:pos x="20" y="58"/>
                </a:cxn>
                <a:cxn ang="0">
                  <a:pos x="16" y="55"/>
                </a:cxn>
                <a:cxn ang="0">
                  <a:pos x="2" y="26"/>
                </a:cxn>
                <a:cxn ang="0">
                  <a:pos x="0" y="19"/>
                </a:cxn>
                <a:cxn ang="0">
                  <a:pos x="20" y="0"/>
                </a:cxn>
                <a:cxn ang="0">
                  <a:pos x="39" y="19"/>
                </a:cxn>
                <a:cxn ang="0">
                  <a:pos x="38" y="26"/>
                </a:cxn>
                <a:cxn ang="0">
                  <a:pos x="20" y="9"/>
                </a:cxn>
                <a:cxn ang="0">
                  <a:pos x="10" y="19"/>
                </a:cxn>
                <a:cxn ang="0">
                  <a:pos x="20" y="29"/>
                </a:cxn>
                <a:cxn ang="0">
                  <a:pos x="30" y="19"/>
                </a:cxn>
                <a:cxn ang="0">
                  <a:pos x="20" y="9"/>
                </a:cxn>
              </a:cxnLst>
              <a:rect l="0" t="0" r="r" b="b"/>
              <a:pathLst>
                <a:path w="39" h="58">
                  <a:moveTo>
                    <a:pt x="38" y="26"/>
                  </a:moveTo>
                  <a:cubicBezTo>
                    <a:pt x="24" y="55"/>
                    <a:pt x="24" y="55"/>
                    <a:pt x="24" y="55"/>
                  </a:cubicBezTo>
                  <a:cubicBezTo>
                    <a:pt x="23" y="57"/>
                    <a:pt x="22" y="58"/>
                    <a:pt x="20" y="58"/>
                  </a:cubicBezTo>
                  <a:cubicBezTo>
                    <a:pt x="18" y="58"/>
                    <a:pt x="16" y="57"/>
                    <a:pt x="16" y="5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4"/>
                    <a:pt x="0" y="21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39" y="8"/>
                    <a:pt x="39" y="19"/>
                  </a:cubicBezTo>
                  <a:cubicBezTo>
                    <a:pt x="39" y="21"/>
                    <a:pt x="39" y="24"/>
                    <a:pt x="38" y="26"/>
                  </a:cubicBezTo>
                  <a:close/>
                  <a:moveTo>
                    <a:pt x="20" y="9"/>
                  </a:moveTo>
                  <a:cubicBezTo>
                    <a:pt x="15" y="9"/>
                    <a:pt x="10" y="14"/>
                    <a:pt x="10" y="19"/>
                  </a:cubicBezTo>
                  <a:cubicBezTo>
                    <a:pt x="10" y="24"/>
                    <a:pt x="15" y="29"/>
                    <a:pt x="20" y="29"/>
                  </a:cubicBezTo>
                  <a:cubicBezTo>
                    <a:pt x="25" y="29"/>
                    <a:pt x="30" y="24"/>
                    <a:pt x="30" y="19"/>
                  </a:cubicBezTo>
                  <a:cubicBezTo>
                    <a:pt x="30" y="14"/>
                    <a:pt x="25" y="9"/>
                    <a:pt x="20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35" name="Group 36"/>
          <p:cNvGrpSpPr/>
          <p:nvPr/>
        </p:nvGrpSpPr>
        <p:grpSpPr>
          <a:xfrm>
            <a:off x="6576071" y="2610701"/>
            <a:ext cx="469021" cy="455593"/>
            <a:chOff x="6299532" y="3384456"/>
            <a:chExt cx="469021" cy="455593"/>
          </a:xfrm>
        </p:grpSpPr>
        <p:sp>
          <p:nvSpPr>
            <p:cNvPr id="236" name="Oval 235"/>
            <p:cNvSpPr>
              <a:spLocks noChangeAspect="1"/>
            </p:cNvSpPr>
            <p:nvPr/>
          </p:nvSpPr>
          <p:spPr>
            <a:xfrm>
              <a:off x="6299532" y="3384456"/>
              <a:ext cx="469021" cy="45559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7" name="Freeform 36"/>
            <p:cNvSpPr>
              <a:spLocks noEditPoints="1"/>
            </p:cNvSpPr>
            <p:nvPr/>
          </p:nvSpPr>
          <p:spPr bwMode="auto">
            <a:xfrm>
              <a:off x="6435895" y="3505670"/>
              <a:ext cx="196295" cy="213164"/>
            </a:xfrm>
            <a:custGeom>
              <a:avLst/>
              <a:gdLst/>
              <a:ahLst/>
              <a:cxnLst>
                <a:cxn ang="0">
                  <a:pos x="55" y="64"/>
                </a:cxn>
                <a:cxn ang="0">
                  <a:pos x="0" y="59"/>
                </a:cxn>
                <a:cxn ang="0">
                  <a:pos x="4" y="9"/>
                </a:cxn>
                <a:cxn ang="0">
                  <a:pos x="9" y="5"/>
                </a:cxn>
                <a:cxn ang="0">
                  <a:pos x="17" y="0"/>
                </a:cxn>
                <a:cxn ang="0">
                  <a:pos x="23" y="9"/>
                </a:cxn>
                <a:cxn ang="0">
                  <a:pos x="36" y="5"/>
                </a:cxn>
                <a:cxn ang="0">
                  <a:pos x="44" y="0"/>
                </a:cxn>
                <a:cxn ang="0">
                  <a:pos x="50" y="9"/>
                </a:cxn>
                <a:cxn ang="0">
                  <a:pos x="59" y="13"/>
                </a:cxn>
                <a:cxn ang="0">
                  <a:pos x="15" y="33"/>
                </a:cxn>
                <a:cxn ang="0">
                  <a:pos x="4" y="23"/>
                </a:cxn>
                <a:cxn ang="0">
                  <a:pos x="15" y="33"/>
                </a:cxn>
                <a:cxn ang="0">
                  <a:pos x="15" y="35"/>
                </a:cxn>
                <a:cxn ang="0">
                  <a:pos x="4" y="47"/>
                </a:cxn>
                <a:cxn ang="0">
                  <a:pos x="15" y="59"/>
                </a:cxn>
                <a:cxn ang="0">
                  <a:pos x="4" y="49"/>
                </a:cxn>
                <a:cxn ang="0">
                  <a:pos x="15" y="59"/>
                </a:cxn>
                <a:cxn ang="0">
                  <a:pos x="17" y="4"/>
                </a:cxn>
                <a:cxn ang="0">
                  <a:pos x="13" y="5"/>
                </a:cxn>
                <a:cxn ang="0">
                  <a:pos x="15" y="17"/>
                </a:cxn>
                <a:cxn ang="0">
                  <a:pos x="18" y="16"/>
                </a:cxn>
                <a:cxn ang="0">
                  <a:pos x="28" y="33"/>
                </a:cxn>
                <a:cxn ang="0">
                  <a:pos x="17" y="23"/>
                </a:cxn>
                <a:cxn ang="0">
                  <a:pos x="28" y="33"/>
                </a:cxn>
                <a:cxn ang="0">
                  <a:pos x="28" y="35"/>
                </a:cxn>
                <a:cxn ang="0">
                  <a:pos x="17" y="47"/>
                </a:cxn>
                <a:cxn ang="0">
                  <a:pos x="28" y="59"/>
                </a:cxn>
                <a:cxn ang="0">
                  <a:pos x="17" y="49"/>
                </a:cxn>
                <a:cxn ang="0">
                  <a:pos x="28" y="59"/>
                </a:cxn>
                <a:cxn ang="0">
                  <a:pos x="42" y="23"/>
                </a:cxn>
                <a:cxn ang="0">
                  <a:pos x="31" y="33"/>
                </a:cxn>
                <a:cxn ang="0">
                  <a:pos x="42" y="47"/>
                </a:cxn>
                <a:cxn ang="0">
                  <a:pos x="31" y="35"/>
                </a:cxn>
                <a:cxn ang="0">
                  <a:pos x="42" y="47"/>
                </a:cxn>
                <a:cxn ang="0">
                  <a:pos x="42" y="49"/>
                </a:cxn>
                <a:cxn ang="0">
                  <a:pos x="31" y="59"/>
                </a:cxn>
                <a:cxn ang="0">
                  <a:pos x="45" y="5"/>
                </a:cxn>
                <a:cxn ang="0">
                  <a:pos x="42" y="4"/>
                </a:cxn>
                <a:cxn ang="0">
                  <a:pos x="41" y="16"/>
                </a:cxn>
                <a:cxn ang="0">
                  <a:pos x="44" y="17"/>
                </a:cxn>
                <a:cxn ang="0">
                  <a:pos x="45" y="5"/>
                </a:cxn>
                <a:cxn ang="0">
                  <a:pos x="55" y="23"/>
                </a:cxn>
                <a:cxn ang="0">
                  <a:pos x="44" y="33"/>
                </a:cxn>
                <a:cxn ang="0">
                  <a:pos x="55" y="47"/>
                </a:cxn>
                <a:cxn ang="0">
                  <a:pos x="44" y="35"/>
                </a:cxn>
                <a:cxn ang="0">
                  <a:pos x="55" y="47"/>
                </a:cxn>
                <a:cxn ang="0">
                  <a:pos x="55" y="49"/>
                </a:cxn>
                <a:cxn ang="0">
                  <a:pos x="44" y="59"/>
                </a:cxn>
              </a:cxnLst>
              <a:rect l="0" t="0" r="r" b="b"/>
              <a:pathLst>
                <a:path w="59" h="64">
                  <a:moveTo>
                    <a:pt x="59" y="59"/>
                  </a:moveTo>
                  <a:cubicBezTo>
                    <a:pt x="59" y="62"/>
                    <a:pt x="57" y="64"/>
                    <a:pt x="55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2"/>
                    <a:pt x="0" y="5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2" y="9"/>
                    <a:pt x="4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2"/>
                    <a:pt x="11" y="0"/>
                    <a:pt x="1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0" y="0"/>
                    <a:pt x="23" y="2"/>
                    <a:pt x="23" y="5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2"/>
                    <a:pt x="39" y="0"/>
                    <a:pt x="4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7" y="0"/>
                    <a:pt x="50" y="2"/>
                    <a:pt x="50" y="5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9"/>
                    <a:pt x="59" y="11"/>
                    <a:pt x="59" y="13"/>
                  </a:cubicBezTo>
                  <a:lnTo>
                    <a:pt x="59" y="59"/>
                  </a:lnTo>
                  <a:close/>
                  <a:moveTo>
                    <a:pt x="15" y="33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33"/>
                    <a:pt x="4" y="33"/>
                    <a:pt x="4" y="33"/>
                  </a:cubicBezTo>
                  <a:lnTo>
                    <a:pt x="15" y="33"/>
                  </a:lnTo>
                  <a:close/>
                  <a:moveTo>
                    <a:pt x="15" y="47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15" y="47"/>
                  </a:lnTo>
                  <a:close/>
                  <a:moveTo>
                    <a:pt x="15" y="59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9"/>
                    <a:pt x="4" y="59"/>
                    <a:pt x="4" y="59"/>
                  </a:cubicBezTo>
                  <a:lnTo>
                    <a:pt x="15" y="59"/>
                  </a:lnTo>
                  <a:close/>
                  <a:moveTo>
                    <a:pt x="18" y="5"/>
                  </a:moveTo>
                  <a:cubicBezTo>
                    <a:pt x="18" y="5"/>
                    <a:pt x="18" y="4"/>
                    <a:pt x="1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4"/>
                    <a:pt x="13" y="5"/>
                    <a:pt x="13" y="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6"/>
                    <a:pt x="18" y="16"/>
                  </a:cubicBezTo>
                  <a:lnTo>
                    <a:pt x="18" y="5"/>
                  </a:lnTo>
                  <a:close/>
                  <a:moveTo>
                    <a:pt x="28" y="3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33"/>
                    <a:pt x="17" y="33"/>
                    <a:pt x="17" y="33"/>
                  </a:cubicBezTo>
                  <a:lnTo>
                    <a:pt x="28" y="33"/>
                  </a:lnTo>
                  <a:close/>
                  <a:moveTo>
                    <a:pt x="28" y="47"/>
                  </a:moveTo>
                  <a:cubicBezTo>
                    <a:pt x="28" y="35"/>
                    <a:pt x="28" y="35"/>
                    <a:pt x="28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28" y="47"/>
                  </a:lnTo>
                  <a:close/>
                  <a:moveTo>
                    <a:pt x="28" y="59"/>
                  </a:moveTo>
                  <a:cubicBezTo>
                    <a:pt x="28" y="49"/>
                    <a:pt x="28" y="49"/>
                    <a:pt x="28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28" y="59"/>
                  </a:lnTo>
                  <a:close/>
                  <a:moveTo>
                    <a:pt x="42" y="33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33"/>
                    <a:pt x="31" y="33"/>
                    <a:pt x="31" y="33"/>
                  </a:cubicBezTo>
                  <a:lnTo>
                    <a:pt x="42" y="33"/>
                  </a:lnTo>
                  <a:close/>
                  <a:moveTo>
                    <a:pt x="42" y="47"/>
                  </a:moveTo>
                  <a:cubicBezTo>
                    <a:pt x="42" y="35"/>
                    <a:pt x="42" y="35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47"/>
                    <a:pt x="31" y="47"/>
                    <a:pt x="31" y="47"/>
                  </a:cubicBezTo>
                  <a:lnTo>
                    <a:pt x="42" y="47"/>
                  </a:lnTo>
                  <a:close/>
                  <a:moveTo>
                    <a:pt x="42" y="59"/>
                  </a:moveTo>
                  <a:cubicBezTo>
                    <a:pt x="42" y="49"/>
                    <a:pt x="42" y="49"/>
                    <a:pt x="42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59"/>
                    <a:pt x="31" y="59"/>
                    <a:pt x="31" y="59"/>
                  </a:cubicBezTo>
                  <a:lnTo>
                    <a:pt x="42" y="59"/>
                  </a:lnTo>
                  <a:close/>
                  <a:moveTo>
                    <a:pt x="45" y="5"/>
                  </a:moveTo>
                  <a:cubicBezTo>
                    <a:pt x="45" y="5"/>
                    <a:pt x="45" y="4"/>
                    <a:pt x="44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5"/>
                    <a:pt x="41" y="5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1" y="17"/>
                    <a:pt x="42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6"/>
                    <a:pt x="45" y="16"/>
                  </a:cubicBezTo>
                  <a:lnTo>
                    <a:pt x="45" y="5"/>
                  </a:lnTo>
                  <a:close/>
                  <a:moveTo>
                    <a:pt x="55" y="33"/>
                  </a:moveTo>
                  <a:cubicBezTo>
                    <a:pt x="55" y="23"/>
                    <a:pt x="55" y="23"/>
                    <a:pt x="55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33"/>
                    <a:pt x="44" y="33"/>
                    <a:pt x="44" y="33"/>
                  </a:cubicBezTo>
                  <a:lnTo>
                    <a:pt x="55" y="33"/>
                  </a:lnTo>
                  <a:close/>
                  <a:moveTo>
                    <a:pt x="55" y="47"/>
                  </a:moveTo>
                  <a:cubicBezTo>
                    <a:pt x="55" y="35"/>
                    <a:pt x="55" y="35"/>
                    <a:pt x="55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47"/>
                    <a:pt x="44" y="47"/>
                    <a:pt x="44" y="47"/>
                  </a:cubicBezTo>
                  <a:lnTo>
                    <a:pt x="55" y="47"/>
                  </a:lnTo>
                  <a:close/>
                  <a:moveTo>
                    <a:pt x="55" y="59"/>
                  </a:moveTo>
                  <a:cubicBezTo>
                    <a:pt x="55" y="49"/>
                    <a:pt x="55" y="49"/>
                    <a:pt x="5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4" y="59"/>
                    <a:pt x="44" y="59"/>
                    <a:pt x="44" y="59"/>
                  </a:cubicBezTo>
                  <a:lnTo>
                    <a:pt x="55" y="5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38" name="Group 39"/>
          <p:cNvGrpSpPr/>
          <p:nvPr/>
        </p:nvGrpSpPr>
        <p:grpSpPr>
          <a:xfrm>
            <a:off x="6580654" y="3433204"/>
            <a:ext cx="469021" cy="455593"/>
            <a:chOff x="630683" y="4190009"/>
            <a:chExt cx="469021" cy="455593"/>
          </a:xfrm>
        </p:grpSpPr>
        <p:sp>
          <p:nvSpPr>
            <p:cNvPr id="239" name="Oval 238"/>
            <p:cNvSpPr>
              <a:spLocks noChangeAspect="1"/>
            </p:cNvSpPr>
            <p:nvPr/>
          </p:nvSpPr>
          <p:spPr>
            <a:xfrm>
              <a:off x="630683" y="4190009"/>
              <a:ext cx="469021" cy="4555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0" name="Freeform 103"/>
            <p:cNvSpPr>
              <a:spLocks noEditPoints="1"/>
            </p:cNvSpPr>
            <p:nvPr/>
          </p:nvSpPr>
          <p:spPr bwMode="auto">
            <a:xfrm>
              <a:off x="765181" y="4270535"/>
              <a:ext cx="200025" cy="29454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1" y="41"/>
                </a:cxn>
                <a:cxn ang="0">
                  <a:pos x="33" y="44"/>
                </a:cxn>
                <a:cxn ang="0">
                  <a:pos x="32" y="47"/>
                </a:cxn>
                <a:cxn ang="0">
                  <a:pos x="33" y="49"/>
                </a:cxn>
                <a:cxn ang="0">
                  <a:pos x="31" y="53"/>
                </a:cxn>
                <a:cxn ang="0">
                  <a:pos x="31" y="54"/>
                </a:cxn>
                <a:cxn ang="0">
                  <a:pos x="27" y="58"/>
                </a:cxn>
                <a:cxn ang="0">
                  <a:pos x="21" y="62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53"/>
                </a:cxn>
                <a:cxn ang="0">
                  <a:pos x="9" y="49"/>
                </a:cxn>
                <a:cxn ang="0">
                  <a:pos x="10" y="47"/>
                </a:cxn>
                <a:cxn ang="0">
                  <a:pos x="9" y="44"/>
                </a:cxn>
                <a:cxn ang="0">
                  <a:pos x="11" y="41"/>
                </a:cxn>
                <a:cxn ang="0">
                  <a:pos x="5" y="29"/>
                </a:cxn>
                <a:cxn ang="0">
                  <a:pos x="0" y="18"/>
                </a:cxn>
                <a:cxn ang="0">
                  <a:pos x="21" y="0"/>
                </a:cxn>
                <a:cxn ang="0">
                  <a:pos x="42" y="18"/>
                </a:cxn>
                <a:cxn ang="0">
                  <a:pos x="37" y="29"/>
                </a:cxn>
                <a:cxn ang="0">
                  <a:pos x="21" y="6"/>
                </a:cxn>
                <a:cxn ang="0">
                  <a:pos x="6" y="18"/>
                </a:cxn>
                <a:cxn ang="0">
                  <a:pos x="8" y="26"/>
                </a:cxn>
                <a:cxn ang="0">
                  <a:pos x="11" y="28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28"/>
                </a:cxn>
                <a:cxn ang="0">
                  <a:pos x="34" y="26"/>
                </a:cxn>
                <a:cxn ang="0">
                  <a:pos x="36" y="18"/>
                </a:cxn>
                <a:cxn ang="0">
                  <a:pos x="21" y="6"/>
                </a:cxn>
                <a:cxn ang="0">
                  <a:pos x="29" y="20"/>
                </a:cxn>
                <a:cxn ang="0">
                  <a:pos x="27" y="18"/>
                </a:cxn>
                <a:cxn ang="0">
                  <a:pos x="21" y="15"/>
                </a:cxn>
                <a:cxn ang="0">
                  <a:pos x="20" y="13"/>
                </a:cxn>
                <a:cxn ang="0">
                  <a:pos x="21" y="12"/>
                </a:cxn>
                <a:cxn ang="0">
                  <a:pos x="30" y="18"/>
                </a:cxn>
                <a:cxn ang="0">
                  <a:pos x="29" y="20"/>
                </a:cxn>
              </a:cxnLst>
              <a:rect l="0" t="0" r="r" b="b"/>
              <a:pathLst>
                <a:path w="42" h="62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41" name="Group 42"/>
          <p:cNvGrpSpPr/>
          <p:nvPr/>
        </p:nvGrpSpPr>
        <p:grpSpPr>
          <a:xfrm>
            <a:off x="4444875" y="3433204"/>
            <a:ext cx="469021" cy="455593"/>
            <a:chOff x="3425803" y="3384456"/>
            <a:chExt cx="469021" cy="455593"/>
          </a:xfrm>
        </p:grpSpPr>
        <p:sp>
          <p:nvSpPr>
            <p:cNvPr id="242" name="Oval 241"/>
            <p:cNvSpPr>
              <a:spLocks noChangeAspect="1"/>
            </p:cNvSpPr>
            <p:nvPr/>
          </p:nvSpPr>
          <p:spPr>
            <a:xfrm>
              <a:off x="3425803" y="3384456"/>
              <a:ext cx="469021" cy="4555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3" name="Freeform 5"/>
            <p:cNvSpPr>
              <a:spLocks noEditPoints="1"/>
            </p:cNvSpPr>
            <p:nvPr/>
          </p:nvSpPr>
          <p:spPr bwMode="auto">
            <a:xfrm>
              <a:off x="3520613" y="3471340"/>
              <a:ext cx="279400" cy="2794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44" name="Group 27"/>
          <p:cNvGrpSpPr/>
          <p:nvPr/>
        </p:nvGrpSpPr>
        <p:grpSpPr>
          <a:xfrm>
            <a:off x="7168917" y="4233082"/>
            <a:ext cx="1542507" cy="500843"/>
            <a:chOff x="4597685" y="3914331"/>
            <a:chExt cx="1542507" cy="500843"/>
          </a:xfrm>
        </p:grpSpPr>
        <p:sp>
          <p:nvSpPr>
            <p:cNvPr id="245" name="TextBox 244"/>
            <p:cNvSpPr txBox="1"/>
            <p:nvPr/>
          </p:nvSpPr>
          <p:spPr>
            <a:xfrm>
              <a:off x="4597686" y="3914331"/>
              <a:ext cx="1542506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GPS Services</a:t>
              </a:r>
              <a:endPara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4597685" y="4107397"/>
              <a:ext cx="1542507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 passages lorem available</a:t>
              </a:r>
            </a:p>
          </p:txBody>
        </p:sp>
      </p:grpSp>
      <p:grpSp>
        <p:nvGrpSpPr>
          <p:cNvPr id="247" name="Group 246"/>
          <p:cNvGrpSpPr/>
          <p:nvPr/>
        </p:nvGrpSpPr>
        <p:grpSpPr>
          <a:xfrm>
            <a:off x="6600695" y="4255707"/>
            <a:ext cx="469021" cy="455593"/>
            <a:chOff x="6600695" y="2709713"/>
            <a:chExt cx="469021" cy="455593"/>
          </a:xfrm>
        </p:grpSpPr>
        <p:sp>
          <p:nvSpPr>
            <p:cNvPr id="248" name="Oval 247"/>
            <p:cNvSpPr>
              <a:spLocks noChangeAspect="1"/>
            </p:cNvSpPr>
            <p:nvPr/>
          </p:nvSpPr>
          <p:spPr>
            <a:xfrm>
              <a:off x="6600695" y="2709713"/>
              <a:ext cx="469021" cy="45559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9" name="Freeform 100"/>
            <p:cNvSpPr>
              <a:spLocks noEditPoints="1"/>
            </p:cNvSpPr>
            <p:nvPr/>
          </p:nvSpPr>
          <p:spPr bwMode="auto">
            <a:xfrm>
              <a:off x="6720111" y="2827178"/>
              <a:ext cx="230188" cy="22066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500"/>
                            </p:stCondLst>
                            <p:childTnLst>
                              <p:par>
                                <p:cTn id="8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000"/>
                            </p:stCondLst>
                            <p:childTnLst>
                              <p:par>
                                <p:cTn id="9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9500"/>
                            </p:stCondLst>
                            <p:childTnLst>
                              <p:par>
                                <p:cTn id="10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Line Chart Slide</a:t>
            </a:r>
            <a:endParaRPr lang="en-US" dirty="0"/>
          </a:p>
        </p:txBody>
      </p:sp>
      <p:graphicFrame>
        <p:nvGraphicFramePr>
          <p:cNvPr id="17" name="Chart 16"/>
          <p:cNvGraphicFramePr/>
          <p:nvPr/>
        </p:nvGraphicFramePr>
        <p:xfrm>
          <a:off x="457200" y="2193594"/>
          <a:ext cx="8153400" cy="386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8" name="Group 279"/>
          <p:cNvGrpSpPr/>
          <p:nvPr/>
        </p:nvGrpSpPr>
        <p:grpSpPr>
          <a:xfrm>
            <a:off x="2175679" y="4021065"/>
            <a:ext cx="555782" cy="555779"/>
            <a:chOff x="846989" y="1401020"/>
            <a:chExt cx="877416" cy="877416"/>
          </a:xfrm>
          <a:effectLst/>
        </p:grpSpPr>
        <p:sp>
          <p:nvSpPr>
            <p:cNvPr id="20" name="Teardrop 19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90%</a:t>
              </a:r>
            </a:p>
          </p:txBody>
        </p:sp>
      </p:grpSp>
      <p:grpSp>
        <p:nvGrpSpPr>
          <p:cNvPr id="22" name="Group 279"/>
          <p:cNvGrpSpPr/>
          <p:nvPr/>
        </p:nvGrpSpPr>
        <p:grpSpPr>
          <a:xfrm>
            <a:off x="4028527" y="3433266"/>
            <a:ext cx="555782" cy="555779"/>
            <a:chOff x="846989" y="1401020"/>
            <a:chExt cx="877416" cy="877416"/>
          </a:xfrm>
          <a:effectLst/>
        </p:grpSpPr>
        <p:sp>
          <p:nvSpPr>
            <p:cNvPr id="23" name="Teardrop 22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80%</a:t>
              </a:r>
            </a:p>
          </p:txBody>
        </p:sp>
      </p:grpSp>
      <p:grpSp>
        <p:nvGrpSpPr>
          <p:cNvPr id="25" name="Group 279"/>
          <p:cNvGrpSpPr/>
          <p:nvPr/>
        </p:nvGrpSpPr>
        <p:grpSpPr>
          <a:xfrm>
            <a:off x="5883118" y="2990365"/>
            <a:ext cx="555782" cy="555779"/>
            <a:chOff x="846989" y="1401020"/>
            <a:chExt cx="877416" cy="877416"/>
          </a:xfrm>
          <a:effectLst/>
        </p:grpSpPr>
        <p:sp>
          <p:nvSpPr>
            <p:cNvPr id="26" name="Teardrop 25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70%</a:t>
              </a:r>
            </a:p>
          </p:txBody>
        </p:sp>
      </p:grpSp>
      <p:grpSp>
        <p:nvGrpSpPr>
          <p:cNvPr id="28" name="Group 279"/>
          <p:cNvGrpSpPr/>
          <p:nvPr/>
        </p:nvGrpSpPr>
        <p:grpSpPr>
          <a:xfrm>
            <a:off x="7730968" y="1933091"/>
            <a:ext cx="555782" cy="555778"/>
            <a:chOff x="846989" y="1401020"/>
            <a:chExt cx="877416" cy="877416"/>
          </a:xfrm>
          <a:effectLst/>
        </p:grpSpPr>
        <p:sp>
          <p:nvSpPr>
            <p:cNvPr id="29" name="Teardrop 28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70%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1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7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7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Chart bld="series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Line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Line Chart Slide</a:t>
            </a:r>
            <a:endParaRPr lang="en-US" dirty="0"/>
          </a:p>
        </p:txBody>
      </p:sp>
      <p:graphicFrame>
        <p:nvGraphicFramePr>
          <p:cNvPr id="32" name="Chart 31"/>
          <p:cNvGraphicFramePr/>
          <p:nvPr/>
        </p:nvGraphicFramePr>
        <p:xfrm>
          <a:off x="500653" y="2286000"/>
          <a:ext cx="4909547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119019" y="3932755"/>
            <a:ext cx="2219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200" dirty="0">
              <a:solidFill>
                <a:schemeClr val="accent1"/>
              </a:solidFill>
            </a:endParaRP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 available.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19019" y="4576706"/>
            <a:ext cx="2190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 available.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19019" y="5220657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 available.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0" name="Group 32"/>
          <p:cNvGrpSpPr/>
          <p:nvPr/>
        </p:nvGrpSpPr>
        <p:grpSpPr>
          <a:xfrm>
            <a:off x="5638800" y="4030113"/>
            <a:ext cx="401554" cy="390058"/>
            <a:chOff x="5205677" y="1309828"/>
            <a:chExt cx="493370" cy="479245"/>
          </a:xfrm>
        </p:grpSpPr>
        <p:sp>
          <p:nvSpPr>
            <p:cNvPr id="41" name="Rounded Rectangle 40"/>
            <p:cNvSpPr/>
            <p:nvPr/>
          </p:nvSpPr>
          <p:spPr>
            <a:xfrm>
              <a:off x="5205677" y="1309828"/>
              <a:ext cx="493370" cy="47924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42" name="Freeform 117"/>
            <p:cNvSpPr>
              <a:spLocks/>
            </p:cNvSpPr>
            <p:nvPr/>
          </p:nvSpPr>
          <p:spPr bwMode="auto">
            <a:xfrm>
              <a:off x="5317181" y="1414269"/>
              <a:ext cx="270363" cy="270363"/>
            </a:xfrm>
            <a:custGeom>
              <a:avLst/>
              <a:gdLst/>
              <a:ahLst/>
              <a:cxnLst>
                <a:cxn ang="0">
                  <a:pos x="56" y="51"/>
                </a:cxn>
                <a:cxn ang="0">
                  <a:pos x="51" y="55"/>
                </a:cxn>
                <a:cxn ang="0">
                  <a:pos x="43" y="57"/>
                </a:cxn>
                <a:cxn ang="0">
                  <a:pos x="33" y="54"/>
                </a:cxn>
                <a:cxn ang="0">
                  <a:pos x="26" y="51"/>
                </a:cxn>
                <a:cxn ang="0">
                  <a:pos x="7" y="32"/>
                </a:cxn>
                <a:cxn ang="0">
                  <a:pos x="3" y="25"/>
                </a:cxn>
                <a:cxn ang="0">
                  <a:pos x="0" y="14"/>
                </a:cxn>
                <a:cxn ang="0">
                  <a:pos x="3" y="7"/>
                </a:cxn>
                <a:cxn ang="0">
                  <a:pos x="7" y="2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19" y="10"/>
                </a:cxn>
                <a:cxn ang="0">
                  <a:pos x="21" y="14"/>
                </a:cxn>
                <a:cxn ang="0">
                  <a:pos x="14" y="22"/>
                </a:cxn>
                <a:cxn ang="0">
                  <a:pos x="15" y="26"/>
                </a:cxn>
                <a:cxn ang="0">
                  <a:pos x="32" y="42"/>
                </a:cxn>
                <a:cxn ang="0">
                  <a:pos x="35" y="44"/>
                </a:cxn>
                <a:cxn ang="0">
                  <a:pos x="43" y="36"/>
                </a:cxn>
                <a:cxn ang="0">
                  <a:pos x="47" y="38"/>
                </a:cxn>
                <a:cxn ang="0">
                  <a:pos x="54" y="42"/>
                </a:cxn>
                <a:cxn ang="0">
                  <a:pos x="57" y="44"/>
                </a:cxn>
                <a:cxn ang="0">
                  <a:pos x="57" y="45"/>
                </a:cxn>
                <a:cxn ang="0">
                  <a:pos x="56" y="51"/>
                </a:cxn>
              </a:cxnLst>
              <a:rect l="0" t="0" r="r" b="b"/>
              <a:pathLst>
                <a:path w="57" h="57">
                  <a:moveTo>
                    <a:pt x="56" y="51"/>
                  </a:moveTo>
                  <a:cubicBezTo>
                    <a:pt x="55" y="53"/>
                    <a:pt x="53" y="54"/>
                    <a:pt x="51" y="55"/>
                  </a:cubicBezTo>
                  <a:cubicBezTo>
                    <a:pt x="49" y="56"/>
                    <a:pt x="46" y="57"/>
                    <a:pt x="43" y="57"/>
                  </a:cubicBezTo>
                  <a:cubicBezTo>
                    <a:pt x="40" y="57"/>
                    <a:pt x="36" y="55"/>
                    <a:pt x="33" y="54"/>
                  </a:cubicBezTo>
                  <a:cubicBezTo>
                    <a:pt x="30" y="53"/>
                    <a:pt x="28" y="52"/>
                    <a:pt x="26" y="51"/>
                  </a:cubicBezTo>
                  <a:cubicBezTo>
                    <a:pt x="19" y="47"/>
                    <a:pt x="11" y="38"/>
                    <a:pt x="7" y="32"/>
                  </a:cubicBezTo>
                  <a:cubicBezTo>
                    <a:pt x="5" y="29"/>
                    <a:pt x="4" y="27"/>
                    <a:pt x="3" y="25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3" y="7"/>
                  </a:cubicBezTo>
                  <a:cubicBezTo>
                    <a:pt x="4" y="5"/>
                    <a:pt x="5" y="3"/>
                    <a:pt x="7" y="2"/>
                  </a:cubicBezTo>
                  <a:cubicBezTo>
                    <a:pt x="8" y="1"/>
                    <a:pt x="11" y="0"/>
                    <a:pt x="12" y="0"/>
                  </a:cubicBezTo>
                  <a:cubicBezTo>
                    <a:pt x="13" y="0"/>
                    <a:pt x="13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7" y="6"/>
                    <a:pt x="18" y="8"/>
                    <a:pt x="19" y="10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7"/>
                    <a:pt x="14" y="20"/>
                    <a:pt x="14" y="22"/>
                  </a:cubicBezTo>
                  <a:cubicBezTo>
                    <a:pt x="14" y="23"/>
                    <a:pt x="15" y="25"/>
                    <a:pt x="15" y="26"/>
                  </a:cubicBezTo>
                  <a:cubicBezTo>
                    <a:pt x="19" y="33"/>
                    <a:pt x="24" y="38"/>
                    <a:pt x="32" y="42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7" y="44"/>
                    <a:pt x="41" y="36"/>
                    <a:pt x="43" y="36"/>
                  </a:cubicBezTo>
                  <a:cubicBezTo>
                    <a:pt x="45" y="36"/>
                    <a:pt x="46" y="38"/>
                    <a:pt x="47" y="38"/>
                  </a:cubicBezTo>
                  <a:cubicBezTo>
                    <a:pt x="49" y="40"/>
                    <a:pt x="52" y="41"/>
                    <a:pt x="54" y="42"/>
                  </a:cubicBezTo>
                  <a:cubicBezTo>
                    <a:pt x="55" y="43"/>
                    <a:pt x="57" y="43"/>
                    <a:pt x="57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7"/>
                    <a:pt x="56" y="49"/>
                    <a:pt x="56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38800" y="4674064"/>
            <a:ext cx="401554" cy="390058"/>
            <a:chOff x="5205677" y="1966548"/>
            <a:chExt cx="493370" cy="479245"/>
          </a:xfrm>
        </p:grpSpPr>
        <p:sp>
          <p:nvSpPr>
            <p:cNvPr id="44" name="Rounded Rectangle 43"/>
            <p:cNvSpPr/>
            <p:nvPr/>
          </p:nvSpPr>
          <p:spPr>
            <a:xfrm>
              <a:off x="5205677" y="1966548"/>
              <a:ext cx="493370" cy="47924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45" name="Freeform 36"/>
            <p:cNvSpPr>
              <a:spLocks noEditPoints="1"/>
            </p:cNvSpPr>
            <p:nvPr/>
          </p:nvSpPr>
          <p:spPr bwMode="auto">
            <a:xfrm>
              <a:off x="5317181" y="2059372"/>
              <a:ext cx="270363" cy="293597"/>
            </a:xfrm>
            <a:custGeom>
              <a:avLst/>
              <a:gdLst/>
              <a:ahLst/>
              <a:cxnLst>
                <a:cxn ang="0">
                  <a:pos x="55" y="64"/>
                </a:cxn>
                <a:cxn ang="0">
                  <a:pos x="0" y="59"/>
                </a:cxn>
                <a:cxn ang="0">
                  <a:pos x="4" y="9"/>
                </a:cxn>
                <a:cxn ang="0">
                  <a:pos x="9" y="5"/>
                </a:cxn>
                <a:cxn ang="0">
                  <a:pos x="17" y="0"/>
                </a:cxn>
                <a:cxn ang="0">
                  <a:pos x="23" y="9"/>
                </a:cxn>
                <a:cxn ang="0">
                  <a:pos x="36" y="5"/>
                </a:cxn>
                <a:cxn ang="0">
                  <a:pos x="44" y="0"/>
                </a:cxn>
                <a:cxn ang="0">
                  <a:pos x="50" y="9"/>
                </a:cxn>
                <a:cxn ang="0">
                  <a:pos x="59" y="13"/>
                </a:cxn>
                <a:cxn ang="0">
                  <a:pos x="15" y="33"/>
                </a:cxn>
                <a:cxn ang="0">
                  <a:pos x="4" y="23"/>
                </a:cxn>
                <a:cxn ang="0">
                  <a:pos x="15" y="33"/>
                </a:cxn>
                <a:cxn ang="0">
                  <a:pos x="15" y="35"/>
                </a:cxn>
                <a:cxn ang="0">
                  <a:pos x="4" y="47"/>
                </a:cxn>
                <a:cxn ang="0">
                  <a:pos x="15" y="59"/>
                </a:cxn>
                <a:cxn ang="0">
                  <a:pos x="4" y="49"/>
                </a:cxn>
                <a:cxn ang="0">
                  <a:pos x="15" y="59"/>
                </a:cxn>
                <a:cxn ang="0">
                  <a:pos x="17" y="4"/>
                </a:cxn>
                <a:cxn ang="0">
                  <a:pos x="13" y="5"/>
                </a:cxn>
                <a:cxn ang="0">
                  <a:pos x="15" y="17"/>
                </a:cxn>
                <a:cxn ang="0">
                  <a:pos x="18" y="16"/>
                </a:cxn>
                <a:cxn ang="0">
                  <a:pos x="28" y="33"/>
                </a:cxn>
                <a:cxn ang="0">
                  <a:pos x="17" y="23"/>
                </a:cxn>
                <a:cxn ang="0">
                  <a:pos x="28" y="33"/>
                </a:cxn>
                <a:cxn ang="0">
                  <a:pos x="28" y="35"/>
                </a:cxn>
                <a:cxn ang="0">
                  <a:pos x="17" y="47"/>
                </a:cxn>
                <a:cxn ang="0">
                  <a:pos x="28" y="59"/>
                </a:cxn>
                <a:cxn ang="0">
                  <a:pos x="17" y="49"/>
                </a:cxn>
                <a:cxn ang="0">
                  <a:pos x="28" y="59"/>
                </a:cxn>
                <a:cxn ang="0">
                  <a:pos x="42" y="23"/>
                </a:cxn>
                <a:cxn ang="0">
                  <a:pos x="31" y="33"/>
                </a:cxn>
                <a:cxn ang="0">
                  <a:pos x="42" y="47"/>
                </a:cxn>
                <a:cxn ang="0">
                  <a:pos x="31" y="35"/>
                </a:cxn>
                <a:cxn ang="0">
                  <a:pos x="42" y="47"/>
                </a:cxn>
                <a:cxn ang="0">
                  <a:pos x="42" y="49"/>
                </a:cxn>
                <a:cxn ang="0">
                  <a:pos x="31" y="59"/>
                </a:cxn>
                <a:cxn ang="0">
                  <a:pos x="45" y="5"/>
                </a:cxn>
                <a:cxn ang="0">
                  <a:pos x="42" y="4"/>
                </a:cxn>
                <a:cxn ang="0">
                  <a:pos x="41" y="16"/>
                </a:cxn>
                <a:cxn ang="0">
                  <a:pos x="44" y="17"/>
                </a:cxn>
                <a:cxn ang="0">
                  <a:pos x="45" y="5"/>
                </a:cxn>
                <a:cxn ang="0">
                  <a:pos x="55" y="23"/>
                </a:cxn>
                <a:cxn ang="0">
                  <a:pos x="44" y="33"/>
                </a:cxn>
                <a:cxn ang="0">
                  <a:pos x="55" y="47"/>
                </a:cxn>
                <a:cxn ang="0">
                  <a:pos x="44" y="35"/>
                </a:cxn>
                <a:cxn ang="0">
                  <a:pos x="55" y="47"/>
                </a:cxn>
                <a:cxn ang="0">
                  <a:pos x="55" y="49"/>
                </a:cxn>
                <a:cxn ang="0">
                  <a:pos x="44" y="59"/>
                </a:cxn>
              </a:cxnLst>
              <a:rect l="0" t="0" r="r" b="b"/>
              <a:pathLst>
                <a:path w="59" h="64">
                  <a:moveTo>
                    <a:pt x="59" y="59"/>
                  </a:moveTo>
                  <a:cubicBezTo>
                    <a:pt x="59" y="62"/>
                    <a:pt x="57" y="64"/>
                    <a:pt x="55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2"/>
                    <a:pt x="0" y="5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2" y="9"/>
                    <a:pt x="4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2"/>
                    <a:pt x="11" y="0"/>
                    <a:pt x="1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0" y="0"/>
                    <a:pt x="23" y="2"/>
                    <a:pt x="23" y="5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2"/>
                    <a:pt x="39" y="0"/>
                    <a:pt x="4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7" y="0"/>
                    <a:pt x="50" y="2"/>
                    <a:pt x="50" y="5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9"/>
                    <a:pt x="59" y="11"/>
                    <a:pt x="59" y="13"/>
                  </a:cubicBezTo>
                  <a:lnTo>
                    <a:pt x="59" y="59"/>
                  </a:lnTo>
                  <a:close/>
                  <a:moveTo>
                    <a:pt x="15" y="33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33"/>
                    <a:pt x="4" y="33"/>
                    <a:pt x="4" y="33"/>
                  </a:cubicBezTo>
                  <a:lnTo>
                    <a:pt x="15" y="33"/>
                  </a:lnTo>
                  <a:close/>
                  <a:moveTo>
                    <a:pt x="15" y="47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15" y="47"/>
                  </a:lnTo>
                  <a:close/>
                  <a:moveTo>
                    <a:pt x="15" y="59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9"/>
                    <a:pt x="4" y="59"/>
                    <a:pt x="4" y="59"/>
                  </a:cubicBezTo>
                  <a:lnTo>
                    <a:pt x="15" y="59"/>
                  </a:lnTo>
                  <a:close/>
                  <a:moveTo>
                    <a:pt x="18" y="5"/>
                  </a:moveTo>
                  <a:cubicBezTo>
                    <a:pt x="18" y="5"/>
                    <a:pt x="18" y="4"/>
                    <a:pt x="1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4"/>
                    <a:pt x="13" y="5"/>
                    <a:pt x="13" y="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6"/>
                    <a:pt x="18" y="16"/>
                  </a:cubicBezTo>
                  <a:lnTo>
                    <a:pt x="18" y="5"/>
                  </a:lnTo>
                  <a:close/>
                  <a:moveTo>
                    <a:pt x="28" y="3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33"/>
                    <a:pt x="17" y="33"/>
                    <a:pt x="17" y="33"/>
                  </a:cubicBezTo>
                  <a:lnTo>
                    <a:pt x="28" y="33"/>
                  </a:lnTo>
                  <a:close/>
                  <a:moveTo>
                    <a:pt x="28" y="47"/>
                  </a:moveTo>
                  <a:cubicBezTo>
                    <a:pt x="28" y="35"/>
                    <a:pt x="28" y="35"/>
                    <a:pt x="28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28" y="47"/>
                  </a:lnTo>
                  <a:close/>
                  <a:moveTo>
                    <a:pt x="28" y="59"/>
                  </a:moveTo>
                  <a:cubicBezTo>
                    <a:pt x="28" y="49"/>
                    <a:pt x="28" y="49"/>
                    <a:pt x="28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28" y="59"/>
                  </a:lnTo>
                  <a:close/>
                  <a:moveTo>
                    <a:pt x="42" y="33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33"/>
                    <a:pt x="31" y="33"/>
                    <a:pt x="31" y="33"/>
                  </a:cubicBezTo>
                  <a:lnTo>
                    <a:pt x="42" y="33"/>
                  </a:lnTo>
                  <a:close/>
                  <a:moveTo>
                    <a:pt x="42" y="47"/>
                  </a:moveTo>
                  <a:cubicBezTo>
                    <a:pt x="42" y="35"/>
                    <a:pt x="42" y="35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47"/>
                    <a:pt x="31" y="47"/>
                    <a:pt x="31" y="47"/>
                  </a:cubicBezTo>
                  <a:lnTo>
                    <a:pt x="42" y="47"/>
                  </a:lnTo>
                  <a:close/>
                  <a:moveTo>
                    <a:pt x="42" y="59"/>
                  </a:moveTo>
                  <a:cubicBezTo>
                    <a:pt x="42" y="49"/>
                    <a:pt x="42" y="49"/>
                    <a:pt x="42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59"/>
                    <a:pt x="31" y="59"/>
                    <a:pt x="31" y="59"/>
                  </a:cubicBezTo>
                  <a:lnTo>
                    <a:pt x="42" y="59"/>
                  </a:lnTo>
                  <a:close/>
                  <a:moveTo>
                    <a:pt x="45" y="5"/>
                  </a:moveTo>
                  <a:cubicBezTo>
                    <a:pt x="45" y="5"/>
                    <a:pt x="45" y="4"/>
                    <a:pt x="44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5"/>
                    <a:pt x="41" y="5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1" y="17"/>
                    <a:pt x="42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6"/>
                    <a:pt x="45" y="16"/>
                  </a:cubicBezTo>
                  <a:lnTo>
                    <a:pt x="45" y="5"/>
                  </a:lnTo>
                  <a:close/>
                  <a:moveTo>
                    <a:pt x="55" y="33"/>
                  </a:moveTo>
                  <a:cubicBezTo>
                    <a:pt x="55" y="23"/>
                    <a:pt x="55" y="23"/>
                    <a:pt x="55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33"/>
                    <a:pt x="44" y="33"/>
                    <a:pt x="44" y="33"/>
                  </a:cubicBezTo>
                  <a:lnTo>
                    <a:pt x="55" y="33"/>
                  </a:lnTo>
                  <a:close/>
                  <a:moveTo>
                    <a:pt x="55" y="47"/>
                  </a:moveTo>
                  <a:cubicBezTo>
                    <a:pt x="55" y="35"/>
                    <a:pt x="55" y="35"/>
                    <a:pt x="55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47"/>
                    <a:pt x="44" y="47"/>
                    <a:pt x="44" y="47"/>
                  </a:cubicBezTo>
                  <a:lnTo>
                    <a:pt x="55" y="47"/>
                  </a:lnTo>
                  <a:close/>
                  <a:moveTo>
                    <a:pt x="55" y="59"/>
                  </a:moveTo>
                  <a:cubicBezTo>
                    <a:pt x="55" y="49"/>
                    <a:pt x="55" y="49"/>
                    <a:pt x="5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4" y="59"/>
                    <a:pt x="44" y="59"/>
                    <a:pt x="44" y="59"/>
                  </a:cubicBezTo>
                  <a:lnTo>
                    <a:pt x="55" y="5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6" name="Group 52"/>
          <p:cNvGrpSpPr/>
          <p:nvPr/>
        </p:nvGrpSpPr>
        <p:grpSpPr>
          <a:xfrm>
            <a:off x="5638800" y="5318015"/>
            <a:ext cx="401554" cy="390058"/>
            <a:chOff x="5205677" y="2623268"/>
            <a:chExt cx="493370" cy="479245"/>
          </a:xfrm>
        </p:grpSpPr>
        <p:sp>
          <p:nvSpPr>
            <p:cNvPr id="47" name="Rounded Rectangle 46"/>
            <p:cNvSpPr/>
            <p:nvPr/>
          </p:nvSpPr>
          <p:spPr>
            <a:xfrm>
              <a:off x="5205677" y="2623268"/>
              <a:ext cx="493370" cy="47924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48" name="Freeform 13"/>
            <p:cNvSpPr>
              <a:spLocks noEditPoints="1"/>
            </p:cNvSpPr>
            <p:nvPr/>
          </p:nvSpPr>
          <p:spPr bwMode="auto">
            <a:xfrm>
              <a:off x="5301275" y="2711803"/>
              <a:ext cx="302175" cy="302175"/>
            </a:xfrm>
            <a:custGeom>
              <a:avLst/>
              <a:gdLst/>
              <a:ahLst/>
              <a:cxnLst>
                <a:cxn ang="0">
                  <a:pos x="60" y="40"/>
                </a:cxn>
                <a:cxn ang="0">
                  <a:pos x="40" y="60"/>
                </a:cxn>
                <a:cxn ang="0">
                  <a:pos x="36" y="61"/>
                </a:cxn>
                <a:cxn ang="0">
                  <a:pos x="33" y="60"/>
                </a:cxn>
                <a:cxn ang="0">
                  <a:pos x="4" y="31"/>
                </a:cxn>
                <a:cxn ang="0">
                  <a:pos x="0" y="2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22" y="0"/>
                </a:cxn>
                <a:cxn ang="0">
                  <a:pos x="31" y="4"/>
                </a:cxn>
                <a:cxn ang="0">
                  <a:pos x="60" y="33"/>
                </a:cxn>
                <a:cxn ang="0">
                  <a:pos x="61" y="36"/>
                </a:cxn>
                <a:cxn ang="0">
                  <a:pos x="60" y="40"/>
                </a:cxn>
                <a:cxn ang="0">
                  <a:pos x="13" y="8"/>
                </a:cxn>
                <a:cxn ang="0">
                  <a:pos x="8" y="13"/>
                </a:cxn>
                <a:cxn ang="0">
                  <a:pos x="13" y="18"/>
                </a:cxn>
                <a:cxn ang="0">
                  <a:pos x="18" y="13"/>
                </a:cxn>
                <a:cxn ang="0">
                  <a:pos x="13" y="8"/>
                </a:cxn>
              </a:cxnLst>
              <a:rect l="0" t="0" r="r" b="b"/>
              <a:pathLst>
                <a:path w="61" h="61">
                  <a:moveTo>
                    <a:pt x="60" y="40"/>
                  </a:moveTo>
                  <a:cubicBezTo>
                    <a:pt x="40" y="60"/>
                    <a:pt x="40" y="60"/>
                    <a:pt x="40" y="60"/>
                  </a:cubicBezTo>
                  <a:cubicBezTo>
                    <a:pt x="39" y="61"/>
                    <a:pt x="38" y="61"/>
                    <a:pt x="36" y="61"/>
                  </a:cubicBezTo>
                  <a:cubicBezTo>
                    <a:pt x="35" y="61"/>
                    <a:pt x="34" y="61"/>
                    <a:pt x="33" y="60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2" y="29"/>
                    <a:pt x="0" y="25"/>
                    <a:pt x="0" y="2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9" y="2"/>
                    <a:pt x="31" y="4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4"/>
                    <a:pt x="61" y="35"/>
                    <a:pt x="61" y="36"/>
                  </a:cubicBezTo>
                  <a:cubicBezTo>
                    <a:pt x="61" y="38"/>
                    <a:pt x="61" y="39"/>
                    <a:pt x="60" y="40"/>
                  </a:cubicBezTo>
                  <a:close/>
                  <a:moveTo>
                    <a:pt x="13" y="8"/>
                  </a:moveTo>
                  <a:cubicBezTo>
                    <a:pt x="10" y="8"/>
                    <a:pt x="8" y="10"/>
                    <a:pt x="8" y="13"/>
                  </a:cubicBezTo>
                  <a:cubicBezTo>
                    <a:pt x="8" y="16"/>
                    <a:pt x="10" y="18"/>
                    <a:pt x="13" y="18"/>
                  </a:cubicBezTo>
                  <a:cubicBezTo>
                    <a:pt x="16" y="18"/>
                    <a:pt x="18" y="16"/>
                    <a:pt x="18" y="13"/>
                  </a:cubicBezTo>
                  <a:cubicBezTo>
                    <a:pt x="18" y="10"/>
                    <a:pt x="16" y="8"/>
                    <a:pt x="13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596095" y="2587440"/>
            <a:ext cx="2955052" cy="1119905"/>
            <a:chOff x="685800" y="3409950"/>
            <a:chExt cx="3150555" cy="1119905"/>
          </a:xfrm>
        </p:grpSpPr>
        <p:sp>
          <p:nvSpPr>
            <p:cNvPr id="50" name="TextBox 49"/>
            <p:cNvSpPr txBox="1"/>
            <p:nvPr/>
          </p:nvSpPr>
          <p:spPr>
            <a:xfrm>
              <a:off x="1384472" y="3687191"/>
              <a:ext cx="231583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914400">
                <a:spcBef>
                  <a:spcPct val="20000"/>
                </a:spcBef>
                <a:defRPr/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of the variations passages lorem ipsum available majority.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5800" y="3409950"/>
              <a:ext cx="1542506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06738" y="3625394"/>
              <a:ext cx="593111" cy="43088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  <a:endPara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85800" y="4068190"/>
              <a:ext cx="315055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 of Lorem Ipsum available, but the have suffered alteration in some  form, by humour, or randomized words which  don't believable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2" grpId="0">
        <p:bldSub>
          <a:bldChart bld="series"/>
        </p:bldSub>
      </p:bldGraphic>
      <p:bldP spid="34" grpId="0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Pie Chart Slide</a:t>
            </a:r>
            <a:endParaRPr lang="en-US" dirty="0"/>
          </a:p>
        </p:txBody>
      </p:sp>
      <p:graphicFrame>
        <p:nvGraphicFramePr>
          <p:cNvPr id="56" name="Chart 55"/>
          <p:cNvGraphicFramePr/>
          <p:nvPr/>
        </p:nvGraphicFramePr>
        <p:xfrm>
          <a:off x="533400" y="2513824"/>
          <a:ext cx="3138786" cy="3322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7" name="Group 56"/>
          <p:cNvGrpSpPr/>
          <p:nvPr/>
        </p:nvGrpSpPr>
        <p:grpSpPr>
          <a:xfrm>
            <a:off x="4912456" y="2617120"/>
            <a:ext cx="3200400" cy="430887"/>
            <a:chOff x="5334000" y="1123950"/>
            <a:chExt cx="3200400" cy="430887"/>
          </a:xfrm>
        </p:grpSpPr>
        <p:grpSp>
          <p:nvGrpSpPr>
            <p:cNvPr id="74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1"/>
                  </a:solidFill>
                </a:rPr>
                <a:t>Title Goes Here</a:t>
              </a:r>
              <a:endParaRPr lang="en-US" sz="1100" dirty="0">
                <a:solidFill>
                  <a:schemeClr val="accent1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4912456" y="3144357"/>
            <a:ext cx="3200400" cy="430887"/>
            <a:chOff x="5334000" y="1123950"/>
            <a:chExt cx="3200400" cy="430887"/>
          </a:xfrm>
        </p:grpSpPr>
        <p:grpSp>
          <p:nvGrpSpPr>
            <p:cNvPr id="79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0" name="TextBox 79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2"/>
                  </a:solidFill>
                </a:rPr>
                <a:t>Title Goes Here</a:t>
              </a:r>
              <a:endParaRPr lang="en-US" sz="1100" dirty="0">
                <a:solidFill>
                  <a:schemeClr val="accent2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4912456" y="3671594"/>
            <a:ext cx="3200400" cy="430887"/>
            <a:chOff x="5334000" y="1123950"/>
            <a:chExt cx="3200400" cy="430887"/>
          </a:xfrm>
        </p:grpSpPr>
        <p:grpSp>
          <p:nvGrpSpPr>
            <p:cNvPr id="84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5" name="TextBox 84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3"/>
                  </a:solidFill>
                </a:rPr>
                <a:t>Title Goes Here</a:t>
              </a:r>
              <a:endParaRPr lang="en-US" sz="1100" dirty="0">
                <a:solidFill>
                  <a:schemeClr val="accent3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912456" y="4198831"/>
            <a:ext cx="3200400" cy="430887"/>
            <a:chOff x="5334000" y="1123950"/>
            <a:chExt cx="3200400" cy="430887"/>
          </a:xfrm>
        </p:grpSpPr>
        <p:grpSp>
          <p:nvGrpSpPr>
            <p:cNvPr id="89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4"/>
                  </a:solidFill>
                </a:rPr>
                <a:t>Title Goes Here</a:t>
              </a:r>
              <a:endParaRPr lang="en-US" sz="1100" dirty="0">
                <a:solidFill>
                  <a:schemeClr val="accent4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4912456" y="4726068"/>
            <a:ext cx="3200400" cy="430887"/>
            <a:chOff x="5334000" y="1123950"/>
            <a:chExt cx="3200400" cy="430887"/>
          </a:xfrm>
        </p:grpSpPr>
        <p:grpSp>
          <p:nvGrpSpPr>
            <p:cNvPr id="94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5" name="TextBox 94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5"/>
                  </a:solidFill>
                </a:rPr>
                <a:t>Title Goes Here</a:t>
              </a:r>
              <a:endParaRPr lang="en-US" sz="1100" dirty="0">
                <a:solidFill>
                  <a:schemeClr val="accent5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4912456" y="5253305"/>
            <a:ext cx="3200400" cy="430887"/>
            <a:chOff x="5334000" y="1123950"/>
            <a:chExt cx="3200400" cy="430887"/>
          </a:xfrm>
        </p:grpSpPr>
        <p:grpSp>
          <p:nvGrpSpPr>
            <p:cNvPr id="99" name="Group 29"/>
            <p:cNvGrpSpPr/>
            <p:nvPr/>
          </p:nvGrpSpPr>
          <p:grpSpPr>
            <a:xfrm>
              <a:off x="5334000" y="1133115"/>
              <a:ext cx="3181350" cy="412556"/>
              <a:chOff x="648100" y="3562350"/>
              <a:chExt cx="3578639" cy="914400"/>
            </a:xfrm>
          </p:grpSpPr>
          <p:sp>
            <p:nvSpPr>
              <p:cNvPr id="101" name="Rectangle 100"/>
              <p:cNvSpPr/>
              <p:nvPr/>
            </p:nvSpPr>
            <p:spPr>
              <a:xfrm>
                <a:off x="800500" y="3562350"/>
                <a:ext cx="3426239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648100" y="3562350"/>
                <a:ext cx="152400" cy="9144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0" name="TextBox 99"/>
            <p:cNvSpPr txBox="1"/>
            <p:nvPr/>
          </p:nvSpPr>
          <p:spPr>
            <a:xfrm>
              <a:off x="5546500" y="1123950"/>
              <a:ext cx="2987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accent6"/>
                  </a:solidFill>
                </a:rPr>
                <a:t>Title Goes Here</a:t>
              </a:r>
              <a:endParaRPr lang="en-US" sz="1100" dirty="0">
                <a:solidFill>
                  <a:schemeClr val="accent6"/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of lorem ipsum</a:t>
              </a: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03" name="Freeform 145"/>
          <p:cNvSpPr>
            <a:spLocks/>
          </p:cNvSpPr>
          <p:nvPr/>
        </p:nvSpPr>
        <p:spPr bwMode="auto">
          <a:xfrm>
            <a:off x="1852893" y="3959405"/>
            <a:ext cx="499800" cy="430986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3457483" y="3841903"/>
            <a:ext cx="743814" cy="743814"/>
            <a:chOff x="3481803" y="2540429"/>
            <a:chExt cx="743814" cy="743814"/>
          </a:xfrm>
        </p:grpSpPr>
        <p:sp>
          <p:nvSpPr>
            <p:cNvPr id="105" name="Oval 104"/>
            <p:cNvSpPr/>
            <p:nvPr/>
          </p:nvSpPr>
          <p:spPr>
            <a:xfrm>
              <a:off x="3481803" y="2540429"/>
              <a:ext cx="743814" cy="743814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Freeform 65"/>
            <p:cNvSpPr>
              <a:spLocks noEditPoints="1"/>
            </p:cNvSpPr>
            <p:nvPr/>
          </p:nvSpPr>
          <p:spPr bwMode="auto">
            <a:xfrm>
              <a:off x="3723690" y="2759254"/>
              <a:ext cx="290520" cy="306164"/>
            </a:xfrm>
            <a:custGeom>
              <a:avLst/>
              <a:gdLst/>
              <a:ahLst/>
              <a:cxnLst>
                <a:cxn ang="0">
                  <a:pos x="38" y="47"/>
                </a:cxn>
                <a:cxn ang="0">
                  <a:pos x="36" y="54"/>
                </a:cxn>
                <a:cxn ang="0">
                  <a:pos x="17" y="63"/>
                </a:cxn>
                <a:cxn ang="0">
                  <a:pos x="1" y="56"/>
                </a:cxn>
                <a:cxn ang="0">
                  <a:pos x="0" y="51"/>
                </a:cxn>
                <a:cxn ang="0">
                  <a:pos x="6" y="41"/>
                </a:cxn>
                <a:cxn ang="0">
                  <a:pos x="21" y="37"/>
                </a:cxn>
                <a:cxn ang="0">
                  <a:pos x="19" y="32"/>
                </a:cxn>
                <a:cxn ang="0">
                  <a:pos x="20" y="28"/>
                </a:cxn>
                <a:cxn ang="0">
                  <a:pos x="17" y="29"/>
                </a:cxn>
                <a:cxn ang="0">
                  <a:pos x="4" y="16"/>
                </a:cxn>
                <a:cxn ang="0">
                  <a:pos x="9" y="5"/>
                </a:cxn>
                <a:cxn ang="0">
                  <a:pos x="24" y="0"/>
                </a:cxn>
                <a:cxn ang="0">
                  <a:pos x="40" y="0"/>
                </a:cxn>
                <a:cxn ang="0">
                  <a:pos x="35" y="3"/>
                </a:cxn>
                <a:cxn ang="0">
                  <a:pos x="30" y="3"/>
                </a:cxn>
                <a:cxn ang="0">
                  <a:pos x="35" y="14"/>
                </a:cxn>
                <a:cxn ang="0">
                  <a:pos x="26" y="30"/>
                </a:cxn>
                <a:cxn ang="0">
                  <a:pos x="38" y="47"/>
                </a:cxn>
                <a:cxn ang="0">
                  <a:pos x="33" y="51"/>
                </a:cxn>
                <a:cxn ang="0">
                  <a:pos x="24" y="40"/>
                </a:cxn>
                <a:cxn ang="0">
                  <a:pos x="22" y="40"/>
                </a:cxn>
                <a:cxn ang="0">
                  <a:pos x="7" y="49"/>
                </a:cxn>
                <a:cxn ang="0">
                  <a:pos x="21" y="59"/>
                </a:cxn>
                <a:cxn ang="0">
                  <a:pos x="33" y="51"/>
                </a:cxn>
                <a:cxn ang="0">
                  <a:pos x="26" y="24"/>
                </a:cxn>
                <a:cxn ang="0">
                  <a:pos x="28" y="18"/>
                </a:cxn>
                <a:cxn ang="0">
                  <a:pos x="18" y="3"/>
                </a:cxn>
                <a:cxn ang="0">
                  <a:pos x="13" y="6"/>
                </a:cxn>
                <a:cxn ang="0">
                  <a:pos x="11" y="12"/>
                </a:cxn>
                <a:cxn ang="0">
                  <a:pos x="21" y="26"/>
                </a:cxn>
                <a:cxn ang="0">
                  <a:pos x="26" y="24"/>
                </a:cxn>
                <a:cxn ang="0">
                  <a:pos x="60" y="26"/>
                </a:cxn>
                <a:cxn ang="0">
                  <a:pos x="60" y="30"/>
                </a:cxn>
                <a:cxn ang="0">
                  <a:pos x="52" y="30"/>
                </a:cxn>
                <a:cxn ang="0">
                  <a:pos x="52" y="39"/>
                </a:cxn>
                <a:cxn ang="0">
                  <a:pos x="48" y="39"/>
                </a:cxn>
                <a:cxn ang="0">
                  <a:pos x="48" y="30"/>
                </a:cxn>
                <a:cxn ang="0">
                  <a:pos x="40" y="30"/>
                </a:cxn>
                <a:cxn ang="0">
                  <a:pos x="40" y="26"/>
                </a:cxn>
                <a:cxn ang="0">
                  <a:pos x="48" y="26"/>
                </a:cxn>
                <a:cxn ang="0">
                  <a:pos x="48" y="18"/>
                </a:cxn>
                <a:cxn ang="0">
                  <a:pos x="52" y="18"/>
                </a:cxn>
                <a:cxn ang="0">
                  <a:pos x="52" y="26"/>
                </a:cxn>
                <a:cxn ang="0">
                  <a:pos x="60" y="26"/>
                </a:cxn>
              </a:cxnLst>
              <a:rect l="0" t="0" r="r" b="b"/>
              <a:pathLst>
                <a:path w="60" h="63">
                  <a:moveTo>
                    <a:pt x="38" y="47"/>
                  </a:moveTo>
                  <a:cubicBezTo>
                    <a:pt x="38" y="50"/>
                    <a:pt x="37" y="52"/>
                    <a:pt x="36" y="54"/>
                  </a:cubicBezTo>
                  <a:cubicBezTo>
                    <a:pt x="32" y="61"/>
                    <a:pt x="24" y="63"/>
                    <a:pt x="17" y="63"/>
                  </a:cubicBezTo>
                  <a:cubicBezTo>
                    <a:pt x="11" y="63"/>
                    <a:pt x="4" y="61"/>
                    <a:pt x="1" y="56"/>
                  </a:cubicBezTo>
                  <a:cubicBezTo>
                    <a:pt x="0" y="55"/>
                    <a:pt x="0" y="53"/>
                    <a:pt x="0" y="51"/>
                  </a:cubicBezTo>
                  <a:cubicBezTo>
                    <a:pt x="0" y="47"/>
                    <a:pt x="2" y="43"/>
                    <a:pt x="6" y="41"/>
                  </a:cubicBezTo>
                  <a:cubicBezTo>
                    <a:pt x="10" y="38"/>
                    <a:pt x="16" y="38"/>
                    <a:pt x="21" y="37"/>
                  </a:cubicBezTo>
                  <a:cubicBezTo>
                    <a:pt x="20" y="35"/>
                    <a:pt x="19" y="34"/>
                    <a:pt x="19" y="32"/>
                  </a:cubicBezTo>
                  <a:cubicBezTo>
                    <a:pt x="19" y="30"/>
                    <a:pt x="19" y="29"/>
                    <a:pt x="20" y="28"/>
                  </a:cubicBezTo>
                  <a:cubicBezTo>
                    <a:pt x="19" y="29"/>
                    <a:pt x="18" y="29"/>
                    <a:pt x="17" y="29"/>
                  </a:cubicBezTo>
                  <a:cubicBezTo>
                    <a:pt x="10" y="29"/>
                    <a:pt x="4" y="23"/>
                    <a:pt x="4" y="16"/>
                  </a:cubicBezTo>
                  <a:cubicBezTo>
                    <a:pt x="4" y="11"/>
                    <a:pt x="6" y="7"/>
                    <a:pt x="9" y="5"/>
                  </a:cubicBezTo>
                  <a:cubicBezTo>
                    <a:pt x="13" y="1"/>
                    <a:pt x="19" y="0"/>
                    <a:pt x="2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3" y="6"/>
                    <a:pt x="35" y="9"/>
                    <a:pt x="35" y="14"/>
                  </a:cubicBezTo>
                  <a:cubicBezTo>
                    <a:pt x="35" y="24"/>
                    <a:pt x="26" y="25"/>
                    <a:pt x="26" y="30"/>
                  </a:cubicBezTo>
                  <a:cubicBezTo>
                    <a:pt x="26" y="35"/>
                    <a:pt x="38" y="37"/>
                    <a:pt x="38" y="47"/>
                  </a:cubicBezTo>
                  <a:close/>
                  <a:moveTo>
                    <a:pt x="33" y="51"/>
                  </a:moveTo>
                  <a:cubicBezTo>
                    <a:pt x="33" y="45"/>
                    <a:pt x="28" y="42"/>
                    <a:pt x="24" y="40"/>
                  </a:cubicBezTo>
                  <a:cubicBezTo>
                    <a:pt x="23" y="40"/>
                    <a:pt x="23" y="40"/>
                    <a:pt x="22" y="40"/>
                  </a:cubicBezTo>
                  <a:cubicBezTo>
                    <a:pt x="16" y="40"/>
                    <a:pt x="7" y="42"/>
                    <a:pt x="7" y="49"/>
                  </a:cubicBezTo>
                  <a:cubicBezTo>
                    <a:pt x="7" y="57"/>
                    <a:pt x="15" y="59"/>
                    <a:pt x="21" y="59"/>
                  </a:cubicBezTo>
                  <a:cubicBezTo>
                    <a:pt x="26" y="59"/>
                    <a:pt x="33" y="57"/>
                    <a:pt x="33" y="51"/>
                  </a:cubicBezTo>
                  <a:close/>
                  <a:moveTo>
                    <a:pt x="26" y="24"/>
                  </a:moveTo>
                  <a:cubicBezTo>
                    <a:pt x="28" y="22"/>
                    <a:pt x="28" y="20"/>
                    <a:pt x="28" y="18"/>
                  </a:cubicBezTo>
                  <a:cubicBezTo>
                    <a:pt x="28" y="12"/>
                    <a:pt x="25" y="3"/>
                    <a:pt x="18" y="3"/>
                  </a:cubicBezTo>
                  <a:cubicBezTo>
                    <a:pt x="16" y="3"/>
                    <a:pt x="14" y="4"/>
                    <a:pt x="13" y="6"/>
                  </a:cubicBezTo>
                  <a:cubicBezTo>
                    <a:pt x="11" y="7"/>
                    <a:pt x="11" y="9"/>
                    <a:pt x="11" y="12"/>
                  </a:cubicBezTo>
                  <a:cubicBezTo>
                    <a:pt x="11" y="17"/>
                    <a:pt x="14" y="26"/>
                    <a:pt x="21" y="26"/>
                  </a:cubicBezTo>
                  <a:cubicBezTo>
                    <a:pt x="23" y="26"/>
                    <a:pt x="25" y="25"/>
                    <a:pt x="26" y="24"/>
                  </a:cubicBezTo>
                  <a:close/>
                  <a:moveTo>
                    <a:pt x="60" y="26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26"/>
                    <a:pt x="52" y="26"/>
                    <a:pt x="52" y="26"/>
                  </a:cubicBezTo>
                  <a:lnTo>
                    <a:pt x="60" y="26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3156595" y="2828197"/>
            <a:ext cx="846336" cy="846336"/>
            <a:chOff x="3161459" y="1546179"/>
            <a:chExt cx="846336" cy="846336"/>
          </a:xfrm>
        </p:grpSpPr>
        <p:sp>
          <p:nvSpPr>
            <p:cNvPr id="108" name="Oval 107"/>
            <p:cNvSpPr/>
            <p:nvPr/>
          </p:nvSpPr>
          <p:spPr>
            <a:xfrm>
              <a:off x="3161459" y="1546179"/>
              <a:ext cx="846336" cy="84633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 117"/>
            <p:cNvSpPr>
              <a:spLocks noEditPoints="1"/>
            </p:cNvSpPr>
            <p:nvPr/>
          </p:nvSpPr>
          <p:spPr bwMode="auto">
            <a:xfrm>
              <a:off x="3410564" y="1801135"/>
              <a:ext cx="348127" cy="336425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3" y="7"/>
                </a:cxn>
                <a:cxn ang="0">
                  <a:pos x="6" y="13"/>
                </a:cxn>
                <a:cxn ang="0">
                  <a:pos x="12" y="53"/>
                </a:cxn>
                <a:cxn ang="0">
                  <a:pos x="0" y="53"/>
                </a:cxn>
                <a:cxn ang="0">
                  <a:pos x="0" y="17"/>
                </a:cxn>
                <a:cxn ang="0">
                  <a:pos x="12" y="17"/>
                </a:cxn>
                <a:cxn ang="0">
                  <a:pos x="12" y="53"/>
                </a:cxn>
                <a:cxn ang="0">
                  <a:pos x="55" y="53"/>
                </a:cxn>
                <a:cxn ang="0">
                  <a:pos x="43" y="53"/>
                </a:cxn>
                <a:cxn ang="0">
                  <a:pos x="43" y="34"/>
                </a:cxn>
                <a:cxn ang="0">
                  <a:pos x="37" y="26"/>
                </a:cxn>
                <a:cxn ang="0">
                  <a:pos x="31" y="30"/>
                </a:cxn>
                <a:cxn ang="0">
                  <a:pos x="30" y="33"/>
                </a:cxn>
                <a:cxn ang="0">
                  <a:pos x="30" y="53"/>
                </a:cxn>
                <a:cxn ang="0">
                  <a:pos x="19" y="53"/>
                </a:cxn>
                <a:cxn ang="0">
                  <a:pos x="19" y="17"/>
                </a:cxn>
                <a:cxn ang="0">
                  <a:pos x="30" y="17"/>
                </a:cxn>
                <a:cxn ang="0">
                  <a:pos x="30" y="23"/>
                </a:cxn>
                <a:cxn ang="0">
                  <a:pos x="30" y="23"/>
                </a:cxn>
                <a:cxn ang="0">
                  <a:pos x="41" y="17"/>
                </a:cxn>
                <a:cxn ang="0">
                  <a:pos x="55" y="33"/>
                </a:cxn>
                <a:cxn ang="0">
                  <a:pos x="55" y="53"/>
                </a:cxn>
              </a:cxnLst>
              <a:rect l="0" t="0" r="r" b="b"/>
              <a:pathLst>
                <a:path w="55" h="53"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2" y="13"/>
                    <a:pt x="0" y="10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0"/>
                    <a:pt x="10" y="13"/>
                    <a:pt x="6" y="13"/>
                  </a:cubicBezTo>
                  <a:close/>
                  <a:moveTo>
                    <a:pt x="12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2" y="17"/>
                    <a:pt x="12" y="17"/>
                    <a:pt x="12" y="17"/>
                  </a:cubicBezTo>
                  <a:lnTo>
                    <a:pt x="12" y="53"/>
                  </a:lnTo>
                  <a:close/>
                  <a:moveTo>
                    <a:pt x="55" y="53"/>
                  </a:moveTo>
                  <a:cubicBezTo>
                    <a:pt x="43" y="53"/>
                    <a:pt x="43" y="53"/>
                    <a:pt x="43" y="53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29"/>
                    <a:pt x="41" y="26"/>
                    <a:pt x="37" y="26"/>
                  </a:cubicBezTo>
                  <a:cubicBezTo>
                    <a:pt x="34" y="26"/>
                    <a:pt x="32" y="28"/>
                    <a:pt x="31" y="30"/>
                  </a:cubicBezTo>
                  <a:cubicBezTo>
                    <a:pt x="31" y="31"/>
                    <a:pt x="30" y="32"/>
                    <a:pt x="30" y="3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21"/>
                    <a:pt x="19" y="17"/>
                    <a:pt x="1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2" y="20"/>
                    <a:pt x="35" y="17"/>
                    <a:pt x="41" y="17"/>
                  </a:cubicBezTo>
                  <a:cubicBezTo>
                    <a:pt x="49" y="17"/>
                    <a:pt x="55" y="22"/>
                    <a:pt x="55" y="33"/>
                  </a:cubicBezTo>
                  <a:lnTo>
                    <a:pt x="55" y="5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3159889" y="4774423"/>
            <a:ext cx="684100" cy="684100"/>
            <a:chOff x="3184209" y="3531317"/>
            <a:chExt cx="684100" cy="684100"/>
          </a:xfrm>
        </p:grpSpPr>
        <p:sp>
          <p:nvSpPr>
            <p:cNvPr id="111" name="Oval 110"/>
            <p:cNvSpPr/>
            <p:nvPr/>
          </p:nvSpPr>
          <p:spPr>
            <a:xfrm>
              <a:off x="3184209" y="3531317"/>
              <a:ext cx="684100" cy="6841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 154"/>
            <p:cNvSpPr>
              <a:spLocks/>
            </p:cNvSpPr>
            <p:nvPr/>
          </p:nvSpPr>
          <p:spPr bwMode="auto">
            <a:xfrm>
              <a:off x="3368326" y="3747479"/>
              <a:ext cx="315866" cy="251777"/>
            </a:xfrm>
            <a:custGeom>
              <a:avLst/>
              <a:gdLst/>
              <a:ahLst/>
              <a:cxnLst>
                <a:cxn ang="0">
                  <a:pos x="57" y="12"/>
                </a:cxn>
                <a:cxn ang="0">
                  <a:pos x="57" y="14"/>
                </a:cxn>
                <a:cxn ang="0">
                  <a:pos x="20" y="51"/>
                </a:cxn>
                <a:cxn ang="0">
                  <a:pos x="0" y="45"/>
                </a:cxn>
                <a:cxn ang="0">
                  <a:pos x="3" y="45"/>
                </a:cxn>
                <a:cxn ang="0">
                  <a:pos x="19" y="40"/>
                </a:cxn>
                <a:cxn ang="0">
                  <a:pos x="7" y="31"/>
                </a:cxn>
                <a:cxn ang="0">
                  <a:pos x="10" y="31"/>
                </a:cxn>
                <a:cxn ang="0">
                  <a:pos x="13" y="31"/>
                </a:cxn>
                <a:cxn ang="0">
                  <a:pos x="3" y="18"/>
                </a:cxn>
                <a:cxn ang="0">
                  <a:pos x="3" y="18"/>
                </a:cxn>
                <a:cxn ang="0">
                  <a:pos x="9" y="19"/>
                </a:cxn>
                <a:cxn ang="0">
                  <a:pos x="3" y="9"/>
                </a:cxn>
                <a:cxn ang="0">
                  <a:pos x="5" y="2"/>
                </a:cxn>
                <a:cxn ang="0">
                  <a:pos x="31" y="16"/>
                </a:cxn>
                <a:cxn ang="0">
                  <a:pos x="31" y="13"/>
                </a:cxn>
                <a:cxn ang="0">
                  <a:pos x="44" y="0"/>
                </a:cxn>
                <a:cxn ang="0">
                  <a:pos x="54" y="4"/>
                </a:cxn>
                <a:cxn ang="0">
                  <a:pos x="62" y="1"/>
                </a:cxn>
                <a:cxn ang="0">
                  <a:pos x="56" y="8"/>
                </a:cxn>
                <a:cxn ang="0">
                  <a:pos x="64" y="6"/>
                </a:cxn>
                <a:cxn ang="0">
                  <a:pos x="57" y="12"/>
                </a:cxn>
              </a:cxnLst>
              <a:rect l="0" t="0" r="r" b="b"/>
              <a:pathLst>
                <a:path w="64" h="51">
                  <a:moveTo>
                    <a:pt x="57" y="12"/>
                  </a:moveTo>
                  <a:cubicBezTo>
                    <a:pt x="57" y="13"/>
                    <a:pt x="57" y="14"/>
                    <a:pt x="57" y="14"/>
                  </a:cubicBezTo>
                  <a:cubicBezTo>
                    <a:pt x="57" y="31"/>
                    <a:pt x="44" y="51"/>
                    <a:pt x="20" y="51"/>
                  </a:cubicBezTo>
                  <a:cubicBezTo>
                    <a:pt x="13" y="51"/>
                    <a:pt x="6" y="49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9" y="45"/>
                    <a:pt x="15" y="43"/>
                    <a:pt x="19" y="40"/>
                  </a:cubicBezTo>
                  <a:cubicBezTo>
                    <a:pt x="14" y="40"/>
                    <a:pt x="9" y="36"/>
                    <a:pt x="7" y="31"/>
                  </a:cubicBezTo>
                  <a:cubicBezTo>
                    <a:pt x="8" y="31"/>
                    <a:pt x="9" y="31"/>
                    <a:pt x="10" y="31"/>
                  </a:cubicBezTo>
                  <a:cubicBezTo>
                    <a:pt x="11" y="31"/>
                    <a:pt x="12" y="31"/>
                    <a:pt x="13" y="31"/>
                  </a:cubicBezTo>
                  <a:cubicBezTo>
                    <a:pt x="7" y="29"/>
                    <a:pt x="3" y="24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5" y="19"/>
                    <a:pt x="7" y="19"/>
                    <a:pt x="9" y="19"/>
                  </a:cubicBezTo>
                  <a:cubicBezTo>
                    <a:pt x="5" y="17"/>
                    <a:pt x="3" y="13"/>
                    <a:pt x="3" y="9"/>
                  </a:cubicBezTo>
                  <a:cubicBezTo>
                    <a:pt x="3" y="6"/>
                    <a:pt x="4" y="4"/>
                    <a:pt x="5" y="2"/>
                  </a:cubicBezTo>
                  <a:cubicBezTo>
                    <a:pt x="11" y="10"/>
                    <a:pt x="21" y="15"/>
                    <a:pt x="31" y="16"/>
                  </a:cubicBezTo>
                  <a:cubicBezTo>
                    <a:pt x="31" y="15"/>
                    <a:pt x="31" y="14"/>
                    <a:pt x="31" y="13"/>
                  </a:cubicBezTo>
                  <a:cubicBezTo>
                    <a:pt x="31" y="5"/>
                    <a:pt x="37" y="0"/>
                    <a:pt x="44" y="0"/>
                  </a:cubicBezTo>
                  <a:cubicBezTo>
                    <a:pt x="48" y="0"/>
                    <a:pt x="51" y="1"/>
                    <a:pt x="54" y="4"/>
                  </a:cubicBezTo>
                  <a:cubicBezTo>
                    <a:pt x="56" y="3"/>
                    <a:pt x="59" y="2"/>
                    <a:pt x="62" y="1"/>
                  </a:cubicBezTo>
                  <a:cubicBezTo>
                    <a:pt x="61" y="4"/>
                    <a:pt x="59" y="6"/>
                    <a:pt x="56" y="8"/>
                  </a:cubicBezTo>
                  <a:cubicBezTo>
                    <a:pt x="59" y="7"/>
                    <a:pt x="61" y="7"/>
                    <a:pt x="64" y="6"/>
                  </a:cubicBezTo>
                  <a:cubicBezTo>
                    <a:pt x="62" y="8"/>
                    <a:pt x="60" y="11"/>
                    <a:pt x="57" y="1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2323169" y="2133600"/>
            <a:ext cx="862636" cy="862636"/>
            <a:chOff x="2347489" y="871038"/>
            <a:chExt cx="862636" cy="862636"/>
          </a:xfrm>
        </p:grpSpPr>
        <p:sp>
          <p:nvSpPr>
            <p:cNvPr id="114" name="Oval 113"/>
            <p:cNvSpPr/>
            <p:nvPr/>
          </p:nvSpPr>
          <p:spPr>
            <a:xfrm>
              <a:off x="2347489" y="871038"/>
              <a:ext cx="862636" cy="862636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 78"/>
            <p:cNvSpPr>
              <a:spLocks/>
            </p:cNvSpPr>
            <p:nvPr/>
          </p:nvSpPr>
          <p:spPr bwMode="auto">
            <a:xfrm>
              <a:off x="2637837" y="1033400"/>
              <a:ext cx="281940" cy="537913"/>
            </a:xfrm>
            <a:custGeom>
              <a:avLst/>
              <a:gdLst/>
              <a:ahLst/>
              <a:cxnLst>
                <a:cxn ang="0">
                  <a:pos x="35" y="11"/>
                </a:cxn>
                <a:cxn ang="0">
                  <a:pos x="29" y="11"/>
                </a:cxn>
                <a:cxn ang="0">
                  <a:pos x="23" y="17"/>
                </a:cxn>
                <a:cxn ang="0">
                  <a:pos x="23" y="25"/>
                </a:cxn>
                <a:cxn ang="0">
                  <a:pos x="35" y="25"/>
                </a:cxn>
                <a:cxn ang="0">
                  <a:pos x="33" y="37"/>
                </a:cxn>
                <a:cxn ang="0">
                  <a:pos x="23" y="37"/>
                </a:cxn>
                <a:cxn ang="0">
                  <a:pos x="23" y="67"/>
                </a:cxn>
                <a:cxn ang="0">
                  <a:pos x="11" y="67"/>
                </a:cxn>
                <a:cxn ang="0">
                  <a:pos x="11" y="37"/>
                </a:cxn>
                <a:cxn ang="0">
                  <a:pos x="0" y="37"/>
                </a:cxn>
                <a:cxn ang="0">
                  <a:pos x="0" y="25"/>
                </a:cxn>
                <a:cxn ang="0">
                  <a:pos x="11" y="25"/>
                </a:cxn>
                <a:cxn ang="0">
                  <a:pos x="11" y="16"/>
                </a:cxn>
                <a:cxn ang="0">
                  <a:pos x="26" y="0"/>
                </a:cxn>
                <a:cxn ang="0">
                  <a:pos x="35" y="1"/>
                </a:cxn>
                <a:cxn ang="0">
                  <a:pos x="35" y="11"/>
                </a:cxn>
              </a:cxnLst>
              <a:rect l="0" t="0" r="r" b="b"/>
              <a:pathLst>
                <a:path w="35" h="67">
                  <a:moveTo>
                    <a:pt x="35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24" y="11"/>
                    <a:pt x="23" y="14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6"/>
                    <a:pt x="17" y="0"/>
                    <a:pt x="26" y="0"/>
                  </a:cubicBezTo>
                  <a:cubicBezTo>
                    <a:pt x="30" y="0"/>
                    <a:pt x="34" y="1"/>
                    <a:pt x="35" y="1"/>
                  </a:cubicBezTo>
                  <a:lnTo>
                    <a:pt x="35" y="1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2545400" y="5359750"/>
            <a:ext cx="554366" cy="554366"/>
            <a:chOff x="2511352" y="4097188"/>
            <a:chExt cx="554366" cy="554366"/>
          </a:xfrm>
        </p:grpSpPr>
        <p:sp>
          <p:nvSpPr>
            <p:cNvPr id="117" name="Oval 116"/>
            <p:cNvSpPr/>
            <p:nvPr/>
          </p:nvSpPr>
          <p:spPr>
            <a:xfrm>
              <a:off x="2511352" y="4097188"/>
              <a:ext cx="554366" cy="554366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reeform 20"/>
            <p:cNvSpPr>
              <a:spLocks/>
            </p:cNvSpPr>
            <p:nvPr/>
          </p:nvSpPr>
          <p:spPr bwMode="auto">
            <a:xfrm>
              <a:off x="2658025" y="4201638"/>
              <a:ext cx="261020" cy="345467"/>
            </a:xfrm>
            <a:custGeom>
              <a:avLst/>
              <a:gdLst/>
              <a:ahLst/>
              <a:cxnLst>
                <a:cxn ang="0">
                  <a:pos x="83" y="168"/>
                </a:cxn>
                <a:cxn ang="0">
                  <a:pos x="76" y="193"/>
                </a:cxn>
                <a:cxn ang="0">
                  <a:pos x="69" y="218"/>
                </a:cxn>
                <a:cxn ang="0">
                  <a:pos x="49" y="253"/>
                </a:cxn>
                <a:cxn ang="0">
                  <a:pos x="42" y="257"/>
                </a:cxn>
                <a:cxn ang="0">
                  <a:pos x="41" y="253"/>
                </a:cxn>
                <a:cxn ang="0">
                  <a:pos x="41" y="220"/>
                </a:cxn>
                <a:cxn ang="0">
                  <a:pos x="47" y="185"/>
                </a:cxn>
                <a:cxn ang="0">
                  <a:pos x="61" y="124"/>
                </a:cxn>
                <a:cxn ang="0">
                  <a:pos x="62" y="119"/>
                </a:cxn>
                <a:cxn ang="0">
                  <a:pos x="57" y="102"/>
                </a:cxn>
                <a:cxn ang="0">
                  <a:pos x="59" y="83"/>
                </a:cxn>
                <a:cxn ang="0">
                  <a:pos x="78" y="59"/>
                </a:cxn>
                <a:cxn ang="0">
                  <a:pos x="95" y="61"/>
                </a:cxn>
                <a:cxn ang="0">
                  <a:pos x="104" y="73"/>
                </a:cxn>
                <a:cxn ang="0">
                  <a:pos x="103" y="92"/>
                </a:cxn>
                <a:cxn ang="0">
                  <a:pos x="94" y="125"/>
                </a:cxn>
                <a:cxn ang="0">
                  <a:pos x="92" y="143"/>
                </a:cxn>
                <a:cxn ang="0">
                  <a:pos x="100" y="156"/>
                </a:cxn>
                <a:cxn ang="0">
                  <a:pos x="117" y="160"/>
                </a:cxn>
                <a:cxn ang="0">
                  <a:pos x="143" y="145"/>
                </a:cxn>
                <a:cxn ang="0">
                  <a:pos x="160" y="98"/>
                </a:cxn>
                <a:cxn ang="0">
                  <a:pos x="160" y="78"/>
                </a:cxn>
                <a:cxn ang="0">
                  <a:pos x="149" y="47"/>
                </a:cxn>
                <a:cxn ang="0">
                  <a:pos x="124" y="30"/>
                </a:cxn>
                <a:cxn ang="0">
                  <a:pos x="87" y="27"/>
                </a:cxn>
                <a:cxn ang="0">
                  <a:pos x="37" y="62"/>
                </a:cxn>
                <a:cxn ang="0">
                  <a:pos x="29" y="97"/>
                </a:cxn>
                <a:cxn ang="0">
                  <a:pos x="36" y="122"/>
                </a:cxn>
                <a:cxn ang="0">
                  <a:pos x="40" y="128"/>
                </a:cxn>
                <a:cxn ang="0">
                  <a:pos x="39" y="139"/>
                </a:cxn>
                <a:cxn ang="0">
                  <a:pos x="33" y="149"/>
                </a:cxn>
                <a:cxn ang="0">
                  <a:pos x="27" y="147"/>
                </a:cxn>
                <a:cxn ang="0">
                  <a:pos x="2" y="110"/>
                </a:cxn>
                <a:cxn ang="0">
                  <a:pos x="2" y="77"/>
                </a:cxn>
                <a:cxn ang="0">
                  <a:pos x="12" y="51"/>
                </a:cxn>
                <a:cxn ang="0">
                  <a:pos x="46" y="16"/>
                </a:cxn>
                <a:cxn ang="0">
                  <a:pos x="86" y="2"/>
                </a:cxn>
                <a:cxn ang="0">
                  <a:pos x="102" y="1"/>
                </a:cxn>
                <a:cxn ang="0">
                  <a:pos x="145" y="9"/>
                </a:cxn>
                <a:cxn ang="0">
                  <a:pos x="175" y="31"/>
                </a:cxn>
                <a:cxn ang="0">
                  <a:pos x="193" y="64"/>
                </a:cxn>
                <a:cxn ang="0">
                  <a:pos x="197" y="87"/>
                </a:cxn>
                <a:cxn ang="0">
                  <a:pos x="194" y="110"/>
                </a:cxn>
                <a:cxn ang="0">
                  <a:pos x="155" y="175"/>
                </a:cxn>
                <a:cxn ang="0">
                  <a:pos x="138" y="183"/>
                </a:cxn>
                <a:cxn ang="0">
                  <a:pos x="116" y="186"/>
                </a:cxn>
                <a:cxn ang="0">
                  <a:pos x="96" y="180"/>
                </a:cxn>
                <a:cxn ang="0">
                  <a:pos x="83" y="168"/>
                </a:cxn>
              </a:cxnLst>
              <a:rect l="0" t="0" r="r" b="b"/>
              <a:pathLst>
                <a:path w="197" h="260">
                  <a:moveTo>
                    <a:pt x="83" y="168"/>
                  </a:moveTo>
                  <a:cubicBezTo>
                    <a:pt x="80" y="176"/>
                    <a:pt x="78" y="185"/>
                    <a:pt x="76" y="193"/>
                  </a:cubicBezTo>
                  <a:cubicBezTo>
                    <a:pt x="74" y="202"/>
                    <a:pt x="72" y="210"/>
                    <a:pt x="69" y="218"/>
                  </a:cubicBezTo>
                  <a:cubicBezTo>
                    <a:pt x="64" y="231"/>
                    <a:pt x="57" y="243"/>
                    <a:pt x="49" y="253"/>
                  </a:cubicBezTo>
                  <a:cubicBezTo>
                    <a:pt x="43" y="260"/>
                    <a:pt x="44" y="257"/>
                    <a:pt x="42" y="257"/>
                  </a:cubicBezTo>
                  <a:cubicBezTo>
                    <a:pt x="41" y="256"/>
                    <a:pt x="41" y="255"/>
                    <a:pt x="41" y="253"/>
                  </a:cubicBezTo>
                  <a:cubicBezTo>
                    <a:pt x="39" y="243"/>
                    <a:pt x="40" y="231"/>
                    <a:pt x="41" y="220"/>
                  </a:cubicBezTo>
                  <a:cubicBezTo>
                    <a:pt x="41" y="207"/>
                    <a:pt x="44" y="196"/>
                    <a:pt x="47" y="185"/>
                  </a:cubicBezTo>
                  <a:cubicBezTo>
                    <a:pt x="51" y="165"/>
                    <a:pt x="56" y="144"/>
                    <a:pt x="61" y="124"/>
                  </a:cubicBezTo>
                  <a:cubicBezTo>
                    <a:pt x="61" y="122"/>
                    <a:pt x="62" y="120"/>
                    <a:pt x="62" y="119"/>
                  </a:cubicBezTo>
                  <a:cubicBezTo>
                    <a:pt x="60" y="113"/>
                    <a:pt x="58" y="108"/>
                    <a:pt x="57" y="102"/>
                  </a:cubicBezTo>
                  <a:cubicBezTo>
                    <a:pt x="57" y="95"/>
                    <a:pt x="57" y="89"/>
                    <a:pt x="59" y="83"/>
                  </a:cubicBezTo>
                  <a:cubicBezTo>
                    <a:pt x="62" y="72"/>
                    <a:pt x="68" y="63"/>
                    <a:pt x="78" y="59"/>
                  </a:cubicBezTo>
                  <a:cubicBezTo>
                    <a:pt x="84" y="57"/>
                    <a:pt x="91" y="58"/>
                    <a:pt x="95" y="61"/>
                  </a:cubicBezTo>
                  <a:cubicBezTo>
                    <a:pt x="99" y="63"/>
                    <a:pt x="102" y="67"/>
                    <a:pt x="104" y="73"/>
                  </a:cubicBezTo>
                  <a:cubicBezTo>
                    <a:pt x="105" y="79"/>
                    <a:pt x="104" y="87"/>
                    <a:pt x="103" y="92"/>
                  </a:cubicBezTo>
                  <a:cubicBezTo>
                    <a:pt x="100" y="104"/>
                    <a:pt x="97" y="113"/>
                    <a:pt x="94" y="125"/>
                  </a:cubicBezTo>
                  <a:cubicBezTo>
                    <a:pt x="92" y="131"/>
                    <a:pt x="90" y="137"/>
                    <a:pt x="92" y="143"/>
                  </a:cubicBezTo>
                  <a:cubicBezTo>
                    <a:pt x="93" y="149"/>
                    <a:pt x="96" y="153"/>
                    <a:pt x="100" y="156"/>
                  </a:cubicBezTo>
                  <a:cubicBezTo>
                    <a:pt x="105" y="159"/>
                    <a:pt x="110" y="161"/>
                    <a:pt x="117" y="160"/>
                  </a:cubicBezTo>
                  <a:cubicBezTo>
                    <a:pt x="129" y="160"/>
                    <a:pt x="137" y="152"/>
                    <a:pt x="143" y="145"/>
                  </a:cubicBezTo>
                  <a:cubicBezTo>
                    <a:pt x="152" y="133"/>
                    <a:pt x="158" y="117"/>
                    <a:pt x="160" y="98"/>
                  </a:cubicBezTo>
                  <a:cubicBezTo>
                    <a:pt x="160" y="92"/>
                    <a:pt x="161" y="85"/>
                    <a:pt x="160" y="78"/>
                  </a:cubicBezTo>
                  <a:cubicBezTo>
                    <a:pt x="160" y="65"/>
                    <a:pt x="156" y="55"/>
                    <a:pt x="149" y="47"/>
                  </a:cubicBezTo>
                  <a:cubicBezTo>
                    <a:pt x="143" y="39"/>
                    <a:pt x="135" y="33"/>
                    <a:pt x="124" y="30"/>
                  </a:cubicBezTo>
                  <a:cubicBezTo>
                    <a:pt x="114" y="26"/>
                    <a:pt x="99" y="25"/>
                    <a:pt x="87" y="27"/>
                  </a:cubicBezTo>
                  <a:cubicBezTo>
                    <a:pt x="63" y="31"/>
                    <a:pt x="47" y="44"/>
                    <a:pt x="37" y="62"/>
                  </a:cubicBezTo>
                  <a:cubicBezTo>
                    <a:pt x="32" y="72"/>
                    <a:pt x="29" y="83"/>
                    <a:pt x="29" y="97"/>
                  </a:cubicBezTo>
                  <a:cubicBezTo>
                    <a:pt x="29" y="107"/>
                    <a:pt x="32" y="115"/>
                    <a:pt x="36" y="122"/>
                  </a:cubicBezTo>
                  <a:cubicBezTo>
                    <a:pt x="37" y="124"/>
                    <a:pt x="39" y="125"/>
                    <a:pt x="40" y="128"/>
                  </a:cubicBezTo>
                  <a:cubicBezTo>
                    <a:pt x="42" y="131"/>
                    <a:pt x="40" y="136"/>
                    <a:pt x="39" y="139"/>
                  </a:cubicBezTo>
                  <a:cubicBezTo>
                    <a:pt x="38" y="143"/>
                    <a:pt x="38" y="149"/>
                    <a:pt x="33" y="149"/>
                  </a:cubicBezTo>
                  <a:cubicBezTo>
                    <a:pt x="31" y="149"/>
                    <a:pt x="28" y="148"/>
                    <a:pt x="27" y="147"/>
                  </a:cubicBezTo>
                  <a:cubicBezTo>
                    <a:pt x="14" y="140"/>
                    <a:pt x="6" y="127"/>
                    <a:pt x="2" y="110"/>
                  </a:cubicBezTo>
                  <a:cubicBezTo>
                    <a:pt x="0" y="99"/>
                    <a:pt x="0" y="87"/>
                    <a:pt x="2" y="77"/>
                  </a:cubicBezTo>
                  <a:cubicBezTo>
                    <a:pt x="4" y="68"/>
                    <a:pt x="8" y="59"/>
                    <a:pt x="12" y="51"/>
                  </a:cubicBezTo>
                  <a:cubicBezTo>
                    <a:pt x="20" y="36"/>
                    <a:pt x="32" y="24"/>
                    <a:pt x="46" y="16"/>
                  </a:cubicBezTo>
                  <a:cubicBezTo>
                    <a:pt x="58" y="9"/>
                    <a:pt x="70" y="5"/>
                    <a:pt x="86" y="2"/>
                  </a:cubicBezTo>
                  <a:cubicBezTo>
                    <a:pt x="91" y="2"/>
                    <a:pt x="96" y="1"/>
                    <a:pt x="102" y="1"/>
                  </a:cubicBezTo>
                  <a:cubicBezTo>
                    <a:pt x="118" y="0"/>
                    <a:pt x="133" y="4"/>
                    <a:pt x="145" y="9"/>
                  </a:cubicBezTo>
                  <a:cubicBezTo>
                    <a:pt x="157" y="15"/>
                    <a:pt x="166" y="22"/>
                    <a:pt x="175" y="31"/>
                  </a:cubicBezTo>
                  <a:cubicBezTo>
                    <a:pt x="183" y="40"/>
                    <a:pt x="189" y="50"/>
                    <a:pt x="193" y="64"/>
                  </a:cubicBezTo>
                  <a:cubicBezTo>
                    <a:pt x="195" y="71"/>
                    <a:pt x="197" y="78"/>
                    <a:pt x="197" y="87"/>
                  </a:cubicBezTo>
                  <a:cubicBezTo>
                    <a:pt x="197" y="95"/>
                    <a:pt x="195" y="103"/>
                    <a:pt x="194" y="110"/>
                  </a:cubicBezTo>
                  <a:cubicBezTo>
                    <a:pt x="189" y="139"/>
                    <a:pt x="176" y="162"/>
                    <a:pt x="155" y="175"/>
                  </a:cubicBezTo>
                  <a:cubicBezTo>
                    <a:pt x="151" y="178"/>
                    <a:pt x="145" y="181"/>
                    <a:pt x="138" y="183"/>
                  </a:cubicBezTo>
                  <a:cubicBezTo>
                    <a:pt x="131" y="185"/>
                    <a:pt x="124" y="186"/>
                    <a:pt x="116" y="186"/>
                  </a:cubicBezTo>
                  <a:cubicBezTo>
                    <a:pt x="108" y="185"/>
                    <a:pt x="101" y="183"/>
                    <a:pt x="96" y="180"/>
                  </a:cubicBezTo>
                  <a:cubicBezTo>
                    <a:pt x="90" y="177"/>
                    <a:pt x="86" y="173"/>
                    <a:pt x="83" y="168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1901204" y="5531791"/>
            <a:ext cx="474775" cy="474775"/>
            <a:chOff x="1925524" y="4269229"/>
            <a:chExt cx="474775" cy="474775"/>
          </a:xfrm>
        </p:grpSpPr>
        <p:sp>
          <p:nvSpPr>
            <p:cNvPr id="120" name="Oval 119"/>
            <p:cNvSpPr/>
            <p:nvPr/>
          </p:nvSpPr>
          <p:spPr>
            <a:xfrm>
              <a:off x="1925524" y="4269229"/>
              <a:ext cx="474775" cy="474775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 9"/>
            <p:cNvSpPr>
              <a:spLocks/>
            </p:cNvSpPr>
            <p:nvPr/>
          </p:nvSpPr>
          <p:spPr bwMode="auto">
            <a:xfrm>
              <a:off x="2019942" y="4369263"/>
              <a:ext cx="285939" cy="274706"/>
            </a:xfrm>
            <a:custGeom>
              <a:avLst/>
              <a:gdLst/>
              <a:ahLst/>
              <a:cxnLst>
                <a:cxn ang="0">
                  <a:pos x="231" y="164"/>
                </a:cxn>
                <a:cxn ang="0">
                  <a:pos x="176" y="229"/>
                </a:cxn>
                <a:cxn ang="0">
                  <a:pos x="119" y="256"/>
                </a:cxn>
                <a:cxn ang="0">
                  <a:pos x="45" y="96"/>
                </a:cxn>
                <a:cxn ang="0">
                  <a:pos x="14" y="101"/>
                </a:cxn>
                <a:cxn ang="0">
                  <a:pos x="40" y="60"/>
                </a:cxn>
                <a:cxn ang="0">
                  <a:pos x="98" y="35"/>
                </a:cxn>
                <a:cxn ang="0">
                  <a:pos x="150" y="175"/>
                </a:cxn>
                <a:cxn ang="0">
                  <a:pos x="190" y="96"/>
                </a:cxn>
                <a:cxn ang="0">
                  <a:pos x="155" y="91"/>
                </a:cxn>
                <a:cxn ang="0">
                  <a:pos x="266" y="70"/>
                </a:cxn>
                <a:cxn ang="0">
                  <a:pos x="231" y="164"/>
                </a:cxn>
              </a:cxnLst>
              <a:rect l="0" t="0" r="r" b="b"/>
              <a:pathLst>
                <a:path w="270" h="259">
                  <a:moveTo>
                    <a:pt x="231" y="164"/>
                  </a:moveTo>
                  <a:cubicBezTo>
                    <a:pt x="216" y="187"/>
                    <a:pt x="195" y="214"/>
                    <a:pt x="176" y="229"/>
                  </a:cubicBezTo>
                  <a:cubicBezTo>
                    <a:pt x="163" y="241"/>
                    <a:pt x="138" y="259"/>
                    <a:pt x="119" y="256"/>
                  </a:cubicBezTo>
                  <a:cubicBezTo>
                    <a:pt x="68" y="247"/>
                    <a:pt x="79" y="124"/>
                    <a:pt x="45" y="96"/>
                  </a:cubicBezTo>
                  <a:cubicBezTo>
                    <a:pt x="30" y="92"/>
                    <a:pt x="22" y="115"/>
                    <a:pt x="14" y="101"/>
                  </a:cubicBezTo>
                  <a:cubicBezTo>
                    <a:pt x="0" y="90"/>
                    <a:pt x="27" y="71"/>
                    <a:pt x="40" y="60"/>
                  </a:cubicBezTo>
                  <a:cubicBezTo>
                    <a:pt x="56" y="46"/>
                    <a:pt x="76" y="26"/>
                    <a:pt x="98" y="35"/>
                  </a:cubicBezTo>
                  <a:cubicBezTo>
                    <a:pt x="140" y="51"/>
                    <a:pt x="110" y="153"/>
                    <a:pt x="150" y="175"/>
                  </a:cubicBezTo>
                  <a:cubicBezTo>
                    <a:pt x="171" y="158"/>
                    <a:pt x="194" y="130"/>
                    <a:pt x="190" y="96"/>
                  </a:cubicBezTo>
                  <a:cubicBezTo>
                    <a:pt x="186" y="85"/>
                    <a:pt x="166" y="88"/>
                    <a:pt x="155" y="91"/>
                  </a:cubicBezTo>
                  <a:cubicBezTo>
                    <a:pt x="155" y="39"/>
                    <a:pt x="257" y="0"/>
                    <a:pt x="266" y="70"/>
                  </a:cubicBezTo>
                  <a:cubicBezTo>
                    <a:pt x="270" y="113"/>
                    <a:pt x="231" y="164"/>
                    <a:pt x="231" y="164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500"/>
                            </p:stCondLst>
                            <p:childTnLst>
                              <p:par>
                                <p:cTn id="76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6" grpId="0">
        <p:bldAsOne/>
      </p:bldGraphic>
      <p:bldP spid="10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Pie Chart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Pie Chart</a:t>
            </a:r>
            <a:endParaRPr lang="en-US" dirty="0"/>
          </a:p>
        </p:txBody>
      </p:sp>
      <p:graphicFrame>
        <p:nvGraphicFramePr>
          <p:cNvPr id="18" name="Chart 17"/>
          <p:cNvGraphicFramePr/>
          <p:nvPr/>
        </p:nvGraphicFramePr>
        <p:xfrm>
          <a:off x="2644880" y="2514600"/>
          <a:ext cx="3854240" cy="3421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Freeform 23"/>
          <p:cNvSpPr>
            <a:spLocks noEditPoints="1"/>
          </p:cNvSpPr>
          <p:nvPr/>
        </p:nvSpPr>
        <p:spPr bwMode="auto">
          <a:xfrm>
            <a:off x="6697496" y="2735150"/>
            <a:ext cx="452301" cy="452301"/>
          </a:xfrm>
          <a:custGeom>
            <a:avLst/>
            <a:gdLst/>
            <a:ahLst/>
            <a:cxnLst>
              <a:cxn ang="0">
                <a:pos x="62" y="51"/>
              </a:cxn>
              <a:cxn ang="0">
                <a:pos x="51" y="62"/>
              </a:cxn>
              <a:cxn ang="0">
                <a:pos x="12" y="62"/>
              </a:cxn>
              <a:cxn ang="0">
                <a:pos x="0" y="51"/>
              </a:cxn>
              <a:cxn ang="0">
                <a:pos x="0" y="12"/>
              </a:cxn>
              <a:cxn ang="0">
                <a:pos x="12" y="0"/>
              </a:cxn>
              <a:cxn ang="0">
                <a:pos x="51" y="0"/>
              </a:cxn>
              <a:cxn ang="0">
                <a:pos x="62" y="12"/>
              </a:cxn>
              <a:cxn ang="0">
                <a:pos x="62" y="51"/>
              </a:cxn>
              <a:cxn ang="0">
                <a:pos x="47" y="21"/>
              </a:cxn>
              <a:cxn ang="0">
                <a:pos x="51" y="16"/>
              </a:cxn>
              <a:cxn ang="0">
                <a:pos x="45" y="19"/>
              </a:cxn>
              <a:cxn ang="0">
                <a:pos x="39" y="16"/>
              </a:cxn>
              <a:cxn ang="0">
                <a:pos x="31" y="24"/>
              </a:cxn>
              <a:cxn ang="0">
                <a:pos x="31" y="26"/>
              </a:cxn>
              <a:cxn ang="0">
                <a:pos x="14" y="17"/>
              </a:cxn>
              <a:cxn ang="0">
                <a:pos x="12" y="22"/>
              </a:cxn>
              <a:cxn ang="0">
                <a:pos x="16" y="29"/>
              </a:cxn>
              <a:cxn ang="0">
                <a:pos x="12" y="28"/>
              </a:cxn>
              <a:cxn ang="0">
                <a:pos x="12" y="28"/>
              </a:cxn>
              <a:cxn ang="0">
                <a:pos x="19" y="36"/>
              </a:cxn>
              <a:cxn ang="0">
                <a:pos x="17" y="36"/>
              </a:cxn>
              <a:cxn ang="0">
                <a:pos x="15" y="36"/>
              </a:cxn>
              <a:cxn ang="0">
                <a:pos x="23" y="42"/>
              </a:cxn>
              <a:cxn ang="0">
                <a:pos x="13" y="46"/>
              </a:cxn>
              <a:cxn ang="0">
                <a:pos x="11" y="46"/>
              </a:cxn>
              <a:cxn ang="0">
                <a:pos x="24" y="49"/>
              </a:cxn>
              <a:cxn ang="0">
                <a:pos x="48" y="25"/>
              </a:cxn>
              <a:cxn ang="0">
                <a:pos x="48" y="24"/>
              </a:cxn>
              <a:cxn ang="0">
                <a:pos x="52" y="20"/>
              </a:cxn>
              <a:cxn ang="0">
                <a:pos x="47" y="21"/>
              </a:cxn>
            </a:cxnLst>
            <a:rect l="0" t="0" r="r" b="b"/>
            <a:pathLst>
              <a:path w="62" h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47" y="21"/>
                </a:moveTo>
                <a:cubicBezTo>
                  <a:pt x="49" y="20"/>
                  <a:pt x="50" y="18"/>
                  <a:pt x="51" y="16"/>
                </a:cubicBezTo>
                <a:cubicBezTo>
                  <a:pt x="49" y="17"/>
                  <a:pt x="47" y="18"/>
                  <a:pt x="45" y="19"/>
                </a:cubicBezTo>
                <a:cubicBezTo>
                  <a:pt x="44" y="17"/>
                  <a:pt x="42" y="16"/>
                  <a:pt x="39" y="16"/>
                </a:cubicBezTo>
                <a:cubicBezTo>
                  <a:pt x="35" y="16"/>
                  <a:pt x="31" y="20"/>
                  <a:pt x="31" y="24"/>
                </a:cubicBezTo>
                <a:cubicBezTo>
                  <a:pt x="31" y="25"/>
                  <a:pt x="31" y="26"/>
                  <a:pt x="31" y="26"/>
                </a:cubicBezTo>
                <a:cubicBezTo>
                  <a:pt x="24" y="26"/>
                  <a:pt x="18" y="23"/>
                  <a:pt x="14" y="17"/>
                </a:cubicBezTo>
                <a:cubicBezTo>
                  <a:pt x="13" y="19"/>
                  <a:pt x="12" y="20"/>
                  <a:pt x="12" y="22"/>
                </a:cubicBezTo>
                <a:cubicBezTo>
                  <a:pt x="12" y="25"/>
                  <a:pt x="14" y="27"/>
                  <a:pt x="16" y="29"/>
                </a:cubicBezTo>
                <a:cubicBezTo>
                  <a:pt x="15" y="29"/>
                  <a:pt x="13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32"/>
                  <a:pt x="15" y="35"/>
                  <a:pt x="19" y="36"/>
                </a:cubicBezTo>
                <a:cubicBezTo>
                  <a:pt x="18" y="36"/>
                  <a:pt x="18" y="36"/>
                  <a:pt x="17" y="36"/>
                </a:cubicBezTo>
                <a:cubicBezTo>
                  <a:pt x="16" y="36"/>
                  <a:pt x="16" y="36"/>
                  <a:pt x="15" y="36"/>
                </a:cubicBezTo>
                <a:cubicBezTo>
                  <a:pt x="16" y="39"/>
                  <a:pt x="20" y="42"/>
                  <a:pt x="23" y="42"/>
                </a:cubicBezTo>
                <a:cubicBezTo>
                  <a:pt x="20" y="44"/>
                  <a:pt x="17" y="46"/>
                  <a:pt x="13" y="46"/>
                </a:cubicBezTo>
                <a:cubicBezTo>
                  <a:pt x="12" y="46"/>
                  <a:pt x="11" y="46"/>
                  <a:pt x="11" y="46"/>
                </a:cubicBezTo>
                <a:cubicBezTo>
                  <a:pt x="14" y="48"/>
                  <a:pt x="19" y="49"/>
                  <a:pt x="24" y="49"/>
                </a:cubicBezTo>
                <a:cubicBezTo>
                  <a:pt x="39" y="49"/>
                  <a:pt x="48" y="36"/>
                  <a:pt x="48" y="25"/>
                </a:cubicBezTo>
                <a:cubicBezTo>
                  <a:pt x="48" y="25"/>
                  <a:pt x="48" y="25"/>
                  <a:pt x="48" y="24"/>
                </a:cubicBezTo>
                <a:cubicBezTo>
                  <a:pt x="49" y="23"/>
                  <a:pt x="51" y="22"/>
                  <a:pt x="52" y="20"/>
                </a:cubicBezTo>
                <a:cubicBezTo>
                  <a:pt x="50" y="20"/>
                  <a:pt x="49" y="21"/>
                  <a:pt x="47" y="21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104"/>
          <p:cNvSpPr>
            <a:spLocks noEditPoints="1"/>
          </p:cNvSpPr>
          <p:nvPr/>
        </p:nvSpPr>
        <p:spPr bwMode="auto">
          <a:xfrm>
            <a:off x="1986099" y="2735150"/>
            <a:ext cx="452301" cy="452301"/>
          </a:xfrm>
          <a:custGeom>
            <a:avLst/>
            <a:gdLst/>
            <a:ahLst/>
            <a:cxnLst>
              <a:cxn ang="0">
                <a:pos x="62" y="51"/>
              </a:cxn>
              <a:cxn ang="0">
                <a:pos x="51" y="62"/>
              </a:cxn>
              <a:cxn ang="0">
                <a:pos x="12" y="62"/>
              </a:cxn>
              <a:cxn ang="0">
                <a:pos x="0" y="51"/>
              </a:cxn>
              <a:cxn ang="0">
                <a:pos x="0" y="12"/>
              </a:cxn>
              <a:cxn ang="0">
                <a:pos x="12" y="0"/>
              </a:cxn>
              <a:cxn ang="0">
                <a:pos x="51" y="0"/>
              </a:cxn>
              <a:cxn ang="0">
                <a:pos x="62" y="12"/>
              </a:cxn>
              <a:cxn ang="0">
                <a:pos x="62" y="51"/>
              </a:cxn>
              <a:cxn ang="0">
                <a:pos x="15" y="11"/>
              </a:cxn>
              <a:cxn ang="0">
                <a:pos x="9" y="16"/>
              </a:cxn>
              <a:cxn ang="0">
                <a:pos x="15" y="20"/>
              </a:cxn>
              <a:cxn ang="0">
                <a:pos x="15" y="20"/>
              </a:cxn>
              <a:cxn ang="0">
                <a:pos x="20" y="16"/>
              </a:cxn>
              <a:cxn ang="0">
                <a:pos x="15" y="11"/>
              </a:cxn>
              <a:cxn ang="0">
                <a:pos x="19" y="52"/>
              </a:cxn>
              <a:cxn ang="0">
                <a:pos x="19" y="24"/>
              </a:cxn>
              <a:cxn ang="0">
                <a:pos x="10" y="24"/>
              </a:cxn>
              <a:cxn ang="0">
                <a:pos x="10" y="52"/>
              </a:cxn>
              <a:cxn ang="0">
                <a:pos x="19" y="52"/>
              </a:cxn>
              <a:cxn ang="0">
                <a:pos x="53" y="52"/>
              </a:cxn>
              <a:cxn ang="0">
                <a:pos x="53" y="36"/>
              </a:cxn>
              <a:cxn ang="0">
                <a:pos x="42" y="24"/>
              </a:cxn>
              <a:cxn ang="0">
                <a:pos x="34" y="28"/>
              </a:cxn>
              <a:cxn ang="0">
                <a:pos x="34" y="28"/>
              </a:cxn>
              <a:cxn ang="0">
                <a:pos x="34" y="24"/>
              </a:cxn>
              <a:cxn ang="0">
                <a:pos x="24" y="24"/>
              </a:cxn>
              <a:cxn ang="0">
                <a:pos x="24" y="52"/>
              </a:cxn>
              <a:cxn ang="0">
                <a:pos x="34" y="52"/>
              </a:cxn>
              <a:cxn ang="0">
                <a:pos x="34" y="37"/>
              </a:cxn>
              <a:cxn ang="0">
                <a:pos x="34" y="34"/>
              </a:cxn>
              <a:cxn ang="0">
                <a:pos x="39" y="31"/>
              </a:cxn>
              <a:cxn ang="0">
                <a:pos x="43" y="37"/>
              </a:cxn>
              <a:cxn ang="0">
                <a:pos x="43" y="52"/>
              </a:cxn>
              <a:cxn ang="0">
                <a:pos x="53" y="52"/>
              </a:cxn>
            </a:cxnLst>
            <a:rect l="0" t="0" r="r" b="b"/>
            <a:pathLst>
              <a:path w="62" h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15" y="11"/>
                </a:moveTo>
                <a:cubicBezTo>
                  <a:pt x="12" y="11"/>
                  <a:pt x="9" y="13"/>
                  <a:pt x="9" y="16"/>
                </a:cubicBezTo>
                <a:cubicBezTo>
                  <a:pt x="9" y="18"/>
                  <a:pt x="11" y="20"/>
                  <a:pt x="15" y="20"/>
                </a:cubicBezTo>
                <a:cubicBezTo>
                  <a:pt x="15" y="20"/>
                  <a:pt x="15" y="20"/>
                  <a:pt x="15" y="20"/>
                </a:cubicBezTo>
                <a:cubicBezTo>
                  <a:pt x="18" y="20"/>
                  <a:pt x="20" y="18"/>
                  <a:pt x="20" y="16"/>
                </a:cubicBezTo>
                <a:cubicBezTo>
                  <a:pt x="20" y="13"/>
                  <a:pt x="18" y="11"/>
                  <a:pt x="15" y="11"/>
                </a:cubicBezTo>
                <a:close/>
                <a:moveTo>
                  <a:pt x="19" y="52"/>
                </a:moveTo>
                <a:cubicBezTo>
                  <a:pt x="19" y="24"/>
                  <a:pt x="19" y="24"/>
                  <a:pt x="19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52"/>
                  <a:pt x="10" y="52"/>
                  <a:pt x="10" y="52"/>
                </a:cubicBezTo>
                <a:lnTo>
                  <a:pt x="19" y="52"/>
                </a:lnTo>
                <a:close/>
                <a:moveTo>
                  <a:pt x="53" y="52"/>
                </a:moveTo>
                <a:cubicBezTo>
                  <a:pt x="53" y="36"/>
                  <a:pt x="53" y="36"/>
                  <a:pt x="53" y="36"/>
                </a:cubicBezTo>
                <a:cubicBezTo>
                  <a:pt x="53" y="28"/>
                  <a:pt x="48" y="24"/>
                  <a:pt x="42" y="24"/>
                </a:cubicBezTo>
                <a:cubicBezTo>
                  <a:pt x="37" y="24"/>
                  <a:pt x="35" y="26"/>
                  <a:pt x="34" y="28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24"/>
                  <a:pt x="34" y="24"/>
                  <a:pt x="3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7"/>
                  <a:pt x="24" y="52"/>
                </a:cubicBezTo>
                <a:cubicBezTo>
                  <a:pt x="34" y="52"/>
                  <a:pt x="34" y="52"/>
                  <a:pt x="34" y="52"/>
                </a:cubicBezTo>
                <a:cubicBezTo>
                  <a:pt x="34" y="37"/>
                  <a:pt x="34" y="37"/>
                  <a:pt x="34" y="37"/>
                </a:cubicBezTo>
                <a:cubicBezTo>
                  <a:pt x="34" y="36"/>
                  <a:pt x="34" y="35"/>
                  <a:pt x="34" y="34"/>
                </a:cubicBezTo>
                <a:cubicBezTo>
                  <a:pt x="35" y="33"/>
                  <a:pt x="36" y="31"/>
                  <a:pt x="39" y="31"/>
                </a:cubicBezTo>
                <a:cubicBezTo>
                  <a:pt x="42" y="31"/>
                  <a:pt x="43" y="33"/>
                  <a:pt x="43" y="37"/>
                </a:cubicBezTo>
                <a:cubicBezTo>
                  <a:pt x="43" y="52"/>
                  <a:pt x="43" y="52"/>
                  <a:pt x="43" y="52"/>
                </a:cubicBezTo>
                <a:lnTo>
                  <a:pt x="53" y="5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188"/>
          <p:cNvSpPr>
            <a:spLocks/>
          </p:cNvSpPr>
          <p:nvPr/>
        </p:nvSpPr>
        <p:spPr bwMode="auto">
          <a:xfrm>
            <a:off x="6707622" y="4501106"/>
            <a:ext cx="432049" cy="425298"/>
          </a:xfrm>
          <a:custGeom>
            <a:avLst/>
            <a:gdLst/>
            <a:ahLst/>
            <a:cxnLst>
              <a:cxn ang="0">
                <a:pos x="48" y="58"/>
              </a:cxn>
              <a:cxn ang="0">
                <a:pos x="41" y="58"/>
              </a:cxn>
              <a:cxn ang="0">
                <a:pos x="41" y="35"/>
              </a:cxn>
              <a:cxn ang="0">
                <a:pos x="48" y="35"/>
              </a:cxn>
              <a:cxn ang="0">
                <a:pos x="49" y="26"/>
              </a:cxn>
              <a:cxn ang="0">
                <a:pos x="41" y="26"/>
              </a:cxn>
              <a:cxn ang="0">
                <a:pos x="41" y="21"/>
              </a:cxn>
              <a:cxn ang="0">
                <a:pos x="45" y="17"/>
              </a:cxn>
              <a:cxn ang="0">
                <a:pos x="50" y="17"/>
              </a:cxn>
              <a:cxn ang="0">
                <a:pos x="50" y="9"/>
              </a:cxn>
              <a:cxn ang="0">
                <a:pos x="43" y="8"/>
              </a:cxn>
              <a:cxn ang="0">
                <a:pos x="32" y="20"/>
              </a:cxn>
              <a:cxn ang="0">
                <a:pos x="32" y="26"/>
              </a:cxn>
              <a:cxn ang="0">
                <a:pos x="24" y="26"/>
              </a:cxn>
              <a:cxn ang="0">
                <a:pos x="24" y="35"/>
              </a:cxn>
              <a:cxn ang="0">
                <a:pos x="32" y="35"/>
              </a:cxn>
              <a:cxn ang="0">
                <a:pos x="32" y="58"/>
              </a:cxn>
              <a:cxn ang="0">
                <a:pos x="11" y="58"/>
              </a:cxn>
              <a:cxn ang="0">
                <a:pos x="0" y="47"/>
              </a:cxn>
              <a:cxn ang="0">
                <a:pos x="0" y="10"/>
              </a:cxn>
              <a:cxn ang="0">
                <a:pos x="11" y="0"/>
              </a:cxn>
              <a:cxn ang="0">
                <a:pos x="48" y="0"/>
              </a:cxn>
              <a:cxn ang="0">
                <a:pos x="59" y="10"/>
              </a:cxn>
              <a:cxn ang="0">
                <a:pos x="59" y="47"/>
              </a:cxn>
              <a:cxn ang="0">
                <a:pos x="48" y="58"/>
              </a:cxn>
            </a:cxnLst>
            <a:rect l="0" t="0" r="r" b="b"/>
            <a:pathLst>
              <a:path w="59" h="58">
                <a:moveTo>
                  <a:pt x="4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35"/>
                  <a:pt x="41" y="35"/>
                  <a:pt x="41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9" y="26"/>
                  <a:pt x="49" y="26"/>
                  <a:pt x="49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18"/>
                  <a:pt x="42" y="17"/>
                  <a:pt x="45" y="17"/>
                </a:cubicBezTo>
                <a:cubicBezTo>
                  <a:pt x="50" y="17"/>
                  <a:pt x="50" y="17"/>
                  <a:pt x="50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9" y="9"/>
                  <a:pt x="47" y="8"/>
                  <a:pt x="43" y="8"/>
                </a:cubicBezTo>
                <a:cubicBezTo>
                  <a:pt x="37" y="8"/>
                  <a:pt x="32" y="12"/>
                  <a:pt x="32" y="20"/>
                </a:cubicBezTo>
                <a:cubicBezTo>
                  <a:pt x="32" y="26"/>
                  <a:pt x="32" y="26"/>
                  <a:pt x="3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35"/>
                  <a:pt x="24" y="35"/>
                  <a:pt x="24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58"/>
                  <a:pt x="32" y="58"/>
                  <a:pt x="32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cubicBezTo>
                  <a:pt x="59" y="47"/>
                  <a:pt x="59" y="47"/>
                  <a:pt x="59" y="47"/>
                </a:cubicBezTo>
                <a:cubicBezTo>
                  <a:pt x="59" y="53"/>
                  <a:pt x="54" y="58"/>
                  <a:pt x="48" y="58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04"/>
          <p:cNvSpPr>
            <a:spLocks noEditPoints="1"/>
          </p:cNvSpPr>
          <p:nvPr/>
        </p:nvSpPr>
        <p:spPr bwMode="auto">
          <a:xfrm>
            <a:off x="2011414" y="4531556"/>
            <a:ext cx="401671" cy="40167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34" y="8"/>
              </a:cxn>
              <a:cxn ang="0">
                <a:pos x="24" y="8"/>
              </a:cxn>
              <a:cxn ang="0">
                <a:pos x="12" y="18"/>
              </a:cxn>
              <a:cxn ang="0">
                <a:pos x="20" y="26"/>
              </a:cxn>
              <a:cxn ang="0">
                <a:pos x="22" y="25"/>
              </a:cxn>
              <a:cxn ang="0">
                <a:pos x="21" y="27"/>
              </a:cxn>
              <a:cxn ang="0">
                <a:pos x="23" y="31"/>
              </a:cxn>
              <a:cxn ang="0">
                <a:pos x="13" y="33"/>
              </a:cxn>
              <a:cxn ang="0">
                <a:pos x="10" y="39"/>
              </a:cxn>
              <a:cxn ang="0">
                <a:pos x="20" y="46"/>
              </a:cxn>
              <a:cxn ang="0">
                <a:pos x="33" y="37"/>
              </a:cxn>
              <a:cxn ang="0">
                <a:pos x="26" y="26"/>
              </a:cxn>
              <a:cxn ang="0">
                <a:pos x="31" y="17"/>
              </a:cxn>
              <a:cxn ang="0">
                <a:pos x="28" y="10"/>
              </a:cxn>
              <a:cxn ang="0">
                <a:pos x="31" y="10"/>
              </a:cxn>
              <a:cxn ang="0">
                <a:pos x="34" y="8"/>
              </a:cxn>
              <a:cxn ang="0">
                <a:pos x="22" y="44"/>
              </a:cxn>
              <a:cxn ang="0">
                <a:pos x="14" y="38"/>
              </a:cxn>
              <a:cxn ang="0">
                <a:pos x="23" y="32"/>
              </a:cxn>
              <a:cxn ang="0">
                <a:pos x="24" y="32"/>
              </a:cxn>
              <a:cxn ang="0">
                <a:pos x="29" y="39"/>
              </a:cxn>
              <a:cxn ang="0">
                <a:pos x="22" y="44"/>
              </a:cxn>
              <a:cxn ang="0">
                <a:pos x="22" y="24"/>
              </a:cxn>
              <a:cxn ang="0">
                <a:pos x="16" y="15"/>
              </a:cxn>
              <a:cxn ang="0">
                <a:pos x="21" y="10"/>
              </a:cxn>
              <a:cxn ang="0">
                <a:pos x="27" y="19"/>
              </a:cxn>
              <a:cxn ang="0">
                <a:pos x="22" y="24"/>
              </a:cxn>
              <a:cxn ang="0">
                <a:pos x="45" y="26"/>
              </a:cxn>
              <a:cxn ang="0">
                <a:pos x="45" y="24"/>
              </a:cxn>
              <a:cxn ang="0">
                <a:pos x="41" y="24"/>
              </a:cxn>
              <a:cxn ang="0">
                <a:pos x="41" y="19"/>
              </a:cxn>
              <a:cxn ang="0">
                <a:pos x="39" y="19"/>
              </a:cxn>
              <a:cxn ang="0">
                <a:pos x="39" y="24"/>
              </a:cxn>
              <a:cxn ang="0">
                <a:pos x="34" y="24"/>
              </a:cxn>
              <a:cxn ang="0">
                <a:pos x="34" y="26"/>
              </a:cxn>
              <a:cxn ang="0">
                <a:pos x="39" y="26"/>
              </a:cxn>
              <a:cxn ang="0">
                <a:pos x="39" y="32"/>
              </a:cxn>
              <a:cxn ang="0">
                <a:pos x="41" y="32"/>
              </a:cxn>
              <a:cxn ang="0">
                <a:pos x="41" y="26"/>
              </a:cxn>
              <a:cxn ang="0">
                <a:pos x="45" y="26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34" y="8"/>
                </a:moveTo>
                <a:cubicBezTo>
                  <a:pt x="24" y="8"/>
                  <a:pt x="24" y="8"/>
                  <a:pt x="24" y="8"/>
                </a:cubicBezTo>
                <a:cubicBezTo>
                  <a:pt x="18" y="8"/>
                  <a:pt x="12" y="11"/>
                  <a:pt x="12" y="18"/>
                </a:cubicBezTo>
                <a:cubicBezTo>
                  <a:pt x="12" y="22"/>
                  <a:pt x="16" y="26"/>
                  <a:pt x="20" y="26"/>
                </a:cubicBezTo>
                <a:cubicBezTo>
                  <a:pt x="21" y="26"/>
                  <a:pt x="21" y="26"/>
                  <a:pt x="22" y="25"/>
                </a:cubicBezTo>
                <a:cubicBezTo>
                  <a:pt x="21" y="26"/>
                  <a:pt x="21" y="27"/>
                  <a:pt x="21" y="27"/>
                </a:cubicBezTo>
                <a:cubicBezTo>
                  <a:pt x="21" y="29"/>
                  <a:pt x="22" y="30"/>
                  <a:pt x="23" y="31"/>
                </a:cubicBezTo>
                <a:cubicBezTo>
                  <a:pt x="19" y="31"/>
                  <a:pt x="16" y="31"/>
                  <a:pt x="13" y="33"/>
                </a:cubicBezTo>
                <a:cubicBezTo>
                  <a:pt x="11" y="34"/>
                  <a:pt x="10" y="36"/>
                  <a:pt x="10" y="39"/>
                </a:cubicBezTo>
                <a:cubicBezTo>
                  <a:pt x="10" y="44"/>
                  <a:pt x="16" y="46"/>
                  <a:pt x="20" y="46"/>
                </a:cubicBezTo>
                <a:cubicBezTo>
                  <a:pt x="25" y="46"/>
                  <a:pt x="33" y="43"/>
                  <a:pt x="33" y="37"/>
                </a:cubicBezTo>
                <a:cubicBezTo>
                  <a:pt x="33" y="30"/>
                  <a:pt x="26" y="29"/>
                  <a:pt x="26" y="26"/>
                </a:cubicBezTo>
                <a:cubicBezTo>
                  <a:pt x="26" y="23"/>
                  <a:pt x="31" y="23"/>
                  <a:pt x="31" y="17"/>
                </a:cubicBezTo>
                <a:cubicBezTo>
                  <a:pt x="31" y="14"/>
                  <a:pt x="30" y="12"/>
                  <a:pt x="28" y="10"/>
                </a:cubicBezTo>
                <a:cubicBezTo>
                  <a:pt x="31" y="10"/>
                  <a:pt x="31" y="10"/>
                  <a:pt x="31" y="10"/>
                </a:cubicBezTo>
                <a:lnTo>
                  <a:pt x="34" y="8"/>
                </a:lnTo>
                <a:close/>
                <a:moveTo>
                  <a:pt x="22" y="44"/>
                </a:moveTo>
                <a:cubicBezTo>
                  <a:pt x="19" y="44"/>
                  <a:pt x="14" y="42"/>
                  <a:pt x="14" y="38"/>
                </a:cubicBezTo>
                <a:cubicBezTo>
                  <a:pt x="14" y="33"/>
                  <a:pt x="19" y="32"/>
                  <a:pt x="23" y="32"/>
                </a:cubicBezTo>
                <a:cubicBezTo>
                  <a:pt x="23" y="32"/>
                  <a:pt x="24" y="32"/>
                  <a:pt x="24" y="32"/>
                </a:cubicBezTo>
                <a:cubicBezTo>
                  <a:pt x="26" y="34"/>
                  <a:pt x="29" y="36"/>
                  <a:pt x="29" y="39"/>
                </a:cubicBezTo>
                <a:cubicBezTo>
                  <a:pt x="29" y="43"/>
                  <a:pt x="26" y="44"/>
                  <a:pt x="22" y="44"/>
                </a:cubicBezTo>
                <a:close/>
                <a:moveTo>
                  <a:pt x="22" y="24"/>
                </a:moveTo>
                <a:cubicBezTo>
                  <a:pt x="18" y="24"/>
                  <a:pt x="16" y="19"/>
                  <a:pt x="16" y="15"/>
                </a:cubicBezTo>
                <a:cubicBezTo>
                  <a:pt x="16" y="13"/>
                  <a:pt x="18" y="10"/>
                  <a:pt x="21" y="10"/>
                </a:cubicBezTo>
                <a:cubicBezTo>
                  <a:pt x="25" y="10"/>
                  <a:pt x="27" y="16"/>
                  <a:pt x="27" y="19"/>
                </a:cubicBezTo>
                <a:cubicBezTo>
                  <a:pt x="27" y="22"/>
                  <a:pt x="25" y="24"/>
                  <a:pt x="22" y="24"/>
                </a:cubicBezTo>
                <a:close/>
                <a:moveTo>
                  <a:pt x="45" y="26"/>
                </a:moveTo>
                <a:cubicBezTo>
                  <a:pt x="45" y="24"/>
                  <a:pt x="45" y="24"/>
                  <a:pt x="45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19"/>
                  <a:pt x="41" y="19"/>
                  <a:pt x="41" y="19"/>
                </a:cubicBezTo>
                <a:cubicBezTo>
                  <a:pt x="39" y="19"/>
                  <a:pt x="39" y="19"/>
                  <a:pt x="39" y="19"/>
                </a:cubicBezTo>
                <a:cubicBezTo>
                  <a:pt x="39" y="24"/>
                  <a:pt x="39" y="24"/>
                  <a:pt x="39" y="24"/>
                </a:cubicBezTo>
                <a:cubicBezTo>
                  <a:pt x="34" y="24"/>
                  <a:pt x="34" y="24"/>
                  <a:pt x="34" y="24"/>
                </a:cubicBezTo>
                <a:cubicBezTo>
                  <a:pt x="34" y="26"/>
                  <a:pt x="34" y="26"/>
                  <a:pt x="34" y="26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32"/>
                  <a:pt x="39" y="32"/>
                  <a:pt x="39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41" y="26"/>
                  <a:pt x="41" y="26"/>
                  <a:pt x="41" y="26"/>
                </a:cubicBezTo>
                <a:lnTo>
                  <a:pt x="45" y="2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149796" y="4421368"/>
            <a:ext cx="1658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200" dirty="0">
              <a:solidFill>
                <a:schemeClr val="accent1"/>
              </a:solidFill>
            </a:endParaRP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49796" y="2668913"/>
            <a:ext cx="1658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3143" y="4421368"/>
            <a:ext cx="1658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  <a:endParaRPr lang="en-US" sz="1200" dirty="0">
              <a:solidFill>
                <a:schemeClr val="accent4"/>
              </a:solidFill>
            </a:endParaRPr>
          </a:p>
          <a:p>
            <a:pPr algn="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3143" y="2668913"/>
            <a:ext cx="1658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200" dirty="0">
              <a:solidFill>
                <a:schemeClr val="accent3"/>
              </a:solidFill>
            </a:endParaRPr>
          </a:p>
          <a:p>
            <a:pPr algn="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of lorem ipsum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Elbow Connector 27"/>
          <p:cNvCxnSpPr/>
          <p:nvPr/>
        </p:nvCxnSpPr>
        <p:spPr>
          <a:xfrm rot="10800000">
            <a:off x="2438400" y="2963840"/>
            <a:ext cx="1371600" cy="348216"/>
          </a:xfrm>
          <a:prstGeom prst="bentConnector3">
            <a:avLst>
              <a:gd name="adj1" fmla="val 355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rot="10800000" flipH="1">
            <a:off x="5334000" y="2963840"/>
            <a:ext cx="1371600" cy="348216"/>
          </a:xfrm>
          <a:prstGeom prst="bentConnector3">
            <a:avLst>
              <a:gd name="adj1" fmla="val 355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10800000" flipV="1">
            <a:off x="2438400" y="3899948"/>
            <a:ext cx="892280" cy="816492"/>
          </a:xfrm>
          <a:prstGeom prst="bentConnector3">
            <a:avLst>
              <a:gd name="adj1" fmla="val 81616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/>
          <p:nvPr/>
        </p:nvCxnSpPr>
        <p:spPr>
          <a:xfrm rot="10800000" flipH="1" flipV="1">
            <a:off x="5815342" y="3899948"/>
            <a:ext cx="892280" cy="816492"/>
          </a:xfrm>
          <a:prstGeom prst="bentConnector3">
            <a:avLst>
              <a:gd name="adj1" fmla="val 81616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Sub>
          <a:bldChart bld="category"/>
        </p:bldSub>
      </p:bldGraphic>
      <p:bldP spid="19" grpId="0" animBg="1"/>
      <p:bldP spid="21" grpId="0" animBg="1"/>
      <p:bldP spid="22" grpId="0" animBg="1"/>
      <p:bldP spid="23" grpId="0" animBg="1"/>
      <p:bldP spid="24" grpId="0"/>
      <p:bldP spid="25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Pie Chart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Pie Chart</a:t>
            </a:r>
            <a:endParaRPr lang="en-US" dirty="0"/>
          </a:p>
        </p:txBody>
      </p:sp>
      <p:sp>
        <p:nvSpPr>
          <p:cNvPr id="7" name="Pentagon 6"/>
          <p:cNvSpPr/>
          <p:nvPr/>
        </p:nvSpPr>
        <p:spPr>
          <a:xfrm flipH="1">
            <a:off x="3377112" y="2514600"/>
            <a:ext cx="5105404" cy="2738741"/>
          </a:xfrm>
          <a:prstGeom prst="homePlat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Chart 7"/>
          <p:cNvGraphicFramePr/>
          <p:nvPr/>
        </p:nvGraphicFramePr>
        <p:xfrm>
          <a:off x="461016" y="2649565"/>
          <a:ext cx="3854240" cy="3116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4215316" y="2626670"/>
          <a:ext cx="4267200" cy="2626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Graphic spid="8" grpId="0">
        <p:bldSub>
          <a:bldChart bld="category"/>
        </p:bldSub>
      </p:bldGraphic>
      <p:bldGraphic spid="9" grpId="0">
        <p:bldSub>
          <a:bldChart bld="series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Pie Chart Slide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381250" y="2133600"/>
            <a:ext cx="6076950" cy="3714750"/>
            <a:chOff x="2381250" y="1085849"/>
            <a:chExt cx="6076950" cy="3714750"/>
          </a:xfrm>
        </p:grpSpPr>
        <p:sp>
          <p:nvSpPr>
            <p:cNvPr id="12" name="Isosceles Triangle 11"/>
            <p:cNvSpPr/>
            <p:nvPr/>
          </p:nvSpPr>
          <p:spPr>
            <a:xfrm rot="16200000">
              <a:off x="1895475" y="1581150"/>
              <a:ext cx="3695700" cy="2724150"/>
            </a:xfrm>
            <a:prstGeom prst="triangle">
              <a:avLst/>
            </a:prstGeom>
            <a:gradFill>
              <a:gsLst>
                <a:gs pos="0">
                  <a:schemeClr val="bg1">
                    <a:lumMod val="85000"/>
                    <a:alpha val="0"/>
                  </a:schemeClr>
                </a:gs>
                <a:gs pos="50000">
                  <a:schemeClr val="bg1">
                    <a:lumMod val="8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olded Corner 12"/>
            <p:cNvSpPr/>
            <p:nvPr/>
          </p:nvSpPr>
          <p:spPr>
            <a:xfrm>
              <a:off x="5105400" y="1085849"/>
              <a:ext cx="3352800" cy="3714750"/>
            </a:xfrm>
            <a:prstGeom prst="foldedCorner">
              <a:avLst>
                <a:gd name="adj" fmla="val 10864"/>
              </a:avLst>
            </a:prstGeom>
            <a:gradFill>
              <a:gsLst>
                <a:gs pos="0">
                  <a:schemeClr val="tx1">
                    <a:lumMod val="25000"/>
                    <a:lumOff val="75000"/>
                  </a:schemeClr>
                </a:gs>
                <a:gs pos="35000">
                  <a:schemeClr val="bg1">
                    <a:lumMod val="85000"/>
                  </a:schemeClr>
                </a:gs>
                <a:gs pos="100000">
                  <a:schemeClr val="dk1">
                    <a:tint val="15000"/>
                    <a:satMod val="35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4" name="Chart 13"/>
          <p:cNvGraphicFramePr/>
          <p:nvPr/>
        </p:nvGraphicFramePr>
        <p:xfrm>
          <a:off x="434701" y="2168805"/>
          <a:ext cx="3384824" cy="3582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5692286" y="2476501"/>
          <a:ext cx="2179028" cy="230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Round Same Side Corner Rectangle 15"/>
          <p:cNvSpPr/>
          <p:nvPr/>
        </p:nvSpPr>
        <p:spPr>
          <a:xfrm>
            <a:off x="5536279" y="2244383"/>
            <a:ext cx="2491043" cy="347500"/>
          </a:xfrm>
          <a:prstGeom prst="round2SameRect">
            <a:avLst>
              <a:gd name="adj1" fmla="val 0"/>
              <a:gd name="adj2" fmla="val 23755"/>
            </a:avLst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Project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7262" y="4797812"/>
            <a:ext cx="306907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algn="ct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many variations of passages  of Lorem Ipsum available, but the have suffered alteration in some  form, by humour, or randomized words which 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don't believable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Graphic spid="15" grpId="0">
        <p:bldAsOne/>
      </p:bldGraphic>
      <p:bldP spid="16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 Infographic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Pie Chart Infographic</a:t>
            </a:r>
            <a:endParaRPr lang="en-US" dirty="0"/>
          </a:p>
        </p:txBody>
      </p:sp>
      <p:graphicFrame>
        <p:nvGraphicFramePr>
          <p:cNvPr id="30" name="Chart 29"/>
          <p:cNvGraphicFramePr/>
          <p:nvPr/>
        </p:nvGraphicFramePr>
        <p:xfrm>
          <a:off x="336550" y="2514600"/>
          <a:ext cx="3810000" cy="3170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999690" y="2597953"/>
            <a:ext cx="24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200" dirty="0">
              <a:solidFill>
                <a:schemeClr val="accent1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 of Lorem Ipsum available 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9689" y="3386015"/>
            <a:ext cx="2478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</a:t>
            </a:r>
            <a:r>
              <a:rPr lang="ar-IQ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Lorem Ipsum available.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9690" y="4168575"/>
            <a:ext cx="24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 of Lorem Ipsum available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9690" y="4951135"/>
            <a:ext cx="24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  <a:endParaRPr lang="en-US" sz="1200" dirty="0">
              <a:solidFill>
                <a:schemeClr val="accent4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 of Lorem Ipsum available</a:t>
            </a:r>
          </a:p>
        </p:txBody>
      </p:sp>
      <p:sp>
        <p:nvSpPr>
          <p:cNvPr id="38" name="Text Placeholder 3"/>
          <p:cNvSpPr txBox="1">
            <a:spLocks/>
          </p:cNvSpPr>
          <p:nvPr/>
        </p:nvSpPr>
        <p:spPr>
          <a:xfrm>
            <a:off x="7382600" y="2707665"/>
            <a:ext cx="509755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40" name="Text Placeholder 3"/>
          <p:cNvSpPr txBox="1">
            <a:spLocks/>
          </p:cNvSpPr>
          <p:nvPr/>
        </p:nvSpPr>
        <p:spPr>
          <a:xfrm>
            <a:off x="7381798" y="5108971"/>
            <a:ext cx="511358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25%</a:t>
            </a:r>
          </a:p>
        </p:txBody>
      </p:sp>
      <p:sp>
        <p:nvSpPr>
          <p:cNvPr id="41" name="Text Placeholder 3"/>
          <p:cNvSpPr txBox="1">
            <a:spLocks/>
          </p:cNvSpPr>
          <p:nvPr/>
        </p:nvSpPr>
        <p:spPr>
          <a:xfrm>
            <a:off x="7381798" y="3508100"/>
            <a:ext cx="511358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15%</a:t>
            </a:r>
          </a:p>
        </p:txBody>
      </p:sp>
      <p:sp>
        <p:nvSpPr>
          <p:cNvPr id="43" name="Text Placeholder 3"/>
          <p:cNvSpPr txBox="1">
            <a:spLocks/>
          </p:cNvSpPr>
          <p:nvPr/>
        </p:nvSpPr>
        <p:spPr>
          <a:xfrm>
            <a:off x="7382600" y="4308535"/>
            <a:ext cx="509755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40%</a:t>
            </a:r>
          </a:p>
        </p:txBody>
      </p:sp>
      <p:grpSp>
        <p:nvGrpSpPr>
          <p:cNvPr id="44" name="Group 24"/>
          <p:cNvGrpSpPr/>
          <p:nvPr/>
        </p:nvGrpSpPr>
        <p:grpSpPr>
          <a:xfrm>
            <a:off x="4488205" y="4219506"/>
            <a:ext cx="493370" cy="479245"/>
            <a:chOff x="840159" y="2852760"/>
            <a:chExt cx="493370" cy="479245"/>
          </a:xfrm>
        </p:grpSpPr>
        <p:sp>
          <p:nvSpPr>
            <p:cNvPr id="45" name="Oval 44"/>
            <p:cNvSpPr/>
            <p:nvPr/>
          </p:nvSpPr>
          <p:spPr>
            <a:xfrm>
              <a:off x="840159" y="2852760"/>
              <a:ext cx="493370" cy="47924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46" name="Freeform 144"/>
            <p:cNvSpPr>
              <a:spLocks noEditPoints="1"/>
            </p:cNvSpPr>
            <p:nvPr/>
          </p:nvSpPr>
          <p:spPr bwMode="auto">
            <a:xfrm>
              <a:off x="955869" y="2990792"/>
              <a:ext cx="261950" cy="203180"/>
            </a:xfrm>
            <a:custGeom>
              <a:avLst/>
              <a:gdLst/>
              <a:ahLst/>
              <a:cxnLst>
                <a:cxn ang="0">
                  <a:pos x="67" y="55"/>
                </a:cxn>
                <a:cxn ang="0">
                  <a:pos x="65" y="56"/>
                </a:cxn>
                <a:cxn ang="0">
                  <a:pos x="8" y="56"/>
                </a:cxn>
                <a:cxn ang="0">
                  <a:pos x="6" y="55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67" y="55"/>
                </a:cxn>
                <a:cxn ang="0">
                  <a:pos x="11" y="30"/>
                </a:cxn>
                <a:cxn ang="0">
                  <a:pos x="6" y="36"/>
                </a:cxn>
                <a:cxn ang="0">
                  <a:pos x="11" y="41"/>
                </a:cxn>
                <a:cxn ang="0">
                  <a:pos x="16" y="36"/>
                </a:cxn>
                <a:cxn ang="0">
                  <a:pos x="11" y="30"/>
                </a:cxn>
                <a:cxn ang="0">
                  <a:pos x="18" y="12"/>
                </a:cxn>
                <a:cxn ang="0">
                  <a:pos x="13" y="18"/>
                </a:cxn>
                <a:cxn ang="0">
                  <a:pos x="18" y="23"/>
                </a:cxn>
                <a:cxn ang="0">
                  <a:pos x="24" y="18"/>
                </a:cxn>
                <a:cxn ang="0">
                  <a:pos x="18" y="12"/>
                </a:cxn>
                <a:cxn ang="0">
                  <a:pos x="45" y="22"/>
                </a:cxn>
                <a:cxn ang="0">
                  <a:pos x="43" y="18"/>
                </a:cxn>
                <a:cxn ang="0">
                  <a:pos x="40" y="20"/>
                </a:cxn>
                <a:cxn ang="0">
                  <a:pos x="36" y="36"/>
                </a:cxn>
                <a:cxn ang="0">
                  <a:pos x="29" y="41"/>
                </a:cxn>
                <a:cxn ang="0">
                  <a:pos x="34" y="51"/>
                </a:cxn>
                <a:cxn ang="0">
                  <a:pos x="44" y="45"/>
                </a:cxn>
                <a:cxn ang="0">
                  <a:pos x="41" y="37"/>
                </a:cxn>
                <a:cxn ang="0">
                  <a:pos x="45" y="22"/>
                </a:cxn>
                <a:cxn ang="0">
                  <a:pos x="36" y="5"/>
                </a:cxn>
                <a:cxn ang="0">
                  <a:pos x="31" y="10"/>
                </a:cxn>
                <a:cxn ang="0">
                  <a:pos x="36" y="15"/>
                </a:cxn>
                <a:cxn ang="0">
                  <a:pos x="42" y="10"/>
                </a:cxn>
                <a:cxn ang="0">
                  <a:pos x="36" y="5"/>
                </a:cxn>
                <a:cxn ang="0">
                  <a:pos x="54" y="12"/>
                </a:cxn>
                <a:cxn ang="0">
                  <a:pos x="49" y="18"/>
                </a:cxn>
                <a:cxn ang="0">
                  <a:pos x="54" y="23"/>
                </a:cxn>
                <a:cxn ang="0">
                  <a:pos x="60" y="18"/>
                </a:cxn>
                <a:cxn ang="0">
                  <a:pos x="54" y="12"/>
                </a:cxn>
                <a:cxn ang="0">
                  <a:pos x="62" y="30"/>
                </a:cxn>
                <a:cxn ang="0">
                  <a:pos x="57" y="36"/>
                </a:cxn>
                <a:cxn ang="0">
                  <a:pos x="62" y="41"/>
                </a:cxn>
                <a:cxn ang="0">
                  <a:pos x="67" y="36"/>
                </a:cxn>
                <a:cxn ang="0">
                  <a:pos x="62" y="30"/>
                </a:cxn>
              </a:cxnLst>
              <a:rect l="0" t="0" r="r" b="b"/>
              <a:pathLst>
                <a:path w="72" h="56">
                  <a:moveTo>
                    <a:pt x="67" y="55"/>
                  </a:moveTo>
                  <a:cubicBezTo>
                    <a:pt x="66" y="56"/>
                    <a:pt x="66" y="56"/>
                    <a:pt x="65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" y="56"/>
                    <a:pt x="7" y="56"/>
                    <a:pt x="6" y="55"/>
                  </a:cubicBezTo>
                  <a:cubicBezTo>
                    <a:pt x="2" y="49"/>
                    <a:pt x="0" y="42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42"/>
                    <a:pt x="70" y="49"/>
                    <a:pt x="67" y="55"/>
                  </a:cubicBezTo>
                  <a:close/>
                  <a:moveTo>
                    <a:pt x="11" y="30"/>
                  </a:moveTo>
                  <a:cubicBezTo>
                    <a:pt x="8" y="30"/>
                    <a:pt x="6" y="33"/>
                    <a:pt x="6" y="36"/>
                  </a:cubicBezTo>
                  <a:cubicBezTo>
                    <a:pt x="6" y="38"/>
                    <a:pt x="8" y="41"/>
                    <a:pt x="11" y="41"/>
                  </a:cubicBezTo>
                  <a:cubicBezTo>
                    <a:pt x="14" y="41"/>
                    <a:pt x="16" y="38"/>
                    <a:pt x="16" y="36"/>
                  </a:cubicBezTo>
                  <a:cubicBezTo>
                    <a:pt x="16" y="33"/>
                    <a:pt x="14" y="30"/>
                    <a:pt x="11" y="30"/>
                  </a:cubicBezTo>
                  <a:close/>
                  <a:moveTo>
                    <a:pt x="18" y="12"/>
                  </a:moveTo>
                  <a:cubicBezTo>
                    <a:pt x="16" y="12"/>
                    <a:pt x="13" y="15"/>
                    <a:pt x="13" y="18"/>
                  </a:cubicBezTo>
                  <a:cubicBezTo>
                    <a:pt x="13" y="20"/>
                    <a:pt x="16" y="23"/>
                    <a:pt x="18" y="23"/>
                  </a:cubicBezTo>
                  <a:cubicBezTo>
                    <a:pt x="21" y="23"/>
                    <a:pt x="24" y="20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  <a:moveTo>
                    <a:pt x="45" y="22"/>
                  </a:moveTo>
                  <a:cubicBezTo>
                    <a:pt x="45" y="20"/>
                    <a:pt x="44" y="19"/>
                    <a:pt x="43" y="18"/>
                  </a:cubicBezTo>
                  <a:cubicBezTo>
                    <a:pt x="42" y="18"/>
                    <a:pt x="40" y="19"/>
                    <a:pt x="40" y="20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6"/>
                    <a:pt x="30" y="38"/>
                    <a:pt x="29" y="41"/>
                  </a:cubicBezTo>
                  <a:cubicBezTo>
                    <a:pt x="28" y="45"/>
                    <a:pt x="30" y="50"/>
                    <a:pt x="34" y="51"/>
                  </a:cubicBezTo>
                  <a:cubicBezTo>
                    <a:pt x="39" y="52"/>
                    <a:pt x="43" y="49"/>
                    <a:pt x="44" y="45"/>
                  </a:cubicBezTo>
                  <a:cubicBezTo>
                    <a:pt x="45" y="42"/>
                    <a:pt x="43" y="39"/>
                    <a:pt x="41" y="37"/>
                  </a:cubicBezTo>
                  <a:lnTo>
                    <a:pt x="45" y="22"/>
                  </a:lnTo>
                  <a:close/>
                  <a:moveTo>
                    <a:pt x="36" y="5"/>
                  </a:moveTo>
                  <a:cubicBezTo>
                    <a:pt x="34" y="5"/>
                    <a:pt x="31" y="7"/>
                    <a:pt x="31" y="10"/>
                  </a:cubicBezTo>
                  <a:cubicBezTo>
                    <a:pt x="31" y="13"/>
                    <a:pt x="34" y="15"/>
                    <a:pt x="36" y="15"/>
                  </a:cubicBezTo>
                  <a:cubicBezTo>
                    <a:pt x="39" y="15"/>
                    <a:pt x="42" y="13"/>
                    <a:pt x="42" y="10"/>
                  </a:cubicBezTo>
                  <a:cubicBezTo>
                    <a:pt x="42" y="7"/>
                    <a:pt x="39" y="5"/>
                    <a:pt x="36" y="5"/>
                  </a:cubicBezTo>
                  <a:close/>
                  <a:moveTo>
                    <a:pt x="54" y="12"/>
                  </a:moveTo>
                  <a:cubicBezTo>
                    <a:pt x="52" y="12"/>
                    <a:pt x="49" y="15"/>
                    <a:pt x="49" y="18"/>
                  </a:cubicBezTo>
                  <a:cubicBezTo>
                    <a:pt x="49" y="20"/>
                    <a:pt x="52" y="23"/>
                    <a:pt x="54" y="23"/>
                  </a:cubicBezTo>
                  <a:cubicBezTo>
                    <a:pt x="57" y="23"/>
                    <a:pt x="60" y="20"/>
                    <a:pt x="60" y="18"/>
                  </a:cubicBezTo>
                  <a:cubicBezTo>
                    <a:pt x="60" y="15"/>
                    <a:pt x="57" y="12"/>
                    <a:pt x="54" y="12"/>
                  </a:cubicBezTo>
                  <a:close/>
                  <a:moveTo>
                    <a:pt x="62" y="30"/>
                  </a:moveTo>
                  <a:cubicBezTo>
                    <a:pt x="59" y="30"/>
                    <a:pt x="57" y="33"/>
                    <a:pt x="57" y="36"/>
                  </a:cubicBezTo>
                  <a:cubicBezTo>
                    <a:pt x="57" y="38"/>
                    <a:pt x="59" y="41"/>
                    <a:pt x="62" y="41"/>
                  </a:cubicBezTo>
                  <a:cubicBezTo>
                    <a:pt x="65" y="41"/>
                    <a:pt x="67" y="38"/>
                    <a:pt x="67" y="36"/>
                  </a:cubicBezTo>
                  <a:cubicBezTo>
                    <a:pt x="67" y="33"/>
                    <a:pt x="65" y="30"/>
                    <a:pt x="62" y="3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47" name="Elbow Connector 46"/>
          <p:cNvCxnSpPr/>
          <p:nvPr/>
        </p:nvCxnSpPr>
        <p:spPr>
          <a:xfrm rot="10800000" flipV="1">
            <a:off x="1689101" y="2890341"/>
            <a:ext cx="2794519" cy="1164552"/>
          </a:xfrm>
          <a:prstGeom prst="bentConnector3">
            <a:avLst>
              <a:gd name="adj1" fmla="val 100445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/>
          <p:nvPr/>
        </p:nvCxnSpPr>
        <p:spPr>
          <a:xfrm rot="10800000">
            <a:off x="2070101" y="4951136"/>
            <a:ext cx="2413521" cy="290259"/>
          </a:xfrm>
          <a:prstGeom prst="bentConnector3">
            <a:avLst>
              <a:gd name="adj1" fmla="val 99978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/>
          <p:nvPr/>
        </p:nvCxnSpPr>
        <p:spPr>
          <a:xfrm rot="10800000">
            <a:off x="2070101" y="3386015"/>
            <a:ext cx="2413521" cy="295100"/>
          </a:xfrm>
          <a:prstGeom prst="bentConnector3">
            <a:avLst>
              <a:gd name="adj1" fmla="val 34684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/>
          <p:nvPr/>
        </p:nvCxnSpPr>
        <p:spPr>
          <a:xfrm rot="10800000">
            <a:off x="2832103" y="4054895"/>
            <a:ext cx="1631405" cy="40606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18"/>
          <p:cNvGrpSpPr/>
          <p:nvPr/>
        </p:nvGrpSpPr>
        <p:grpSpPr>
          <a:xfrm>
            <a:off x="4488205" y="2650718"/>
            <a:ext cx="493370" cy="479245"/>
            <a:chOff x="860271" y="1518068"/>
            <a:chExt cx="493370" cy="479245"/>
          </a:xfrm>
        </p:grpSpPr>
        <p:sp>
          <p:nvSpPr>
            <p:cNvPr id="52" name="Oval 51"/>
            <p:cNvSpPr/>
            <p:nvPr/>
          </p:nvSpPr>
          <p:spPr>
            <a:xfrm>
              <a:off x="860271" y="1518068"/>
              <a:ext cx="493370" cy="47924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53" name="Freeform 6"/>
            <p:cNvSpPr>
              <a:spLocks noEditPoints="1"/>
            </p:cNvSpPr>
            <p:nvPr/>
          </p:nvSpPr>
          <p:spPr bwMode="auto">
            <a:xfrm>
              <a:off x="997419" y="1671965"/>
              <a:ext cx="219075" cy="171450"/>
            </a:xfrm>
            <a:custGeom>
              <a:avLst/>
              <a:gdLst/>
              <a:ahLst/>
              <a:cxnLst>
                <a:cxn ang="0">
                  <a:pos x="64" y="48"/>
                </a:cxn>
                <a:cxn ang="0">
                  <a:pos x="61" y="50"/>
                </a:cxn>
                <a:cxn ang="0">
                  <a:pos x="2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2" y="41"/>
                </a:cxn>
                <a:cxn ang="0">
                  <a:pos x="61" y="41"/>
                </a:cxn>
                <a:cxn ang="0">
                  <a:pos x="64" y="43"/>
                </a:cxn>
                <a:cxn ang="0">
                  <a:pos x="64" y="48"/>
                </a:cxn>
                <a:cxn ang="0">
                  <a:pos x="59" y="20"/>
                </a:cxn>
                <a:cxn ang="0">
                  <a:pos x="57" y="23"/>
                </a:cxn>
                <a:cxn ang="0">
                  <a:pos x="7" y="23"/>
                </a:cxn>
                <a:cxn ang="0">
                  <a:pos x="4" y="20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57" y="13"/>
                </a:cxn>
                <a:cxn ang="0">
                  <a:pos x="59" y="16"/>
                </a:cxn>
                <a:cxn ang="0">
                  <a:pos x="59" y="20"/>
                </a:cxn>
                <a:cxn ang="0">
                  <a:pos x="50" y="34"/>
                </a:cxn>
                <a:cxn ang="0">
                  <a:pos x="48" y="36"/>
                </a:cxn>
                <a:cxn ang="0">
                  <a:pos x="16" y="36"/>
                </a:cxn>
                <a:cxn ang="0">
                  <a:pos x="13" y="34"/>
                </a:cxn>
                <a:cxn ang="0">
                  <a:pos x="13" y="29"/>
                </a:cxn>
                <a:cxn ang="0">
                  <a:pos x="16" y="27"/>
                </a:cxn>
                <a:cxn ang="0">
                  <a:pos x="48" y="27"/>
                </a:cxn>
                <a:cxn ang="0">
                  <a:pos x="50" y="29"/>
                </a:cxn>
                <a:cxn ang="0">
                  <a:pos x="50" y="34"/>
                </a:cxn>
                <a:cxn ang="0">
                  <a:pos x="45" y="7"/>
                </a:cxn>
                <a:cxn ang="0">
                  <a:pos x="43" y="9"/>
                </a:cxn>
                <a:cxn ang="0">
                  <a:pos x="20" y="9"/>
                </a:cxn>
                <a:cxn ang="0">
                  <a:pos x="18" y="7"/>
                </a:cxn>
                <a:cxn ang="0">
                  <a:pos x="18" y="2"/>
                </a:cxn>
                <a:cxn ang="0">
                  <a:pos x="20" y="0"/>
                </a:cxn>
                <a:cxn ang="0">
                  <a:pos x="43" y="0"/>
                </a:cxn>
                <a:cxn ang="0">
                  <a:pos x="45" y="2"/>
                </a:cxn>
                <a:cxn ang="0">
                  <a:pos x="45" y="7"/>
                </a:cxn>
              </a:cxnLst>
              <a:rect l="0" t="0" r="r" b="b"/>
              <a:pathLst>
                <a:path w="64" h="50">
                  <a:moveTo>
                    <a:pt x="64" y="48"/>
                  </a:moveTo>
                  <a:cubicBezTo>
                    <a:pt x="64" y="49"/>
                    <a:pt x="63" y="50"/>
                    <a:pt x="6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0"/>
                    <a:pt x="0" y="49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1" y="41"/>
                    <a:pt x="2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3" y="41"/>
                    <a:pt x="64" y="42"/>
                    <a:pt x="64" y="43"/>
                  </a:cubicBezTo>
                  <a:lnTo>
                    <a:pt x="64" y="48"/>
                  </a:lnTo>
                  <a:close/>
                  <a:moveTo>
                    <a:pt x="59" y="20"/>
                  </a:moveTo>
                  <a:cubicBezTo>
                    <a:pt x="59" y="22"/>
                    <a:pt x="58" y="23"/>
                    <a:pt x="5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4" y="22"/>
                    <a:pt x="4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4"/>
                    <a:pt x="5" y="13"/>
                    <a:pt x="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4"/>
                    <a:pt x="59" y="16"/>
                  </a:cubicBezTo>
                  <a:lnTo>
                    <a:pt x="59" y="20"/>
                  </a:lnTo>
                  <a:close/>
                  <a:moveTo>
                    <a:pt x="50" y="34"/>
                  </a:moveTo>
                  <a:cubicBezTo>
                    <a:pt x="50" y="35"/>
                    <a:pt x="49" y="36"/>
                    <a:pt x="48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5" y="36"/>
                    <a:pt x="13" y="35"/>
                    <a:pt x="13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8"/>
                    <a:pt x="15" y="27"/>
                    <a:pt x="1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9" y="27"/>
                    <a:pt x="50" y="28"/>
                    <a:pt x="50" y="29"/>
                  </a:cubicBezTo>
                  <a:lnTo>
                    <a:pt x="50" y="34"/>
                  </a:lnTo>
                  <a:close/>
                  <a:moveTo>
                    <a:pt x="45" y="7"/>
                  </a:moveTo>
                  <a:cubicBezTo>
                    <a:pt x="45" y="8"/>
                    <a:pt x="44" y="9"/>
                    <a:pt x="43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8" y="7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lnTo>
                    <a:pt x="45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4" name="Group 21"/>
          <p:cNvGrpSpPr/>
          <p:nvPr/>
        </p:nvGrpSpPr>
        <p:grpSpPr>
          <a:xfrm>
            <a:off x="4488205" y="3435112"/>
            <a:ext cx="493370" cy="479245"/>
            <a:chOff x="840159" y="2185414"/>
            <a:chExt cx="493370" cy="479245"/>
          </a:xfrm>
        </p:grpSpPr>
        <p:sp>
          <p:nvSpPr>
            <p:cNvPr id="55" name="Oval 54"/>
            <p:cNvSpPr/>
            <p:nvPr/>
          </p:nvSpPr>
          <p:spPr>
            <a:xfrm>
              <a:off x="840159" y="2185414"/>
              <a:ext cx="493370" cy="47924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56" name="Freeform 100"/>
            <p:cNvSpPr>
              <a:spLocks noEditPoints="1"/>
            </p:cNvSpPr>
            <p:nvPr/>
          </p:nvSpPr>
          <p:spPr bwMode="auto">
            <a:xfrm>
              <a:off x="971750" y="2314705"/>
              <a:ext cx="230188" cy="22066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7" name="Group 27"/>
          <p:cNvGrpSpPr/>
          <p:nvPr/>
        </p:nvGrpSpPr>
        <p:grpSpPr>
          <a:xfrm>
            <a:off x="4488205" y="5003900"/>
            <a:ext cx="493370" cy="479245"/>
            <a:chOff x="840159" y="3520106"/>
            <a:chExt cx="493370" cy="479245"/>
          </a:xfrm>
        </p:grpSpPr>
        <p:sp>
          <p:nvSpPr>
            <p:cNvPr id="58" name="Oval 57"/>
            <p:cNvSpPr/>
            <p:nvPr/>
          </p:nvSpPr>
          <p:spPr>
            <a:xfrm>
              <a:off x="840159" y="3520106"/>
              <a:ext cx="493370" cy="47924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59" name="Freeform 152"/>
            <p:cNvSpPr>
              <a:spLocks noEditPoints="1"/>
            </p:cNvSpPr>
            <p:nvPr/>
          </p:nvSpPr>
          <p:spPr bwMode="auto">
            <a:xfrm>
              <a:off x="955869" y="3638690"/>
              <a:ext cx="261950" cy="242077"/>
            </a:xfrm>
            <a:custGeom>
              <a:avLst/>
              <a:gdLst/>
              <a:ahLst/>
              <a:cxnLst>
                <a:cxn ang="0">
                  <a:pos x="67" y="20"/>
                </a:cxn>
                <a:cxn ang="0">
                  <a:pos x="46" y="36"/>
                </a:cxn>
                <a:cxn ang="0">
                  <a:pos x="42" y="40"/>
                </a:cxn>
                <a:cxn ang="0">
                  <a:pos x="39" y="47"/>
                </a:cxn>
                <a:cxn ang="0">
                  <a:pos x="44" y="52"/>
                </a:cxn>
                <a:cxn ang="0">
                  <a:pos x="52" y="58"/>
                </a:cxn>
                <a:cxn ang="0">
                  <a:pos x="52" y="61"/>
                </a:cxn>
                <a:cxn ang="0">
                  <a:pos x="51" y="62"/>
                </a:cxn>
                <a:cxn ang="0">
                  <a:pos x="17" y="62"/>
                </a:cxn>
                <a:cxn ang="0">
                  <a:pos x="16" y="61"/>
                </a:cxn>
                <a:cxn ang="0">
                  <a:pos x="16" y="58"/>
                </a:cxn>
                <a:cxn ang="0">
                  <a:pos x="24" y="52"/>
                </a:cxn>
                <a:cxn ang="0">
                  <a:pos x="29" y="47"/>
                </a:cxn>
                <a:cxn ang="0">
                  <a:pos x="26" y="40"/>
                </a:cxn>
                <a:cxn ang="0">
                  <a:pos x="22" y="36"/>
                </a:cxn>
                <a:cxn ang="0">
                  <a:pos x="0" y="20"/>
                </a:cxn>
                <a:cxn ang="0">
                  <a:pos x="0" y="15"/>
                </a:cxn>
                <a:cxn ang="0">
                  <a:pos x="4" y="11"/>
                </a:cxn>
                <a:cxn ang="0">
                  <a:pos x="16" y="11"/>
                </a:cxn>
                <a:cxn ang="0">
                  <a:pos x="16" y="7"/>
                </a:cxn>
                <a:cxn ang="0">
                  <a:pos x="22" y="0"/>
                </a:cxn>
                <a:cxn ang="0">
                  <a:pos x="45" y="0"/>
                </a:cxn>
                <a:cxn ang="0">
                  <a:pos x="52" y="7"/>
                </a:cxn>
                <a:cxn ang="0">
                  <a:pos x="52" y="11"/>
                </a:cxn>
                <a:cxn ang="0">
                  <a:pos x="63" y="11"/>
                </a:cxn>
                <a:cxn ang="0">
                  <a:pos x="67" y="15"/>
                </a:cxn>
                <a:cxn ang="0">
                  <a:pos x="67" y="20"/>
                </a:cxn>
                <a:cxn ang="0">
                  <a:pos x="16" y="16"/>
                </a:cxn>
                <a:cxn ang="0">
                  <a:pos x="6" y="16"/>
                </a:cxn>
                <a:cxn ang="0">
                  <a:pos x="6" y="20"/>
                </a:cxn>
                <a:cxn ang="0">
                  <a:pos x="19" y="31"/>
                </a:cxn>
                <a:cxn ang="0">
                  <a:pos x="16" y="16"/>
                </a:cxn>
                <a:cxn ang="0">
                  <a:pos x="62" y="16"/>
                </a:cxn>
                <a:cxn ang="0">
                  <a:pos x="52" y="16"/>
                </a:cxn>
                <a:cxn ang="0">
                  <a:pos x="49" y="31"/>
                </a:cxn>
                <a:cxn ang="0">
                  <a:pos x="62" y="20"/>
                </a:cxn>
                <a:cxn ang="0">
                  <a:pos x="62" y="16"/>
                </a:cxn>
              </a:cxnLst>
              <a:rect l="0" t="0" r="r" b="b"/>
              <a:pathLst>
                <a:path w="67" h="62">
                  <a:moveTo>
                    <a:pt x="67" y="20"/>
                  </a:moveTo>
                  <a:cubicBezTo>
                    <a:pt x="67" y="27"/>
                    <a:pt x="58" y="36"/>
                    <a:pt x="46" y="36"/>
                  </a:cubicBezTo>
                  <a:cubicBezTo>
                    <a:pt x="44" y="38"/>
                    <a:pt x="42" y="40"/>
                    <a:pt x="42" y="40"/>
                  </a:cubicBezTo>
                  <a:cubicBezTo>
                    <a:pt x="40" y="42"/>
                    <a:pt x="39" y="44"/>
                    <a:pt x="39" y="47"/>
                  </a:cubicBezTo>
                  <a:cubicBezTo>
                    <a:pt x="39" y="49"/>
                    <a:pt x="40" y="52"/>
                    <a:pt x="44" y="52"/>
                  </a:cubicBezTo>
                  <a:cubicBezTo>
                    <a:pt x="48" y="52"/>
                    <a:pt x="52" y="54"/>
                    <a:pt x="52" y="58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2"/>
                    <a:pt x="51" y="62"/>
                    <a:pt x="51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2"/>
                    <a:pt x="16" y="62"/>
                    <a:pt x="16" y="61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4"/>
                    <a:pt x="20" y="52"/>
                    <a:pt x="24" y="52"/>
                  </a:cubicBezTo>
                  <a:cubicBezTo>
                    <a:pt x="27" y="52"/>
                    <a:pt x="29" y="49"/>
                    <a:pt x="29" y="47"/>
                  </a:cubicBezTo>
                  <a:cubicBezTo>
                    <a:pt x="29" y="44"/>
                    <a:pt x="28" y="42"/>
                    <a:pt x="26" y="40"/>
                  </a:cubicBezTo>
                  <a:cubicBezTo>
                    <a:pt x="25" y="40"/>
                    <a:pt x="24" y="38"/>
                    <a:pt x="22" y="36"/>
                  </a:cubicBezTo>
                  <a:cubicBezTo>
                    <a:pt x="10" y="36"/>
                    <a:pt x="0" y="27"/>
                    <a:pt x="0" y="2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2" y="11"/>
                    <a:pt x="4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3"/>
                    <a:pt x="19" y="0"/>
                    <a:pt x="22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2" y="3"/>
                    <a:pt x="52" y="7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6" y="11"/>
                    <a:pt x="67" y="12"/>
                    <a:pt x="67" y="15"/>
                  </a:cubicBezTo>
                  <a:lnTo>
                    <a:pt x="67" y="20"/>
                  </a:lnTo>
                  <a:close/>
                  <a:moveTo>
                    <a:pt x="16" y="16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4"/>
                    <a:pt x="11" y="29"/>
                    <a:pt x="19" y="31"/>
                  </a:cubicBezTo>
                  <a:cubicBezTo>
                    <a:pt x="17" y="27"/>
                    <a:pt x="16" y="22"/>
                    <a:pt x="16" y="16"/>
                  </a:cubicBezTo>
                  <a:close/>
                  <a:moveTo>
                    <a:pt x="62" y="16"/>
                  </a:moveTo>
                  <a:cubicBezTo>
                    <a:pt x="52" y="16"/>
                    <a:pt x="52" y="16"/>
                    <a:pt x="52" y="16"/>
                  </a:cubicBezTo>
                  <a:cubicBezTo>
                    <a:pt x="52" y="22"/>
                    <a:pt x="51" y="27"/>
                    <a:pt x="49" y="31"/>
                  </a:cubicBezTo>
                  <a:cubicBezTo>
                    <a:pt x="57" y="29"/>
                    <a:pt x="62" y="24"/>
                    <a:pt x="62" y="20"/>
                  </a:cubicBezTo>
                  <a:lnTo>
                    <a:pt x="62" y="1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500"/>
                            </p:stCondLst>
                            <p:childTnLst>
                              <p:par>
                                <p:cTn id="7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0" grpId="0">
        <p:bldAsOne/>
      </p:bldGraphic>
      <p:bldP spid="32" grpId="0"/>
      <p:bldP spid="34" grpId="0"/>
      <p:bldP spid="35" grpId="0"/>
      <p:bldP spid="37" grpId="0"/>
      <p:bldP spid="38" grpId="0"/>
      <p:bldP spid="40" grpId="0"/>
      <p:bldP spid="41" grpId="0"/>
      <p:bldP spid="4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Cylinder Chart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Cylinder Chart</a:t>
            </a:r>
            <a:endParaRPr lang="en-US" dirty="0"/>
          </a:p>
        </p:txBody>
      </p:sp>
      <p:graphicFrame>
        <p:nvGraphicFramePr>
          <p:cNvPr id="18" name="Chart 17"/>
          <p:cNvGraphicFramePr/>
          <p:nvPr/>
        </p:nvGraphicFramePr>
        <p:xfrm>
          <a:off x="152400" y="2148016"/>
          <a:ext cx="88392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Down Arrow Callout 20"/>
          <p:cNvSpPr/>
          <p:nvPr/>
        </p:nvSpPr>
        <p:spPr>
          <a:xfrm>
            <a:off x="2265818" y="2133600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250%</a:t>
            </a:r>
          </a:p>
        </p:txBody>
      </p:sp>
      <p:sp>
        <p:nvSpPr>
          <p:cNvPr id="22" name="Down Arrow Callout 21"/>
          <p:cNvSpPr/>
          <p:nvPr/>
        </p:nvSpPr>
        <p:spPr>
          <a:xfrm>
            <a:off x="3478119" y="2269870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200%</a:t>
            </a:r>
          </a:p>
        </p:txBody>
      </p:sp>
      <p:sp>
        <p:nvSpPr>
          <p:cNvPr id="23" name="Down Arrow Callout 22"/>
          <p:cNvSpPr/>
          <p:nvPr/>
        </p:nvSpPr>
        <p:spPr>
          <a:xfrm>
            <a:off x="4690420" y="2447513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180%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5902721" y="2727136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150%</a:t>
            </a:r>
          </a:p>
        </p:txBody>
      </p:sp>
      <p:sp>
        <p:nvSpPr>
          <p:cNvPr id="25" name="Down Arrow Callout 24"/>
          <p:cNvSpPr/>
          <p:nvPr/>
        </p:nvSpPr>
        <p:spPr>
          <a:xfrm>
            <a:off x="7115022" y="3043366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922" y="48663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16594" y="48663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2266" y="48663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7938" y="48663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3611" y="48663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Sub>
          <a:bldChart bld="category"/>
        </p:bldSub>
      </p:bldGraphic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Cylinder Chart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Cylinder Chart</a:t>
            </a:r>
            <a:endParaRPr lang="en-US" dirty="0"/>
          </a:p>
        </p:txBody>
      </p:sp>
      <p:graphicFrame>
        <p:nvGraphicFramePr>
          <p:cNvPr id="24" name="Chart 23"/>
          <p:cNvGraphicFramePr/>
          <p:nvPr/>
        </p:nvGraphicFramePr>
        <p:xfrm>
          <a:off x="-178336" y="2886582"/>
          <a:ext cx="6400800" cy="3090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937188" y="2286000"/>
            <a:ext cx="484676" cy="960502"/>
            <a:chOff x="1903460" y="715474"/>
            <a:chExt cx="484676" cy="96050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1879098" y="1408482"/>
              <a:ext cx="533400" cy="1588"/>
            </a:xfrm>
            <a:prstGeom prst="line">
              <a:avLst/>
            </a:prstGeom>
            <a:ln w="19050"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1903460" y="715474"/>
              <a:ext cx="484676" cy="484676"/>
            </a:xfrm>
            <a:prstGeom prst="roundRect">
              <a:avLst>
                <a:gd name="adj" fmla="val 4625"/>
              </a:avLst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75%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792232" y="2286000"/>
            <a:ext cx="484676" cy="960502"/>
            <a:chOff x="1903460" y="715474"/>
            <a:chExt cx="484676" cy="960502"/>
          </a:xfrm>
        </p:grpSpPr>
        <p:cxnSp>
          <p:nvCxnSpPr>
            <p:cNvPr id="46" name="Straight Connector 45"/>
            <p:cNvCxnSpPr/>
            <p:nvPr/>
          </p:nvCxnSpPr>
          <p:spPr>
            <a:xfrm rot="5400000">
              <a:off x="1879098" y="1408482"/>
              <a:ext cx="533400" cy="1588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1903460" y="715474"/>
              <a:ext cx="484676" cy="484676"/>
            </a:xfrm>
            <a:prstGeom prst="roundRect">
              <a:avLst>
                <a:gd name="adj" fmla="val 4625"/>
              </a:avLst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50%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647276" y="2286000"/>
            <a:ext cx="484676" cy="960502"/>
            <a:chOff x="1903460" y="715474"/>
            <a:chExt cx="484676" cy="960502"/>
          </a:xfrm>
        </p:grpSpPr>
        <p:cxnSp>
          <p:nvCxnSpPr>
            <p:cNvPr id="50" name="Straight Connector 49"/>
            <p:cNvCxnSpPr/>
            <p:nvPr/>
          </p:nvCxnSpPr>
          <p:spPr>
            <a:xfrm rot="5400000">
              <a:off x="1879098" y="1408482"/>
              <a:ext cx="533400" cy="1588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ounded Rectangle 50"/>
            <p:cNvSpPr/>
            <p:nvPr/>
          </p:nvSpPr>
          <p:spPr>
            <a:xfrm>
              <a:off x="1903460" y="715474"/>
              <a:ext cx="484676" cy="484676"/>
            </a:xfrm>
            <a:prstGeom prst="roundRect">
              <a:avLst>
                <a:gd name="adj" fmla="val 4625"/>
              </a:avLst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50%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502320" y="2286000"/>
            <a:ext cx="484676" cy="960502"/>
            <a:chOff x="1903460" y="715474"/>
            <a:chExt cx="484676" cy="960502"/>
          </a:xfrm>
        </p:grpSpPr>
        <p:cxnSp>
          <p:nvCxnSpPr>
            <p:cNvPr id="53" name="Straight Connector 52"/>
            <p:cNvCxnSpPr/>
            <p:nvPr/>
          </p:nvCxnSpPr>
          <p:spPr>
            <a:xfrm rot="5400000">
              <a:off x="1879098" y="1408482"/>
              <a:ext cx="533400" cy="1588"/>
            </a:xfrm>
            <a:prstGeom prst="line">
              <a:avLst/>
            </a:prstGeom>
            <a:ln w="190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1903460" y="715474"/>
              <a:ext cx="484676" cy="484676"/>
            </a:xfrm>
            <a:prstGeom prst="roundRect">
              <a:avLst>
                <a:gd name="adj" fmla="val 4625"/>
              </a:avLst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30%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357364" y="2286000"/>
            <a:ext cx="484676" cy="960502"/>
            <a:chOff x="1903460" y="715474"/>
            <a:chExt cx="484676" cy="960502"/>
          </a:xfrm>
        </p:grpSpPr>
        <p:cxnSp>
          <p:nvCxnSpPr>
            <p:cNvPr id="56" name="Straight Connector 55"/>
            <p:cNvCxnSpPr/>
            <p:nvPr/>
          </p:nvCxnSpPr>
          <p:spPr>
            <a:xfrm rot="5400000">
              <a:off x="1879098" y="1408482"/>
              <a:ext cx="533400" cy="1588"/>
            </a:xfrm>
            <a:prstGeom prst="line">
              <a:avLst/>
            </a:prstGeom>
            <a:ln w="19050">
              <a:solidFill>
                <a:schemeClr val="accent5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ounded Rectangle 56"/>
            <p:cNvSpPr/>
            <p:nvPr/>
          </p:nvSpPr>
          <p:spPr>
            <a:xfrm>
              <a:off x="1903460" y="715474"/>
              <a:ext cx="484676" cy="484676"/>
            </a:xfrm>
            <a:prstGeom prst="roundRect">
              <a:avLst>
                <a:gd name="adj" fmla="val 4625"/>
              </a:avLst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20%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212408" y="2286000"/>
            <a:ext cx="484676" cy="960502"/>
            <a:chOff x="1903460" y="715474"/>
            <a:chExt cx="484676" cy="960502"/>
          </a:xfrm>
        </p:grpSpPr>
        <p:cxnSp>
          <p:nvCxnSpPr>
            <p:cNvPr id="59" name="Straight Connector 58"/>
            <p:cNvCxnSpPr/>
            <p:nvPr/>
          </p:nvCxnSpPr>
          <p:spPr>
            <a:xfrm rot="5400000">
              <a:off x="1879098" y="1408482"/>
              <a:ext cx="533400" cy="1588"/>
            </a:xfrm>
            <a:prstGeom prst="line">
              <a:avLst/>
            </a:prstGeom>
            <a:ln w="19050">
              <a:solidFill>
                <a:schemeClr val="accent6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/>
            <p:cNvSpPr/>
            <p:nvPr/>
          </p:nvSpPr>
          <p:spPr>
            <a:xfrm>
              <a:off x="1903460" y="715474"/>
              <a:ext cx="484676" cy="484676"/>
            </a:xfrm>
            <a:prstGeom prst="roundRect">
              <a:avLst>
                <a:gd name="adj" fmla="val 4625"/>
              </a:avLst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80%</a:t>
              </a:r>
            </a:p>
          </p:txBody>
        </p:sp>
      </p:grp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6120326" y="2286000"/>
          <a:ext cx="2590797" cy="3227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007">
                <a:tc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Max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Text 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Text 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Text 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Text 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0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Text 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0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Text 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Sub>
          <a:bldChart bld="category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Cylinder Chart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Cylinder Chart</a:t>
            </a:r>
            <a:endParaRPr lang="en-US" dirty="0"/>
          </a:p>
        </p:txBody>
      </p:sp>
      <p:graphicFrame>
        <p:nvGraphicFramePr>
          <p:cNvPr id="10" name="Chart 9"/>
          <p:cNvGraphicFramePr/>
          <p:nvPr/>
        </p:nvGraphicFramePr>
        <p:xfrm>
          <a:off x="228600" y="1905000"/>
          <a:ext cx="8229600" cy="3023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0922" y="47901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594" y="47901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2266" y="47901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7938" y="47901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3611" y="47901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category"/>
        </p:bldSub>
      </p:bldGraphic>
      <p:bldP spid="11" grpId="0"/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Pie Chart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Pie Chart</a:t>
            </a:r>
            <a:endParaRPr lang="en-US" dirty="0"/>
          </a:p>
        </p:txBody>
      </p:sp>
      <p:graphicFrame>
        <p:nvGraphicFramePr>
          <p:cNvPr id="11" name="Chart 10"/>
          <p:cNvGraphicFramePr/>
          <p:nvPr/>
        </p:nvGraphicFramePr>
        <p:xfrm>
          <a:off x="4990649" y="1981200"/>
          <a:ext cx="3486601" cy="2818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2000" y="2209801"/>
          <a:ext cx="4114800" cy="2438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61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item1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item2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item3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item4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item5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61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61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61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61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61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50922" y="49425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6594" y="49425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2266" y="49425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7938" y="49425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3611" y="4942582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Chart bld="category"/>
        </p:bldSub>
      </p:bldGraphic>
      <p:bldP spid="13" grpId="0"/>
      <p:bldP spid="18" grpId="0"/>
      <p:bldP spid="19" grpId="0"/>
      <p:bldP spid="21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Area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Area Chart Slide</a:t>
            </a:r>
            <a:endParaRPr lang="en-US" dirty="0"/>
          </a:p>
        </p:txBody>
      </p:sp>
      <p:graphicFrame>
        <p:nvGraphicFramePr>
          <p:cNvPr id="36" name="Chart 35"/>
          <p:cNvGraphicFramePr/>
          <p:nvPr/>
        </p:nvGraphicFramePr>
        <p:xfrm>
          <a:off x="457200" y="2057400"/>
          <a:ext cx="8229600" cy="3481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1771706" y="5590032"/>
            <a:ext cx="5600589" cy="201168"/>
            <a:chOff x="1028811" y="4267200"/>
            <a:chExt cx="5600589" cy="201168"/>
          </a:xfrm>
        </p:grpSpPr>
        <p:grpSp>
          <p:nvGrpSpPr>
            <p:cNvPr id="38" name="Group 50"/>
            <p:cNvGrpSpPr/>
            <p:nvPr/>
          </p:nvGrpSpPr>
          <p:grpSpPr>
            <a:xfrm>
              <a:off x="1028811" y="4267200"/>
              <a:ext cx="1008726" cy="201168"/>
              <a:chOff x="2221306" y="3914656"/>
              <a:chExt cx="1008726" cy="201168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62" name="Oval 61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50"/>
            <p:cNvGrpSpPr/>
            <p:nvPr/>
          </p:nvGrpSpPr>
          <p:grpSpPr>
            <a:xfrm>
              <a:off x="2176777" y="4267200"/>
              <a:ext cx="1008726" cy="201168"/>
              <a:chOff x="2221306" y="3914656"/>
              <a:chExt cx="1008726" cy="201168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60" name="Oval 59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" name="Group 50"/>
            <p:cNvGrpSpPr/>
            <p:nvPr/>
          </p:nvGrpSpPr>
          <p:grpSpPr>
            <a:xfrm>
              <a:off x="3324743" y="4267200"/>
              <a:ext cx="1008726" cy="201168"/>
              <a:chOff x="2221306" y="3914656"/>
              <a:chExt cx="1008726" cy="201168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8" name="Oval 57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1" name="Group 50"/>
            <p:cNvGrpSpPr/>
            <p:nvPr/>
          </p:nvGrpSpPr>
          <p:grpSpPr>
            <a:xfrm>
              <a:off x="4472709" y="4267200"/>
              <a:ext cx="1008726" cy="201168"/>
              <a:chOff x="2221306" y="3914656"/>
              <a:chExt cx="1008726" cy="201168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6" name="Oval 55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2" name="Group 50"/>
            <p:cNvGrpSpPr/>
            <p:nvPr/>
          </p:nvGrpSpPr>
          <p:grpSpPr>
            <a:xfrm>
              <a:off x="5620674" y="4267200"/>
              <a:ext cx="1008726" cy="201168"/>
              <a:chOff x="2221306" y="3914656"/>
              <a:chExt cx="1008726" cy="201168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2463797" y="3938296"/>
                <a:ext cx="7662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sz="1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Text Goes Here</a:t>
                </a:r>
              </a:p>
            </p:txBody>
          </p:sp>
          <p:sp>
            <p:nvSpPr>
              <p:cNvPr id="54" name="Oval 53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3" name="Down Arrow Callout 62"/>
          <p:cNvSpPr/>
          <p:nvPr/>
        </p:nvSpPr>
        <p:spPr>
          <a:xfrm>
            <a:off x="2188673" y="4091346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Value</a:t>
            </a:r>
          </a:p>
        </p:txBody>
      </p:sp>
      <p:sp>
        <p:nvSpPr>
          <p:cNvPr id="64" name="Oval 63"/>
          <p:cNvSpPr/>
          <p:nvPr/>
        </p:nvSpPr>
        <p:spPr>
          <a:xfrm>
            <a:off x="2603170" y="4560731"/>
            <a:ext cx="211468" cy="21146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Down Arrow Callout 64"/>
          <p:cNvSpPr/>
          <p:nvPr/>
        </p:nvSpPr>
        <p:spPr>
          <a:xfrm>
            <a:off x="4048588" y="3984653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Value</a:t>
            </a:r>
          </a:p>
        </p:txBody>
      </p:sp>
      <p:sp>
        <p:nvSpPr>
          <p:cNvPr id="66" name="Oval 65"/>
          <p:cNvSpPr/>
          <p:nvPr/>
        </p:nvSpPr>
        <p:spPr>
          <a:xfrm>
            <a:off x="4463085" y="4454038"/>
            <a:ext cx="211468" cy="21146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Down Arrow Callout 66"/>
          <p:cNvSpPr/>
          <p:nvPr/>
        </p:nvSpPr>
        <p:spPr>
          <a:xfrm>
            <a:off x="5911461" y="2862621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Value</a:t>
            </a:r>
          </a:p>
        </p:txBody>
      </p:sp>
      <p:sp>
        <p:nvSpPr>
          <p:cNvPr id="68" name="Oval 67"/>
          <p:cNvSpPr/>
          <p:nvPr/>
        </p:nvSpPr>
        <p:spPr>
          <a:xfrm>
            <a:off x="6325958" y="3332006"/>
            <a:ext cx="211468" cy="21146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Down Arrow Callout 68"/>
          <p:cNvSpPr/>
          <p:nvPr/>
        </p:nvSpPr>
        <p:spPr>
          <a:xfrm>
            <a:off x="7764657" y="3218075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Value</a:t>
            </a:r>
          </a:p>
        </p:txBody>
      </p:sp>
      <p:sp>
        <p:nvSpPr>
          <p:cNvPr id="70" name="Oval 69"/>
          <p:cNvSpPr/>
          <p:nvPr/>
        </p:nvSpPr>
        <p:spPr>
          <a:xfrm>
            <a:off x="8179154" y="3687460"/>
            <a:ext cx="211468" cy="21146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Down Arrow Callout 70"/>
          <p:cNvSpPr/>
          <p:nvPr/>
        </p:nvSpPr>
        <p:spPr>
          <a:xfrm>
            <a:off x="2188673" y="2457680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Value</a:t>
            </a:r>
          </a:p>
        </p:txBody>
      </p:sp>
      <p:sp>
        <p:nvSpPr>
          <p:cNvPr id="72" name="Oval 71"/>
          <p:cNvSpPr/>
          <p:nvPr/>
        </p:nvSpPr>
        <p:spPr>
          <a:xfrm>
            <a:off x="2603170" y="2927065"/>
            <a:ext cx="211468" cy="21146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000"/>
                            </p:stCondLst>
                            <p:childTnLst>
                              <p:par>
                                <p:cTn id="6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6" grpId="0">
        <p:bldSub>
          <a:bldChart bld="series"/>
        </p:bldSub>
      </p:bldGraphic>
      <p:bldP spid="64" grpId="0" animBg="1"/>
      <p:bldP spid="66" grpId="0" animBg="1"/>
      <p:bldP spid="68" grpId="0" animBg="1"/>
      <p:bldP spid="70" grpId="0" animBg="1"/>
      <p:bldP spid="7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Area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35" name="Chart 34"/>
          <p:cNvGraphicFramePr/>
          <p:nvPr/>
        </p:nvGraphicFramePr>
        <p:xfrm>
          <a:off x="435079" y="2209800"/>
          <a:ext cx="814624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Down Arrow Callout 35"/>
          <p:cNvSpPr/>
          <p:nvPr/>
        </p:nvSpPr>
        <p:spPr>
          <a:xfrm>
            <a:off x="1330342" y="3255929"/>
            <a:ext cx="1051314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7" name="Oval 36"/>
          <p:cNvSpPr/>
          <p:nvPr/>
        </p:nvSpPr>
        <p:spPr>
          <a:xfrm>
            <a:off x="1744839" y="3725314"/>
            <a:ext cx="211468" cy="21146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Down Arrow Callout 37"/>
          <p:cNvSpPr/>
          <p:nvPr/>
        </p:nvSpPr>
        <p:spPr>
          <a:xfrm>
            <a:off x="2606286" y="3161897"/>
            <a:ext cx="1051314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26%</a:t>
            </a:r>
          </a:p>
        </p:txBody>
      </p:sp>
      <p:sp>
        <p:nvSpPr>
          <p:cNvPr id="39" name="Oval 38"/>
          <p:cNvSpPr/>
          <p:nvPr/>
        </p:nvSpPr>
        <p:spPr>
          <a:xfrm>
            <a:off x="3020783" y="3631282"/>
            <a:ext cx="211468" cy="21146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Down Arrow Callout 39"/>
          <p:cNvSpPr/>
          <p:nvPr/>
        </p:nvSpPr>
        <p:spPr>
          <a:xfrm>
            <a:off x="4560078" y="2705565"/>
            <a:ext cx="1051314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41" name="Oval 40"/>
          <p:cNvSpPr/>
          <p:nvPr/>
        </p:nvSpPr>
        <p:spPr>
          <a:xfrm>
            <a:off x="4984303" y="3174950"/>
            <a:ext cx="211468" cy="21146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Down Arrow Callout 41"/>
          <p:cNvSpPr/>
          <p:nvPr/>
        </p:nvSpPr>
        <p:spPr>
          <a:xfrm>
            <a:off x="5871534" y="2389338"/>
            <a:ext cx="1051314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67%</a:t>
            </a:r>
          </a:p>
        </p:txBody>
      </p:sp>
      <p:sp>
        <p:nvSpPr>
          <p:cNvPr id="43" name="Oval 42"/>
          <p:cNvSpPr/>
          <p:nvPr/>
        </p:nvSpPr>
        <p:spPr>
          <a:xfrm>
            <a:off x="6305487" y="2858723"/>
            <a:ext cx="211468" cy="21146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Down Arrow Callout 43"/>
          <p:cNvSpPr/>
          <p:nvPr/>
        </p:nvSpPr>
        <p:spPr>
          <a:xfrm>
            <a:off x="7177606" y="2288033"/>
            <a:ext cx="1051314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45" name="Oval 44"/>
          <p:cNvSpPr/>
          <p:nvPr/>
        </p:nvSpPr>
        <p:spPr>
          <a:xfrm>
            <a:off x="7592103" y="2757418"/>
            <a:ext cx="211468" cy="21146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/>
          <p:cNvGrpSpPr/>
          <p:nvPr/>
        </p:nvGrpSpPr>
        <p:grpSpPr>
          <a:xfrm>
            <a:off x="990600" y="4760473"/>
            <a:ext cx="1318595" cy="1150700"/>
            <a:chOff x="453056" y="1771650"/>
            <a:chExt cx="1318595" cy="1714500"/>
          </a:xfrm>
        </p:grpSpPr>
        <p:sp>
          <p:nvSpPr>
            <p:cNvPr id="78" name="Round Same Side Corner Rectangle 77"/>
            <p:cNvSpPr/>
            <p:nvPr/>
          </p:nvSpPr>
          <p:spPr>
            <a:xfrm>
              <a:off x="453057" y="1771650"/>
              <a:ext cx="1318594" cy="457200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Title Goes Here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53057" y="2266950"/>
              <a:ext cx="1318594" cy="1219200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Font typeface="Arial" pitchFamily="34" charset="0"/>
                <a:buChar char="•"/>
              </a:pP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53056" y="2356188"/>
              <a:ext cx="1288446" cy="105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There are many variations  passages of lorem ipsum available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2489751" y="4760473"/>
            <a:ext cx="1318595" cy="1150700"/>
            <a:chOff x="453056" y="1771650"/>
            <a:chExt cx="1318595" cy="1714500"/>
          </a:xfrm>
        </p:grpSpPr>
        <p:sp>
          <p:nvSpPr>
            <p:cNvPr id="82" name="Round Same Side Corner Rectangle 81"/>
            <p:cNvSpPr/>
            <p:nvPr/>
          </p:nvSpPr>
          <p:spPr>
            <a:xfrm>
              <a:off x="453057" y="1771650"/>
              <a:ext cx="1318594" cy="457200"/>
            </a:xfrm>
            <a:prstGeom prst="round2Same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Title Goes Here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53057" y="2266950"/>
              <a:ext cx="1318594" cy="1219200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Font typeface="Arial" pitchFamily="34" charset="0"/>
                <a:buChar char="•"/>
              </a:pP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53056" y="2356188"/>
              <a:ext cx="1288446" cy="105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There are many variations  passages of lorem ipsum available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988902" y="4760473"/>
            <a:ext cx="1318595" cy="1150700"/>
            <a:chOff x="453056" y="1771650"/>
            <a:chExt cx="1318595" cy="1714500"/>
          </a:xfrm>
        </p:grpSpPr>
        <p:sp>
          <p:nvSpPr>
            <p:cNvPr id="86" name="Round Same Side Corner Rectangle 85"/>
            <p:cNvSpPr/>
            <p:nvPr/>
          </p:nvSpPr>
          <p:spPr>
            <a:xfrm>
              <a:off x="453057" y="1771650"/>
              <a:ext cx="1318594" cy="457200"/>
            </a:xfrm>
            <a:prstGeom prst="round2Same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Title Goes Here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53057" y="2266950"/>
              <a:ext cx="1318594" cy="1219200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Font typeface="Arial" pitchFamily="34" charset="0"/>
                <a:buChar char="•"/>
              </a:pPr>
              <a:endParaRPr lang="en-US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53056" y="2356188"/>
              <a:ext cx="1288446" cy="105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There are many variations  passages of lorem ipsum available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5488053" y="4760473"/>
            <a:ext cx="1318595" cy="1150700"/>
            <a:chOff x="453056" y="1771650"/>
            <a:chExt cx="1318595" cy="1714500"/>
          </a:xfrm>
        </p:grpSpPr>
        <p:sp>
          <p:nvSpPr>
            <p:cNvPr id="90" name="Round Same Side Corner Rectangle 89"/>
            <p:cNvSpPr/>
            <p:nvPr/>
          </p:nvSpPr>
          <p:spPr>
            <a:xfrm>
              <a:off x="453057" y="1771650"/>
              <a:ext cx="1318594" cy="457200"/>
            </a:xfrm>
            <a:prstGeom prst="round2Same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Title Goes Here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53057" y="2266950"/>
              <a:ext cx="1318594" cy="1219200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Font typeface="Arial" pitchFamily="34" charset="0"/>
                <a:buChar char="•"/>
              </a:pP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53056" y="2356188"/>
              <a:ext cx="1288446" cy="105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There are many variations  passages of lorem ipsum available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987205" y="4760473"/>
            <a:ext cx="1318595" cy="1150700"/>
            <a:chOff x="453056" y="1771650"/>
            <a:chExt cx="1318595" cy="1714500"/>
          </a:xfrm>
        </p:grpSpPr>
        <p:sp>
          <p:nvSpPr>
            <p:cNvPr id="94" name="Round Same Side Corner Rectangle 93"/>
            <p:cNvSpPr/>
            <p:nvPr/>
          </p:nvSpPr>
          <p:spPr>
            <a:xfrm>
              <a:off x="453057" y="1771650"/>
              <a:ext cx="1318594" cy="457200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Title Goes Here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53057" y="2266950"/>
              <a:ext cx="1318594" cy="1219200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Font typeface="Arial" pitchFamily="34" charset="0"/>
                <a:buChar char="•"/>
              </a:pPr>
              <a:endParaRPr lang="en-US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53056" y="2356188"/>
              <a:ext cx="1288446" cy="105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There are many variations  passages of lorem ipsum available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5" grpId="0">
        <p:bldAsOne/>
      </p:bldGraphic>
      <p:bldP spid="37" grpId="0" animBg="1"/>
      <p:bldP spid="39" grpId="0" animBg="1"/>
      <p:bldP spid="41" grpId="0" animBg="1"/>
      <p:bldP spid="43" grpId="0" animBg="1"/>
      <p:bldP spid="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Pie Chart Slide</a:t>
            </a:r>
            <a:endParaRPr lang="en-US" dirty="0"/>
          </a:p>
        </p:txBody>
      </p:sp>
      <p:sp>
        <p:nvSpPr>
          <p:cNvPr id="44" name="Rounded Rectangle 43"/>
          <p:cNvSpPr/>
          <p:nvPr/>
        </p:nvSpPr>
        <p:spPr>
          <a:xfrm>
            <a:off x="427468" y="2348656"/>
            <a:ext cx="8269608" cy="2314575"/>
          </a:xfrm>
          <a:prstGeom prst="roundRect">
            <a:avLst>
              <a:gd name="adj" fmla="val 550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5" name="Chart 44"/>
          <p:cNvGraphicFramePr/>
          <p:nvPr/>
        </p:nvGraphicFramePr>
        <p:xfrm>
          <a:off x="581847" y="2694736"/>
          <a:ext cx="1498534" cy="1586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7" name="Chart 46"/>
          <p:cNvGraphicFramePr/>
          <p:nvPr/>
        </p:nvGraphicFramePr>
        <p:xfrm>
          <a:off x="2205603" y="2694736"/>
          <a:ext cx="1498534" cy="15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8" name="Chart 47"/>
          <p:cNvGraphicFramePr/>
          <p:nvPr/>
        </p:nvGraphicFramePr>
        <p:xfrm>
          <a:off x="3829359" y="2694736"/>
          <a:ext cx="1498534" cy="1586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" name="Chart 49"/>
          <p:cNvGraphicFramePr/>
          <p:nvPr/>
        </p:nvGraphicFramePr>
        <p:xfrm>
          <a:off x="5453115" y="2694736"/>
          <a:ext cx="1498534" cy="1586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1" name="Chart 50"/>
          <p:cNvGraphicFramePr/>
          <p:nvPr/>
        </p:nvGraphicFramePr>
        <p:xfrm>
          <a:off x="7079830" y="2694736"/>
          <a:ext cx="1498534" cy="1586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52" name="Group 51"/>
          <p:cNvGrpSpPr/>
          <p:nvPr/>
        </p:nvGrpSpPr>
        <p:grpSpPr>
          <a:xfrm>
            <a:off x="3183401" y="2215305"/>
            <a:ext cx="2757743" cy="347500"/>
            <a:chOff x="3193129" y="1038223"/>
            <a:chExt cx="2757743" cy="347500"/>
          </a:xfrm>
        </p:grpSpPr>
        <p:sp>
          <p:nvSpPr>
            <p:cNvPr id="53" name="Round Same Side Corner Rectangle 52"/>
            <p:cNvSpPr/>
            <p:nvPr/>
          </p:nvSpPr>
          <p:spPr>
            <a:xfrm>
              <a:off x="3326479" y="1038223"/>
              <a:ext cx="2491043" cy="347500"/>
            </a:xfrm>
            <a:prstGeom prst="round2SameRect">
              <a:avLst>
                <a:gd name="adj1" fmla="val 0"/>
                <a:gd name="adj2" fmla="val 23755"/>
              </a:avLst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Project Budget</a:t>
              </a:r>
            </a:p>
          </p:txBody>
        </p:sp>
        <p:sp>
          <p:nvSpPr>
            <p:cNvPr id="68" name="Right Triangle 67"/>
            <p:cNvSpPr/>
            <p:nvPr/>
          </p:nvSpPr>
          <p:spPr>
            <a:xfrm rot="16200000">
              <a:off x="3193129" y="1038224"/>
              <a:ext cx="133350" cy="13335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ight Triangle 68"/>
            <p:cNvSpPr/>
            <p:nvPr/>
          </p:nvSpPr>
          <p:spPr>
            <a:xfrm rot="5400000" flipH="1">
              <a:off x="5817522" y="1038224"/>
              <a:ext cx="133350" cy="13335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59312" y="4447332"/>
            <a:ext cx="1143604" cy="347500"/>
            <a:chOff x="3193129" y="1040557"/>
            <a:chExt cx="2757743" cy="347500"/>
          </a:xfrm>
        </p:grpSpPr>
        <p:sp>
          <p:nvSpPr>
            <p:cNvPr id="71" name="Round Same Side Corner Rectangle 70"/>
            <p:cNvSpPr/>
            <p:nvPr/>
          </p:nvSpPr>
          <p:spPr>
            <a:xfrm>
              <a:off x="3326479" y="1040557"/>
              <a:ext cx="2491043" cy="347500"/>
            </a:xfrm>
            <a:prstGeom prst="round2SameRect">
              <a:avLst>
                <a:gd name="adj1" fmla="val 17816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35%</a:t>
              </a:r>
            </a:p>
          </p:txBody>
        </p:sp>
        <p:sp>
          <p:nvSpPr>
            <p:cNvPr id="93" name="Right Triangle 92"/>
            <p:cNvSpPr/>
            <p:nvPr/>
          </p:nvSpPr>
          <p:spPr>
            <a:xfrm rot="5400000" flipV="1">
              <a:off x="3193129" y="1254707"/>
              <a:ext cx="133350" cy="133350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ight Triangle 93"/>
            <p:cNvSpPr/>
            <p:nvPr/>
          </p:nvSpPr>
          <p:spPr>
            <a:xfrm rot="16200000" flipH="1" flipV="1">
              <a:off x="5817522" y="1254707"/>
              <a:ext cx="133350" cy="133350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2383068" y="4447332"/>
            <a:ext cx="1143604" cy="347500"/>
            <a:chOff x="3193129" y="1040557"/>
            <a:chExt cx="2757743" cy="347500"/>
          </a:xfrm>
        </p:grpSpPr>
        <p:sp>
          <p:nvSpPr>
            <p:cNvPr id="96" name="Round Same Side Corner Rectangle 95"/>
            <p:cNvSpPr/>
            <p:nvPr/>
          </p:nvSpPr>
          <p:spPr>
            <a:xfrm>
              <a:off x="3326479" y="1040557"/>
              <a:ext cx="2491043" cy="347500"/>
            </a:xfrm>
            <a:prstGeom prst="round2SameRect">
              <a:avLst>
                <a:gd name="adj1" fmla="val 17816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50%</a:t>
              </a:r>
            </a:p>
          </p:txBody>
        </p:sp>
        <p:sp>
          <p:nvSpPr>
            <p:cNvPr id="97" name="Right Triangle 96"/>
            <p:cNvSpPr/>
            <p:nvPr/>
          </p:nvSpPr>
          <p:spPr>
            <a:xfrm rot="5400000" flipV="1">
              <a:off x="3193129" y="1254707"/>
              <a:ext cx="133350" cy="133350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ight Triangle 97"/>
            <p:cNvSpPr/>
            <p:nvPr/>
          </p:nvSpPr>
          <p:spPr>
            <a:xfrm rot="16200000" flipH="1" flipV="1">
              <a:off x="5817522" y="1254707"/>
              <a:ext cx="133350" cy="133350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006824" y="4447332"/>
            <a:ext cx="1143604" cy="347500"/>
            <a:chOff x="3193129" y="1040557"/>
            <a:chExt cx="2757743" cy="347500"/>
          </a:xfrm>
        </p:grpSpPr>
        <p:sp>
          <p:nvSpPr>
            <p:cNvPr id="100" name="Round Same Side Corner Rectangle 99"/>
            <p:cNvSpPr/>
            <p:nvPr/>
          </p:nvSpPr>
          <p:spPr>
            <a:xfrm>
              <a:off x="3326479" y="1040557"/>
              <a:ext cx="2491043" cy="347500"/>
            </a:xfrm>
            <a:prstGeom prst="round2SameRect">
              <a:avLst>
                <a:gd name="adj1" fmla="val 17816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65%</a:t>
              </a:r>
            </a:p>
          </p:txBody>
        </p:sp>
        <p:sp>
          <p:nvSpPr>
            <p:cNvPr id="101" name="Right Triangle 100"/>
            <p:cNvSpPr/>
            <p:nvPr/>
          </p:nvSpPr>
          <p:spPr>
            <a:xfrm rot="5400000" flipV="1">
              <a:off x="3193129" y="1254707"/>
              <a:ext cx="133350" cy="133350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ight Triangle 101"/>
            <p:cNvSpPr/>
            <p:nvPr/>
          </p:nvSpPr>
          <p:spPr>
            <a:xfrm rot="16200000" flipH="1" flipV="1">
              <a:off x="5817522" y="1254707"/>
              <a:ext cx="133350" cy="133350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5630580" y="4447332"/>
            <a:ext cx="1143604" cy="347500"/>
            <a:chOff x="3193129" y="1040557"/>
            <a:chExt cx="2757743" cy="347500"/>
          </a:xfrm>
        </p:grpSpPr>
        <p:sp>
          <p:nvSpPr>
            <p:cNvPr id="104" name="Round Same Side Corner Rectangle 103"/>
            <p:cNvSpPr/>
            <p:nvPr/>
          </p:nvSpPr>
          <p:spPr>
            <a:xfrm>
              <a:off x="3326479" y="1040557"/>
              <a:ext cx="2491043" cy="347500"/>
            </a:xfrm>
            <a:prstGeom prst="round2SameRect">
              <a:avLst>
                <a:gd name="adj1" fmla="val 17816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90%</a:t>
              </a:r>
            </a:p>
          </p:txBody>
        </p:sp>
        <p:sp>
          <p:nvSpPr>
            <p:cNvPr id="105" name="Right Triangle 104"/>
            <p:cNvSpPr/>
            <p:nvPr/>
          </p:nvSpPr>
          <p:spPr>
            <a:xfrm rot="5400000" flipV="1">
              <a:off x="3193129" y="1254707"/>
              <a:ext cx="133350" cy="133350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ight Triangle 105"/>
            <p:cNvSpPr/>
            <p:nvPr/>
          </p:nvSpPr>
          <p:spPr>
            <a:xfrm rot="16200000" flipH="1" flipV="1">
              <a:off x="5817522" y="1254707"/>
              <a:ext cx="133350" cy="133350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7254337" y="4447332"/>
            <a:ext cx="1143604" cy="347500"/>
            <a:chOff x="3193129" y="1040557"/>
            <a:chExt cx="2757743" cy="347500"/>
          </a:xfrm>
        </p:grpSpPr>
        <p:sp>
          <p:nvSpPr>
            <p:cNvPr id="108" name="Round Same Side Corner Rectangle 107"/>
            <p:cNvSpPr/>
            <p:nvPr/>
          </p:nvSpPr>
          <p:spPr>
            <a:xfrm>
              <a:off x="3326479" y="1040557"/>
              <a:ext cx="2491043" cy="347500"/>
            </a:xfrm>
            <a:prstGeom prst="round2SameRect">
              <a:avLst>
                <a:gd name="adj1" fmla="val 17816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100%</a:t>
              </a:r>
            </a:p>
          </p:txBody>
        </p:sp>
        <p:sp>
          <p:nvSpPr>
            <p:cNvPr id="109" name="Right Triangle 108"/>
            <p:cNvSpPr/>
            <p:nvPr/>
          </p:nvSpPr>
          <p:spPr>
            <a:xfrm rot="5400000" flipV="1">
              <a:off x="3193129" y="1254707"/>
              <a:ext cx="133350" cy="133350"/>
            </a:xfrm>
            <a:prstGeom prst="rt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Right Triangle 109"/>
            <p:cNvSpPr/>
            <p:nvPr/>
          </p:nvSpPr>
          <p:spPr>
            <a:xfrm rot="16200000" flipH="1" flipV="1">
              <a:off x="5817522" y="1254707"/>
              <a:ext cx="133350" cy="133350"/>
            </a:xfrm>
            <a:prstGeom prst="rt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1" name="Oval 110"/>
          <p:cNvSpPr/>
          <p:nvPr/>
        </p:nvSpPr>
        <p:spPr>
          <a:xfrm>
            <a:off x="981284" y="3139465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2010</a:t>
            </a:r>
          </a:p>
        </p:txBody>
      </p:sp>
      <p:sp>
        <p:nvSpPr>
          <p:cNvPr id="112" name="Oval 111"/>
          <p:cNvSpPr/>
          <p:nvPr/>
        </p:nvSpPr>
        <p:spPr>
          <a:xfrm>
            <a:off x="2605040" y="3139465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2011</a:t>
            </a:r>
          </a:p>
        </p:txBody>
      </p:sp>
      <p:sp>
        <p:nvSpPr>
          <p:cNvPr id="113" name="Oval 112"/>
          <p:cNvSpPr/>
          <p:nvPr/>
        </p:nvSpPr>
        <p:spPr>
          <a:xfrm>
            <a:off x="4228796" y="3139465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2012</a:t>
            </a:r>
          </a:p>
        </p:txBody>
      </p:sp>
      <p:sp>
        <p:nvSpPr>
          <p:cNvPr id="114" name="Oval 113"/>
          <p:cNvSpPr/>
          <p:nvPr/>
        </p:nvSpPr>
        <p:spPr>
          <a:xfrm>
            <a:off x="5852552" y="3139465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2013</a:t>
            </a:r>
          </a:p>
        </p:txBody>
      </p:sp>
      <p:sp>
        <p:nvSpPr>
          <p:cNvPr id="115" name="Oval 114"/>
          <p:cNvSpPr/>
          <p:nvPr/>
        </p:nvSpPr>
        <p:spPr>
          <a:xfrm>
            <a:off x="7476309" y="3139465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2584" y="4839086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86269" y="4839086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09954" y="4839086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33639" y="4839086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057323" y="4839086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</p:spTree>
    <p:extLst>
      <p:ext uri="{BB962C8B-B14F-4D97-AF65-F5344CB8AC3E}">
        <p14:creationId xmlns:p14="http://schemas.microsoft.com/office/powerpoint/2010/main" val="349761096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500"/>
                            </p:stCondLst>
                            <p:childTnLst>
                              <p:par>
                                <p:cTn id="8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000"/>
                            </p:stCondLst>
                            <p:childTnLst>
                              <p:par>
                                <p:cTn id="9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0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Graphic spid="45" grpId="0">
        <p:bldAsOne/>
      </p:bldGraphic>
      <p:bldGraphic spid="47" grpId="0">
        <p:bldAsOne/>
      </p:bldGraphic>
      <p:bldGraphic spid="48" grpId="0">
        <p:bldAsOne/>
      </p:bldGraphic>
      <p:bldGraphic spid="50" grpId="0">
        <p:bldAsOne/>
      </p:bldGraphic>
      <p:bldGraphic spid="51" grpId="0">
        <p:bldAsOne/>
      </p:bldGraphic>
      <p:bldP spid="111" grpId="0" animBg="1"/>
      <p:bldP spid="112" grpId="0" animBg="1"/>
      <p:bldP spid="113" grpId="0" animBg="1"/>
      <p:bldP spid="114" grpId="0" animBg="1"/>
      <p:bldP spid="115" grpId="0" animBg="1"/>
      <p:bldP spid="116" grpId="0"/>
      <p:bldP spid="117" grpId="0"/>
      <p:bldP spid="118" grpId="0"/>
      <p:bldP spid="119" grpId="0"/>
      <p:bldP spid="1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Pie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3D Pie Chart</a:t>
            </a:r>
            <a:endParaRPr 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427468" y="2411494"/>
            <a:ext cx="8269608" cy="2076451"/>
          </a:xfrm>
          <a:prstGeom prst="roundRect">
            <a:avLst>
              <a:gd name="adj" fmla="val 550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3183401" y="2278143"/>
            <a:ext cx="2757743" cy="347500"/>
            <a:chOff x="3193129" y="1038223"/>
            <a:chExt cx="2757743" cy="347500"/>
          </a:xfrm>
        </p:grpSpPr>
        <p:sp>
          <p:nvSpPr>
            <p:cNvPr id="31" name="Round Same Side Corner Rectangle 30"/>
            <p:cNvSpPr/>
            <p:nvPr/>
          </p:nvSpPr>
          <p:spPr>
            <a:xfrm>
              <a:off x="3326479" y="1038223"/>
              <a:ext cx="2491043" cy="347500"/>
            </a:xfrm>
            <a:prstGeom prst="round2SameRect">
              <a:avLst>
                <a:gd name="adj1" fmla="val 0"/>
                <a:gd name="adj2" fmla="val 23755"/>
              </a:avLst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Project Budget</a:t>
              </a:r>
            </a:p>
          </p:txBody>
        </p:sp>
        <p:sp>
          <p:nvSpPr>
            <p:cNvPr id="32" name="Right Triangle 31"/>
            <p:cNvSpPr/>
            <p:nvPr/>
          </p:nvSpPr>
          <p:spPr>
            <a:xfrm rot="16200000">
              <a:off x="3193129" y="1038224"/>
              <a:ext cx="133350" cy="13335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ight Triangle 32"/>
            <p:cNvSpPr/>
            <p:nvPr/>
          </p:nvSpPr>
          <p:spPr>
            <a:xfrm rot="5400000" flipH="1">
              <a:off x="5817522" y="1038224"/>
              <a:ext cx="133350" cy="13335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0" name="Rounded Rectangle 49"/>
          <p:cNvSpPr/>
          <p:nvPr/>
        </p:nvSpPr>
        <p:spPr bwMode="auto">
          <a:xfrm>
            <a:off x="980822" y="4340605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2010</a:t>
            </a:r>
          </a:p>
        </p:txBody>
      </p:sp>
      <p:sp>
        <p:nvSpPr>
          <p:cNvPr id="52" name="Rounded Rectangle 51"/>
          <p:cNvSpPr/>
          <p:nvPr/>
        </p:nvSpPr>
        <p:spPr bwMode="auto">
          <a:xfrm>
            <a:off x="2542778" y="4340605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2011</a:t>
            </a:r>
          </a:p>
        </p:txBody>
      </p:sp>
      <p:sp>
        <p:nvSpPr>
          <p:cNvPr id="53" name="Rounded Rectangle 52"/>
          <p:cNvSpPr/>
          <p:nvPr/>
        </p:nvSpPr>
        <p:spPr bwMode="auto">
          <a:xfrm>
            <a:off x="4104734" y="4340605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2012</a:t>
            </a:r>
          </a:p>
        </p:txBody>
      </p:sp>
      <p:sp>
        <p:nvSpPr>
          <p:cNvPr id="55" name="Rounded Rectangle 54"/>
          <p:cNvSpPr/>
          <p:nvPr/>
        </p:nvSpPr>
        <p:spPr bwMode="auto">
          <a:xfrm>
            <a:off x="5666691" y="4340605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2014</a:t>
            </a:r>
          </a:p>
        </p:txBody>
      </p:sp>
      <p:sp>
        <p:nvSpPr>
          <p:cNvPr id="56" name="Rounded Rectangle 55"/>
          <p:cNvSpPr/>
          <p:nvPr/>
        </p:nvSpPr>
        <p:spPr bwMode="auto">
          <a:xfrm>
            <a:off x="7228648" y="4345070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2015</a:t>
            </a:r>
          </a:p>
        </p:txBody>
      </p:sp>
      <p:graphicFrame>
        <p:nvGraphicFramePr>
          <p:cNvPr id="58" name="Chart 57"/>
          <p:cNvGraphicFramePr/>
          <p:nvPr/>
        </p:nvGraphicFramePr>
        <p:xfrm>
          <a:off x="647823" y="3047988"/>
          <a:ext cx="1571502" cy="129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0" name="Chart 59"/>
          <p:cNvGraphicFramePr/>
          <p:nvPr/>
        </p:nvGraphicFramePr>
        <p:xfrm>
          <a:off x="2209779" y="3047988"/>
          <a:ext cx="1571502" cy="129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1" name="Chart 60"/>
          <p:cNvGraphicFramePr/>
          <p:nvPr/>
        </p:nvGraphicFramePr>
        <p:xfrm>
          <a:off x="3771736" y="3047988"/>
          <a:ext cx="1571502" cy="129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2" name="Chart 61"/>
          <p:cNvGraphicFramePr/>
          <p:nvPr/>
        </p:nvGraphicFramePr>
        <p:xfrm>
          <a:off x="5333693" y="3047988"/>
          <a:ext cx="1571502" cy="129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3" name="Chart 62"/>
          <p:cNvGraphicFramePr/>
          <p:nvPr/>
        </p:nvGraphicFramePr>
        <p:xfrm>
          <a:off x="6895649" y="3047988"/>
          <a:ext cx="1571502" cy="129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4" name="Down Arrow Callout 63"/>
          <p:cNvSpPr/>
          <p:nvPr/>
        </p:nvSpPr>
        <p:spPr>
          <a:xfrm>
            <a:off x="1127989" y="2866341"/>
            <a:ext cx="611170" cy="288035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75%</a:t>
            </a:r>
          </a:p>
        </p:txBody>
      </p:sp>
      <p:sp>
        <p:nvSpPr>
          <p:cNvPr id="65" name="Down Arrow Callout 64"/>
          <p:cNvSpPr/>
          <p:nvPr/>
        </p:nvSpPr>
        <p:spPr>
          <a:xfrm>
            <a:off x="2689946" y="2866341"/>
            <a:ext cx="611170" cy="288035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65%</a:t>
            </a:r>
          </a:p>
        </p:txBody>
      </p:sp>
      <p:sp>
        <p:nvSpPr>
          <p:cNvPr id="66" name="Down Arrow Callout 65"/>
          <p:cNvSpPr/>
          <p:nvPr/>
        </p:nvSpPr>
        <p:spPr>
          <a:xfrm>
            <a:off x="4251903" y="2866341"/>
            <a:ext cx="611170" cy="288035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45%</a:t>
            </a:r>
          </a:p>
        </p:txBody>
      </p:sp>
      <p:sp>
        <p:nvSpPr>
          <p:cNvPr id="67" name="Down Arrow Callout 66"/>
          <p:cNvSpPr/>
          <p:nvPr/>
        </p:nvSpPr>
        <p:spPr>
          <a:xfrm>
            <a:off x="5813860" y="2866341"/>
            <a:ext cx="611170" cy="288035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15%</a:t>
            </a:r>
          </a:p>
        </p:txBody>
      </p:sp>
      <p:sp>
        <p:nvSpPr>
          <p:cNvPr id="68" name="Down Arrow Callout 67"/>
          <p:cNvSpPr/>
          <p:nvPr/>
        </p:nvSpPr>
        <p:spPr>
          <a:xfrm>
            <a:off x="7375815" y="2866341"/>
            <a:ext cx="611170" cy="288035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90%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1800" y="48447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23757" y="48447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5713" y="48447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47669" y="48447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09626" y="4844774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500"/>
                            </p:stCondLst>
                            <p:childTnLst>
                              <p:par>
                                <p:cTn id="8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0"/>
                            </p:stCondLst>
                            <p:childTnLst>
                              <p:par>
                                <p:cTn id="9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500"/>
                            </p:stCondLst>
                            <p:childTnLst>
                              <p:par>
                                <p:cTn id="10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0" grpId="0" animBg="1"/>
      <p:bldP spid="52" grpId="0" animBg="1"/>
      <p:bldP spid="53" grpId="0" animBg="1"/>
      <p:bldP spid="55" grpId="0" animBg="1"/>
      <p:bldP spid="56" grpId="0" animBg="1"/>
      <p:bldGraphic spid="58" grpId="0">
        <p:bldAsOne/>
      </p:bldGraphic>
      <p:bldGraphic spid="60" grpId="0">
        <p:bldAsOne/>
      </p:bldGraphic>
      <p:bldGraphic spid="61" grpId="0">
        <p:bldAsOne/>
      </p:bldGraphic>
      <p:bldGraphic spid="62" grpId="0">
        <p:bldAsOne/>
      </p:bldGraphic>
      <p:bldGraphic spid="63" grpId="0">
        <p:bldAsOne/>
      </p:bldGraphic>
      <p:bldP spid="64" grpId="0" animBg="1"/>
      <p:bldP spid="65" grpId="0" animBg="1"/>
      <p:bldP spid="66" grpId="0" animBg="1"/>
      <p:bldP spid="67" grpId="0" animBg="1"/>
      <p:bldP spid="68" grpId="0" animBg="1"/>
      <p:bldP spid="69" grpId="0"/>
      <p:bldP spid="70" grpId="0"/>
      <p:bldP spid="71" grpId="0"/>
      <p:bldP spid="72" grpId="0"/>
      <p:bldP spid="7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Yearly Timeline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Project Yearly Timeline</a:t>
            </a:r>
            <a:endParaRPr lang="en-US" dirty="0"/>
          </a:p>
        </p:txBody>
      </p:sp>
      <p:sp>
        <p:nvSpPr>
          <p:cNvPr id="44" name="Rounded Rectangle 43"/>
          <p:cNvSpPr/>
          <p:nvPr/>
        </p:nvSpPr>
        <p:spPr>
          <a:xfrm>
            <a:off x="427468" y="2488628"/>
            <a:ext cx="8269608" cy="2057401"/>
          </a:xfrm>
          <a:prstGeom prst="roundRect">
            <a:avLst>
              <a:gd name="adj" fmla="val 550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5" name="Chart 44"/>
          <p:cNvGraphicFramePr/>
          <p:nvPr/>
        </p:nvGraphicFramePr>
        <p:xfrm>
          <a:off x="685800" y="2774687"/>
          <a:ext cx="1459510" cy="1544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6" name="Chart 45"/>
          <p:cNvGraphicFramePr/>
          <p:nvPr/>
        </p:nvGraphicFramePr>
        <p:xfrm>
          <a:off x="2286261" y="2774687"/>
          <a:ext cx="1459510" cy="1544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9" name="Chart 48"/>
          <p:cNvGraphicFramePr/>
          <p:nvPr/>
        </p:nvGraphicFramePr>
        <p:xfrm>
          <a:off x="3817405" y="2774687"/>
          <a:ext cx="1459510" cy="1544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" name="Chart 49"/>
          <p:cNvGraphicFramePr/>
          <p:nvPr/>
        </p:nvGraphicFramePr>
        <p:xfrm>
          <a:off x="5348549" y="2774687"/>
          <a:ext cx="1459510" cy="1544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1" name="Chart 50"/>
          <p:cNvGraphicFramePr/>
          <p:nvPr/>
        </p:nvGraphicFramePr>
        <p:xfrm>
          <a:off x="6879692" y="2774687"/>
          <a:ext cx="1459510" cy="1544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52" name="Group 51"/>
          <p:cNvGrpSpPr/>
          <p:nvPr/>
        </p:nvGrpSpPr>
        <p:grpSpPr>
          <a:xfrm>
            <a:off x="3183401" y="2355277"/>
            <a:ext cx="2757743" cy="347500"/>
            <a:chOff x="3193129" y="1038223"/>
            <a:chExt cx="2757743" cy="347500"/>
          </a:xfrm>
        </p:grpSpPr>
        <p:sp>
          <p:nvSpPr>
            <p:cNvPr id="55" name="Round Same Side Corner Rectangle 54"/>
            <p:cNvSpPr/>
            <p:nvPr/>
          </p:nvSpPr>
          <p:spPr>
            <a:xfrm>
              <a:off x="3326479" y="1038223"/>
              <a:ext cx="2491043" cy="347500"/>
            </a:xfrm>
            <a:prstGeom prst="round2SameRect">
              <a:avLst>
                <a:gd name="adj1" fmla="val 0"/>
                <a:gd name="adj2" fmla="val 23755"/>
              </a:avLst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Project Budget</a:t>
              </a:r>
            </a:p>
          </p:txBody>
        </p:sp>
        <p:sp>
          <p:nvSpPr>
            <p:cNvPr id="56" name="Right Triangle 55"/>
            <p:cNvSpPr/>
            <p:nvPr/>
          </p:nvSpPr>
          <p:spPr>
            <a:xfrm rot="16200000">
              <a:off x="3193129" y="1038224"/>
              <a:ext cx="133350" cy="13335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ight Triangle 56"/>
            <p:cNvSpPr/>
            <p:nvPr/>
          </p:nvSpPr>
          <p:spPr>
            <a:xfrm rot="5400000" flipH="1">
              <a:off x="5817522" y="1038224"/>
              <a:ext cx="133350" cy="13335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8" name="Oval 57"/>
          <p:cNvSpPr/>
          <p:nvPr/>
        </p:nvSpPr>
        <p:spPr>
          <a:xfrm>
            <a:off x="1065725" y="3197243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2010</a:t>
            </a:r>
          </a:p>
        </p:txBody>
      </p:sp>
      <p:sp>
        <p:nvSpPr>
          <p:cNvPr id="59" name="Oval 58"/>
          <p:cNvSpPr/>
          <p:nvPr/>
        </p:nvSpPr>
        <p:spPr>
          <a:xfrm>
            <a:off x="2666186" y="3197243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2011</a:t>
            </a:r>
          </a:p>
        </p:txBody>
      </p:sp>
      <p:sp>
        <p:nvSpPr>
          <p:cNvPr id="68" name="Oval 67"/>
          <p:cNvSpPr/>
          <p:nvPr/>
        </p:nvSpPr>
        <p:spPr>
          <a:xfrm>
            <a:off x="4197330" y="3197243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2012</a:t>
            </a:r>
          </a:p>
        </p:txBody>
      </p:sp>
      <p:sp>
        <p:nvSpPr>
          <p:cNvPr id="74" name="Oval 73"/>
          <p:cNvSpPr/>
          <p:nvPr/>
        </p:nvSpPr>
        <p:spPr>
          <a:xfrm>
            <a:off x="5728474" y="3197243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2013</a:t>
            </a:r>
          </a:p>
        </p:txBody>
      </p:sp>
      <p:sp>
        <p:nvSpPr>
          <p:cNvPr id="87" name="Oval 86"/>
          <p:cNvSpPr/>
          <p:nvPr/>
        </p:nvSpPr>
        <p:spPr>
          <a:xfrm>
            <a:off x="7259617" y="3197243"/>
            <a:ext cx="699661" cy="6996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2015</a:t>
            </a:r>
          </a:p>
        </p:txBody>
      </p:sp>
      <p:sp>
        <p:nvSpPr>
          <p:cNvPr id="88" name="Folded Corner 87"/>
          <p:cNvSpPr/>
          <p:nvPr/>
        </p:nvSpPr>
        <p:spPr bwMode="auto">
          <a:xfrm>
            <a:off x="971297" y="4403154"/>
            <a:ext cx="905504" cy="304800"/>
          </a:xfrm>
          <a:prstGeom prst="foldedCorner">
            <a:avLst>
              <a:gd name="adj" fmla="val 50000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2010</a:t>
            </a:r>
          </a:p>
        </p:txBody>
      </p:sp>
      <p:sp>
        <p:nvSpPr>
          <p:cNvPr id="89" name="Folded Corner 88"/>
          <p:cNvSpPr/>
          <p:nvPr/>
        </p:nvSpPr>
        <p:spPr bwMode="auto">
          <a:xfrm>
            <a:off x="2523728" y="4403154"/>
            <a:ext cx="905504" cy="304800"/>
          </a:xfrm>
          <a:prstGeom prst="foldedCorner">
            <a:avLst>
              <a:gd name="adj" fmla="val 50000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2011</a:t>
            </a:r>
          </a:p>
        </p:txBody>
      </p:sp>
      <p:sp>
        <p:nvSpPr>
          <p:cNvPr id="90" name="Folded Corner 89"/>
          <p:cNvSpPr/>
          <p:nvPr/>
        </p:nvSpPr>
        <p:spPr bwMode="auto">
          <a:xfrm>
            <a:off x="4076159" y="4403154"/>
            <a:ext cx="905504" cy="304800"/>
          </a:xfrm>
          <a:prstGeom prst="foldedCorner">
            <a:avLst>
              <a:gd name="adj" fmla="val 50000"/>
            </a:avLst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2012</a:t>
            </a:r>
          </a:p>
        </p:txBody>
      </p:sp>
      <p:sp>
        <p:nvSpPr>
          <p:cNvPr id="91" name="Folded Corner 90"/>
          <p:cNvSpPr/>
          <p:nvPr/>
        </p:nvSpPr>
        <p:spPr bwMode="auto">
          <a:xfrm>
            <a:off x="5628590" y="4403154"/>
            <a:ext cx="905504" cy="304800"/>
          </a:xfrm>
          <a:prstGeom prst="foldedCorner">
            <a:avLst>
              <a:gd name="adj" fmla="val 50000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2014</a:t>
            </a:r>
          </a:p>
        </p:txBody>
      </p:sp>
      <p:sp>
        <p:nvSpPr>
          <p:cNvPr id="92" name="Folded Corner 91"/>
          <p:cNvSpPr/>
          <p:nvPr/>
        </p:nvSpPr>
        <p:spPr bwMode="auto">
          <a:xfrm>
            <a:off x="7181023" y="4407619"/>
            <a:ext cx="905504" cy="304800"/>
          </a:xfrm>
          <a:prstGeom prst="foldedCorner">
            <a:avLst>
              <a:gd name="adj" fmla="val 50000"/>
            </a:avLst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2015</a:t>
            </a:r>
          </a:p>
        </p:txBody>
      </p:sp>
      <p:sp>
        <p:nvSpPr>
          <p:cNvPr id="93" name="Text Placeholder 3"/>
          <p:cNvSpPr txBox="1">
            <a:spLocks/>
          </p:cNvSpPr>
          <p:nvPr/>
        </p:nvSpPr>
        <p:spPr>
          <a:xfrm>
            <a:off x="2396331" y="560995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4" name="Text Placeholder 3"/>
          <p:cNvSpPr txBox="1">
            <a:spLocks/>
          </p:cNvSpPr>
          <p:nvPr/>
        </p:nvSpPr>
        <p:spPr>
          <a:xfrm>
            <a:off x="3949700" y="560995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5" name="Text Placeholder 3"/>
          <p:cNvSpPr txBox="1">
            <a:spLocks/>
          </p:cNvSpPr>
          <p:nvPr/>
        </p:nvSpPr>
        <p:spPr>
          <a:xfrm>
            <a:off x="5503069" y="560995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6" name="Text Placeholder 3"/>
          <p:cNvSpPr txBox="1">
            <a:spLocks/>
          </p:cNvSpPr>
          <p:nvPr/>
        </p:nvSpPr>
        <p:spPr>
          <a:xfrm>
            <a:off x="7056438" y="560995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4210404" y="4880216"/>
            <a:ext cx="606998" cy="606998"/>
            <a:chOff x="2080169" y="3460175"/>
            <a:chExt cx="1140222" cy="1140222"/>
          </a:xfrm>
        </p:grpSpPr>
        <p:sp>
          <p:nvSpPr>
            <p:cNvPr id="102" name="Oval 101"/>
            <p:cNvSpPr/>
            <p:nvPr/>
          </p:nvSpPr>
          <p:spPr>
            <a:xfrm>
              <a:off x="2080169" y="3460175"/>
              <a:ext cx="1140222" cy="114022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Freeform 86"/>
            <p:cNvSpPr>
              <a:spLocks noEditPoints="1"/>
            </p:cNvSpPr>
            <p:nvPr/>
          </p:nvSpPr>
          <p:spPr bwMode="auto">
            <a:xfrm>
              <a:off x="2509323" y="3793121"/>
              <a:ext cx="281914" cy="474330"/>
            </a:xfrm>
            <a:custGeom>
              <a:avLst/>
              <a:gdLst/>
              <a:ahLst/>
              <a:cxnLst>
                <a:cxn ang="0">
                  <a:pos x="29" y="44"/>
                </a:cxn>
                <a:cxn ang="0">
                  <a:pos x="24" y="49"/>
                </a:cxn>
                <a:cxn ang="0">
                  <a:pos x="5" y="49"/>
                </a:cxn>
                <a:cxn ang="0">
                  <a:pos x="0" y="4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24" y="0"/>
                </a:cxn>
                <a:cxn ang="0">
                  <a:pos x="29" y="5"/>
                </a:cxn>
                <a:cxn ang="0">
                  <a:pos x="29" y="44"/>
                </a:cxn>
                <a:cxn ang="0">
                  <a:pos x="25" y="11"/>
                </a:cxn>
                <a:cxn ang="0">
                  <a:pos x="24" y="10"/>
                </a:cxn>
                <a:cxn ang="0">
                  <a:pos x="5" y="10"/>
                </a:cxn>
                <a:cxn ang="0">
                  <a:pos x="3" y="11"/>
                </a:cxn>
                <a:cxn ang="0">
                  <a:pos x="3" y="38"/>
                </a:cxn>
                <a:cxn ang="0">
                  <a:pos x="5" y="39"/>
                </a:cxn>
                <a:cxn ang="0">
                  <a:pos x="24" y="39"/>
                </a:cxn>
                <a:cxn ang="0">
                  <a:pos x="25" y="38"/>
                </a:cxn>
                <a:cxn ang="0">
                  <a:pos x="25" y="11"/>
                </a:cxn>
                <a:cxn ang="0">
                  <a:pos x="17" y="5"/>
                </a:cxn>
                <a:cxn ang="0">
                  <a:pos x="11" y="5"/>
                </a:cxn>
                <a:cxn ang="0">
                  <a:pos x="11" y="6"/>
                </a:cxn>
                <a:cxn ang="0">
                  <a:pos x="11" y="6"/>
                </a:cxn>
                <a:cxn ang="0">
                  <a:pos x="17" y="6"/>
                </a:cxn>
                <a:cxn ang="0">
                  <a:pos x="18" y="6"/>
                </a:cxn>
                <a:cxn ang="0">
                  <a:pos x="17" y="5"/>
                </a:cxn>
                <a:cxn ang="0">
                  <a:pos x="14" y="41"/>
                </a:cxn>
                <a:cxn ang="0">
                  <a:pos x="11" y="44"/>
                </a:cxn>
                <a:cxn ang="0">
                  <a:pos x="14" y="47"/>
                </a:cxn>
                <a:cxn ang="0">
                  <a:pos x="17" y="44"/>
                </a:cxn>
                <a:cxn ang="0">
                  <a:pos x="14" y="41"/>
                </a:cxn>
              </a:cxnLst>
              <a:rect l="0" t="0" r="r" b="b"/>
              <a:pathLst>
                <a:path w="29" h="49">
                  <a:moveTo>
                    <a:pt x="29" y="44"/>
                  </a:moveTo>
                  <a:cubicBezTo>
                    <a:pt x="29" y="47"/>
                    <a:pt x="27" y="49"/>
                    <a:pt x="24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0" y="47"/>
                    <a:pt x="0" y="4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7" y="0"/>
                    <a:pt x="29" y="3"/>
                    <a:pt x="29" y="5"/>
                  </a:cubicBezTo>
                  <a:lnTo>
                    <a:pt x="29" y="44"/>
                  </a:lnTo>
                  <a:close/>
                  <a:moveTo>
                    <a:pt x="25" y="11"/>
                  </a:moveTo>
                  <a:cubicBezTo>
                    <a:pt x="25" y="11"/>
                    <a:pt x="25" y="10"/>
                    <a:pt x="2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3" y="11"/>
                    <a:pt x="3" y="1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9"/>
                    <a:pt x="4" y="39"/>
                    <a:pt x="5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5" y="38"/>
                  </a:cubicBezTo>
                  <a:lnTo>
                    <a:pt x="25" y="11"/>
                  </a:lnTo>
                  <a:close/>
                  <a:moveTo>
                    <a:pt x="17" y="5"/>
                  </a:move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5"/>
                    <a:pt x="17" y="5"/>
                  </a:cubicBezTo>
                  <a:close/>
                  <a:moveTo>
                    <a:pt x="14" y="41"/>
                  </a:moveTo>
                  <a:cubicBezTo>
                    <a:pt x="13" y="41"/>
                    <a:pt x="11" y="42"/>
                    <a:pt x="11" y="44"/>
                  </a:cubicBezTo>
                  <a:cubicBezTo>
                    <a:pt x="11" y="46"/>
                    <a:pt x="13" y="47"/>
                    <a:pt x="14" y="47"/>
                  </a:cubicBezTo>
                  <a:cubicBezTo>
                    <a:pt x="16" y="47"/>
                    <a:pt x="17" y="46"/>
                    <a:pt x="17" y="44"/>
                  </a:cubicBezTo>
                  <a:cubicBezTo>
                    <a:pt x="17" y="42"/>
                    <a:pt x="16" y="41"/>
                    <a:pt x="14" y="4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2661323" y="4880216"/>
            <a:ext cx="606998" cy="606998"/>
            <a:chOff x="1256602" y="1660128"/>
            <a:chExt cx="1140222" cy="1140222"/>
          </a:xfrm>
        </p:grpSpPr>
        <p:sp>
          <p:nvSpPr>
            <p:cNvPr id="105" name="Oval 104"/>
            <p:cNvSpPr/>
            <p:nvPr/>
          </p:nvSpPr>
          <p:spPr>
            <a:xfrm>
              <a:off x="1256602" y="1660128"/>
              <a:ext cx="1140222" cy="114022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Freeform 105"/>
            <p:cNvSpPr>
              <a:spLocks noEditPoints="1"/>
            </p:cNvSpPr>
            <p:nvPr/>
          </p:nvSpPr>
          <p:spPr bwMode="auto">
            <a:xfrm>
              <a:off x="1620882" y="2053067"/>
              <a:ext cx="411662" cy="354344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7308564" y="4880216"/>
            <a:ext cx="606998" cy="606998"/>
            <a:chOff x="6822500" y="3345875"/>
            <a:chExt cx="997525" cy="997525"/>
          </a:xfrm>
        </p:grpSpPr>
        <p:sp>
          <p:nvSpPr>
            <p:cNvPr id="108" name="Oval 107"/>
            <p:cNvSpPr/>
            <p:nvPr/>
          </p:nvSpPr>
          <p:spPr>
            <a:xfrm>
              <a:off x="6822500" y="3345875"/>
              <a:ext cx="997525" cy="9975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Freeform 176"/>
            <p:cNvSpPr>
              <a:spLocks noEditPoints="1"/>
            </p:cNvSpPr>
            <p:nvPr/>
          </p:nvSpPr>
          <p:spPr bwMode="auto">
            <a:xfrm>
              <a:off x="7087900" y="3658900"/>
              <a:ext cx="466725" cy="371475"/>
            </a:xfrm>
            <a:custGeom>
              <a:avLst/>
              <a:gdLst/>
              <a:ahLst/>
              <a:cxnLst>
                <a:cxn ang="0">
                  <a:pos x="53" y="20"/>
                </a:cxn>
                <a:cxn ang="0">
                  <a:pos x="26" y="39"/>
                </a:cxn>
                <a:cxn ang="0">
                  <a:pos x="20" y="39"/>
                </a:cxn>
                <a:cxn ang="0">
                  <a:pos x="9" y="44"/>
                </a:cxn>
                <a:cxn ang="0">
                  <a:pos x="6" y="44"/>
                </a:cxn>
                <a:cxn ang="0">
                  <a:pos x="6" y="44"/>
                </a:cxn>
                <a:cxn ang="0">
                  <a:pos x="5" y="43"/>
                </a:cxn>
                <a:cxn ang="0">
                  <a:pos x="5" y="41"/>
                </a:cxn>
                <a:cxn ang="0">
                  <a:pos x="10" y="35"/>
                </a:cxn>
                <a:cxn ang="0">
                  <a:pos x="0" y="20"/>
                </a:cxn>
                <a:cxn ang="0">
                  <a:pos x="26" y="0"/>
                </a:cxn>
                <a:cxn ang="0">
                  <a:pos x="53" y="20"/>
                </a:cxn>
                <a:cxn ang="0">
                  <a:pos x="5" y="20"/>
                </a:cxn>
                <a:cxn ang="0">
                  <a:pos x="12" y="31"/>
                </a:cxn>
                <a:cxn ang="0">
                  <a:pos x="16" y="33"/>
                </a:cxn>
                <a:cxn ang="0">
                  <a:pos x="15" y="36"/>
                </a:cxn>
                <a:cxn ang="0">
                  <a:pos x="17" y="35"/>
                </a:cxn>
                <a:cxn ang="0">
                  <a:pos x="19" y="34"/>
                </a:cxn>
                <a:cxn ang="0">
                  <a:pos x="21" y="34"/>
                </a:cxn>
                <a:cxn ang="0">
                  <a:pos x="26" y="34"/>
                </a:cxn>
                <a:cxn ang="0">
                  <a:pos x="48" y="20"/>
                </a:cxn>
                <a:cxn ang="0">
                  <a:pos x="26" y="5"/>
                </a:cxn>
                <a:cxn ang="0">
                  <a:pos x="5" y="20"/>
                </a:cxn>
                <a:cxn ang="0">
                  <a:pos x="62" y="51"/>
                </a:cxn>
                <a:cxn ang="0">
                  <a:pos x="63" y="53"/>
                </a:cxn>
                <a:cxn ang="0">
                  <a:pos x="62" y="54"/>
                </a:cxn>
                <a:cxn ang="0">
                  <a:pos x="58" y="53"/>
                </a:cxn>
                <a:cxn ang="0">
                  <a:pos x="48" y="48"/>
                </a:cxn>
                <a:cxn ang="0">
                  <a:pos x="41" y="49"/>
                </a:cxn>
                <a:cxn ang="0">
                  <a:pos x="23" y="44"/>
                </a:cxn>
                <a:cxn ang="0">
                  <a:pos x="26" y="44"/>
                </a:cxn>
                <a:cxn ang="0">
                  <a:pos x="48" y="38"/>
                </a:cxn>
                <a:cxn ang="0">
                  <a:pos x="58" y="20"/>
                </a:cxn>
                <a:cxn ang="0">
                  <a:pos x="57" y="14"/>
                </a:cxn>
                <a:cxn ang="0">
                  <a:pos x="68" y="30"/>
                </a:cxn>
                <a:cxn ang="0">
                  <a:pos x="58" y="45"/>
                </a:cxn>
                <a:cxn ang="0">
                  <a:pos x="62" y="51"/>
                </a:cxn>
              </a:cxnLst>
              <a:rect l="0" t="0" r="r" b="b"/>
              <a:pathLst>
                <a:path w="68" h="54">
                  <a:moveTo>
                    <a:pt x="53" y="20"/>
                  </a:moveTo>
                  <a:cubicBezTo>
                    <a:pt x="53" y="31"/>
                    <a:pt x="41" y="39"/>
                    <a:pt x="26" y="39"/>
                  </a:cubicBezTo>
                  <a:cubicBezTo>
                    <a:pt x="24" y="39"/>
                    <a:pt x="22" y="39"/>
                    <a:pt x="20" y="39"/>
                  </a:cubicBezTo>
                  <a:cubicBezTo>
                    <a:pt x="17" y="41"/>
                    <a:pt x="13" y="43"/>
                    <a:pt x="9" y="44"/>
                  </a:cubicBezTo>
                  <a:cubicBezTo>
                    <a:pt x="8" y="44"/>
                    <a:pt x="7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3"/>
                  </a:cubicBezTo>
                  <a:cubicBezTo>
                    <a:pt x="5" y="42"/>
                    <a:pt x="5" y="42"/>
                    <a:pt x="5" y="41"/>
                  </a:cubicBezTo>
                  <a:cubicBezTo>
                    <a:pt x="7" y="40"/>
                    <a:pt x="9" y="38"/>
                    <a:pt x="10" y="35"/>
                  </a:cubicBezTo>
                  <a:cubicBezTo>
                    <a:pt x="4" y="32"/>
                    <a:pt x="0" y="26"/>
                    <a:pt x="0" y="20"/>
                  </a:cubicBezTo>
                  <a:cubicBezTo>
                    <a:pt x="0" y="9"/>
                    <a:pt x="12" y="0"/>
                    <a:pt x="26" y="0"/>
                  </a:cubicBezTo>
                  <a:cubicBezTo>
                    <a:pt x="41" y="0"/>
                    <a:pt x="53" y="9"/>
                    <a:pt x="53" y="20"/>
                  </a:cubicBezTo>
                  <a:close/>
                  <a:moveTo>
                    <a:pt x="5" y="20"/>
                  </a:moveTo>
                  <a:cubicBezTo>
                    <a:pt x="5" y="24"/>
                    <a:pt x="7" y="28"/>
                    <a:pt x="12" y="3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6" y="35"/>
                    <a:pt x="17" y="35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3" y="34"/>
                    <a:pt x="25" y="34"/>
                    <a:pt x="26" y="34"/>
                  </a:cubicBezTo>
                  <a:cubicBezTo>
                    <a:pt x="38" y="34"/>
                    <a:pt x="48" y="28"/>
                    <a:pt x="48" y="20"/>
                  </a:cubicBezTo>
                  <a:cubicBezTo>
                    <a:pt x="48" y="12"/>
                    <a:pt x="38" y="5"/>
                    <a:pt x="26" y="5"/>
                  </a:cubicBezTo>
                  <a:cubicBezTo>
                    <a:pt x="15" y="5"/>
                    <a:pt x="5" y="12"/>
                    <a:pt x="5" y="20"/>
                  </a:cubicBezTo>
                  <a:close/>
                  <a:moveTo>
                    <a:pt x="62" y="51"/>
                  </a:moveTo>
                  <a:cubicBezTo>
                    <a:pt x="63" y="52"/>
                    <a:pt x="63" y="52"/>
                    <a:pt x="63" y="53"/>
                  </a:cubicBezTo>
                  <a:cubicBezTo>
                    <a:pt x="63" y="53"/>
                    <a:pt x="62" y="54"/>
                    <a:pt x="62" y="54"/>
                  </a:cubicBezTo>
                  <a:cubicBezTo>
                    <a:pt x="60" y="54"/>
                    <a:pt x="59" y="54"/>
                    <a:pt x="58" y="53"/>
                  </a:cubicBezTo>
                  <a:cubicBezTo>
                    <a:pt x="54" y="52"/>
                    <a:pt x="51" y="51"/>
                    <a:pt x="48" y="48"/>
                  </a:cubicBezTo>
                  <a:cubicBezTo>
                    <a:pt x="46" y="49"/>
                    <a:pt x="43" y="49"/>
                    <a:pt x="41" y="49"/>
                  </a:cubicBezTo>
                  <a:cubicBezTo>
                    <a:pt x="34" y="49"/>
                    <a:pt x="28" y="47"/>
                    <a:pt x="23" y="44"/>
                  </a:cubicBezTo>
                  <a:cubicBezTo>
                    <a:pt x="24" y="44"/>
                    <a:pt x="25" y="44"/>
                    <a:pt x="26" y="44"/>
                  </a:cubicBezTo>
                  <a:cubicBezTo>
                    <a:pt x="35" y="44"/>
                    <a:pt x="42" y="42"/>
                    <a:pt x="48" y="38"/>
                  </a:cubicBezTo>
                  <a:cubicBezTo>
                    <a:pt x="55" y="33"/>
                    <a:pt x="58" y="27"/>
                    <a:pt x="58" y="20"/>
                  </a:cubicBezTo>
                  <a:cubicBezTo>
                    <a:pt x="58" y="18"/>
                    <a:pt x="58" y="16"/>
                    <a:pt x="57" y="14"/>
                  </a:cubicBezTo>
                  <a:cubicBezTo>
                    <a:pt x="64" y="18"/>
                    <a:pt x="68" y="23"/>
                    <a:pt x="68" y="30"/>
                  </a:cubicBezTo>
                  <a:cubicBezTo>
                    <a:pt x="68" y="36"/>
                    <a:pt x="64" y="41"/>
                    <a:pt x="58" y="45"/>
                  </a:cubicBezTo>
                  <a:cubicBezTo>
                    <a:pt x="59" y="48"/>
                    <a:pt x="61" y="49"/>
                    <a:pt x="62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5759484" y="4880216"/>
            <a:ext cx="606998" cy="606998"/>
            <a:chOff x="6251178" y="1443653"/>
            <a:chExt cx="1140222" cy="1140222"/>
          </a:xfrm>
        </p:grpSpPr>
        <p:sp>
          <p:nvSpPr>
            <p:cNvPr id="111" name="Oval 110"/>
            <p:cNvSpPr/>
            <p:nvPr/>
          </p:nvSpPr>
          <p:spPr>
            <a:xfrm>
              <a:off x="6251178" y="1443653"/>
              <a:ext cx="1140222" cy="114022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78"/>
            <p:cNvSpPr>
              <a:spLocks noEditPoints="1"/>
            </p:cNvSpPr>
            <p:nvPr/>
          </p:nvSpPr>
          <p:spPr bwMode="auto">
            <a:xfrm>
              <a:off x="6615458" y="1858739"/>
              <a:ext cx="411662" cy="310050"/>
            </a:xfrm>
            <a:custGeom>
              <a:avLst/>
              <a:gdLst/>
              <a:ahLst/>
              <a:cxnLst>
                <a:cxn ang="0">
                  <a:pos x="158" y="119"/>
                </a:cxn>
                <a:cxn ang="0">
                  <a:pos x="0" y="119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9" y="108"/>
                </a:cxn>
                <a:cxn ang="0">
                  <a:pos x="158" y="108"/>
                </a:cxn>
                <a:cxn ang="0">
                  <a:pos x="158" y="119"/>
                </a:cxn>
                <a:cxn ang="0">
                  <a:pos x="50" y="99"/>
                </a:cxn>
                <a:cxn ang="0">
                  <a:pos x="29" y="99"/>
                </a:cxn>
                <a:cxn ang="0">
                  <a:pos x="29" y="60"/>
                </a:cxn>
                <a:cxn ang="0">
                  <a:pos x="50" y="60"/>
                </a:cxn>
                <a:cxn ang="0">
                  <a:pos x="50" y="99"/>
                </a:cxn>
                <a:cxn ang="0">
                  <a:pos x="78" y="99"/>
                </a:cxn>
                <a:cxn ang="0">
                  <a:pos x="59" y="99"/>
                </a:cxn>
                <a:cxn ang="0">
                  <a:pos x="59" y="19"/>
                </a:cxn>
                <a:cxn ang="0">
                  <a:pos x="78" y="19"/>
                </a:cxn>
                <a:cxn ang="0">
                  <a:pos x="78" y="99"/>
                </a:cxn>
                <a:cxn ang="0">
                  <a:pos x="109" y="99"/>
                </a:cxn>
                <a:cxn ang="0">
                  <a:pos x="89" y="99"/>
                </a:cxn>
                <a:cxn ang="0">
                  <a:pos x="89" y="39"/>
                </a:cxn>
                <a:cxn ang="0">
                  <a:pos x="109" y="39"/>
                </a:cxn>
                <a:cxn ang="0">
                  <a:pos x="109" y="99"/>
                </a:cxn>
                <a:cxn ang="0">
                  <a:pos x="139" y="99"/>
                </a:cxn>
                <a:cxn ang="0">
                  <a:pos x="119" y="99"/>
                </a:cxn>
                <a:cxn ang="0">
                  <a:pos x="119" y="11"/>
                </a:cxn>
                <a:cxn ang="0">
                  <a:pos x="139" y="11"/>
                </a:cxn>
                <a:cxn ang="0">
                  <a:pos x="139" y="99"/>
                </a:cxn>
              </a:cxnLst>
              <a:rect l="0" t="0" r="r" b="b"/>
              <a:pathLst>
                <a:path w="158" h="119">
                  <a:moveTo>
                    <a:pt x="158" y="11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8"/>
                  </a:lnTo>
                  <a:lnTo>
                    <a:pt x="158" y="108"/>
                  </a:lnTo>
                  <a:lnTo>
                    <a:pt x="158" y="119"/>
                  </a:lnTo>
                  <a:close/>
                  <a:moveTo>
                    <a:pt x="50" y="99"/>
                  </a:moveTo>
                  <a:lnTo>
                    <a:pt x="29" y="99"/>
                  </a:lnTo>
                  <a:lnTo>
                    <a:pt x="29" y="60"/>
                  </a:lnTo>
                  <a:lnTo>
                    <a:pt x="50" y="60"/>
                  </a:lnTo>
                  <a:lnTo>
                    <a:pt x="50" y="99"/>
                  </a:lnTo>
                  <a:close/>
                  <a:moveTo>
                    <a:pt x="78" y="99"/>
                  </a:moveTo>
                  <a:lnTo>
                    <a:pt x="59" y="99"/>
                  </a:lnTo>
                  <a:lnTo>
                    <a:pt x="59" y="19"/>
                  </a:lnTo>
                  <a:lnTo>
                    <a:pt x="78" y="19"/>
                  </a:lnTo>
                  <a:lnTo>
                    <a:pt x="78" y="99"/>
                  </a:lnTo>
                  <a:close/>
                  <a:moveTo>
                    <a:pt x="109" y="99"/>
                  </a:moveTo>
                  <a:lnTo>
                    <a:pt x="89" y="99"/>
                  </a:lnTo>
                  <a:lnTo>
                    <a:pt x="89" y="39"/>
                  </a:lnTo>
                  <a:lnTo>
                    <a:pt x="109" y="39"/>
                  </a:lnTo>
                  <a:lnTo>
                    <a:pt x="109" y="99"/>
                  </a:lnTo>
                  <a:close/>
                  <a:moveTo>
                    <a:pt x="139" y="99"/>
                  </a:moveTo>
                  <a:lnTo>
                    <a:pt x="119" y="99"/>
                  </a:lnTo>
                  <a:lnTo>
                    <a:pt x="119" y="11"/>
                  </a:lnTo>
                  <a:lnTo>
                    <a:pt x="139" y="11"/>
                  </a:lnTo>
                  <a:lnTo>
                    <a:pt x="139" y="9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3" name="Text Placeholder 3"/>
          <p:cNvSpPr txBox="1">
            <a:spLocks/>
          </p:cNvSpPr>
          <p:nvPr/>
        </p:nvSpPr>
        <p:spPr>
          <a:xfrm>
            <a:off x="842962" y="560995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1112242" y="4880216"/>
            <a:ext cx="606998" cy="606998"/>
            <a:chOff x="4163440" y="2842640"/>
            <a:chExt cx="915962" cy="915962"/>
          </a:xfrm>
        </p:grpSpPr>
        <p:sp>
          <p:nvSpPr>
            <p:cNvPr id="115" name="Oval 114"/>
            <p:cNvSpPr/>
            <p:nvPr/>
          </p:nvSpPr>
          <p:spPr>
            <a:xfrm>
              <a:off x="4163440" y="2842640"/>
              <a:ext cx="915962" cy="9159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Freeform 166"/>
            <p:cNvSpPr>
              <a:spLocks noEditPoints="1"/>
            </p:cNvSpPr>
            <p:nvPr/>
          </p:nvSpPr>
          <p:spPr bwMode="auto">
            <a:xfrm>
              <a:off x="4433049" y="3110863"/>
              <a:ext cx="376745" cy="379516"/>
            </a:xfrm>
            <a:custGeom>
              <a:avLst/>
              <a:gdLst/>
              <a:ahLst/>
              <a:cxnLst>
                <a:cxn ang="0">
                  <a:pos x="1" y="42"/>
                </a:cxn>
                <a:cxn ang="0">
                  <a:pos x="1" y="40"/>
                </a:cxn>
                <a:cxn ang="0">
                  <a:pos x="14" y="41"/>
                </a:cxn>
                <a:cxn ang="0">
                  <a:pos x="30" y="19"/>
                </a:cxn>
                <a:cxn ang="0">
                  <a:pos x="17" y="8"/>
                </a:cxn>
                <a:cxn ang="0">
                  <a:pos x="9" y="14"/>
                </a:cxn>
                <a:cxn ang="0">
                  <a:pos x="9" y="19"/>
                </a:cxn>
                <a:cxn ang="0">
                  <a:pos x="18" y="39"/>
                </a:cxn>
                <a:cxn ang="0">
                  <a:pos x="4" y="24"/>
                </a:cxn>
                <a:cxn ang="0">
                  <a:pos x="4" y="9"/>
                </a:cxn>
                <a:cxn ang="0">
                  <a:pos x="17" y="0"/>
                </a:cxn>
                <a:cxn ang="0">
                  <a:pos x="37" y="16"/>
                </a:cxn>
                <a:cxn ang="0">
                  <a:pos x="30" y="19"/>
                </a:cxn>
                <a:cxn ang="0">
                  <a:pos x="6" y="58"/>
                </a:cxn>
                <a:cxn ang="0">
                  <a:pos x="5" y="56"/>
                </a:cxn>
                <a:cxn ang="0">
                  <a:pos x="16" y="46"/>
                </a:cxn>
                <a:cxn ang="0">
                  <a:pos x="7" y="58"/>
                </a:cxn>
                <a:cxn ang="0">
                  <a:pos x="22" y="63"/>
                </a:cxn>
                <a:cxn ang="0">
                  <a:pos x="20" y="49"/>
                </a:cxn>
                <a:cxn ang="0">
                  <a:pos x="23" y="49"/>
                </a:cxn>
                <a:cxn ang="0">
                  <a:pos x="59" y="54"/>
                </a:cxn>
                <a:cxn ang="0">
                  <a:pos x="46" y="62"/>
                </a:cxn>
                <a:cxn ang="0">
                  <a:pos x="25" y="46"/>
                </a:cxn>
                <a:cxn ang="0">
                  <a:pos x="33" y="43"/>
                </a:cxn>
                <a:cxn ang="0">
                  <a:pos x="48" y="54"/>
                </a:cxn>
                <a:cxn ang="0">
                  <a:pos x="55" y="46"/>
                </a:cxn>
                <a:cxn ang="0">
                  <a:pos x="44" y="33"/>
                </a:cxn>
                <a:cxn ang="0">
                  <a:pos x="46" y="25"/>
                </a:cxn>
                <a:cxn ang="0">
                  <a:pos x="62" y="46"/>
                </a:cxn>
                <a:cxn ang="0">
                  <a:pos x="42" y="13"/>
                </a:cxn>
                <a:cxn ang="0">
                  <a:pos x="40" y="13"/>
                </a:cxn>
                <a:cxn ang="0">
                  <a:pos x="41" y="0"/>
                </a:cxn>
                <a:cxn ang="0">
                  <a:pos x="42" y="13"/>
                </a:cxn>
                <a:cxn ang="0">
                  <a:pos x="47" y="17"/>
                </a:cxn>
                <a:cxn ang="0">
                  <a:pos x="46" y="15"/>
                </a:cxn>
                <a:cxn ang="0">
                  <a:pos x="58" y="5"/>
                </a:cxn>
                <a:cxn ang="0">
                  <a:pos x="48" y="16"/>
                </a:cxn>
                <a:cxn ang="0">
                  <a:pos x="50" y="23"/>
                </a:cxn>
                <a:cxn ang="0">
                  <a:pos x="50" y="20"/>
                </a:cxn>
                <a:cxn ang="0">
                  <a:pos x="63" y="22"/>
                </a:cxn>
              </a:cxnLst>
              <a:rect l="0" t="0" r="r" b="b"/>
              <a:pathLst>
                <a:path w="63" h="63">
                  <a:moveTo>
                    <a:pt x="13" y="42"/>
                  </a:moveTo>
                  <a:cubicBezTo>
                    <a:pt x="1" y="42"/>
                    <a:pt x="1" y="42"/>
                    <a:pt x="1" y="42"/>
                  </a:cubicBezTo>
                  <a:cubicBezTo>
                    <a:pt x="0" y="42"/>
                    <a:pt x="0" y="42"/>
                    <a:pt x="0" y="41"/>
                  </a:cubicBezTo>
                  <a:cubicBezTo>
                    <a:pt x="0" y="40"/>
                    <a:pt x="0" y="40"/>
                    <a:pt x="1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0"/>
                    <a:pt x="14" y="40"/>
                    <a:pt x="14" y="41"/>
                  </a:cubicBezTo>
                  <a:cubicBezTo>
                    <a:pt x="14" y="42"/>
                    <a:pt x="14" y="42"/>
                    <a:pt x="13" y="42"/>
                  </a:cubicBezTo>
                  <a:close/>
                  <a:moveTo>
                    <a:pt x="30" y="19"/>
                  </a:moveTo>
                  <a:cubicBezTo>
                    <a:pt x="19" y="9"/>
                    <a:pt x="19" y="9"/>
                    <a:pt x="19" y="9"/>
                  </a:cubicBezTo>
                  <a:cubicBezTo>
                    <a:pt x="19" y="8"/>
                    <a:pt x="18" y="8"/>
                    <a:pt x="17" y="8"/>
                  </a:cubicBezTo>
                  <a:cubicBezTo>
                    <a:pt x="16" y="8"/>
                    <a:pt x="15" y="8"/>
                    <a:pt x="14" y="9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5"/>
                    <a:pt x="8" y="16"/>
                    <a:pt x="8" y="17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8"/>
                    <a:pt x="17" y="38"/>
                    <a:pt x="16" y="37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2"/>
                    <a:pt x="0" y="20"/>
                    <a:pt x="0" y="17"/>
                  </a:cubicBezTo>
                  <a:cubicBezTo>
                    <a:pt x="0" y="14"/>
                    <a:pt x="2" y="11"/>
                    <a:pt x="4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1" y="1"/>
                    <a:pt x="14" y="0"/>
                    <a:pt x="17" y="0"/>
                  </a:cubicBezTo>
                  <a:cubicBezTo>
                    <a:pt x="20" y="0"/>
                    <a:pt x="23" y="1"/>
                    <a:pt x="25" y="4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7"/>
                    <a:pt x="38" y="18"/>
                    <a:pt x="39" y="18"/>
                  </a:cubicBezTo>
                  <a:lnTo>
                    <a:pt x="30" y="19"/>
                  </a:lnTo>
                  <a:close/>
                  <a:moveTo>
                    <a:pt x="7" y="58"/>
                  </a:move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5" y="58"/>
                    <a:pt x="5" y="58"/>
                  </a:cubicBezTo>
                  <a:cubicBezTo>
                    <a:pt x="5" y="57"/>
                    <a:pt x="5" y="56"/>
                    <a:pt x="5" y="5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5" y="46"/>
                    <a:pt x="16" y="46"/>
                    <a:pt x="16" y="46"/>
                  </a:cubicBezTo>
                  <a:cubicBezTo>
                    <a:pt x="17" y="47"/>
                    <a:pt x="17" y="47"/>
                    <a:pt x="16" y="48"/>
                  </a:cubicBezTo>
                  <a:lnTo>
                    <a:pt x="7" y="58"/>
                  </a:lnTo>
                  <a:close/>
                  <a:moveTo>
                    <a:pt x="23" y="62"/>
                  </a:moveTo>
                  <a:cubicBezTo>
                    <a:pt x="23" y="62"/>
                    <a:pt x="22" y="63"/>
                    <a:pt x="22" y="63"/>
                  </a:cubicBezTo>
                  <a:cubicBezTo>
                    <a:pt x="21" y="63"/>
                    <a:pt x="20" y="62"/>
                    <a:pt x="20" y="62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8"/>
                    <a:pt x="22" y="48"/>
                  </a:cubicBezTo>
                  <a:cubicBezTo>
                    <a:pt x="22" y="48"/>
                    <a:pt x="23" y="49"/>
                    <a:pt x="23" y="49"/>
                  </a:cubicBezTo>
                  <a:lnTo>
                    <a:pt x="23" y="62"/>
                  </a:lnTo>
                  <a:close/>
                  <a:moveTo>
                    <a:pt x="59" y="54"/>
                  </a:moveTo>
                  <a:cubicBezTo>
                    <a:pt x="54" y="59"/>
                    <a:pt x="54" y="59"/>
                    <a:pt x="54" y="59"/>
                  </a:cubicBezTo>
                  <a:cubicBezTo>
                    <a:pt x="51" y="61"/>
                    <a:pt x="49" y="62"/>
                    <a:pt x="46" y="62"/>
                  </a:cubicBezTo>
                  <a:cubicBezTo>
                    <a:pt x="43" y="62"/>
                    <a:pt x="40" y="61"/>
                    <a:pt x="38" y="59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4" y="45"/>
                    <a:pt x="24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5" y="55"/>
                    <a:pt x="47" y="55"/>
                    <a:pt x="48" y="5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5" y="47"/>
                    <a:pt x="55" y="46"/>
                  </a:cubicBezTo>
                  <a:cubicBezTo>
                    <a:pt x="55" y="45"/>
                    <a:pt x="55" y="44"/>
                    <a:pt x="54" y="4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5" y="24"/>
                    <a:pt x="46" y="25"/>
                    <a:pt x="46" y="25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40"/>
                    <a:pt x="62" y="43"/>
                    <a:pt x="62" y="46"/>
                  </a:cubicBezTo>
                  <a:cubicBezTo>
                    <a:pt x="62" y="49"/>
                    <a:pt x="61" y="52"/>
                    <a:pt x="59" y="54"/>
                  </a:cubicBezTo>
                  <a:close/>
                  <a:moveTo>
                    <a:pt x="42" y="13"/>
                  </a:moveTo>
                  <a:cubicBezTo>
                    <a:pt x="42" y="14"/>
                    <a:pt x="42" y="14"/>
                    <a:pt x="41" y="14"/>
                  </a:cubicBezTo>
                  <a:cubicBezTo>
                    <a:pt x="40" y="14"/>
                    <a:pt x="40" y="14"/>
                    <a:pt x="40" y="13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0"/>
                    <a:pt x="40" y="0"/>
                    <a:pt x="41" y="0"/>
                  </a:cubicBezTo>
                  <a:cubicBezTo>
                    <a:pt x="42" y="0"/>
                    <a:pt x="42" y="0"/>
                    <a:pt x="42" y="1"/>
                  </a:cubicBezTo>
                  <a:lnTo>
                    <a:pt x="42" y="13"/>
                  </a:lnTo>
                  <a:close/>
                  <a:moveTo>
                    <a:pt x="48" y="16"/>
                  </a:moveTo>
                  <a:cubicBezTo>
                    <a:pt x="48" y="17"/>
                    <a:pt x="47" y="17"/>
                    <a:pt x="47" y="17"/>
                  </a:cubicBezTo>
                  <a:cubicBezTo>
                    <a:pt x="47" y="17"/>
                    <a:pt x="47" y="17"/>
                    <a:pt x="46" y="16"/>
                  </a:cubicBezTo>
                  <a:cubicBezTo>
                    <a:pt x="46" y="16"/>
                    <a:pt x="46" y="15"/>
                    <a:pt x="46" y="15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4"/>
                    <a:pt x="57" y="4"/>
                    <a:pt x="58" y="5"/>
                  </a:cubicBezTo>
                  <a:cubicBezTo>
                    <a:pt x="58" y="5"/>
                    <a:pt x="58" y="6"/>
                    <a:pt x="58" y="7"/>
                  </a:cubicBezTo>
                  <a:lnTo>
                    <a:pt x="48" y="16"/>
                  </a:lnTo>
                  <a:close/>
                  <a:moveTo>
                    <a:pt x="62" y="23"/>
                  </a:moveTo>
                  <a:cubicBezTo>
                    <a:pt x="50" y="23"/>
                    <a:pt x="50" y="23"/>
                    <a:pt x="50" y="23"/>
                  </a:cubicBezTo>
                  <a:cubicBezTo>
                    <a:pt x="49" y="23"/>
                    <a:pt x="48" y="22"/>
                    <a:pt x="48" y="22"/>
                  </a:cubicBezTo>
                  <a:cubicBezTo>
                    <a:pt x="48" y="21"/>
                    <a:pt x="49" y="20"/>
                    <a:pt x="50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2" y="20"/>
                    <a:pt x="63" y="21"/>
                    <a:pt x="63" y="22"/>
                  </a:cubicBezTo>
                  <a:cubicBezTo>
                    <a:pt x="63" y="22"/>
                    <a:pt x="62" y="23"/>
                    <a:pt x="62" y="2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761096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0"/>
                            </p:stCondLst>
                            <p:childTnLst>
                              <p:par>
                                <p:cTn id="8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000"/>
                            </p:stCondLst>
                            <p:childTnLst>
                              <p:par>
                                <p:cTn id="10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500"/>
                            </p:stCondLst>
                            <p:childTnLst>
                              <p:par>
                                <p:cTn id="10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000"/>
                            </p:stCondLst>
                            <p:childTnLst>
                              <p:par>
                                <p:cTn id="1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Graphic spid="45" grpId="0">
        <p:bldAsOne/>
      </p:bldGraphic>
      <p:bldGraphic spid="46" grpId="0">
        <p:bldAsOne/>
      </p:bldGraphic>
      <p:bldGraphic spid="49" grpId="0">
        <p:bldAsOne/>
      </p:bldGraphic>
      <p:bldGraphic spid="50" grpId="0">
        <p:bldAsOne/>
      </p:bldGraphic>
      <p:bldGraphic spid="51" grpId="0">
        <p:bldAsOne/>
      </p:bldGraphic>
      <p:bldP spid="58" grpId="0" animBg="1"/>
      <p:bldP spid="59" grpId="0" animBg="1"/>
      <p:bldP spid="68" grpId="0" animBg="1"/>
      <p:bldP spid="74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/>
      <p:bldP spid="94" grpId="0"/>
      <p:bldP spid="95" grpId="0"/>
      <p:bldP spid="96" grpId="0"/>
      <p:bldP spid="1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Yearly Timeline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Project Yearly Timeline</a:t>
            </a:r>
            <a:endParaRPr lang="en-US" dirty="0"/>
          </a:p>
        </p:txBody>
      </p:sp>
      <p:grpSp>
        <p:nvGrpSpPr>
          <p:cNvPr id="49" name="Group 50"/>
          <p:cNvGrpSpPr/>
          <p:nvPr/>
        </p:nvGrpSpPr>
        <p:grpSpPr>
          <a:xfrm>
            <a:off x="668754" y="2456724"/>
            <a:ext cx="1296169" cy="1296168"/>
            <a:chOff x="1400541" y="1592431"/>
            <a:chExt cx="1296169" cy="1296168"/>
          </a:xfrm>
        </p:grpSpPr>
        <p:sp>
          <p:nvSpPr>
            <p:cNvPr id="50" name="Oval 49"/>
            <p:cNvSpPr/>
            <p:nvPr/>
          </p:nvSpPr>
          <p:spPr>
            <a:xfrm>
              <a:off x="1533041" y="1693149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7" name="Pie 56"/>
            <p:cNvSpPr/>
            <p:nvPr/>
          </p:nvSpPr>
          <p:spPr>
            <a:xfrm>
              <a:off x="1400541" y="1592431"/>
              <a:ext cx="1296169" cy="1296168"/>
            </a:xfrm>
            <a:prstGeom prst="pie">
              <a:avLst>
                <a:gd name="adj1" fmla="val 16202330"/>
                <a:gd name="adj2" fmla="val 1079923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100458" y="2085624"/>
              <a:ext cx="48921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75%</a:t>
              </a:r>
            </a:p>
          </p:txBody>
        </p:sp>
      </p:grpSp>
      <p:grpSp>
        <p:nvGrpSpPr>
          <p:cNvPr id="69" name="Group 51"/>
          <p:cNvGrpSpPr/>
          <p:nvPr/>
        </p:nvGrpSpPr>
        <p:grpSpPr>
          <a:xfrm>
            <a:off x="2304115" y="2456724"/>
            <a:ext cx="1296169" cy="1296168"/>
            <a:chOff x="3099936" y="1592431"/>
            <a:chExt cx="1296169" cy="1296168"/>
          </a:xfrm>
        </p:grpSpPr>
        <p:sp>
          <p:nvSpPr>
            <p:cNvPr id="70" name="Oval 69"/>
            <p:cNvSpPr/>
            <p:nvPr/>
          </p:nvSpPr>
          <p:spPr>
            <a:xfrm>
              <a:off x="3232436" y="1693149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71" name="Pie 70"/>
            <p:cNvSpPr/>
            <p:nvPr/>
          </p:nvSpPr>
          <p:spPr>
            <a:xfrm>
              <a:off x="3099936" y="1592431"/>
              <a:ext cx="1296169" cy="1296168"/>
            </a:xfrm>
            <a:prstGeom prst="pie">
              <a:avLst>
                <a:gd name="adj1" fmla="val 16150781"/>
                <a:gd name="adj2" fmla="val 538898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799853" y="2104674"/>
              <a:ext cx="48921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50%</a:t>
              </a:r>
            </a:p>
          </p:txBody>
        </p:sp>
      </p:grpSp>
      <p:grpSp>
        <p:nvGrpSpPr>
          <p:cNvPr id="73" name="Group 60"/>
          <p:cNvGrpSpPr/>
          <p:nvPr/>
        </p:nvGrpSpPr>
        <p:grpSpPr>
          <a:xfrm>
            <a:off x="3939476" y="2456724"/>
            <a:ext cx="1296169" cy="1296168"/>
            <a:chOff x="4834295" y="1592431"/>
            <a:chExt cx="1296169" cy="1296168"/>
          </a:xfrm>
        </p:grpSpPr>
        <p:sp>
          <p:nvSpPr>
            <p:cNvPr id="74" name="Oval 73"/>
            <p:cNvSpPr/>
            <p:nvPr/>
          </p:nvSpPr>
          <p:spPr>
            <a:xfrm>
              <a:off x="4966795" y="1693149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75" name="Pie 74"/>
            <p:cNvSpPr/>
            <p:nvPr/>
          </p:nvSpPr>
          <p:spPr>
            <a:xfrm>
              <a:off x="4834295" y="1592431"/>
              <a:ext cx="1296169" cy="1296168"/>
            </a:xfrm>
            <a:prstGeom prst="pie">
              <a:avLst>
                <a:gd name="adj1" fmla="val 16226626"/>
                <a:gd name="adj2" fmla="val 848252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524687" y="2104674"/>
              <a:ext cx="48921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65%</a:t>
              </a:r>
            </a:p>
          </p:txBody>
        </p:sp>
      </p:grpSp>
      <p:grpSp>
        <p:nvGrpSpPr>
          <p:cNvPr id="77" name="Group 61"/>
          <p:cNvGrpSpPr/>
          <p:nvPr/>
        </p:nvGrpSpPr>
        <p:grpSpPr>
          <a:xfrm>
            <a:off x="5574837" y="2456724"/>
            <a:ext cx="1296169" cy="1296168"/>
            <a:chOff x="6447291" y="1592431"/>
            <a:chExt cx="1296169" cy="1296168"/>
          </a:xfrm>
        </p:grpSpPr>
        <p:sp>
          <p:nvSpPr>
            <p:cNvPr id="78" name="Oval 77"/>
            <p:cNvSpPr/>
            <p:nvPr/>
          </p:nvSpPr>
          <p:spPr>
            <a:xfrm>
              <a:off x="6579791" y="1661368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79" name="Pie 78"/>
            <p:cNvSpPr/>
            <p:nvPr/>
          </p:nvSpPr>
          <p:spPr>
            <a:xfrm>
              <a:off x="6447291" y="1592431"/>
              <a:ext cx="1296169" cy="1296168"/>
            </a:xfrm>
            <a:prstGeom prst="pie">
              <a:avLst>
                <a:gd name="adj1" fmla="val 16117363"/>
                <a:gd name="adj2" fmla="val 1021639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151229" y="2134506"/>
              <a:ext cx="48921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70%</a:t>
              </a:r>
            </a:p>
          </p:txBody>
        </p:sp>
      </p:grpSp>
      <p:grpSp>
        <p:nvGrpSpPr>
          <p:cNvPr id="85" name="Group 52"/>
          <p:cNvGrpSpPr/>
          <p:nvPr/>
        </p:nvGrpSpPr>
        <p:grpSpPr>
          <a:xfrm>
            <a:off x="7210197" y="2456724"/>
            <a:ext cx="1296169" cy="1296168"/>
            <a:chOff x="6447291" y="1592431"/>
            <a:chExt cx="1296169" cy="1296168"/>
          </a:xfrm>
        </p:grpSpPr>
        <p:sp>
          <p:nvSpPr>
            <p:cNvPr id="88" name="Oval 87"/>
            <p:cNvSpPr/>
            <p:nvPr/>
          </p:nvSpPr>
          <p:spPr>
            <a:xfrm>
              <a:off x="6579791" y="1661368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91" name="Pie 90"/>
            <p:cNvSpPr/>
            <p:nvPr/>
          </p:nvSpPr>
          <p:spPr>
            <a:xfrm>
              <a:off x="6447291" y="1592431"/>
              <a:ext cx="1296169" cy="1296168"/>
            </a:xfrm>
            <a:prstGeom prst="pie">
              <a:avLst>
                <a:gd name="adj1" fmla="val 16140775"/>
                <a:gd name="adj2" fmla="val 13706274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128158" y="2123724"/>
              <a:ext cx="48921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95%</a:t>
              </a:r>
            </a:p>
          </p:txBody>
        </p:sp>
      </p:grpSp>
      <p:grpSp>
        <p:nvGrpSpPr>
          <p:cNvPr id="93" name="Group 59"/>
          <p:cNvGrpSpPr/>
          <p:nvPr/>
        </p:nvGrpSpPr>
        <p:grpSpPr>
          <a:xfrm>
            <a:off x="668754" y="4353620"/>
            <a:ext cx="1296168" cy="558403"/>
            <a:chOff x="654725" y="3050273"/>
            <a:chExt cx="1296168" cy="558403"/>
          </a:xfrm>
        </p:grpSpPr>
        <p:sp>
          <p:nvSpPr>
            <p:cNvPr id="94" name="Isosceles Triangle 93"/>
            <p:cNvSpPr/>
            <p:nvPr/>
          </p:nvSpPr>
          <p:spPr>
            <a:xfrm>
              <a:off x="1158914" y="3050273"/>
              <a:ext cx="287790" cy="21276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5" name="Round Same Side Corner Rectangle 94"/>
            <p:cNvSpPr/>
            <p:nvPr/>
          </p:nvSpPr>
          <p:spPr>
            <a:xfrm>
              <a:off x="654725" y="3187760"/>
              <a:ext cx="1296168" cy="420916"/>
            </a:xfrm>
            <a:prstGeom prst="round2Same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+mj-lt"/>
                </a:rPr>
                <a:t>Keyword</a:t>
              </a:r>
            </a:p>
          </p:txBody>
        </p:sp>
      </p:grpSp>
      <p:grpSp>
        <p:nvGrpSpPr>
          <p:cNvPr id="96" name="Group 78"/>
          <p:cNvGrpSpPr/>
          <p:nvPr/>
        </p:nvGrpSpPr>
        <p:grpSpPr>
          <a:xfrm>
            <a:off x="2304115" y="4353620"/>
            <a:ext cx="1296168" cy="558403"/>
            <a:chOff x="654725" y="3050273"/>
            <a:chExt cx="1296168" cy="558403"/>
          </a:xfrm>
        </p:grpSpPr>
        <p:sp>
          <p:nvSpPr>
            <p:cNvPr id="97" name="Isosceles Triangle 96"/>
            <p:cNvSpPr/>
            <p:nvPr/>
          </p:nvSpPr>
          <p:spPr>
            <a:xfrm>
              <a:off x="1158914" y="3050273"/>
              <a:ext cx="287790" cy="212761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8" name="Round Same Side Corner Rectangle 97"/>
            <p:cNvSpPr/>
            <p:nvPr/>
          </p:nvSpPr>
          <p:spPr>
            <a:xfrm>
              <a:off x="654725" y="3187760"/>
              <a:ext cx="1296168" cy="420916"/>
            </a:xfrm>
            <a:prstGeom prst="round2Same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+mj-lt"/>
                </a:rPr>
                <a:t>Keyword</a:t>
              </a:r>
            </a:p>
          </p:txBody>
        </p:sp>
      </p:grpSp>
      <p:grpSp>
        <p:nvGrpSpPr>
          <p:cNvPr id="99" name="Group 81"/>
          <p:cNvGrpSpPr/>
          <p:nvPr/>
        </p:nvGrpSpPr>
        <p:grpSpPr>
          <a:xfrm>
            <a:off x="3939476" y="4353620"/>
            <a:ext cx="1296168" cy="558403"/>
            <a:chOff x="654725" y="3050273"/>
            <a:chExt cx="1296168" cy="558403"/>
          </a:xfrm>
        </p:grpSpPr>
        <p:sp>
          <p:nvSpPr>
            <p:cNvPr id="100" name="Isosceles Triangle 99"/>
            <p:cNvSpPr/>
            <p:nvPr/>
          </p:nvSpPr>
          <p:spPr>
            <a:xfrm>
              <a:off x="1158914" y="3050273"/>
              <a:ext cx="287790" cy="21276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1" name="Round Same Side Corner Rectangle 100"/>
            <p:cNvSpPr/>
            <p:nvPr/>
          </p:nvSpPr>
          <p:spPr>
            <a:xfrm>
              <a:off x="654725" y="3187760"/>
              <a:ext cx="1296168" cy="420916"/>
            </a:xfrm>
            <a:prstGeom prst="round2Same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+mj-lt"/>
                </a:rPr>
                <a:t>Keyword</a:t>
              </a:r>
            </a:p>
          </p:txBody>
        </p:sp>
      </p:grpSp>
      <p:grpSp>
        <p:nvGrpSpPr>
          <p:cNvPr id="102" name="Group 84"/>
          <p:cNvGrpSpPr/>
          <p:nvPr/>
        </p:nvGrpSpPr>
        <p:grpSpPr>
          <a:xfrm>
            <a:off x="5574837" y="4353620"/>
            <a:ext cx="1296168" cy="558403"/>
            <a:chOff x="654725" y="3050273"/>
            <a:chExt cx="1296168" cy="558403"/>
          </a:xfrm>
        </p:grpSpPr>
        <p:sp>
          <p:nvSpPr>
            <p:cNvPr id="103" name="Isosceles Triangle 102"/>
            <p:cNvSpPr/>
            <p:nvPr/>
          </p:nvSpPr>
          <p:spPr>
            <a:xfrm>
              <a:off x="1158914" y="3050273"/>
              <a:ext cx="287790" cy="212761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4" name="Round Same Side Corner Rectangle 103"/>
            <p:cNvSpPr/>
            <p:nvPr/>
          </p:nvSpPr>
          <p:spPr>
            <a:xfrm>
              <a:off x="654725" y="3187760"/>
              <a:ext cx="1296168" cy="420916"/>
            </a:xfrm>
            <a:prstGeom prst="round2Same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+mj-lt"/>
                </a:rPr>
                <a:t>Keyword</a:t>
              </a:r>
            </a:p>
          </p:txBody>
        </p:sp>
      </p:grpSp>
      <p:grpSp>
        <p:nvGrpSpPr>
          <p:cNvPr id="105" name="Group 87"/>
          <p:cNvGrpSpPr/>
          <p:nvPr/>
        </p:nvGrpSpPr>
        <p:grpSpPr>
          <a:xfrm>
            <a:off x="7210197" y="4353620"/>
            <a:ext cx="1296168" cy="558403"/>
            <a:chOff x="654725" y="3050273"/>
            <a:chExt cx="1296168" cy="558403"/>
          </a:xfrm>
        </p:grpSpPr>
        <p:sp>
          <p:nvSpPr>
            <p:cNvPr id="106" name="Isosceles Triangle 105"/>
            <p:cNvSpPr/>
            <p:nvPr/>
          </p:nvSpPr>
          <p:spPr>
            <a:xfrm>
              <a:off x="1158914" y="3050273"/>
              <a:ext cx="287790" cy="21276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7" name="Round Same Side Corner Rectangle 106"/>
            <p:cNvSpPr/>
            <p:nvPr/>
          </p:nvSpPr>
          <p:spPr>
            <a:xfrm>
              <a:off x="654725" y="3187760"/>
              <a:ext cx="1296168" cy="420916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+mj-lt"/>
                </a:rPr>
                <a:t>Keyword</a:t>
              </a:r>
            </a:p>
          </p:txBody>
        </p:sp>
      </p:grpSp>
      <p:sp>
        <p:nvSpPr>
          <p:cNvPr id="108" name="Rounded Rectangle 107"/>
          <p:cNvSpPr/>
          <p:nvPr/>
        </p:nvSpPr>
        <p:spPr bwMode="auto">
          <a:xfrm>
            <a:off x="864086" y="3941812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2010</a:t>
            </a:r>
          </a:p>
        </p:txBody>
      </p:sp>
      <p:sp>
        <p:nvSpPr>
          <p:cNvPr id="109" name="Rounded Rectangle 108"/>
          <p:cNvSpPr/>
          <p:nvPr/>
        </p:nvSpPr>
        <p:spPr bwMode="auto">
          <a:xfrm>
            <a:off x="2499447" y="3941812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2011</a:t>
            </a:r>
          </a:p>
        </p:txBody>
      </p:sp>
      <p:sp>
        <p:nvSpPr>
          <p:cNvPr id="110" name="Rounded Rectangle 109"/>
          <p:cNvSpPr/>
          <p:nvPr/>
        </p:nvSpPr>
        <p:spPr bwMode="auto">
          <a:xfrm>
            <a:off x="4134808" y="3941812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2012</a:t>
            </a:r>
          </a:p>
        </p:txBody>
      </p:sp>
      <p:sp>
        <p:nvSpPr>
          <p:cNvPr id="111" name="Rounded Rectangle 110"/>
          <p:cNvSpPr/>
          <p:nvPr/>
        </p:nvSpPr>
        <p:spPr bwMode="auto">
          <a:xfrm>
            <a:off x="5770169" y="3941812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2014</a:t>
            </a:r>
          </a:p>
        </p:txBody>
      </p:sp>
      <p:sp>
        <p:nvSpPr>
          <p:cNvPr id="112" name="Rounded Rectangle 111"/>
          <p:cNvSpPr/>
          <p:nvPr/>
        </p:nvSpPr>
        <p:spPr bwMode="auto">
          <a:xfrm>
            <a:off x="7405529" y="3941812"/>
            <a:ext cx="905504" cy="304800"/>
          </a:xfrm>
          <a:prstGeom prst="roundRect">
            <a:avLst>
              <a:gd name="adj" fmla="val 47917"/>
            </a:avLst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5064" y="4943074"/>
            <a:ext cx="15435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80425" y="4943074"/>
            <a:ext cx="15435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15786" y="4943074"/>
            <a:ext cx="15435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51147" y="4943074"/>
            <a:ext cx="15435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86507" y="4943074"/>
            <a:ext cx="15435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</p:spTree>
    <p:extLst>
      <p:ext uri="{BB962C8B-B14F-4D97-AF65-F5344CB8AC3E}">
        <p14:creationId xmlns:p14="http://schemas.microsoft.com/office/powerpoint/2010/main" val="168920496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000"/>
                            </p:stCondLst>
                            <p:childTnLst>
                              <p:par>
                                <p:cTn id="8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  <p:bldP spid="111" grpId="0" animBg="1"/>
      <p:bldP spid="113" grpId="0"/>
      <p:bldP spid="114" grpId="0"/>
      <p:bldP spid="115" grpId="0"/>
      <p:bldP spid="1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Yearly Timeline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Project Yearly Timeline</a:t>
            </a:r>
            <a:endParaRPr lang="en-US" dirty="0"/>
          </a:p>
        </p:txBody>
      </p:sp>
      <p:sp>
        <p:nvSpPr>
          <p:cNvPr id="44" name="Chord 43"/>
          <p:cNvSpPr/>
          <p:nvPr/>
        </p:nvSpPr>
        <p:spPr>
          <a:xfrm rot="17559509">
            <a:off x="731861" y="3075143"/>
            <a:ext cx="1068802" cy="1068803"/>
          </a:xfrm>
          <a:prstGeom prst="chord">
            <a:avLst>
              <a:gd name="adj1" fmla="val 3532333"/>
              <a:gd name="adj2" fmla="val 153026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591229" y="2934512"/>
            <a:ext cx="1350067" cy="1350066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Chord 46"/>
          <p:cNvSpPr/>
          <p:nvPr/>
        </p:nvSpPr>
        <p:spPr>
          <a:xfrm rot="17559509">
            <a:off x="2357358" y="4015109"/>
            <a:ext cx="1068802" cy="1068803"/>
          </a:xfrm>
          <a:prstGeom prst="chord">
            <a:avLst>
              <a:gd name="adj1" fmla="val 4911705"/>
              <a:gd name="adj2" fmla="val 139864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/>
          <p:cNvSpPr/>
          <p:nvPr/>
        </p:nvSpPr>
        <p:spPr>
          <a:xfrm>
            <a:off x="2216726" y="3874478"/>
            <a:ext cx="1350067" cy="1350066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Chord 49"/>
          <p:cNvSpPr/>
          <p:nvPr/>
        </p:nvSpPr>
        <p:spPr>
          <a:xfrm rot="17559509">
            <a:off x="4023891" y="3075144"/>
            <a:ext cx="1068802" cy="1068803"/>
          </a:xfrm>
          <a:prstGeom prst="chord">
            <a:avLst>
              <a:gd name="adj1" fmla="val 1955660"/>
              <a:gd name="adj2" fmla="val 1683230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3883259" y="2934513"/>
            <a:ext cx="1350067" cy="1350066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Chord 52"/>
          <p:cNvSpPr/>
          <p:nvPr/>
        </p:nvSpPr>
        <p:spPr>
          <a:xfrm rot="17559509">
            <a:off x="5685683" y="4015108"/>
            <a:ext cx="1068802" cy="1068803"/>
          </a:xfrm>
          <a:prstGeom prst="chord">
            <a:avLst>
              <a:gd name="adj1" fmla="val 18346902"/>
              <a:gd name="adj2" fmla="val 1813972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545052" y="3874478"/>
            <a:ext cx="1350067" cy="1350066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Chord 55"/>
          <p:cNvSpPr/>
          <p:nvPr/>
        </p:nvSpPr>
        <p:spPr>
          <a:xfrm rot="17559509">
            <a:off x="7346155" y="3075145"/>
            <a:ext cx="1068802" cy="1068803"/>
          </a:xfrm>
          <a:prstGeom prst="chord">
            <a:avLst>
              <a:gd name="adj1" fmla="val 4206821"/>
              <a:gd name="adj2" fmla="val 1463926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7205523" y="2934514"/>
            <a:ext cx="1350067" cy="1350066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752359" y="3714690"/>
            <a:ext cx="1027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solidFill>
                  <a:schemeClr val="bg1"/>
                </a:solidFill>
              </a:rPr>
              <a:t>50%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80687" y="4693567"/>
            <a:ext cx="1027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solidFill>
                  <a:schemeClr val="bg1"/>
                </a:solidFill>
              </a:rPr>
              <a:t>25%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037741" y="3534384"/>
            <a:ext cx="1027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solidFill>
                  <a:schemeClr val="bg1"/>
                </a:solidFill>
              </a:rPr>
              <a:t>75%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94795" y="4398149"/>
            <a:ext cx="1027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solidFill>
                  <a:schemeClr val="bg1"/>
                </a:solidFill>
              </a:rPr>
              <a:t>100%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366653" y="3714690"/>
            <a:ext cx="1027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solidFill>
                  <a:schemeClr val="bg1"/>
                </a:solidFill>
              </a:rPr>
              <a:t>45%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94488" y="4348309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8061" y="2743200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01635" y="4348309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55209" y="2743200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08782" y="4348309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3795358" y="2891062"/>
            <a:ext cx="484766" cy="484766"/>
            <a:chOff x="3795358" y="1647903"/>
            <a:chExt cx="484766" cy="484766"/>
          </a:xfrm>
        </p:grpSpPr>
        <p:sp>
          <p:nvSpPr>
            <p:cNvPr id="75" name="Oval 74"/>
            <p:cNvSpPr/>
            <p:nvPr/>
          </p:nvSpPr>
          <p:spPr>
            <a:xfrm>
              <a:off x="3795358" y="1647903"/>
              <a:ext cx="484766" cy="4847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65"/>
            <p:cNvSpPr>
              <a:spLocks noEditPoints="1"/>
            </p:cNvSpPr>
            <p:nvPr/>
          </p:nvSpPr>
          <p:spPr bwMode="auto">
            <a:xfrm>
              <a:off x="3920350" y="1766574"/>
              <a:ext cx="234782" cy="247425"/>
            </a:xfrm>
            <a:custGeom>
              <a:avLst/>
              <a:gdLst/>
              <a:ahLst/>
              <a:cxnLst>
                <a:cxn ang="0">
                  <a:pos x="38" y="47"/>
                </a:cxn>
                <a:cxn ang="0">
                  <a:pos x="36" y="54"/>
                </a:cxn>
                <a:cxn ang="0">
                  <a:pos x="17" y="63"/>
                </a:cxn>
                <a:cxn ang="0">
                  <a:pos x="1" y="56"/>
                </a:cxn>
                <a:cxn ang="0">
                  <a:pos x="0" y="51"/>
                </a:cxn>
                <a:cxn ang="0">
                  <a:pos x="6" y="41"/>
                </a:cxn>
                <a:cxn ang="0">
                  <a:pos x="21" y="37"/>
                </a:cxn>
                <a:cxn ang="0">
                  <a:pos x="19" y="32"/>
                </a:cxn>
                <a:cxn ang="0">
                  <a:pos x="20" y="28"/>
                </a:cxn>
                <a:cxn ang="0">
                  <a:pos x="17" y="29"/>
                </a:cxn>
                <a:cxn ang="0">
                  <a:pos x="4" y="16"/>
                </a:cxn>
                <a:cxn ang="0">
                  <a:pos x="9" y="5"/>
                </a:cxn>
                <a:cxn ang="0">
                  <a:pos x="24" y="0"/>
                </a:cxn>
                <a:cxn ang="0">
                  <a:pos x="40" y="0"/>
                </a:cxn>
                <a:cxn ang="0">
                  <a:pos x="35" y="3"/>
                </a:cxn>
                <a:cxn ang="0">
                  <a:pos x="30" y="3"/>
                </a:cxn>
                <a:cxn ang="0">
                  <a:pos x="35" y="14"/>
                </a:cxn>
                <a:cxn ang="0">
                  <a:pos x="26" y="30"/>
                </a:cxn>
                <a:cxn ang="0">
                  <a:pos x="38" y="47"/>
                </a:cxn>
                <a:cxn ang="0">
                  <a:pos x="33" y="51"/>
                </a:cxn>
                <a:cxn ang="0">
                  <a:pos x="24" y="40"/>
                </a:cxn>
                <a:cxn ang="0">
                  <a:pos x="22" y="40"/>
                </a:cxn>
                <a:cxn ang="0">
                  <a:pos x="7" y="49"/>
                </a:cxn>
                <a:cxn ang="0">
                  <a:pos x="21" y="59"/>
                </a:cxn>
                <a:cxn ang="0">
                  <a:pos x="33" y="51"/>
                </a:cxn>
                <a:cxn ang="0">
                  <a:pos x="26" y="24"/>
                </a:cxn>
                <a:cxn ang="0">
                  <a:pos x="28" y="18"/>
                </a:cxn>
                <a:cxn ang="0">
                  <a:pos x="18" y="3"/>
                </a:cxn>
                <a:cxn ang="0">
                  <a:pos x="13" y="6"/>
                </a:cxn>
                <a:cxn ang="0">
                  <a:pos x="11" y="12"/>
                </a:cxn>
                <a:cxn ang="0">
                  <a:pos x="21" y="26"/>
                </a:cxn>
                <a:cxn ang="0">
                  <a:pos x="26" y="24"/>
                </a:cxn>
                <a:cxn ang="0">
                  <a:pos x="60" y="26"/>
                </a:cxn>
                <a:cxn ang="0">
                  <a:pos x="60" y="30"/>
                </a:cxn>
                <a:cxn ang="0">
                  <a:pos x="52" y="30"/>
                </a:cxn>
                <a:cxn ang="0">
                  <a:pos x="52" y="39"/>
                </a:cxn>
                <a:cxn ang="0">
                  <a:pos x="48" y="39"/>
                </a:cxn>
                <a:cxn ang="0">
                  <a:pos x="48" y="30"/>
                </a:cxn>
                <a:cxn ang="0">
                  <a:pos x="40" y="30"/>
                </a:cxn>
                <a:cxn ang="0">
                  <a:pos x="40" y="26"/>
                </a:cxn>
                <a:cxn ang="0">
                  <a:pos x="48" y="26"/>
                </a:cxn>
                <a:cxn ang="0">
                  <a:pos x="48" y="18"/>
                </a:cxn>
                <a:cxn ang="0">
                  <a:pos x="52" y="18"/>
                </a:cxn>
                <a:cxn ang="0">
                  <a:pos x="52" y="26"/>
                </a:cxn>
                <a:cxn ang="0">
                  <a:pos x="60" y="26"/>
                </a:cxn>
              </a:cxnLst>
              <a:rect l="0" t="0" r="r" b="b"/>
              <a:pathLst>
                <a:path w="60" h="63">
                  <a:moveTo>
                    <a:pt x="38" y="47"/>
                  </a:moveTo>
                  <a:cubicBezTo>
                    <a:pt x="38" y="50"/>
                    <a:pt x="37" y="52"/>
                    <a:pt x="36" y="54"/>
                  </a:cubicBezTo>
                  <a:cubicBezTo>
                    <a:pt x="32" y="61"/>
                    <a:pt x="24" y="63"/>
                    <a:pt x="17" y="63"/>
                  </a:cubicBezTo>
                  <a:cubicBezTo>
                    <a:pt x="11" y="63"/>
                    <a:pt x="4" y="61"/>
                    <a:pt x="1" y="56"/>
                  </a:cubicBezTo>
                  <a:cubicBezTo>
                    <a:pt x="0" y="55"/>
                    <a:pt x="0" y="53"/>
                    <a:pt x="0" y="51"/>
                  </a:cubicBezTo>
                  <a:cubicBezTo>
                    <a:pt x="0" y="47"/>
                    <a:pt x="2" y="43"/>
                    <a:pt x="6" y="41"/>
                  </a:cubicBezTo>
                  <a:cubicBezTo>
                    <a:pt x="10" y="38"/>
                    <a:pt x="16" y="38"/>
                    <a:pt x="21" y="37"/>
                  </a:cubicBezTo>
                  <a:cubicBezTo>
                    <a:pt x="20" y="35"/>
                    <a:pt x="19" y="34"/>
                    <a:pt x="19" y="32"/>
                  </a:cubicBezTo>
                  <a:cubicBezTo>
                    <a:pt x="19" y="30"/>
                    <a:pt x="19" y="29"/>
                    <a:pt x="20" y="28"/>
                  </a:cubicBezTo>
                  <a:cubicBezTo>
                    <a:pt x="19" y="29"/>
                    <a:pt x="18" y="29"/>
                    <a:pt x="17" y="29"/>
                  </a:cubicBezTo>
                  <a:cubicBezTo>
                    <a:pt x="10" y="29"/>
                    <a:pt x="4" y="23"/>
                    <a:pt x="4" y="16"/>
                  </a:cubicBezTo>
                  <a:cubicBezTo>
                    <a:pt x="4" y="11"/>
                    <a:pt x="6" y="7"/>
                    <a:pt x="9" y="5"/>
                  </a:cubicBezTo>
                  <a:cubicBezTo>
                    <a:pt x="13" y="1"/>
                    <a:pt x="19" y="0"/>
                    <a:pt x="2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3" y="6"/>
                    <a:pt x="35" y="9"/>
                    <a:pt x="35" y="14"/>
                  </a:cubicBezTo>
                  <a:cubicBezTo>
                    <a:pt x="35" y="24"/>
                    <a:pt x="26" y="25"/>
                    <a:pt x="26" y="30"/>
                  </a:cubicBezTo>
                  <a:cubicBezTo>
                    <a:pt x="26" y="35"/>
                    <a:pt x="38" y="37"/>
                    <a:pt x="38" y="47"/>
                  </a:cubicBezTo>
                  <a:close/>
                  <a:moveTo>
                    <a:pt x="33" y="51"/>
                  </a:moveTo>
                  <a:cubicBezTo>
                    <a:pt x="33" y="45"/>
                    <a:pt x="28" y="42"/>
                    <a:pt x="24" y="40"/>
                  </a:cubicBezTo>
                  <a:cubicBezTo>
                    <a:pt x="23" y="40"/>
                    <a:pt x="23" y="40"/>
                    <a:pt x="22" y="40"/>
                  </a:cubicBezTo>
                  <a:cubicBezTo>
                    <a:pt x="16" y="40"/>
                    <a:pt x="7" y="42"/>
                    <a:pt x="7" y="49"/>
                  </a:cubicBezTo>
                  <a:cubicBezTo>
                    <a:pt x="7" y="57"/>
                    <a:pt x="15" y="59"/>
                    <a:pt x="21" y="59"/>
                  </a:cubicBezTo>
                  <a:cubicBezTo>
                    <a:pt x="26" y="59"/>
                    <a:pt x="33" y="57"/>
                    <a:pt x="33" y="51"/>
                  </a:cubicBezTo>
                  <a:close/>
                  <a:moveTo>
                    <a:pt x="26" y="24"/>
                  </a:moveTo>
                  <a:cubicBezTo>
                    <a:pt x="28" y="22"/>
                    <a:pt x="28" y="20"/>
                    <a:pt x="28" y="18"/>
                  </a:cubicBezTo>
                  <a:cubicBezTo>
                    <a:pt x="28" y="12"/>
                    <a:pt x="25" y="3"/>
                    <a:pt x="18" y="3"/>
                  </a:cubicBezTo>
                  <a:cubicBezTo>
                    <a:pt x="16" y="3"/>
                    <a:pt x="14" y="4"/>
                    <a:pt x="13" y="6"/>
                  </a:cubicBezTo>
                  <a:cubicBezTo>
                    <a:pt x="11" y="7"/>
                    <a:pt x="11" y="9"/>
                    <a:pt x="11" y="12"/>
                  </a:cubicBezTo>
                  <a:cubicBezTo>
                    <a:pt x="11" y="17"/>
                    <a:pt x="14" y="26"/>
                    <a:pt x="21" y="26"/>
                  </a:cubicBezTo>
                  <a:cubicBezTo>
                    <a:pt x="23" y="26"/>
                    <a:pt x="25" y="25"/>
                    <a:pt x="26" y="24"/>
                  </a:cubicBezTo>
                  <a:close/>
                  <a:moveTo>
                    <a:pt x="60" y="26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26"/>
                    <a:pt x="52" y="26"/>
                    <a:pt x="52" y="26"/>
                  </a:cubicBezTo>
                  <a:lnTo>
                    <a:pt x="60" y="26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2138304" y="3913383"/>
            <a:ext cx="484766" cy="484766"/>
            <a:chOff x="2138304" y="2670224"/>
            <a:chExt cx="484766" cy="484766"/>
          </a:xfrm>
        </p:grpSpPr>
        <p:sp>
          <p:nvSpPr>
            <p:cNvPr id="78" name="Oval 77"/>
            <p:cNvSpPr/>
            <p:nvPr/>
          </p:nvSpPr>
          <p:spPr>
            <a:xfrm>
              <a:off x="2138304" y="2670224"/>
              <a:ext cx="484766" cy="4847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117"/>
            <p:cNvSpPr>
              <a:spLocks noEditPoints="1"/>
            </p:cNvSpPr>
            <p:nvPr/>
          </p:nvSpPr>
          <p:spPr bwMode="auto">
            <a:xfrm>
              <a:off x="2255905" y="2792020"/>
              <a:ext cx="249564" cy="241175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3" y="7"/>
                </a:cxn>
                <a:cxn ang="0">
                  <a:pos x="6" y="13"/>
                </a:cxn>
                <a:cxn ang="0">
                  <a:pos x="12" y="53"/>
                </a:cxn>
                <a:cxn ang="0">
                  <a:pos x="0" y="53"/>
                </a:cxn>
                <a:cxn ang="0">
                  <a:pos x="0" y="17"/>
                </a:cxn>
                <a:cxn ang="0">
                  <a:pos x="12" y="17"/>
                </a:cxn>
                <a:cxn ang="0">
                  <a:pos x="12" y="53"/>
                </a:cxn>
                <a:cxn ang="0">
                  <a:pos x="55" y="53"/>
                </a:cxn>
                <a:cxn ang="0">
                  <a:pos x="43" y="53"/>
                </a:cxn>
                <a:cxn ang="0">
                  <a:pos x="43" y="34"/>
                </a:cxn>
                <a:cxn ang="0">
                  <a:pos x="37" y="26"/>
                </a:cxn>
                <a:cxn ang="0">
                  <a:pos x="31" y="30"/>
                </a:cxn>
                <a:cxn ang="0">
                  <a:pos x="30" y="33"/>
                </a:cxn>
                <a:cxn ang="0">
                  <a:pos x="30" y="53"/>
                </a:cxn>
                <a:cxn ang="0">
                  <a:pos x="19" y="53"/>
                </a:cxn>
                <a:cxn ang="0">
                  <a:pos x="19" y="17"/>
                </a:cxn>
                <a:cxn ang="0">
                  <a:pos x="30" y="17"/>
                </a:cxn>
                <a:cxn ang="0">
                  <a:pos x="30" y="23"/>
                </a:cxn>
                <a:cxn ang="0">
                  <a:pos x="30" y="23"/>
                </a:cxn>
                <a:cxn ang="0">
                  <a:pos x="41" y="17"/>
                </a:cxn>
                <a:cxn ang="0">
                  <a:pos x="55" y="33"/>
                </a:cxn>
                <a:cxn ang="0">
                  <a:pos x="55" y="53"/>
                </a:cxn>
              </a:cxnLst>
              <a:rect l="0" t="0" r="r" b="b"/>
              <a:pathLst>
                <a:path w="55" h="53"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2" y="13"/>
                    <a:pt x="0" y="10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0"/>
                    <a:pt x="10" y="13"/>
                    <a:pt x="6" y="13"/>
                  </a:cubicBezTo>
                  <a:close/>
                  <a:moveTo>
                    <a:pt x="12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2" y="17"/>
                    <a:pt x="12" y="17"/>
                    <a:pt x="12" y="17"/>
                  </a:cubicBezTo>
                  <a:lnTo>
                    <a:pt x="12" y="53"/>
                  </a:lnTo>
                  <a:close/>
                  <a:moveTo>
                    <a:pt x="55" y="53"/>
                  </a:moveTo>
                  <a:cubicBezTo>
                    <a:pt x="43" y="53"/>
                    <a:pt x="43" y="53"/>
                    <a:pt x="43" y="53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29"/>
                    <a:pt x="41" y="26"/>
                    <a:pt x="37" y="26"/>
                  </a:cubicBezTo>
                  <a:cubicBezTo>
                    <a:pt x="34" y="26"/>
                    <a:pt x="32" y="28"/>
                    <a:pt x="31" y="30"/>
                  </a:cubicBezTo>
                  <a:cubicBezTo>
                    <a:pt x="31" y="31"/>
                    <a:pt x="30" y="32"/>
                    <a:pt x="30" y="3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21"/>
                    <a:pt x="19" y="17"/>
                    <a:pt x="1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2" y="20"/>
                    <a:pt x="35" y="17"/>
                    <a:pt x="41" y="17"/>
                  </a:cubicBezTo>
                  <a:cubicBezTo>
                    <a:pt x="49" y="17"/>
                    <a:pt x="55" y="22"/>
                    <a:pt x="55" y="33"/>
                  </a:cubicBezTo>
                  <a:lnTo>
                    <a:pt x="55" y="5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5455209" y="3913383"/>
            <a:ext cx="484766" cy="484766"/>
            <a:chOff x="5455209" y="2670224"/>
            <a:chExt cx="484766" cy="484766"/>
          </a:xfrm>
        </p:grpSpPr>
        <p:sp>
          <p:nvSpPr>
            <p:cNvPr id="81" name="Oval 80"/>
            <p:cNvSpPr/>
            <p:nvPr/>
          </p:nvSpPr>
          <p:spPr>
            <a:xfrm>
              <a:off x="5455209" y="2670224"/>
              <a:ext cx="484766" cy="4847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 154"/>
            <p:cNvSpPr>
              <a:spLocks/>
            </p:cNvSpPr>
            <p:nvPr/>
          </p:nvSpPr>
          <p:spPr bwMode="auto">
            <a:xfrm>
              <a:off x="5566581" y="2808178"/>
              <a:ext cx="262023" cy="208859"/>
            </a:xfrm>
            <a:custGeom>
              <a:avLst/>
              <a:gdLst/>
              <a:ahLst/>
              <a:cxnLst>
                <a:cxn ang="0">
                  <a:pos x="57" y="12"/>
                </a:cxn>
                <a:cxn ang="0">
                  <a:pos x="57" y="14"/>
                </a:cxn>
                <a:cxn ang="0">
                  <a:pos x="20" y="51"/>
                </a:cxn>
                <a:cxn ang="0">
                  <a:pos x="0" y="45"/>
                </a:cxn>
                <a:cxn ang="0">
                  <a:pos x="3" y="45"/>
                </a:cxn>
                <a:cxn ang="0">
                  <a:pos x="19" y="40"/>
                </a:cxn>
                <a:cxn ang="0">
                  <a:pos x="7" y="31"/>
                </a:cxn>
                <a:cxn ang="0">
                  <a:pos x="10" y="31"/>
                </a:cxn>
                <a:cxn ang="0">
                  <a:pos x="13" y="31"/>
                </a:cxn>
                <a:cxn ang="0">
                  <a:pos x="3" y="18"/>
                </a:cxn>
                <a:cxn ang="0">
                  <a:pos x="3" y="18"/>
                </a:cxn>
                <a:cxn ang="0">
                  <a:pos x="9" y="19"/>
                </a:cxn>
                <a:cxn ang="0">
                  <a:pos x="3" y="9"/>
                </a:cxn>
                <a:cxn ang="0">
                  <a:pos x="5" y="2"/>
                </a:cxn>
                <a:cxn ang="0">
                  <a:pos x="31" y="16"/>
                </a:cxn>
                <a:cxn ang="0">
                  <a:pos x="31" y="13"/>
                </a:cxn>
                <a:cxn ang="0">
                  <a:pos x="44" y="0"/>
                </a:cxn>
                <a:cxn ang="0">
                  <a:pos x="54" y="4"/>
                </a:cxn>
                <a:cxn ang="0">
                  <a:pos x="62" y="1"/>
                </a:cxn>
                <a:cxn ang="0">
                  <a:pos x="56" y="8"/>
                </a:cxn>
                <a:cxn ang="0">
                  <a:pos x="64" y="6"/>
                </a:cxn>
                <a:cxn ang="0">
                  <a:pos x="57" y="12"/>
                </a:cxn>
              </a:cxnLst>
              <a:rect l="0" t="0" r="r" b="b"/>
              <a:pathLst>
                <a:path w="64" h="51">
                  <a:moveTo>
                    <a:pt x="57" y="12"/>
                  </a:moveTo>
                  <a:cubicBezTo>
                    <a:pt x="57" y="13"/>
                    <a:pt x="57" y="14"/>
                    <a:pt x="57" y="14"/>
                  </a:cubicBezTo>
                  <a:cubicBezTo>
                    <a:pt x="57" y="31"/>
                    <a:pt x="44" y="51"/>
                    <a:pt x="20" y="51"/>
                  </a:cubicBezTo>
                  <a:cubicBezTo>
                    <a:pt x="13" y="51"/>
                    <a:pt x="6" y="49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9" y="45"/>
                    <a:pt x="15" y="43"/>
                    <a:pt x="19" y="40"/>
                  </a:cubicBezTo>
                  <a:cubicBezTo>
                    <a:pt x="14" y="40"/>
                    <a:pt x="9" y="36"/>
                    <a:pt x="7" y="31"/>
                  </a:cubicBezTo>
                  <a:cubicBezTo>
                    <a:pt x="8" y="31"/>
                    <a:pt x="9" y="31"/>
                    <a:pt x="10" y="31"/>
                  </a:cubicBezTo>
                  <a:cubicBezTo>
                    <a:pt x="11" y="31"/>
                    <a:pt x="12" y="31"/>
                    <a:pt x="13" y="31"/>
                  </a:cubicBezTo>
                  <a:cubicBezTo>
                    <a:pt x="7" y="29"/>
                    <a:pt x="3" y="24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5" y="19"/>
                    <a:pt x="7" y="19"/>
                    <a:pt x="9" y="19"/>
                  </a:cubicBezTo>
                  <a:cubicBezTo>
                    <a:pt x="5" y="17"/>
                    <a:pt x="3" y="13"/>
                    <a:pt x="3" y="9"/>
                  </a:cubicBezTo>
                  <a:cubicBezTo>
                    <a:pt x="3" y="6"/>
                    <a:pt x="4" y="4"/>
                    <a:pt x="5" y="2"/>
                  </a:cubicBezTo>
                  <a:cubicBezTo>
                    <a:pt x="11" y="10"/>
                    <a:pt x="21" y="15"/>
                    <a:pt x="31" y="16"/>
                  </a:cubicBezTo>
                  <a:cubicBezTo>
                    <a:pt x="31" y="15"/>
                    <a:pt x="31" y="14"/>
                    <a:pt x="31" y="13"/>
                  </a:cubicBezTo>
                  <a:cubicBezTo>
                    <a:pt x="31" y="5"/>
                    <a:pt x="37" y="0"/>
                    <a:pt x="44" y="0"/>
                  </a:cubicBezTo>
                  <a:cubicBezTo>
                    <a:pt x="48" y="0"/>
                    <a:pt x="51" y="1"/>
                    <a:pt x="54" y="4"/>
                  </a:cubicBezTo>
                  <a:cubicBezTo>
                    <a:pt x="56" y="3"/>
                    <a:pt x="59" y="2"/>
                    <a:pt x="62" y="1"/>
                  </a:cubicBezTo>
                  <a:cubicBezTo>
                    <a:pt x="61" y="4"/>
                    <a:pt x="59" y="6"/>
                    <a:pt x="56" y="8"/>
                  </a:cubicBezTo>
                  <a:cubicBezTo>
                    <a:pt x="59" y="7"/>
                    <a:pt x="61" y="7"/>
                    <a:pt x="64" y="6"/>
                  </a:cubicBezTo>
                  <a:cubicBezTo>
                    <a:pt x="62" y="8"/>
                    <a:pt x="60" y="11"/>
                    <a:pt x="57" y="1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67235" y="2891062"/>
            <a:ext cx="484766" cy="484766"/>
            <a:chOff x="567235" y="1647903"/>
            <a:chExt cx="484766" cy="484766"/>
          </a:xfrm>
        </p:grpSpPr>
        <p:sp>
          <p:nvSpPr>
            <p:cNvPr id="84" name="Oval 83"/>
            <p:cNvSpPr/>
            <p:nvPr/>
          </p:nvSpPr>
          <p:spPr>
            <a:xfrm>
              <a:off x="567235" y="1647903"/>
              <a:ext cx="484766" cy="4847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 78"/>
            <p:cNvSpPr>
              <a:spLocks/>
            </p:cNvSpPr>
            <p:nvPr/>
          </p:nvSpPr>
          <p:spPr bwMode="auto">
            <a:xfrm>
              <a:off x="738818" y="1755206"/>
              <a:ext cx="141601" cy="270160"/>
            </a:xfrm>
            <a:custGeom>
              <a:avLst/>
              <a:gdLst/>
              <a:ahLst/>
              <a:cxnLst>
                <a:cxn ang="0">
                  <a:pos x="35" y="11"/>
                </a:cxn>
                <a:cxn ang="0">
                  <a:pos x="29" y="11"/>
                </a:cxn>
                <a:cxn ang="0">
                  <a:pos x="23" y="17"/>
                </a:cxn>
                <a:cxn ang="0">
                  <a:pos x="23" y="25"/>
                </a:cxn>
                <a:cxn ang="0">
                  <a:pos x="35" y="25"/>
                </a:cxn>
                <a:cxn ang="0">
                  <a:pos x="33" y="37"/>
                </a:cxn>
                <a:cxn ang="0">
                  <a:pos x="23" y="37"/>
                </a:cxn>
                <a:cxn ang="0">
                  <a:pos x="23" y="67"/>
                </a:cxn>
                <a:cxn ang="0">
                  <a:pos x="11" y="67"/>
                </a:cxn>
                <a:cxn ang="0">
                  <a:pos x="11" y="37"/>
                </a:cxn>
                <a:cxn ang="0">
                  <a:pos x="0" y="37"/>
                </a:cxn>
                <a:cxn ang="0">
                  <a:pos x="0" y="25"/>
                </a:cxn>
                <a:cxn ang="0">
                  <a:pos x="11" y="25"/>
                </a:cxn>
                <a:cxn ang="0">
                  <a:pos x="11" y="16"/>
                </a:cxn>
                <a:cxn ang="0">
                  <a:pos x="26" y="0"/>
                </a:cxn>
                <a:cxn ang="0">
                  <a:pos x="35" y="1"/>
                </a:cxn>
                <a:cxn ang="0">
                  <a:pos x="35" y="11"/>
                </a:cxn>
              </a:cxnLst>
              <a:rect l="0" t="0" r="r" b="b"/>
              <a:pathLst>
                <a:path w="35" h="67">
                  <a:moveTo>
                    <a:pt x="35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24" y="11"/>
                    <a:pt x="23" y="14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6"/>
                    <a:pt x="17" y="0"/>
                    <a:pt x="26" y="0"/>
                  </a:cubicBezTo>
                  <a:cubicBezTo>
                    <a:pt x="30" y="0"/>
                    <a:pt x="34" y="1"/>
                    <a:pt x="35" y="1"/>
                  </a:cubicBezTo>
                  <a:lnTo>
                    <a:pt x="35" y="1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7205523" y="2891062"/>
            <a:ext cx="484766" cy="484766"/>
            <a:chOff x="7205523" y="1647903"/>
            <a:chExt cx="484766" cy="484766"/>
          </a:xfrm>
        </p:grpSpPr>
        <p:sp>
          <p:nvSpPr>
            <p:cNvPr id="87" name="Oval 86"/>
            <p:cNvSpPr/>
            <p:nvPr/>
          </p:nvSpPr>
          <p:spPr>
            <a:xfrm>
              <a:off x="7205523" y="1647903"/>
              <a:ext cx="484766" cy="4847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 20"/>
            <p:cNvSpPr>
              <a:spLocks/>
            </p:cNvSpPr>
            <p:nvPr/>
          </p:nvSpPr>
          <p:spPr bwMode="auto">
            <a:xfrm>
              <a:off x="7351589" y="1762807"/>
              <a:ext cx="192635" cy="254958"/>
            </a:xfrm>
            <a:custGeom>
              <a:avLst/>
              <a:gdLst/>
              <a:ahLst/>
              <a:cxnLst>
                <a:cxn ang="0">
                  <a:pos x="83" y="168"/>
                </a:cxn>
                <a:cxn ang="0">
                  <a:pos x="76" y="193"/>
                </a:cxn>
                <a:cxn ang="0">
                  <a:pos x="69" y="218"/>
                </a:cxn>
                <a:cxn ang="0">
                  <a:pos x="49" y="253"/>
                </a:cxn>
                <a:cxn ang="0">
                  <a:pos x="42" y="257"/>
                </a:cxn>
                <a:cxn ang="0">
                  <a:pos x="41" y="253"/>
                </a:cxn>
                <a:cxn ang="0">
                  <a:pos x="41" y="220"/>
                </a:cxn>
                <a:cxn ang="0">
                  <a:pos x="47" y="185"/>
                </a:cxn>
                <a:cxn ang="0">
                  <a:pos x="61" y="124"/>
                </a:cxn>
                <a:cxn ang="0">
                  <a:pos x="62" y="119"/>
                </a:cxn>
                <a:cxn ang="0">
                  <a:pos x="57" y="102"/>
                </a:cxn>
                <a:cxn ang="0">
                  <a:pos x="59" y="83"/>
                </a:cxn>
                <a:cxn ang="0">
                  <a:pos x="78" y="59"/>
                </a:cxn>
                <a:cxn ang="0">
                  <a:pos x="95" y="61"/>
                </a:cxn>
                <a:cxn ang="0">
                  <a:pos x="104" y="73"/>
                </a:cxn>
                <a:cxn ang="0">
                  <a:pos x="103" y="92"/>
                </a:cxn>
                <a:cxn ang="0">
                  <a:pos x="94" y="125"/>
                </a:cxn>
                <a:cxn ang="0">
                  <a:pos x="92" y="143"/>
                </a:cxn>
                <a:cxn ang="0">
                  <a:pos x="100" y="156"/>
                </a:cxn>
                <a:cxn ang="0">
                  <a:pos x="117" y="160"/>
                </a:cxn>
                <a:cxn ang="0">
                  <a:pos x="143" y="145"/>
                </a:cxn>
                <a:cxn ang="0">
                  <a:pos x="160" y="98"/>
                </a:cxn>
                <a:cxn ang="0">
                  <a:pos x="160" y="78"/>
                </a:cxn>
                <a:cxn ang="0">
                  <a:pos x="149" y="47"/>
                </a:cxn>
                <a:cxn ang="0">
                  <a:pos x="124" y="30"/>
                </a:cxn>
                <a:cxn ang="0">
                  <a:pos x="87" y="27"/>
                </a:cxn>
                <a:cxn ang="0">
                  <a:pos x="37" y="62"/>
                </a:cxn>
                <a:cxn ang="0">
                  <a:pos x="29" y="97"/>
                </a:cxn>
                <a:cxn ang="0">
                  <a:pos x="36" y="122"/>
                </a:cxn>
                <a:cxn ang="0">
                  <a:pos x="40" y="128"/>
                </a:cxn>
                <a:cxn ang="0">
                  <a:pos x="39" y="139"/>
                </a:cxn>
                <a:cxn ang="0">
                  <a:pos x="33" y="149"/>
                </a:cxn>
                <a:cxn ang="0">
                  <a:pos x="27" y="147"/>
                </a:cxn>
                <a:cxn ang="0">
                  <a:pos x="2" y="110"/>
                </a:cxn>
                <a:cxn ang="0">
                  <a:pos x="2" y="77"/>
                </a:cxn>
                <a:cxn ang="0">
                  <a:pos x="12" y="51"/>
                </a:cxn>
                <a:cxn ang="0">
                  <a:pos x="46" y="16"/>
                </a:cxn>
                <a:cxn ang="0">
                  <a:pos x="86" y="2"/>
                </a:cxn>
                <a:cxn ang="0">
                  <a:pos x="102" y="1"/>
                </a:cxn>
                <a:cxn ang="0">
                  <a:pos x="145" y="9"/>
                </a:cxn>
                <a:cxn ang="0">
                  <a:pos x="175" y="31"/>
                </a:cxn>
                <a:cxn ang="0">
                  <a:pos x="193" y="64"/>
                </a:cxn>
                <a:cxn ang="0">
                  <a:pos x="197" y="87"/>
                </a:cxn>
                <a:cxn ang="0">
                  <a:pos x="194" y="110"/>
                </a:cxn>
                <a:cxn ang="0">
                  <a:pos x="155" y="175"/>
                </a:cxn>
                <a:cxn ang="0">
                  <a:pos x="138" y="183"/>
                </a:cxn>
                <a:cxn ang="0">
                  <a:pos x="116" y="186"/>
                </a:cxn>
                <a:cxn ang="0">
                  <a:pos x="96" y="180"/>
                </a:cxn>
                <a:cxn ang="0">
                  <a:pos x="83" y="168"/>
                </a:cxn>
              </a:cxnLst>
              <a:rect l="0" t="0" r="r" b="b"/>
              <a:pathLst>
                <a:path w="197" h="260">
                  <a:moveTo>
                    <a:pt x="83" y="168"/>
                  </a:moveTo>
                  <a:cubicBezTo>
                    <a:pt x="80" y="176"/>
                    <a:pt x="78" y="185"/>
                    <a:pt x="76" y="193"/>
                  </a:cubicBezTo>
                  <a:cubicBezTo>
                    <a:pt x="74" y="202"/>
                    <a:pt x="72" y="210"/>
                    <a:pt x="69" y="218"/>
                  </a:cubicBezTo>
                  <a:cubicBezTo>
                    <a:pt x="64" y="231"/>
                    <a:pt x="57" y="243"/>
                    <a:pt x="49" y="253"/>
                  </a:cubicBezTo>
                  <a:cubicBezTo>
                    <a:pt x="43" y="260"/>
                    <a:pt x="44" y="257"/>
                    <a:pt x="42" y="257"/>
                  </a:cubicBezTo>
                  <a:cubicBezTo>
                    <a:pt x="41" y="256"/>
                    <a:pt x="41" y="255"/>
                    <a:pt x="41" y="253"/>
                  </a:cubicBezTo>
                  <a:cubicBezTo>
                    <a:pt x="39" y="243"/>
                    <a:pt x="40" y="231"/>
                    <a:pt x="41" y="220"/>
                  </a:cubicBezTo>
                  <a:cubicBezTo>
                    <a:pt x="41" y="207"/>
                    <a:pt x="44" y="196"/>
                    <a:pt x="47" y="185"/>
                  </a:cubicBezTo>
                  <a:cubicBezTo>
                    <a:pt x="51" y="165"/>
                    <a:pt x="56" y="144"/>
                    <a:pt x="61" y="124"/>
                  </a:cubicBezTo>
                  <a:cubicBezTo>
                    <a:pt x="61" y="122"/>
                    <a:pt x="62" y="120"/>
                    <a:pt x="62" y="119"/>
                  </a:cubicBezTo>
                  <a:cubicBezTo>
                    <a:pt x="60" y="113"/>
                    <a:pt x="58" y="108"/>
                    <a:pt x="57" y="102"/>
                  </a:cubicBezTo>
                  <a:cubicBezTo>
                    <a:pt x="57" y="95"/>
                    <a:pt x="57" y="89"/>
                    <a:pt x="59" y="83"/>
                  </a:cubicBezTo>
                  <a:cubicBezTo>
                    <a:pt x="62" y="72"/>
                    <a:pt x="68" y="63"/>
                    <a:pt x="78" y="59"/>
                  </a:cubicBezTo>
                  <a:cubicBezTo>
                    <a:pt x="84" y="57"/>
                    <a:pt x="91" y="58"/>
                    <a:pt x="95" y="61"/>
                  </a:cubicBezTo>
                  <a:cubicBezTo>
                    <a:pt x="99" y="63"/>
                    <a:pt x="102" y="67"/>
                    <a:pt x="104" y="73"/>
                  </a:cubicBezTo>
                  <a:cubicBezTo>
                    <a:pt x="105" y="79"/>
                    <a:pt x="104" y="87"/>
                    <a:pt x="103" y="92"/>
                  </a:cubicBezTo>
                  <a:cubicBezTo>
                    <a:pt x="100" y="104"/>
                    <a:pt x="97" y="113"/>
                    <a:pt x="94" y="125"/>
                  </a:cubicBezTo>
                  <a:cubicBezTo>
                    <a:pt x="92" y="131"/>
                    <a:pt x="90" y="137"/>
                    <a:pt x="92" y="143"/>
                  </a:cubicBezTo>
                  <a:cubicBezTo>
                    <a:pt x="93" y="149"/>
                    <a:pt x="96" y="153"/>
                    <a:pt x="100" y="156"/>
                  </a:cubicBezTo>
                  <a:cubicBezTo>
                    <a:pt x="105" y="159"/>
                    <a:pt x="110" y="161"/>
                    <a:pt x="117" y="160"/>
                  </a:cubicBezTo>
                  <a:cubicBezTo>
                    <a:pt x="129" y="160"/>
                    <a:pt x="137" y="152"/>
                    <a:pt x="143" y="145"/>
                  </a:cubicBezTo>
                  <a:cubicBezTo>
                    <a:pt x="152" y="133"/>
                    <a:pt x="158" y="117"/>
                    <a:pt x="160" y="98"/>
                  </a:cubicBezTo>
                  <a:cubicBezTo>
                    <a:pt x="160" y="92"/>
                    <a:pt x="161" y="85"/>
                    <a:pt x="160" y="78"/>
                  </a:cubicBezTo>
                  <a:cubicBezTo>
                    <a:pt x="160" y="65"/>
                    <a:pt x="156" y="55"/>
                    <a:pt x="149" y="47"/>
                  </a:cubicBezTo>
                  <a:cubicBezTo>
                    <a:pt x="143" y="39"/>
                    <a:pt x="135" y="33"/>
                    <a:pt x="124" y="30"/>
                  </a:cubicBezTo>
                  <a:cubicBezTo>
                    <a:pt x="114" y="26"/>
                    <a:pt x="99" y="25"/>
                    <a:pt x="87" y="27"/>
                  </a:cubicBezTo>
                  <a:cubicBezTo>
                    <a:pt x="63" y="31"/>
                    <a:pt x="47" y="44"/>
                    <a:pt x="37" y="62"/>
                  </a:cubicBezTo>
                  <a:cubicBezTo>
                    <a:pt x="32" y="72"/>
                    <a:pt x="29" y="83"/>
                    <a:pt x="29" y="97"/>
                  </a:cubicBezTo>
                  <a:cubicBezTo>
                    <a:pt x="29" y="107"/>
                    <a:pt x="32" y="115"/>
                    <a:pt x="36" y="122"/>
                  </a:cubicBezTo>
                  <a:cubicBezTo>
                    <a:pt x="37" y="124"/>
                    <a:pt x="39" y="125"/>
                    <a:pt x="40" y="128"/>
                  </a:cubicBezTo>
                  <a:cubicBezTo>
                    <a:pt x="42" y="131"/>
                    <a:pt x="40" y="136"/>
                    <a:pt x="39" y="139"/>
                  </a:cubicBezTo>
                  <a:cubicBezTo>
                    <a:pt x="38" y="143"/>
                    <a:pt x="38" y="149"/>
                    <a:pt x="33" y="149"/>
                  </a:cubicBezTo>
                  <a:cubicBezTo>
                    <a:pt x="31" y="149"/>
                    <a:pt x="28" y="148"/>
                    <a:pt x="27" y="147"/>
                  </a:cubicBezTo>
                  <a:cubicBezTo>
                    <a:pt x="14" y="140"/>
                    <a:pt x="6" y="127"/>
                    <a:pt x="2" y="110"/>
                  </a:cubicBezTo>
                  <a:cubicBezTo>
                    <a:pt x="0" y="99"/>
                    <a:pt x="0" y="87"/>
                    <a:pt x="2" y="77"/>
                  </a:cubicBezTo>
                  <a:cubicBezTo>
                    <a:pt x="4" y="68"/>
                    <a:pt x="8" y="59"/>
                    <a:pt x="12" y="51"/>
                  </a:cubicBezTo>
                  <a:cubicBezTo>
                    <a:pt x="20" y="36"/>
                    <a:pt x="32" y="24"/>
                    <a:pt x="46" y="16"/>
                  </a:cubicBezTo>
                  <a:cubicBezTo>
                    <a:pt x="58" y="9"/>
                    <a:pt x="70" y="5"/>
                    <a:pt x="86" y="2"/>
                  </a:cubicBezTo>
                  <a:cubicBezTo>
                    <a:pt x="91" y="2"/>
                    <a:pt x="96" y="1"/>
                    <a:pt x="102" y="1"/>
                  </a:cubicBezTo>
                  <a:cubicBezTo>
                    <a:pt x="118" y="0"/>
                    <a:pt x="133" y="4"/>
                    <a:pt x="145" y="9"/>
                  </a:cubicBezTo>
                  <a:cubicBezTo>
                    <a:pt x="157" y="15"/>
                    <a:pt x="166" y="22"/>
                    <a:pt x="175" y="31"/>
                  </a:cubicBezTo>
                  <a:cubicBezTo>
                    <a:pt x="183" y="40"/>
                    <a:pt x="189" y="50"/>
                    <a:pt x="193" y="64"/>
                  </a:cubicBezTo>
                  <a:cubicBezTo>
                    <a:pt x="195" y="71"/>
                    <a:pt x="197" y="78"/>
                    <a:pt x="197" y="87"/>
                  </a:cubicBezTo>
                  <a:cubicBezTo>
                    <a:pt x="197" y="95"/>
                    <a:pt x="195" y="103"/>
                    <a:pt x="194" y="110"/>
                  </a:cubicBezTo>
                  <a:cubicBezTo>
                    <a:pt x="189" y="139"/>
                    <a:pt x="176" y="162"/>
                    <a:pt x="155" y="175"/>
                  </a:cubicBezTo>
                  <a:cubicBezTo>
                    <a:pt x="151" y="178"/>
                    <a:pt x="145" y="181"/>
                    <a:pt x="138" y="183"/>
                  </a:cubicBezTo>
                  <a:cubicBezTo>
                    <a:pt x="131" y="185"/>
                    <a:pt x="124" y="186"/>
                    <a:pt x="116" y="186"/>
                  </a:cubicBezTo>
                  <a:cubicBezTo>
                    <a:pt x="108" y="185"/>
                    <a:pt x="101" y="183"/>
                    <a:pt x="96" y="180"/>
                  </a:cubicBezTo>
                  <a:cubicBezTo>
                    <a:pt x="90" y="177"/>
                    <a:pt x="86" y="173"/>
                    <a:pt x="83" y="168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500"/>
                            </p:stCondLst>
                            <p:childTnLst>
                              <p:par>
                                <p:cTn id="9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000"/>
                            </p:stCondLst>
                            <p:childTnLst>
                              <p:par>
                                <p:cTn id="10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500"/>
                            </p:stCondLst>
                            <p:childTnLst>
                              <p:par>
                                <p:cTn id="11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000"/>
                            </p:stCondLst>
                            <p:childTnLst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500"/>
                            </p:stCondLst>
                            <p:childTnLst>
                              <p:par>
                                <p:cTn id="1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3" grpId="0" animBg="1"/>
      <p:bldP spid="54" grpId="0" animBg="1"/>
      <p:bldP spid="56" grpId="0" animBg="1"/>
      <p:bldP spid="57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Dots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Scatter Dots Chart Slide</a:t>
            </a:r>
            <a:endParaRPr lang="en-US" dirty="0"/>
          </a:p>
        </p:txBody>
      </p:sp>
      <p:graphicFrame>
        <p:nvGraphicFramePr>
          <p:cNvPr id="40" name="Chart 39"/>
          <p:cNvGraphicFramePr/>
          <p:nvPr/>
        </p:nvGraphicFramePr>
        <p:xfrm>
          <a:off x="457200" y="2392068"/>
          <a:ext cx="4495800" cy="360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5570894" y="2454080"/>
            <a:ext cx="298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Title Goes Here</a:t>
            </a:r>
            <a:endParaRPr lang="en-US" sz="1100" dirty="0">
              <a:solidFill>
                <a:schemeClr val="accent1"/>
              </a:solidFill>
            </a:endParaRP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There are many variations of passages of lorem ipsum available, but the majority have suffered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242689" y="3128023"/>
            <a:ext cx="316483" cy="359462"/>
            <a:chOff x="3254376" y="1843088"/>
            <a:chExt cx="257175" cy="292100"/>
          </a:xfrm>
          <a:solidFill>
            <a:schemeClr val="accent2"/>
          </a:solidFill>
        </p:grpSpPr>
        <p:sp>
          <p:nvSpPr>
            <p:cNvPr id="43" name="Freeform 18"/>
            <p:cNvSpPr>
              <a:spLocks noEditPoints="1"/>
            </p:cNvSpPr>
            <p:nvPr/>
          </p:nvSpPr>
          <p:spPr bwMode="auto">
            <a:xfrm>
              <a:off x="3254376" y="1843088"/>
              <a:ext cx="257175" cy="292100"/>
            </a:xfrm>
            <a:custGeom>
              <a:avLst/>
              <a:gdLst/>
              <a:ahLst/>
              <a:cxnLst>
                <a:cxn ang="0">
                  <a:pos x="110" y="0"/>
                </a:cxn>
                <a:cxn ang="0">
                  <a:pos x="0" y="0"/>
                </a:cxn>
                <a:cxn ang="0">
                  <a:pos x="0" y="184"/>
                </a:cxn>
                <a:cxn ang="0">
                  <a:pos x="162" y="184"/>
                </a:cxn>
                <a:cxn ang="0">
                  <a:pos x="162" y="52"/>
                </a:cxn>
                <a:cxn ang="0">
                  <a:pos x="110" y="0"/>
                </a:cxn>
                <a:cxn ang="0">
                  <a:pos x="138" y="160"/>
                </a:cxn>
                <a:cxn ang="0">
                  <a:pos x="24" y="160"/>
                </a:cxn>
                <a:cxn ang="0">
                  <a:pos x="24" y="22"/>
                </a:cxn>
                <a:cxn ang="0">
                  <a:pos x="100" y="22"/>
                </a:cxn>
                <a:cxn ang="0">
                  <a:pos x="138" y="62"/>
                </a:cxn>
                <a:cxn ang="0">
                  <a:pos x="138" y="160"/>
                </a:cxn>
              </a:cxnLst>
              <a:rect l="0" t="0" r="r" b="b"/>
              <a:pathLst>
                <a:path w="162" h="184">
                  <a:moveTo>
                    <a:pt x="110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2" y="184"/>
                  </a:lnTo>
                  <a:lnTo>
                    <a:pt x="162" y="52"/>
                  </a:lnTo>
                  <a:lnTo>
                    <a:pt x="110" y="0"/>
                  </a:lnTo>
                  <a:close/>
                  <a:moveTo>
                    <a:pt x="138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100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19"/>
            <p:cNvSpPr>
              <a:spLocks noChangeArrowheads="1"/>
            </p:cNvSpPr>
            <p:nvPr/>
          </p:nvSpPr>
          <p:spPr bwMode="auto">
            <a:xfrm>
              <a:off x="3327401" y="1968500"/>
              <a:ext cx="111125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20"/>
            <p:cNvSpPr>
              <a:spLocks noChangeArrowheads="1"/>
            </p:cNvSpPr>
            <p:nvPr/>
          </p:nvSpPr>
          <p:spPr bwMode="auto">
            <a:xfrm>
              <a:off x="3327401" y="1933575"/>
              <a:ext cx="73025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1"/>
            <p:cNvSpPr>
              <a:spLocks noChangeArrowheads="1"/>
            </p:cNvSpPr>
            <p:nvPr/>
          </p:nvSpPr>
          <p:spPr bwMode="auto">
            <a:xfrm>
              <a:off x="3327401" y="2006600"/>
              <a:ext cx="111125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2"/>
            <p:cNvSpPr>
              <a:spLocks noChangeArrowheads="1"/>
            </p:cNvSpPr>
            <p:nvPr/>
          </p:nvSpPr>
          <p:spPr bwMode="auto">
            <a:xfrm>
              <a:off x="3327401" y="2044700"/>
              <a:ext cx="111125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230967" y="2573500"/>
            <a:ext cx="339927" cy="359462"/>
            <a:chOff x="1497013" y="1843088"/>
            <a:chExt cx="276226" cy="292100"/>
          </a:xfrm>
          <a:solidFill>
            <a:schemeClr val="accent1"/>
          </a:solidFill>
        </p:grpSpPr>
        <p:sp>
          <p:nvSpPr>
            <p:cNvPr id="49" name="Freeform 23"/>
            <p:cNvSpPr>
              <a:spLocks noEditPoints="1"/>
            </p:cNvSpPr>
            <p:nvPr/>
          </p:nvSpPr>
          <p:spPr bwMode="auto">
            <a:xfrm>
              <a:off x="1663701" y="1951038"/>
              <a:ext cx="109538" cy="184150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0" y="22"/>
                </a:cxn>
                <a:cxn ang="0">
                  <a:pos x="7" y="38"/>
                </a:cxn>
                <a:cxn ang="0">
                  <a:pos x="7" y="73"/>
                </a:cxn>
                <a:cxn ang="0">
                  <a:pos x="22" y="58"/>
                </a:cxn>
                <a:cxn ang="0">
                  <a:pos x="36" y="73"/>
                </a:cxn>
                <a:cxn ang="0">
                  <a:pos x="36" y="38"/>
                </a:cxn>
                <a:cxn ang="0">
                  <a:pos x="43" y="22"/>
                </a:cxn>
                <a:cxn ang="0">
                  <a:pos x="22" y="0"/>
                </a:cxn>
                <a:cxn ang="0">
                  <a:pos x="22" y="37"/>
                </a:cxn>
                <a:cxn ang="0">
                  <a:pos x="7" y="22"/>
                </a:cxn>
                <a:cxn ang="0">
                  <a:pos x="22" y="7"/>
                </a:cxn>
                <a:cxn ang="0">
                  <a:pos x="36" y="22"/>
                </a:cxn>
                <a:cxn ang="0">
                  <a:pos x="22" y="37"/>
                </a:cxn>
              </a:cxnLst>
              <a:rect l="0" t="0" r="r" b="b"/>
              <a:pathLst>
                <a:path w="43" h="73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28"/>
                    <a:pt x="3" y="34"/>
                    <a:pt x="7" y="38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40" y="34"/>
                    <a:pt x="43" y="28"/>
                    <a:pt x="43" y="22"/>
                  </a:cubicBezTo>
                  <a:cubicBezTo>
                    <a:pt x="43" y="10"/>
                    <a:pt x="34" y="0"/>
                    <a:pt x="22" y="0"/>
                  </a:cubicBezTo>
                  <a:close/>
                  <a:moveTo>
                    <a:pt x="22" y="37"/>
                  </a:moveTo>
                  <a:cubicBezTo>
                    <a:pt x="14" y="37"/>
                    <a:pt x="7" y="30"/>
                    <a:pt x="7" y="22"/>
                  </a:cubicBezTo>
                  <a:cubicBezTo>
                    <a:pt x="7" y="14"/>
                    <a:pt x="14" y="7"/>
                    <a:pt x="22" y="7"/>
                  </a:cubicBezTo>
                  <a:cubicBezTo>
                    <a:pt x="30" y="7"/>
                    <a:pt x="36" y="14"/>
                    <a:pt x="36" y="22"/>
                  </a:cubicBezTo>
                  <a:cubicBezTo>
                    <a:pt x="36" y="30"/>
                    <a:pt x="30" y="37"/>
                    <a:pt x="22" y="3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"/>
            <p:cNvSpPr>
              <a:spLocks/>
            </p:cNvSpPr>
            <p:nvPr/>
          </p:nvSpPr>
          <p:spPr bwMode="auto">
            <a:xfrm>
              <a:off x="1497013" y="1843088"/>
              <a:ext cx="239713" cy="292100"/>
            </a:xfrm>
            <a:custGeom>
              <a:avLst/>
              <a:gdLst/>
              <a:ahLst/>
              <a:cxnLst>
                <a:cxn ang="0">
                  <a:pos x="78" y="160"/>
                </a:cxn>
                <a:cxn ang="0">
                  <a:pos x="24" y="160"/>
                </a:cxn>
                <a:cxn ang="0">
                  <a:pos x="24" y="22"/>
                </a:cxn>
                <a:cxn ang="0">
                  <a:pos x="89" y="22"/>
                </a:cxn>
                <a:cxn ang="0">
                  <a:pos x="123" y="57"/>
                </a:cxn>
                <a:cxn ang="0">
                  <a:pos x="151" y="57"/>
                </a:cxn>
                <a:cxn ang="0">
                  <a:pos x="151" y="52"/>
                </a:cxn>
                <a:cxn ang="0">
                  <a:pos x="99" y="0"/>
                </a:cxn>
                <a:cxn ang="0">
                  <a:pos x="0" y="0"/>
                </a:cxn>
                <a:cxn ang="0">
                  <a:pos x="0" y="184"/>
                </a:cxn>
                <a:cxn ang="0">
                  <a:pos x="101" y="184"/>
                </a:cxn>
                <a:cxn ang="0">
                  <a:pos x="78" y="162"/>
                </a:cxn>
                <a:cxn ang="0">
                  <a:pos x="78" y="160"/>
                </a:cxn>
              </a:cxnLst>
              <a:rect l="0" t="0" r="r" b="b"/>
              <a:pathLst>
                <a:path w="151" h="184">
                  <a:moveTo>
                    <a:pt x="78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89" y="22"/>
                  </a:lnTo>
                  <a:lnTo>
                    <a:pt x="123" y="57"/>
                  </a:lnTo>
                  <a:lnTo>
                    <a:pt x="151" y="57"/>
                  </a:lnTo>
                  <a:lnTo>
                    <a:pt x="151" y="52"/>
                  </a:lnTo>
                  <a:lnTo>
                    <a:pt x="99" y="0"/>
                  </a:lnTo>
                  <a:lnTo>
                    <a:pt x="0" y="0"/>
                  </a:lnTo>
                  <a:lnTo>
                    <a:pt x="0" y="184"/>
                  </a:lnTo>
                  <a:lnTo>
                    <a:pt x="101" y="184"/>
                  </a:lnTo>
                  <a:lnTo>
                    <a:pt x="78" y="162"/>
                  </a:lnTo>
                  <a:lnTo>
                    <a:pt x="78" y="1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5"/>
            <p:cNvSpPr>
              <a:spLocks noChangeArrowheads="1"/>
            </p:cNvSpPr>
            <p:nvPr/>
          </p:nvSpPr>
          <p:spPr bwMode="auto">
            <a:xfrm>
              <a:off x="1552576" y="1933575"/>
              <a:ext cx="93663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6"/>
            <p:cNvSpPr>
              <a:spLocks noChangeArrowheads="1"/>
            </p:cNvSpPr>
            <p:nvPr/>
          </p:nvSpPr>
          <p:spPr bwMode="auto">
            <a:xfrm>
              <a:off x="1552576" y="1968500"/>
              <a:ext cx="9366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7"/>
            <p:cNvSpPr>
              <a:spLocks noChangeArrowheads="1"/>
            </p:cNvSpPr>
            <p:nvPr/>
          </p:nvSpPr>
          <p:spPr bwMode="auto">
            <a:xfrm>
              <a:off x="1552576" y="2006600"/>
              <a:ext cx="93663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243665" y="3682546"/>
            <a:ext cx="314530" cy="359462"/>
            <a:chOff x="3841751" y="1843088"/>
            <a:chExt cx="255588" cy="292100"/>
          </a:xfrm>
          <a:solidFill>
            <a:schemeClr val="accent3"/>
          </a:solidFill>
        </p:grpSpPr>
        <p:sp>
          <p:nvSpPr>
            <p:cNvPr id="55" name="Freeform 28"/>
            <p:cNvSpPr>
              <a:spLocks noEditPoints="1"/>
            </p:cNvSpPr>
            <p:nvPr/>
          </p:nvSpPr>
          <p:spPr bwMode="auto">
            <a:xfrm>
              <a:off x="3841751" y="1843088"/>
              <a:ext cx="255588" cy="292100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0" y="0"/>
                </a:cxn>
                <a:cxn ang="0">
                  <a:pos x="0" y="184"/>
                </a:cxn>
                <a:cxn ang="0">
                  <a:pos x="161" y="184"/>
                </a:cxn>
                <a:cxn ang="0">
                  <a:pos x="161" y="52"/>
                </a:cxn>
                <a:cxn ang="0">
                  <a:pos x="108" y="0"/>
                </a:cxn>
                <a:cxn ang="0">
                  <a:pos x="138" y="160"/>
                </a:cxn>
                <a:cxn ang="0">
                  <a:pos x="23" y="160"/>
                </a:cxn>
                <a:cxn ang="0">
                  <a:pos x="23" y="22"/>
                </a:cxn>
                <a:cxn ang="0">
                  <a:pos x="99" y="22"/>
                </a:cxn>
                <a:cxn ang="0">
                  <a:pos x="138" y="62"/>
                </a:cxn>
                <a:cxn ang="0">
                  <a:pos x="138" y="160"/>
                </a:cxn>
              </a:cxnLst>
              <a:rect l="0" t="0" r="r" b="b"/>
              <a:pathLst>
                <a:path w="161" h="184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1" y="184"/>
                  </a:lnTo>
                  <a:lnTo>
                    <a:pt x="161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3" y="160"/>
                  </a:lnTo>
                  <a:lnTo>
                    <a:pt x="23" y="22"/>
                  </a:lnTo>
                  <a:lnTo>
                    <a:pt x="99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9"/>
            <p:cNvSpPr>
              <a:spLocks/>
            </p:cNvSpPr>
            <p:nvPr/>
          </p:nvSpPr>
          <p:spPr bwMode="auto">
            <a:xfrm>
              <a:off x="3895726" y="1973263"/>
              <a:ext cx="146050" cy="98425"/>
            </a:xfrm>
            <a:custGeom>
              <a:avLst/>
              <a:gdLst/>
              <a:ahLst/>
              <a:cxnLst>
                <a:cxn ang="0">
                  <a:pos x="35" y="11"/>
                </a:cxn>
                <a:cxn ang="0">
                  <a:pos x="0" y="46"/>
                </a:cxn>
                <a:cxn ang="0">
                  <a:pos x="0" y="62"/>
                </a:cxn>
                <a:cxn ang="0">
                  <a:pos x="35" y="27"/>
                </a:cxn>
                <a:cxn ang="0">
                  <a:pos x="58" y="51"/>
                </a:cxn>
                <a:cxn ang="0">
                  <a:pos x="92" y="16"/>
                </a:cxn>
                <a:cxn ang="0">
                  <a:pos x="92" y="0"/>
                </a:cxn>
                <a:cxn ang="0">
                  <a:pos x="58" y="35"/>
                </a:cxn>
                <a:cxn ang="0">
                  <a:pos x="35" y="11"/>
                </a:cxn>
              </a:cxnLst>
              <a:rect l="0" t="0" r="r" b="b"/>
              <a:pathLst>
                <a:path w="92" h="62">
                  <a:moveTo>
                    <a:pt x="35" y="11"/>
                  </a:moveTo>
                  <a:lnTo>
                    <a:pt x="0" y="46"/>
                  </a:lnTo>
                  <a:lnTo>
                    <a:pt x="0" y="62"/>
                  </a:lnTo>
                  <a:lnTo>
                    <a:pt x="35" y="27"/>
                  </a:lnTo>
                  <a:lnTo>
                    <a:pt x="58" y="51"/>
                  </a:lnTo>
                  <a:lnTo>
                    <a:pt x="92" y="16"/>
                  </a:lnTo>
                  <a:lnTo>
                    <a:pt x="92" y="0"/>
                  </a:lnTo>
                  <a:lnTo>
                    <a:pt x="58" y="35"/>
                  </a:lnTo>
                  <a:lnTo>
                    <a:pt x="35" y="1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242689" y="4237069"/>
            <a:ext cx="316483" cy="359462"/>
            <a:chOff x="5011738" y="1843088"/>
            <a:chExt cx="257175" cy="292100"/>
          </a:xfrm>
          <a:solidFill>
            <a:schemeClr val="accent4"/>
          </a:solidFill>
        </p:grpSpPr>
        <p:sp>
          <p:nvSpPr>
            <p:cNvPr id="58" name="Freeform 32"/>
            <p:cNvSpPr>
              <a:spLocks noEditPoints="1"/>
            </p:cNvSpPr>
            <p:nvPr/>
          </p:nvSpPr>
          <p:spPr bwMode="auto">
            <a:xfrm>
              <a:off x="5011738" y="1843088"/>
              <a:ext cx="257175" cy="292100"/>
            </a:xfrm>
            <a:custGeom>
              <a:avLst/>
              <a:gdLst/>
              <a:ahLst/>
              <a:cxnLst>
                <a:cxn ang="0">
                  <a:pos x="110" y="0"/>
                </a:cxn>
                <a:cxn ang="0">
                  <a:pos x="0" y="0"/>
                </a:cxn>
                <a:cxn ang="0">
                  <a:pos x="0" y="184"/>
                </a:cxn>
                <a:cxn ang="0">
                  <a:pos x="162" y="184"/>
                </a:cxn>
                <a:cxn ang="0">
                  <a:pos x="162" y="52"/>
                </a:cxn>
                <a:cxn ang="0">
                  <a:pos x="110" y="0"/>
                </a:cxn>
                <a:cxn ang="0">
                  <a:pos x="138" y="160"/>
                </a:cxn>
                <a:cxn ang="0">
                  <a:pos x="24" y="160"/>
                </a:cxn>
                <a:cxn ang="0">
                  <a:pos x="24" y="22"/>
                </a:cxn>
                <a:cxn ang="0">
                  <a:pos x="100" y="22"/>
                </a:cxn>
                <a:cxn ang="0">
                  <a:pos x="138" y="62"/>
                </a:cxn>
                <a:cxn ang="0">
                  <a:pos x="138" y="160"/>
                </a:cxn>
              </a:cxnLst>
              <a:rect l="0" t="0" r="r" b="b"/>
              <a:pathLst>
                <a:path w="162" h="184">
                  <a:moveTo>
                    <a:pt x="110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2" y="184"/>
                  </a:lnTo>
                  <a:lnTo>
                    <a:pt x="162" y="52"/>
                  </a:lnTo>
                  <a:lnTo>
                    <a:pt x="110" y="0"/>
                  </a:lnTo>
                  <a:close/>
                  <a:moveTo>
                    <a:pt x="138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100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33"/>
            <p:cNvSpPr>
              <a:spLocks noChangeArrowheads="1"/>
            </p:cNvSpPr>
            <p:nvPr/>
          </p:nvSpPr>
          <p:spPr bwMode="auto">
            <a:xfrm>
              <a:off x="5067301" y="1930400"/>
              <a:ext cx="5556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4"/>
            <p:cNvSpPr>
              <a:spLocks/>
            </p:cNvSpPr>
            <p:nvPr/>
          </p:nvSpPr>
          <p:spPr bwMode="auto">
            <a:xfrm>
              <a:off x="5067301" y="1951038"/>
              <a:ext cx="146050" cy="125413"/>
            </a:xfrm>
            <a:custGeom>
              <a:avLst/>
              <a:gdLst/>
              <a:ahLst/>
              <a:cxnLst>
                <a:cxn ang="0">
                  <a:pos x="24" y="46"/>
                </a:cxn>
                <a:cxn ang="0">
                  <a:pos x="0" y="79"/>
                </a:cxn>
                <a:cxn ang="0">
                  <a:pos x="92" y="79"/>
                </a:cxn>
                <a:cxn ang="0">
                  <a:pos x="70" y="0"/>
                </a:cxn>
                <a:cxn ang="0">
                  <a:pos x="46" y="68"/>
                </a:cxn>
                <a:cxn ang="0">
                  <a:pos x="24" y="46"/>
                </a:cxn>
              </a:cxnLst>
              <a:rect l="0" t="0" r="r" b="b"/>
              <a:pathLst>
                <a:path w="92" h="79">
                  <a:moveTo>
                    <a:pt x="24" y="46"/>
                  </a:moveTo>
                  <a:lnTo>
                    <a:pt x="0" y="79"/>
                  </a:lnTo>
                  <a:lnTo>
                    <a:pt x="92" y="79"/>
                  </a:lnTo>
                  <a:lnTo>
                    <a:pt x="70" y="0"/>
                  </a:lnTo>
                  <a:lnTo>
                    <a:pt x="46" y="68"/>
                  </a:lnTo>
                  <a:lnTo>
                    <a:pt x="24" y="4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243665" y="4791592"/>
            <a:ext cx="314530" cy="359462"/>
            <a:chOff x="5599113" y="1843088"/>
            <a:chExt cx="255588" cy="292100"/>
          </a:xfrm>
          <a:solidFill>
            <a:schemeClr val="accent5"/>
          </a:solidFill>
        </p:grpSpPr>
        <p:sp>
          <p:nvSpPr>
            <p:cNvPr id="62" name="Freeform 35"/>
            <p:cNvSpPr>
              <a:spLocks noEditPoints="1"/>
            </p:cNvSpPr>
            <p:nvPr/>
          </p:nvSpPr>
          <p:spPr bwMode="auto">
            <a:xfrm>
              <a:off x="5599113" y="1843088"/>
              <a:ext cx="255588" cy="292100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0" y="0"/>
                </a:cxn>
                <a:cxn ang="0">
                  <a:pos x="0" y="184"/>
                </a:cxn>
                <a:cxn ang="0">
                  <a:pos x="161" y="184"/>
                </a:cxn>
                <a:cxn ang="0">
                  <a:pos x="161" y="52"/>
                </a:cxn>
                <a:cxn ang="0">
                  <a:pos x="108" y="0"/>
                </a:cxn>
                <a:cxn ang="0">
                  <a:pos x="138" y="160"/>
                </a:cxn>
                <a:cxn ang="0">
                  <a:pos x="22" y="160"/>
                </a:cxn>
                <a:cxn ang="0">
                  <a:pos x="22" y="22"/>
                </a:cxn>
                <a:cxn ang="0">
                  <a:pos x="99" y="22"/>
                </a:cxn>
                <a:cxn ang="0">
                  <a:pos x="138" y="62"/>
                </a:cxn>
                <a:cxn ang="0">
                  <a:pos x="138" y="160"/>
                </a:cxn>
              </a:cxnLst>
              <a:rect l="0" t="0" r="r" b="b"/>
              <a:pathLst>
                <a:path w="161" h="184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1" y="184"/>
                  </a:lnTo>
                  <a:lnTo>
                    <a:pt x="161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2" y="160"/>
                  </a:lnTo>
                  <a:lnTo>
                    <a:pt x="22" y="22"/>
                  </a:lnTo>
                  <a:lnTo>
                    <a:pt x="99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6"/>
            <p:cNvSpPr>
              <a:spLocks/>
            </p:cNvSpPr>
            <p:nvPr/>
          </p:nvSpPr>
          <p:spPr bwMode="auto">
            <a:xfrm>
              <a:off x="5689601" y="1951038"/>
              <a:ext cx="96838" cy="107950"/>
            </a:xfrm>
            <a:custGeom>
              <a:avLst/>
              <a:gdLst/>
              <a:ahLst/>
              <a:cxnLst>
                <a:cxn ang="0">
                  <a:pos x="0" y="68"/>
                </a:cxn>
                <a:cxn ang="0">
                  <a:pos x="61" y="33"/>
                </a:cxn>
                <a:cxn ang="0">
                  <a:pos x="0" y="0"/>
                </a:cxn>
                <a:cxn ang="0">
                  <a:pos x="0" y="68"/>
                </a:cxn>
              </a:cxnLst>
              <a:rect l="0" t="0" r="r" b="b"/>
              <a:pathLst>
                <a:path w="61" h="68">
                  <a:moveTo>
                    <a:pt x="0" y="68"/>
                  </a:moveTo>
                  <a:lnTo>
                    <a:pt x="61" y="33"/>
                  </a:lnTo>
                  <a:lnTo>
                    <a:pt x="0" y="0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244643" y="5346114"/>
            <a:ext cx="312575" cy="359461"/>
            <a:chOff x="6184901" y="1843088"/>
            <a:chExt cx="254000" cy="292100"/>
          </a:xfrm>
          <a:solidFill>
            <a:schemeClr val="accent6"/>
          </a:solidFill>
        </p:grpSpPr>
        <p:sp>
          <p:nvSpPr>
            <p:cNvPr id="65" name="Freeform 37"/>
            <p:cNvSpPr>
              <a:spLocks noEditPoints="1"/>
            </p:cNvSpPr>
            <p:nvPr/>
          </p:nvSpPr>
          <p:spPr bwMode="auto">
            <a:xfrm>
              <a:off x="6184901" y="1843088"/>
              <a:ext cx="254000" cy="292100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0" y="0"/>
                </a:cxn>
                <a:cxn ang="0">
                  <a:pos x="0" y="184"/>
                </a:cxn>
                <a:cxn ang="0">
                  <a:pos x="160" y="184"/>
                </a:cxn>
                <a:cxn ang="0">
                  <a:pos x="160" y="52"/>
                </a:cxn>
                <a:cxn ang="0">
                  <a:pos x="108" y="0"/>
                </a:cxn>
                <a:cxn ang="0">
                  <a:pos x="138" y="160"/>
                </a:cxn>
                <a:cxn ang="0">
                  <a:pos x="22" y="160"/>
                </a:cxn>
                <a:cxn ang="0">
                  <a:pos x="22" y="22"/>
                </a:cxn>
                <a:cxn ang="0">
                  <a:pos x="98" y="22"/>
                </a:cxn>
                <a:cxn ang="0">
                  <a:pos x="138" y="62"/>
                </a:cxn>
                <a:cxn ang="0">
                  <a:pos x="138" y="160"/>
                </a:cxn>
              </a:cxnLst>
              <a:rect l="0" t="0" r="r" b="b"/>
              <a:pathLst>
                <a:path w="160" h="184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0" y="184"/>
                  </a:lnTo>
                  <a:lnTo>
                    <a:pt x="160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2" y="160"/>
                  </a:lnTo>
                  <a:lnTo>
                    <a:pt x="22" y="22"/>
                  </a:lnTo>
                  <a:lnTo>
                    <a:pt x="98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38"/>
            <p:cNvSpPr>
              <a:spLocks/>
            </p:cNvSpPr>
            <p:nvPr/>
          </p:nvSpPr>
          <p:spPr bwMode="auto">
            <a:xfrm>
              <a:off x="6238876" y="1954213"/>
              <a:ext cx="53975" cy="10795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34" y="68"/>
                </a:cxn>
                <a:cxn ang="0">
                  <a:pos x="34" y="52"/>
                </a:cxn>
                <a:cxn ang="0">
                  <a:pos x="16" y="35"/>
                </a:cxn>
                <a:cxn ang="0">
                  <a:pos x="34" y="15"/>
                </a:cxn>
                <a:cxn ang="0">
                  <a:pos x="34" y="0"/>
                </a:cxn>
                <a:cxn ang="0">
                  <a:pos x="8" y="25"/>
                </a:cxn>
                <a:cxn ang="0">
                  <a:pos x="0" y="35"/>
                </a:cxn>
              </a:cxnLst>
              <a:rect l="0" t="0" r="r" b="b"/>
              <a:pathLst>
                <a:path w="34" h="68">
                  <a:moveTo>
                    <a:pt x="0" y="35"/>
                  </a:moveTo>
                  <a:lnTo>
                    <a:pt x="34" y="68"/>
                  </a:lnTo>
                  <a:lnTo>
                    <a:pt x="34" y="52"/>
                  </a:lnTo>
                  <a:lnTo>
                    <a:pt x="16" y="35"/>
                  </a:lnTo>
                  <a:lnTo>
                    <a:pt x="34" y="15"/>
                  </a:lnTo>
                  <a:lnTo>
                    <a:pt x="34" y="0"/>
                  </a:lnTo>
                  <a:lnTo>
                    <a:pt x="8" y="25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6330951" y="1951038"/>
              <a:ext cx="55563" cy="107950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17" y="33"/>
                </a:cxn>
                <a:cxn ang="0">
                  <a:pos x="0" y="52"/>
                </a:cxn>
                <a:cxn ang="0">
                  <a:pos x="0" y="68"/>
                </a:cxn>
                <a:cxn ang="0">
                  <a:pos x="27" y="41"/>
                </a:cxn>
                <a:cxn ang="0">
                  <a:pos x="35" y="33"/>
                </a:cxn>
                <a:cxn ang="0">
                  <a:pos x="0" y="0"/>
                </a:cxn>
                <a:cxn ang="0">
                  <a:pos x="0" y="16"/>
                </a:cxn>
              </a:cxnLst>
              <a:rect l="0" t="0" r="r" b="b"/>
              <a:pathLst>
                <a:path w="35" h="68">
                  <a:moveTo>
                    <a:pt x="0" y="16"/>
                  </a:moveTo>
                  <a:lnTo>
                    <a:pt x="17" y="33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7" y="41"/>
                  </a:lnTo>
                  <a:lnTo>
                    <a:pt x="35" y="33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5570894" y="3009955"/>
            <a:ext cx="298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/>
                </a:solidFill>
              </a:rPr>
              <a:t>Title Goes Here</a:t>
            </a: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There are many variations of passages of lorem ipsum available, but the majority have suffered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0894" y="3565830"/>
            <a:ext cx="298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3"/>
                </a:solidFill>
              </a:rPr>
              <a:t>Title Goes Here</a:t>
            </a:r>
            <a:endParaRPr lang="en-US" sz="1100" dirty="0">
              <a:solidFill>
                <a:schemeClr val="accent3"/>
              </a:solidFill>
            </a:endParaRP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There are many variations of passages of lorem ipsum available, but the majority have suffered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70894" y="4121705"/>
            <a:ext cx="298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4"/>
                </a:solidFill>
              </a:rPr>
              <a:t>Title Goes Here</a:t>
            </a:r>
            <a:endParaRPr lang="en-US" sz="1100" dirty="0">
              <a:solidFill>
                <a:schemeClr val="accent4"/>
              </a:solidFill>
            </a:endParaRP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There are many variations of passages of lorem ipsum available, but the majority have suffered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70894" y="4677580"/>
            <a:ext cx="298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</a:rPr>
              <a:t>Title Goes Here</a:t>
            </a:r>
            <a:endParaRPr lang="en-US" sz="1100" dirty="0">
              <a:solidFill>
                <a:schemeClr val="accent5"/>
              </a:solidFill>
            </a:endParaRP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There are many variations of passages of lorem ipsum available, but the majority have suffered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0894" y="5233457"/>
            <a:ext cx="298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</a:rPr>
              <a:t>Title Goes Here</a:t>
            </a:r>
            <a:endParaRPr lang="en-US" sz="1100" dirty="0">
              <a:solidFill>
                <a:schemeClr val="accent6"/>
              </a:solidFill>
            </a:endParaRP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There are many variations of passages of lorem ipsum available, but the majority have suffered</a:t>
            </a:r>
          </a:p>
        </p:txBody>
      </p:sp>
      <p:sp>
        <p:nvSpPr>
          <p:cNvPr id="73" name="Down Arrow Callout 72"/>
          <p:cNvSpPr/>
          <p:nvPr/>
        </p:nvSpPr>
        <p:spPr>
          <a:xfrm>
            <a:off x="1979215" y="3609322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Value</a:t>
            </a: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500"/>
                            </p:stCondLst>
                            <p:childTnLst>
                              <p:par>
                                <p:cTn id="8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000"/>
                            </p:stCondLst>
                            <p:childTnLst>
                              <p:par>
                                <p:cTn id="9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500"/>
                            </p:stCondLst>
                            <p:childTnLst>
                              <p:par>
                                <p:cTn id="10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0" grpId="0">
        <p:bldSub>
          <a:bldChart bld="category"/>
        </p:bldSub>
      </p:bldGraphic>
      <p:bldP spid="41" grpId="0"/>
      <p:bldP spid="68" grpId="0"/>
      <p:bldP spid="69" grpId="0"/>
      <p:bldP spid="70" grpId="0"/>
      <p:bldP spid="71" grpId="0"/>
      <p:bldP spid="7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Bubble Chart Slide</a:t>
            </a:r>
            <a:endParaRPr lang="en-US" dirty="0"/>
          </a:p>
        </p:txBody>
      </p:sp>
      <p:graphicFrame>
        <p:nvGraphicFramePr>
          <p:cNvPr id="30" name="Chart 29"/>
          <p:cNvGraphicFramePr/>
          <p:nvPr/>
        </p:nvGraphicFramePr>
        <p:xfrm>
          <a:off x="3954296" y="2268963"/>
          <a:ext cx="4724400" cy="3745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Down Arrow Callout 30"/>
          <p:cNvSpPr/>
          <p:nvPr/>
        </p:nvSpPr>
        <p:spPr>
          <a:xfrm>
            <a:off x="4456166" y="3276984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 01</a:t>
            </a:r>
          </a:p>
        </p:txBody>
      </p:sp>
      <p:sp>
        <p:nvSpPr>
          <p:cNvPr id="32" name="Down Arrow Callout 31"/>
          <p:cNvSpPr/>
          <p:nvPr/>
        </p:nvSpPr>
        <p:spPr>
          <a:xfrm>
            <a:off x="6013320" y="4289482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 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4490" y="2405153"/>
            <a:ext cx="3487366" cy="3527332"/>
          </a:xfrm>
          <a:prstGeom prst="roundRect">
            <a:avLst>
              <a:gd name="adj" fmla="val 2335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 46"/>
          <p:cNvSpPr>
            <a:spLocks noEditPoints="1"/>
          </p:cNvSpPr>
          <p:nvPr/>
        </p:nvSpPr>
        <p:spPr bwMode="auto">
          <a:xfrm>
            <a:off x="662468" y="2702136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Text Placeholder 3"/>
          <p:cNvSpPr txBox="1">
            <a:spLocks/>
          </p:cNvSpPr>
          <p:nvPr/>
        </p:nvSpPr>
        <p:spPr>
          <a:xfrm>
            <a:off x="1029512" y="2606269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1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36" name="Freeform 46"/>
          <p:cNvSpPr>
            <a:spLocks noEditPoints="1"/>
          </p:cNvSpPr>
          <p:nvPr/>
        </p:nvSpPr>
        <p:spPr bwMode="auto">
          <a:xfrm>
            <a:off x="662468" y="323951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Text Placeholder 3"/>
          <p:cNvSpPr txBox="1">
            <a:spLocks/>
          </p:cNvSpPr>
          <p:nvPr/>
        </p:nvSpPr>
        <p:spPr>
          <a:xfrm>
            <a:off x="1029512" y="314364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2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38" name="Freeform 46"/>
          <p:cNvSpPr>
            <a:spLocks noEditPoints="1"/>
          </p:cNvSpPr>
          <p:nvPr/>
        </p:nvSpPr>
        <p:spPr bwMode="auto">
          <a:xfrm>
            <a:off x="662468" y="377291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Text Placeholder 3"/>
          <p:cNvSpPr txBox="1">
            <a:spLocks/>
          </p:cNvSpPr>
          <p:nvPr/>
        </p:nvSpPr>
        <p:spPr>
          <a:xfrm>
            <a:off x="1029512" y="367704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3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0" name="Freeform 46"/>
          <p:cNvSpPr>
            <a:spLocks noEditPoints="1"/>
          </p:cNvSpPr>
          <p:nvPr/>
        </p:nvSpPr>
        <p:spPr bwMode="auto">
          <a:xfrm>
            <a:off x="662468" y="430631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Text Placeholder 3"/>
          <p:cNvSpPr txBox="1">
            <a:spLocks/>
          </p:cNvSpPr>
          <p:nvPr/>
        </p:nvSpPr>
        <p:spPr>
          <a:xfrm>
            <a:off x="1029512" y="421044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4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2" name="Freeform 46"/>
          <p:cNvSpPr>
            <a:spLocks noEditPoints="1"/>
          </p:cNvSpPr>
          <p:nvPr/>
        </p:nvSpPr>
        <p:spPr bwMode="auto">
          <a:xfrm>
            <a:off x="662468" y="483971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Text Placeholder 3"/>
          <p:cNvSpPr txBox="1">
            <a:spLocks/>
          </p:cNvSpPr>
          <p:nvPr/>
        </p:nvSpPr>
        <p:spPr>
          <a:xfrm>
            <a:off x="1029512" y="474384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5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4" name="Freeform 46"/>
          <p:cNvSpPr>
            <a:spLocks noEditPoints="1"/>
          </p:cNvSpPr>
          <p:nvPr/>
        </p:nvSpPr>
        <p:spPr bwMode="auto">
          <a:xfrm>
            <a:off x="662468" y="537311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Text Placeholder 3"/>
          <p:cNvSpPr txBox="1">
            <a:spLocks/>
          </p:cNvSpPr>
          <p:nvPr/>
        </p:nvSpPr>
        <p:spPr>
          <a:xfrm>
            <a:off x="1029512" y="527724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6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0"/>
                            </p:stCondLst>
                            <p:childTnLst>
                              <p:par>
                                <p:cTn id="8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000"/>
                            </p:stCondLst>
                            <p:childTnLst>
                              <p:par>
                                <p:cTn id="10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0" grpId="0">
        <p:bldSub>
          <a:bldChart bld="category" animBg="0"/>
        </p:bldSub>
      </p:bldGraphic>
      <p:bldP spid="33" grpId="0" animBg="1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Line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Scatter Line Chart Slide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503668" y="2478022"/>
            <a:ext cx="4906532" cy="3304364"/>
          </a:xfrm>
          <a:prstGeom prst="roundRect">
            <a:avLst>
              <a:gd name="adj" fmla="val 2335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2" name="Chart 21"/>
          <p:cNvGraphicFramePr/>
          <p:nvPr/>
        </p:nvGraphicFramePr>
        <p:xfrm>
          <a:off x="556634" y="2521433"/>
          <a:ext cx="4800600" cy="3217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/>
          <p:nvPr/>
        </p:nvGraphicFramePr>
        <p:xfrm>
          <a:off x="5588066" y="2362200"/>
          <a:ext cx="1498534" cy="1586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/>
          <p:cNvGraphicFramePr/>
          <p:nvPr/>
        </p:nvGraphicFramePr>
        <p:xfrm>
          <a:off x="7112066" y="2362200"/>
          <a:ext cx="1498534" cy="15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5588066" y="4076701"/>
          <a:ext cx="1498534" cy="1586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6" name="Chart 25"/>
          <p:cNvGraphicFramePr/>
          <p:nvPr/>
        </p:nvGraphicFramePr>
        <p:xfrm>
          <a:off x="7112066" y="4076701"/>
          <a:ext cx="1498534" cy="1586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7" name="Oval 26"/>
          <p:cNvSpPr/>
          <p:nvPr/>
        </p:nvSpPr>
        <p:spPr>
          <a:xfrm>
            <a:off x="5987503" y="2806929"/>
            <a:ext cx="699661" cy="699661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35%</a:t>
            </a:r>
          </a:p>
        </p:txBody>
      </p:sp>
      <p:sp>
        <p:nvSpPr>
          <p:cNvPr id="28" name="Oval 27"/>
          <p:cNvSpPr/>
          <p:nvPr/>
        </p:nvSpPr>
        <p:spPr>
          <a:xfrm>
            <a:off x="7511503" y="2806929"/>
            <a:ext cx="699661" cy="699661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50%</a:t>
            </a:r>
          </a:p>
        </p:txBody>
      </p:sp>
      <p:sp>
        <p:nvSpPr>
          <p:cNvPr id="29" name="Oval 28"/>
          <p:cNvSpPr/>
          <p:nvPr/>
        </p:nvSpPr>
        <p:spPr>
          <a:xfrm>
            <a:off x="5987503" y="4521430"/>
            <a:ext cx="699661" cy="699661"/>
          </a:xfrm>
          <a:prstGeom prst="ellipse">
            <a:avLst/>
          </a:prstGeom>
          <a:noFill/>
          <a:ln w="19050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65%</a:t>
            </a:r>
          </a:p>
        </p:txBody>
      </p:sp>
      <p:sp>
        <p:nvSpPr>
          <p:cNvPr id="30" name="Oval 29"/>
          <p:cNvSpPr/>
          <p:nvPr/>
        </p:nvSpPr>
        <p:spPr>
          <a:xfrm>
            <a:off x="7511503" y="4521430"/>
            <a:ext cx="699661" cy="699661"/>
          </a:xfrm>
          <a:prstGeom prst="ellipse">
            <a:avLst/>
          </a:prstGeom>
          <a:noFill/>
          <a:ln w="19050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90%</a:t>
            </a:r>
          </a:p>
        </p:txBody>
      </p:sp>
      <p:sp>
        <p:nvSpPr>
          <p:cNvPr id="31" name="Text Placeholder 3"/>
          <p:cNvSpPr txBox="1">
            <a:spLocks/>
          </p:cNvSpPr>
          <p:nvPr/>
        </p:nvSpPr>
        <p:spPr>
          <a:xfrm>
            <a:off x="7305708" y="3948275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 Placeholder 3"/>
          <p:cNvSpPr txBox="1">
            <a:spLocks/>
          </p:cNvSpPr>
          <p:nvPr/>
        </p:nvSpPr>
        <p:spPr>
          <a:xfrm>
            <a:off x="5781708" y="563420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Placeholder 3"/>
          <p:cNvSpPr txBox="1">
            <a:spLocks/>
          </p:cNvSpPr>
          <p:nvPr/>
        </p:nvSpPr>
        <p:spPr>
          <a:xfrm>
            <a:off x="7305708" y="563420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 Placeholder 3"/>
          <p:cNvSpPr txBox="1">
            <a:spLocks/>
          </p:cNvSpPr>
          <p:nvPr/>
        </p:nvSpPr>
        <p:spPr>
          <a:xfrm>
            <a:off x="5781708" y="3948275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1000"/>
                                        <p:tgtEl>
                                          <p:spTgt spid="2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2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1000"/>
                                        <p:tgtEl>
                                          <p:spTgt spid="2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1000"/>
                                        <p:tgtEl>
                                          <p:spTgt spid="22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500"/>
                            </p:stCondLst>
                            <p:childTnLst>
                              <p:par>
                                <p:cTn id="4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0"/>
                            </p:stCondLst>
                            <p:childTnLst>
                              <p:par>
                                <p:cTn id="5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500"/>
                            </p:stCondLst>
                            <p:childTnLst>
                              <p:par>
                                <p:cTn id="7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Graphic spid="22" grpId="0">
        <p:bldSub>
          <a:bldChart bld="series"/>
        </p:bldSub>
      </p:bldGraphic>
      <p:bldGraphic spid="23" grpId="0">
        <p:bldAsOne/>
      </p:bldGraphic>
      <p:bldGraphic spid="24" grpId="0">
        <p:bldAsOne/>
      </p:bldGraphic>
      <p:bldGraphic spid="25" grpId="0">
        <p:bldAsOne/>
      </p:bldGraphic>
      <p:bldGraphic spid="26" grpId="0">
        <p:bldAsOne/>
      </p:bldGraphic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Circular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Circular Chart Slide</a:t>
            </a:r>
            <a:endParaRPr lang="en-US" dirty="0"/>
          </a:p>
        </p:txBody>
      </p:sp>
      <p:sp>
        <p:nvSpPr>
          <p:cNvPr id="44" name="Arc 43"/>
          <p:cNvSpPr/>
          <p:nvPr/>
        </p:nvSpPr>
        <p:spPr>
          <a:xfrm>
            <a:off x="3318644" y="3456836"/>
            <a:ext cx="1615386" cy="1615386"/>
          </a:xfrm>
          <a:prstGeom prst="arc">
            <a:avLst>
              <a:gd name="adj1" fmla="val 16200000"/>
              <a:gd name="adj2" fmla="val 16068665"/>
            </a:avLst>
          </a:prstGeom>
          <a:ln w="193675" cap="rnd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/>
          <p:cNvSpPr/>
          <p:nvPr/>
        </p:nvSpPr>
        <p:spPr>
          <a:xfrm>
            <a:off x="3318644" y="3456836"/>
            <a:ext cx="1615386" cy="1615386"/>
          </a:xfrm>
          <a:prstGeom prst="arc">
            <a:avLst>
              <a:gd name="adj1" fmla="val 16200000"/>
              <a:gd name="adj2" fmla="val 10775439"/>
            </a:avLst>
          </a:prstGeom>
          <a:ln w="19367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/>
          <p:cNvSpPr/>
          <p:nvPr/>
        </p:nvSpPr>
        <p:spPr>
          <a:xfrm>
            <a:off x="3101663" y="3239855"/>
            <a:ext cx="2049348" cy="2049348"/>
          </a:xfrm>
          <a:prstGeom prst="arc">
            <a:avLst>
              <a:gd name="adj1" fmla="val 16200000"/>
              <a:gd name="adj2" fmla="val 16086804"/>
            </a:avLst>
          </a:prstGeom>
          <a:ln w="193675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49" name="Arc 48"/>
          <p:cNvSpPr/>
          <p:nvPr/>
        </p:nvSpPr>
        <p:spPr>
          <a:xfrm>
            <a:off x="3101663" y="3239855"/>
            <a:ext cx="2049348" cy="2049348"/>
          </a:xfrm>
          <a:prstGeom prst="arc">
            <a:avLst>
              <a:gd name="adj1" fmla="val 16200000"/>
              <a:gd name="adj2" fmla="val 5327353"/>
            </a:avLst>
          </a:prstGeom>
          <a:ln w="19367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50" name="Arc 49"/>
          <p:cNvSpPr/>
          <p:nvPr/>
        </p:nvSpPr>
        <p:spPr>
          <a:xfrm>
            <a:off x="2893194" y="3031386"/>
            <a:ext cx="2466286" cy="2466286"/>
          </a:xfrm>
          <a:prstGeom prst="arc">
            <a:avLst>
              <a:gd name="adj1" fmla="val 16200000"/>
              <a:gd name="adj2" fmla="val 16093173"/>
            </a:avLst>
          </a:prstGeom>
          <a:ln w="193675" cap="rnd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51" name="Arc 50"/>
          <p:cNvSpPr/>
          <p:nvPr/>
        </p:nvSpPr>
        <p:spPr>
          <a:xfrm>
            <a:off x="2893194" y="3031386"/>
            <a:ext cx="2466286" cy="2466286"/>
          </a:xfrm>
          <a:prstGeom prst="arc">
            <a:avLst>
              <a:gd name="adj1" fmla="val 16200000"/>
              <a:gd name="adj2" fmla="val 1856578"/>
            </a:avLst>
          </a:prstGeom>
          <a:ln w="19367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baseline="-2500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2" name="Arc 51"/>
          <p:cNvSpPr/>
          <p:nvPr/>
        </p:nvSpPr>
        <p:spPr>
          <a:xfrm>
            <a:off x="2688913" y="2827105"/>
            <a:ext cx="2874848" cy="2874848"/>
          </a:xfrm>
          <a:prstGeom prst="arc">
            <a:avLst>
              <a:gd name="adj1" fmla="val 16200000"/>
              <a:gd name="adj2" fmla="val 16095755"/>
            </a:avLst>
          </a:prstGeom>
          <a:ln w="193675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53" name="Arc 52"/>
          <p:cNvSpPr/>
          <p:nvPr/>
        </p:nvSpPr>
        <p:spPr>
          <a:xfrm>
            <a:off x="2688913" y="2827105"/>
            <a:ext cx="2874848" cy="2874848"/>
          </a:xfrm>
          <a:prstGeom prst="arc">
            <a:avLst>
              <a:gd name="adj1" fmla="val 16200000"/>
              <a:gd name="adj2" fmla="val 29627"/>
            </a:avLst>
          </a:prstGeom>
          <a:ln w="19367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55" name="Text Placeholder 3"/>
          <p:cNvSpPr txBox="1">
            <a:spLocks/>
          </p:cNvSpPr>
          <p:nvPr/>
        </p:nvSpPr>
        <p:spPr>
          <a:xfrm>
            <a:off x="497736" y="2985455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749862" y="2362200"/>
            <a:ext cx="606998" cy="6069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 Placeholder 3"/>
          <p:cNvSpPr txBox="1">
            <a:spLocks/>
          </p:cNvSpPr>
          <p:nvPr/>
        </p:nvSpPr>
        <p:spPr>
          <a:xfrm>
            <a:off x="497736" y="386720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749862" y="3243945"/>
            <a:ext cx="606998" cy="6069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 Placeholder 3"/>
          <p:cNvSpPr txBox="1">
            <a:spLocks/>
          </p:cNvSpPr>
          <p:nvPr/>
        </p:nvSpPr>
        <p:spPr>
          <a:xfrm>
            <a:off x="497736" y="4748945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749862" y="4125690"/>
            <a:ext cx="606998" cy="6069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 Placeholder 3"/>
          <p:cNvSpPr txBox="1">
            <a:spLocks/>
          </p:cNvSpPr>
          <p:nvPr/>
        </p:nvSpPr>
        <p:spPr>
          <a:xfrm>
            <a:off x="497736" y="5630690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749862" y="5007435"/>
            <a:ext cx="606998" cy="6069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0" name="Elbow Connector 69"/>
          <p:cNvCxnSpPr>
            <a:stCxn id="52" idx="2"/>
          </p:cNvCxnSpPr>
          <p:nvPr/>
        </p:nvCxnSpPr>
        <p:spPr>
          <a:xfrm flipH="1" flipV="1">
            <a:off x="1356860" y="2665699"/>
            <a:ext cx="2725896" cy="162067"/>
          </a:xfrm>
          <a:prstGeom prst="bentConnector3">
            <a:avLst>
              <a:gd name="adj1" fmla="val 35420"/>
            </a:avLst>
          </a:prstGeom>
          <a:ln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hape 71"/>
          <p:cNvCxnSpPr>
            <a:stCxn id="50" idx="2"/>
          </p:cNvCxnSpPr>
          <p:nvPr/>
        </p:nvCxnSpPr>
        <p:spPr>
          <a:xfrm flipH="1">
            <a:off x="1356860" y="3031981"/>
            <a:ext cx="2731163" cy="515463"/>
          </a:xfrm>
          <a:prstGeom prst="bentConnector5">
            <a:avLst>
              <a:gd name="adj1" fmla="val 164"/>
              <a:gd name="adj2" fmla="val 1834"/>
              <a:gd name="adj3" fmla="val 76267"/>
            </a:avLst>
          </a:prstGeom>
          <a:ln>
            <a:solidFill>
              <a:schemeClr val="accent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hape 72"/>
          <p:cNvCxnSpPr>
            <a:stCxn id="46" idx="2"/>
          </p:cNvCxnSpPr>
          <p:nvPr/>
        </p:nvCxnSpPr>
        <p:spPr>
          <a:xfrm flipH="1">
            <a:off x="1356860" y="3240410"/>
            <a:ext cx="2735743" cy="1188779"/>
          </a:xfrm>
          <a:prstGeom prst="bentConnector5">
            <a:avLst>
              <a:gd name="adj1" fmla="val -721"/>
              <a:gd name="adj2" fmla="val 595"/>
              <a:gd name="adj3" fmla="val 68234"/>
            </a:avLst>
          </a:prstGeom>
          <a:ln>
            <a:solidFill>
              <a:schemeClr val="accent3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44" idx="2"/>
          </p:cNvCxnSpPr>
          <p:nvPr/>
        </p:nvCxnSpPr>
        <p:spPr>
          <a:xfrm flipH="1">
            <a:off x="1356860" y="3457425"/>
            <a:ext cx="2738628" cy="1853509"/>
          </a:xfrm>
          <a:prstGeom prst="bentConnector3">
            <a:avLst>
              <a:gd name="adj1" fmla="val 59810"/>
            </a:avLst>
          </a:prstGeom>
          <a:ln>
            <a:solidFill>
              <a:schemeClr val="accent4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/>
          <p:cNvGrpSpPr/>
          <p:nvPr/>
        </p:nvGrpSpPr>
        <p:grpSpPr>
          <a:xfrm>
            <a:off x="901045" y="2523263"/>
            <a:ext cx="304632" cy="284872"/>
            <a:chOff x="3841751" y="3619500"/>
            <a:chExt cx="293687" cy="274638"/>
          </a:xfrm>
          <a:solidFill>
            <a:schemeClr val="bg1"/>
          </a:solidFill>
        </p:grpSpPr>
        <p:sp>
          <p:nvSpPr>
            <p:cNvPr id="77" name="Freeform 81"/>
            <p:cNvSpPr>
              <a:spLocks/>
            </p:cNvSpPr>
            <p:nvPr/>
          </p:nvSpPr>
          <p:spPr bwMode="auto">
            <a:xfrm>
              <a:off x="4116388" y="3692525"/>
              <a:ext cx="19050" cy="5556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0" y="22"/>
                </a:cxn>
                <a:cxn ang="0">
                  <a:pos x="3" y="22"/>
                </a:cxn>
                <a:cxn ang="0">
                  <a:pos x="7" y="18"/>
                </a:cxn>
                <a:cxn ang="0">
                  <a:pos x="7" y="3"/>
                </a:cxn>
                <a:cxn ang="0">
                  <a:pos x="3" y="0"/>
                </a:cxn>
              </a:cxnLst>
              <a:rect l="0" t="0" r="r" b="b"/>
              <a:pathLst>
                <a:path w="7" h="22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5" y="22"/>
                    <a:pt x="7" y="20"/>
                    <a:pt x="7" y="18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82"/>
            <p:cNvSpPr>
              <a:spLocks noEditPoints="1"/>
            </p:cNvSpPr>
            <p:nvPr/>
          </p:nvSpPr>
          <p:spPr bwMode="auto">
            <a:xfrm>
              <a:off x="3878263" y="3619500"/>
              <a:ext cx="219075" cy="274638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22" y="0"/>
                </a:cxn>
                <a:cxn ang="0">
                  <a:pos x="0" y="22"/>
                </a:cxn>
                <a:cxn ang="0">
                  <a:pos x="0" y="87"/>
                </a:cxn>
                <a:cxn ang="0">
                  <a:pos x="7" y="94"/>
                </a:cxn>
                <a:cxn ang="0">
                  <a:pos x="7" y="101"/>
                </a:cxn>
                <a:cxn ang="0">
                  <a:pos x="15" y="109"/>
                </a:cxn>
                <a:cxn ang="0">
                  <a:pos x="22" y="109"/>
                </a:cxn>
                <a:cxn ang="0">
                  <a:pos x="29" y="101"/>
                </a:cxn>
                <a:cxn ang="0">
                  <a:pos x="29" y="94"/>
                </a:cxn>
                <a:cxn ang="0">
                  <a:pos x="58" y="94"/>
                </a:cxn>
                <a:cxn ang="0">
                  <a:pos x="58" y="101"/>
                </a:cxn>
                <a:cxn ang="0">
                  <a:pos x="65" y="109"/>
                </a:cxn>
                <a:cxn ang="0">
                  <a:pos x="73" y="109"/>
                </a:cxn>
                <a:cxn ang="0">
                  <a:pos x="80" y="101"/>
                </a:cxn>
                <a:cxn ang="0">
                  <a:pos x="80" y="94"/>
                </a:cxn>
                <a:cxn ang="0">
                  <a:pos x="87" y="87"/>
                </a:cxn>
                <a:cxn ang="0">
                  <a:pos x="87" y="22"/>
                </a:cxn>
                <a:cxn ang="0">
                  <a:pos x="65" y="0"/>
                </a:cxn>
                <a:cxn ang="0">
                  <a:pos x="29" y="7"/>
                </a:cxn>
                <a:cxn ang="0">
                  <a:pos x="58" y="7"/>
                </a:cxn>
                <a:cxn ang="0">
                  <a:pos x="58" y="14"/>
                </a:cxn>
                <a:cxn ang="0">
                  <a:pos x="29" y="14"/>
                </a:cxn>
                <a:cxn ang="0">
                  <a:pos x="29" y="7"/>
                </a:cxn>
                <a:cxn ang="0">
                  <a:pos x="15" y="87"/>
                </a:cxn>
                <a:cxn ang="0">
                  <a:pos x="7" y="80"/>
                </a:cxn>
                <a:cxn ang="0">
                  <a:pos x="15" y="72"/>
                </a:cxn>
                <a:cxn ang="0">
                  <a:pos x="22" y="80"/>
                </a:cxn>
                <a:cxn ang="0">
                  <a:pos x="15" y="87"/>
                </a:cxn>
                <a:cxn ang="0">
                  <a:pos x="73" y="87"/>
                </a:cxn>
                <a:cxn ang="0">
                  <a:pos x="65" y="80"/>
                </a:cxn>
                <a:cxn ang="0">
                  <a:pos x="73" y="72"/>
                </a:cxn>
                <a:cxn ang="0">
                  <a:pos x="80" y="80"/>
                </a:cxn>
                <a:cxn ang="0">
                  <a:pos x="73" y="87"/>
                </a:cxn>
                <a:cxn ang="0">
                  <a:pos x="80" y="65"/>
                </a:cxn>
                <a:cxn ang="0">
                  <a:pos x="7" y="65"/>
                </a:cxn>
                <a:cxn ang="0">
                  <a:pos x="7" y="22"/>
                </a:cxn>
                <a:cxn ang="0">
                  <a:pos x="80" y="22"/>
                </a:cxn>
                <a:cxn ang="0">
                  <a:pos x="80" y="65"/>
                </a:cxn>
              </a:cxnLst>
              <a:rect l="0" t="0" r="r" b="b"/>
              <a:pathLst>
                <a:path w="87" h="109">
                  <a:moveTo>
                    <a:pt x="6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91"/>
                    <a:pt x="3" y="94"/>
                    <a:pt x="7" y="94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7" y="105"/>
                    <a:pt x="11" y="109"/>
                    <a:pt x="15" y="109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26" y="109"/>
                    <a:pt x="29" y="105"/>
                    <a:pt x="29" y="101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58" y="94"/>
                    <a:pt x="58" y="94"/>
                    <a:pt x="58" y="94"/>
                  </a:cubicBezTo>
                  <a:cubicBezTo>
                    <a:pt x="58" y="101"/>
                    <a:pt x="58" y="101"/>
                    <a:pt x="58" y="101"/>
                  </a:cubicBezTo>
                  <a:cubicBezTo>
                    <a:pt x="58" y="105"/>
                    <a:pt x="61" y="109"/>
                    <a:pt x="65" y="109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7" y="109"/>
                    <a:pt x="80" y="105"/>
                    <a:pt x="80" y="101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84" y="94"/>
                    <a:pt x="87" y="91"/>
                    <a:pt x="87" y="87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87" y="10"/>
                    <a:pt x="78" y="0"/>
                    <a:pt x="65" y="0"/>
                  </a:cubicBezTo>
                  <a:close/>
                  <a:moveTo>
                    <a:pt x="29" y="7"/>
                  </a:moveTo>
                  <a:cubicBezTo>
                    <a:pt x="58" y="7"/>
                    <a:pt x="58" y="7"/>
                    <a:pt x="58" y="7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29" y="14"/>
                    <a:pt x="29" y="14"/>
                    <a:pt x="29" y="14"/>
                  </a:cubicBezTo>
                  <a:lnTo>
                    <a:pt x="29" y="7"/>
                  </a:lnTo>
                  <a:close/>
                  <a:moveTo>
                    <a:pt x="15" y="87"/>
                  </a:moveTo>
                  <a:cubicBezTo>
                    <a:pt x="11" y="87"/>
                    <a:pt x="7" y="84"/>
                    <a:pt x="7" y="80"/>
                  </a:cubicBezTo>
                  <a:cubicBezTo>
                    <a:pt x="7" y="76"/>
                    <a:pt x="11" y="72"/>
                    <a:pt x="15" y="72"/>
                  </a:cubicBezTo>
                  <a:cubicBezTo>
                    <a:pt x="19" y="72"/>
                    <a:pt x="22" y="76"/>
                    <a:pt x="22" y="80"/>
                  </a:cubicBezTo>
                  <a:cubicBezTo>
                    <a:pt x="22" y="84"/>
                    <a:pt x="19" y="87"/>
                    <a:pt x="15" y="87"/>
                  </a:cubicBezTo>
                  <a:close/>
                  <a:moveTo>
                    <a:pt x="73" y="87"/>
                  </a:moveTo>
                  <a:cubicBezTo>
                    <a:pt x="69" y="87"/>
                    <a:pt x="65" y="84"/>
                    <a:pt x="65" y="80"/>
                  </a:cubicBezTo>
                  <a:cubicBezTo>
                    <a:pt x="65" y="76"/>
                    <a:pt x="69" y="72"/>
                    <a:pt x="73" y="72"/>
                  </a:cubicBezTo>
                  <a:cubicBezTo>
                    <a:pt x="77" y="72"/>
                    <a:pt x="80" y="76"/>
                    <a:pt x="80" y="80"/>
                  </a:cubicBezTo>
                  <a:cubicBezTo>
                    <a:pt x="80" y="84"/>
                    <a:pt x="77" y="87"/>
                    <a:pt x="73" y="87"/>
                  </a:cubicBezTo>
                  <a:close/>
                  <a:moveTo>
                    <a:pt x="80" y="65"/>
                  </a:moveTo>
                  <a:cubicBezTo>
                    <a:pt x="7" y="65"/>
                    <a:pt x="7" y="65"/>
                    <a:pt x="7" y="65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0" y="22"/>
                    <a:pt x="80" y="22"/>
                    <a:pt x="80" y="22"/>
                  </a:cubicBezTo>
                  <a:lnTo>
                    <a:pt x="80" y="6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auto">
            <a:xfrm>
              <a:off x="3841751" y="3692525"/>
              <a:ext cx="17463" cy="555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8"/>
                </a:cxn>
                <a:cxn ang="0">
                  <a:pos x="3" y="22"/>
                </a:cxn>
                <a:cxn ang="0">
                  <a:pos x="7" y="22"/>
                </a:cxn>
                <a:cxn ang="0">
                  <a:pos x="7" y="0"/>
                </a:cxn>
                <a:cxn ang="0">
                  <a:pos x="3" y="0"/>
                </a:cxn>
                <a:cxn ang="0">
                  <a:pos x="0" y="3"/>
                </a:cxn>
              </a:cxnLst>
              <a:rect l="0" t="0" r="r" b="b"/>
              <a:pathLst>
                <a:path w="7" h="22">
                  <a:moveTo>
                    <a:pt x="0" y="3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20"/>
                    <a:pt x="1" y="22"/>
                    <a:pt x="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940565" y="3395129"/>
            <a:ext cx="225592" cy="304630"/>
            <a:chOff x="4462463" y="3600450"/>
            <a:chExt cx="217488" cy="293688"/>
          </a:xfrm>
          <a:solidFill>
            <a:schemeClr val="bg1"/>
          </a:solidFill>
        </p:grpSpPr>
        <p:sp>
          <p:nvSpPr>
            <p:cNvPr id="82" name="Freeform 84"/>
            <p:cNvSpPr>
              <a:spLocks noEditPoints="1"/>
            </p:cNvSpPr>
            <p:nvPr/>
          </p:nvSpPr>
          <p:spPr bwMode="auto">
            <a:xfrm>
              <a:off x="4462463" y="3600450"/>
              <a:ext cx="217488" cy="220663"/>
            </a:xfrm>
            <a:custGeom>
              <a:avLst/>
              <a:gdLst/>
              <a:ahLst/>
              <a:cxnLst>
                <a:cxn ang="0">
                  <a:pos x="85" y="71"/>
                </a:cxn>
                <a:cxn ang="0">
                  <a:pos x="73" y="13"/>
                </a:cxn>
                <a:cxn ang="0">
                  <a:pos x="57" y="0"/>
                </a:cxn>
                <a:cxn ang="0">
                  <a:pos x="28" y="0"/>
                </a:cxn>
                <a:cxn ang="0">
                  <a:pos x="12" y="13"/>
                </a:cxn>
                <a:cxn ang="0">
                  <a:pos x="1" y="71"/>
                </a:cxn>
                <a:cxn ang="0">
                  <a:pos x="3" y="82"/>
                </a:cxn>
                <a:cxn ang="0">
                  <a:pos x="14" y="87"/>
                </a:cxn>
                <a:cxn ang="0">
                  <a:pos x="22" y="87"/>
                </a:cxn>
                <a:cxn ang="0">
                  <a:pos x="34" y="87"/>
                </a:cxn>
                <a:cxn ang="0">
                  <a:pos x="52" y="87"/>
                </a:cxn>
                <a:cxn ang="0">
                  <a:pos x="63" y="87"/>
                </a:cxn>
                <a:cxn ang="0">
                  <a:pos x="72" y="87"/>
                </a:cxn>
                <a:cxn ang="0">
                  <a:pos x="82" y="82"/>
                </a:cxn>
                <a:cxn ang="0">
                  <a:pos x="85" y="71"/>
                </a:cxn>
                <a:cxn ang="0">
                  <a:pos x="35" y="7"/>
                </a:cxn>
                <a:cxn ang="0">
                  <a:pos x="50" y="7"/>
                </a:cxn>
                <a:cxn ang="0">
                  <a:pos x="50" y="14"/>
                </a:cxn>
                <a:cxn ang="0">
                  <a:pos x="35" y="14"/>
                </a:cxn>
                <a:cxn ang="0">
                  <a:pos x="35" y="7"/>
                </a:cxn>
                <a:cxn ang="0">
                  <a:pos x="14" y="43"/>
                </a:cxn>
                <a:cxn ang="0">
                  <a:pos x="18" y="21"/>
                </a:cxn>
                <a:cxn ang="0">
                  <a:pos x="67" y="21"/>
                </a:cxn>
                <a:cxn ang="0">
                  <a:pos x="72" y="43"/>
                </a:cxn>
                <a:cxn ang="0">
                  <a:pos x="75" y="58"/>
                </a:cxn>
                <a:cxn ang="0">
                  <a:pos x="11" y="58"/>
                </a:cxn>
                <a:cxn ang="0">
                  <a:pos x="14" y="43"/>
                </a:cxn>
                <a:cxn ang="0">
                  <a:pos x="28" y="79"/>
                </a:cxn>
                <a:cxn ang="0">
                  <a:pos x="21" y="72"/>
                </a:cxn>
                <a:cxn ang="0">
                  <a:pos x="28" y="65"/>
                </a:cxn>
                <a:cxn ang="0">
                  <a:pos x="35" y="72"/>
                </a:cxn>
                <a:cxn ang="0">
                  <a:pos x="28" y="79"/>
                </a:cxn>
                <a:cxn ang="0">
                  <a:pos x="57" y="79"/>
                </a:cxn>
                <a:cxn ang="0">
                  <a:pos x="50" y="72"/>
                </a:cxn>
                <a:cxn ang="0">
                  <a:pos x="57" y="65"/>
                </a:cxn>
                <a:cxn ang="0">
                  <a:pos x="64" y="72"/>
                </a:cxn>
                <a:cxn ang="0">
                  <a:pos x="57" y="79"/>
                </a:cxn>
              </a:cxnLst>
              <a:rect l="0" t="0" r="r" b="b"/>
              <a:pathLst>
                <a:path w="86" h="87">
                  <a:moveTo>
                    <a:pt x="85" y="71"/>
                  </a:moveTo>
                  <a:cubicBezTo>
                    <a:pt x="73" y="13"/>
                    <a:pt x="73" y="13"/>
                    <a:pt x="73" y="13"/>
                  </a:cubicBezTo>
                  <a:cubicBezTo>
                    <a:pt x="72" y="5"/>
                    <a:pt x="65" y="0"/>
                    <a:pt x="5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4" y="5"/>
                    <a:pt x="12" y="13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0" y="75"/>
                    <a:pt x="1" y="79"/>
                    <a:pt x="3" y="82"/>
                  </a:cubicBezTo>
                  <a:cubicBezTo>
                    <a:pt x="6" y="85"/>
                    <a:pt x="10" y="87"/>
                    <a:pt x="14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63" y="87"/>
                    <a:pt x="63" y="87"/>
                    <a:pt x="63" y="87"/>
                  </a:cubicBezTo>
                  <a:cubicBezTo>
                    <a:pt x="72" y="87"/>
                    <a:pt x="72" y="87"/>
                    <a:pt x="72" y="87"/>
                  </a:cubicBezTo>
                  <a:cubicBezTo>
                    <a:pt x="76" y="87"/>
                    <a:pt x="80" y="85"/>
                    <a:pt x="82" y="82"/>
                  </a:cubicBezTo>
                  <a:cubicBezTo>
                    <a:pt x="85" y="79"/>
                    <a:pt x="86" y="75"/>
                    <a:pt x="85" y="71"/>
                  </a:cubicBezTo>
                  <a:close/>
                  <a:moveTo>
                    <a:pt x="35" y="7"/>
                  </a:moveTo>
                  <a:cubicBezTo>
                    <a:pt x="50" y="7"/>
                    <a:pt x="50" y="7"/>
                    <a:pt x="50" y="7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35" y="14"/>
                    <a:pt x="35" y="14"/>
                    <a:pt x="35" y="14"/>
                  </a:cubicBezTo>
                  <a:lnTo>
                    <a:pt x="35" y="7"/>
                  </a:lnTo>
                  <a:close/>
                  <a:moveTo>
                    <a:pt x="14" y="43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11" y="58"/>
                    <a:pt x="11" y="58"/>
                    <a:pt x="11" y="58"/>
                  </a:cubicBezTo>
                  <a:lnTo>
                    <a:pt x="14" y="43"/>
                  </a:lnTo>
                  <a:close/>
                  <a:moveTo>
                    <a:pt x="28" y="79"/>
                  </a:moveTo>
                  <a:cubicBezTo>
                    <a:pt x="24" y="79"/>
                    <a:pt x="21" y="76"/>
                    <a:pt x="21" y="72"/>
                  </a:cubicBezTo>
                  <a:cubicBezTo>
                    <a:pt x="21" y="68"/>
                    <a:pt x="24" y="65"/>
                    <a:pt x="28" y="65"/>
                  </a:cubicBezTo>
                  <a:cubicBezTo>
                    <a:pt x="32" y="65"/>
                    <a:pt x="35" y="68"/>
                    <a:pt x="35" y="72"/>
                  </a:cubicBezTo>
                  <a:cubicBezTo>
                    <a:pt x="35" y="76"/>
                    <a:pt x="32" y="79"/>
                    <a:pt x="28" y="79"/>
                  </a:cubicBezTo>
                  <a:close/>
                  <a:moveTo>
                    <a:pt x="57" y="79"/>
                  </a:moveTo>
                  <a:cubicBezTo>
                    <a:pt x="53" y="79"/>
                    <a:pt x="50" y="76"/>
                    <a:pt x="50" y="72"/>
                  </a:cubicBezTo>
                  <a:cubicBezTo>
                    <a:pt x="50" y="68"/>
                    <a:pt x="53" y="65"/>
                    <a:pt x="57" y="65"/>
                  </a:cubicBezTo>
                  <a:cubicBezTo>
                    <a:pt x="61" y="65"/>
                    <a:pt x="64" y="68"/>
                    <a:pt x="64" y="72"/>
                  </a:cubicBezTo>
                  <a:cubicBezTo>
                    <a:pt x="64" y="76"/>
                    <a:pt x="61" y="79"/>
                    <a:pt x="57" y="7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85"/>
            <p:cNvSpPr>
              <a:spLocks/>
            </p:cNvSpPr>
            <p:nvPr/>
          </p:nvSpPr>
          <p:spPr bwMode="auto">
            <a:xfrm>
              <a:off x="4487863" y="3838575"/>
              <a:ext cx="166688" cy="55563"/>
            </a:xfrm>
            <a:custGeom>
              <a:avLst/>
              <a:gdLst/>
              <a:ahLst/>
              <a:cxnLst>
                <a:cxn ang="0">
                  <a:pos x="71" y="0"/>
                </a:cxn>
                <a:cxn ang="0">
                  <a:pos x="76" y="11"/>
                </a:cxn>
                <a:cxn ang="0">
                  <a:pos x="27" y="11"/>
                </a:cxn>
                <a:cxn ang="0">
                  <a:pos x="33" y="0"/>
                </a:cxn>
                <a:cxn ang="0">
                  <a:pos x="14" y="0"/>
                </a:cxn>
                <a:cxn ang="0">
                  <a:pos x="0" y="35"/>
                </a:cxn>
                <a:cxn ang="0">
                  <a:pos x="17" y="35"/>
                </a:cxn>
                <a:cxn ang="0">
                  <a:pos x="22" y="22"/>
                </a:cxn>
                <a:cxn ang="0">
                  <a:pos x="81" y="22"/>
                </a:cxn>
                <a:cxn ang="0">
                  <a:pos x="86" y="35"/>
                </a:cxn>
                <a:cxn ang="0">
                  <a:pos x="105" y="35"/>
                </a:cxn>
                <a:cxn ang="0">
                  <a:pos x="89" y="0"/>
                </a:cxn>
                <a:cxn ang="0">
                  <a:pos x="71" y="0"/>
                </a:cxn>
              </a:cxnLst>
              <a:rect l="0" t="0" r="r" b="b"/>
              <a:pathLst>
                <a:path w="105" h="35">
                  <a:moveTo>
                    <a:pt x="71" y="0"/>
                  </a:moveTo>
                  <a:lnTo>
                    <a:pt x="76" y="11"/>
                  </a:lnTo>
                  <a:lnTo>
                    <a:pt x="27" y="11"/>
                  </a:lnTo>
                  <a:lnTo>
                    <a:pt x="33" y="0"/>
                  </a:lnTo>
                  <a:lnTo>
                    <a:pt x="14" y="0"/>
                  </a:lnTo>
                  <a:lnTo>
                    <a:pt x="0" y="35"/>
                  </a:lnTo>
                  <a:lnTo>
                    <a:pt x="17" y="35"/>
                  </a:lnTo>
                  <a:lnTo>
                    <a:pt x="22" y="22"/>
                  </a:lnTo>
                  <a:lnTo>
                    <a:pt x="81" y="22"/>
                  </a:lnTo>
                  <a:lnTo>
                    <a:pt x="86" y="35"/>
                  </a:lnTo>
                  <a:lnTo>
                    <a:pt x="105" y="35"/>
                  </a:lnTo>
                  <a:lnTo>
                    <a:pt x="89" y="0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01869" y="4274403"/>
            <a:ext cx="302984" cy="309572"/>
            <a:chOff x="5599113" y="3600450"/>
            <a:chExt cx="292100" cy="298451"/>
          </a:xfrm>
          <a:solidFill>
            <a:schemeClr val="bg1"/>
          </a:solidFill>
        </p:grpSpPr>
        <p:sp>
          <p:nvSpPr>
            <p:cNvPr id="85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7" name="Freeform 100"/>
          <p:cNvSpPr>
            <a:spLocks/>
          </p:cNvSpPr>
          <p:nvPr/>
        </p:nvSpPr>
        <p:spPr bwMode="auto">
          <a:xfrm>
            <a:off x="910926" y="5158619"/>
            <a:ext cx="284870" cy="304630"/>
          </a:xfrm>
          <a:custGeom>
            <a:avLst/>
            <a:gdLst/>
            <a:ahLst/>
            <a:cxnLst>
              <a:cxn ang="0">
                <a:pos x="108" y="72"/>
              </a:cxn>
              <a:cxn ang="0">
                <a:pos x="66" y="41"/>
              </a:cxn>
              <a:cxn ang="0">
                <a:pos x="66" y="21"/>
              </a:cxn>
              <a:cxn ang="0">
                <a:pos x="55" y="0"/>
              </a:cxn>
              <a:cxn ang="0">
                <a:pos x="44" y="21"/>
              </a:cxn>
              <a:cxn ang="0">
                <a:pos x="44" y="41"/>
              </a:cxn>
              <a:cxn ang="0">
                <a:pos x="2" y="72"/>
              </a:cxn>
              <a:cxn ang="0">
                <a:pos x="0" y="75"/>
              </a:cxn>
              <a:cxn ang="0">
                <a:pos x="0" y="76"/>
              </a:cxn>
              <a:cxn ang="0">
                <a:pos x="2" y="79"/>
              </a:cxn>
              <a:cxn ang="0">
                <a:pos x="5" y="79"/>
              </a:cxn>
              <a:cxn ang="0">
                <a:pos x="44" y="69"/>
              </a:cxn>
              <a:cxn ang="0">
                <a:pos x="44" y="76"/>
              </a:cxn>
              <a:cxn ang="0">
                <a:pos x="44" y="99"/>
              </a:cxn>
              <a:cxn ang="0">
                <a:pos x="31" y="109"/>
              </a:cxn>
              <a:cxn ang="0">
                <a:pos x="29" y="112"/>
              </a:cxn>
              <a:cxn ang="0">
                <a:pos x="29" y="112"/>
              </a:cxn>
              <a:cxn ang="0">
                <a:pos x="31" y="115"/>
              </a:cxn>
              <a:cxn ang="0">
                <a:pos x="34" y="116"/>
              </a:cxn>
              <a:cxn ang="0">
                <a:pos x="55" y="108"/>
              </a:cxn>
              <a:cxn ang="0">
                <a:pos x="75" y="115"/>
              </a:cxn>
              <a:cxn ang="0">
                <a:pos x="79" y="115"/>
              </a:cxn>
              <a:cxn ang="0">
                <a:pos x="80" y="112"/>
              </a:cxn>
              <a:cxn ang="0">
                <a:pos x="80" y="111"/>
              </a:cxn>
              <a:cxn ang="0">
                <a:pos x="78" y="108"/>
              </a:cxn>
              <a:cxn ang="0">
                <a:pos x="66" y="99"/>
              </a:cxn>
              <a:cxn ang="0">
                <a:pos x="66" y="76"/>
              </a:cxn>
              <a:cxn ang="0">
                <a:pos x="66" y="69"/>
              </a:cxn>
              <a:cxn ang="0">
                <a:pos x="105" y="79"/>
              </a:cxn>
              <a:cxn ang="0">
                <a:pos x="108" y="79"/>
              </a:cxn>
              <a:cxn ang="0">
                <a:pos x="109" y="76"/>
              </a:cxn>
              <a:cxn ang="0">
                <a:pos x="109" y="75"/>
              </a:cxn>
              <a:cxn ang="0">
                <a:pos x="108" y="72"/>
              </a:cxn>
            </a:cxnLst>
            <a:rect l="0" t="0" r="r" b="b"/>
            <a:pathLst>
              <a:path w="109" h="116">
                <a:moveTo>
                  <a:pt x="108" y="72"/>
                </a:moveTo>
                <a:cubicBezTo>
                  <a:pt x="66" y="41"/>
                  <a:pt x="66" y="41"/>
                  <a:pt x="66" y="41"/>
                </a:cubicBezTo>
                <a:cubicBezTo>
                  <a:pt x="66" y="21"/>
                  <a:pt x="66" y="21"/>
                  <a:pt x="66" y="21"/>
                </a:cubicBezTo>
                <a:cubicBezTo>
                  <a:pt x="66" y="16"/>
                  <a:pt x="60" y="0"/>
                  <a:pt x="55" y="0"/>
                </a:cubicBezTo>
                <a:cubicBezTo>
                  <a:pt x="49" y="0"/>
                  <a:pt x="44" y="16"/>
                  <a:pt x="44" y="21"/>
                </a:cubicBezTo>
                <a:cubicBezTo>
                  <a:pt x="44" y="41"/>
                  <a:pt x="44" y="41"/>
                  <a:pt x="44" y="41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3"/>
                  <a:pt x="0" y="74"/>
                  <a:pt x="0" y="75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7"/>
                  <a:pt x="1" y="78"/>
                  <a:pt x="2" y="79"/>
                </a:cubicBezTo>
                <a:cubicBezTo>
                  <a:pt x="3" y="79"/>
                  <a:pt x="4" y="80"/>
                  <a:pt x="5" y="79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99"/>
                  <a:pt x="44" y="99"/>
                  <a:pt x="44" y="99"/>
                </a:cubicBezTo>
                <a:cubicBezTo>
                  <a:pt x="31" y="109"/>
                  <a:pt x="31" y="109"/>
                  <a:pt x="31" y="109"/>
                </a:cubicBezTo>
                <a:cubicBezTo>
                  <a:pt x="30" y="109"/>
                  <a:pt x="29" y="110"/>
                  <a:pt x="29" y="112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29" y="113"/>
                  <a:pt x="30" y="114"/>
                  <a:pt x="31" y="115"/>
                </a:cubicBezTo>
                <a:cubicBezTo>
                  <a:pt x="32" y="116"/>
                  <a:pt x="33" y="116"/>
                  <a:pt x="34" y="116"/>
                </a:cubicBezTo>
                <a:cubicBezTo>
                  <a:pt x="55" y="108"/>
                  <a:pt x="55" y="108"/>
                  <a:pt x="55" y="108"/>
                </a:cubicBezTo>
                <a:cubicBezTo>
                  <a:pt x="75" y="115"/>
                  <a:pt x="75" y="115"/>
                  <a:pt x="75" y="115"/>
                </a:cubicBezTo>
                <a:cubicBezTo>
                  <a:pt x="77" y="116"/>
                  <a:pt x="78" y="116"/>
                  <a:pt x="79" y="115"/>
                </a:cubicBezTo>
                <a:cubicBezTo>
                  <a:pt x="80" y="114"/>
                  <a:pt x="80" y="113"/>
                  <a:pt x="80" y="112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80" y="110"/>
                  <a:pt x="80" y="109"/>
                  <a:pt x="78" y="108"/>
                </a:cubicBezTo>
                <a:cubicBezTo>
                  <a:pt x="66" y="99"/>
                  <a:pt x="66" y="99"/>
                  <a:pt x="66" y="99"/>
                </a:cubicBezTo>
                <a:cubicBezTo>
                  <a:pt x="66" y="76"/>
                  <a:pt x="66" y="76"/>
                  <a:pt x="66" y="76"/>
                </a:cubicBezTo>
                <a:cubicBezTo>
                  <a:pt x="66" y="69"/>
                  <a:pt x="66" y="69"/>
                  <a:pt x="66" y="69"/>
                </a:cubicBezTo>
                <a:cubicBezTo>
                  <a:pt x="105" y="79"/>
                  <a:pt x="105" y="79"/>
                  <a:pt x="105" y="79"/>
                </a:cubicBezTo>
                <a:cubicBezTo>
                  <a:pt x="106" y="80"/>
                  <a:pt x="107" y="79"/>
                  <a:pt x="108" y="79"/>
                </a:cubicBezTo>
                <a:cubicBezTo>
                  <a:pt x="109" y="78"/>
                  <a:pt x="109" y="77"/>
                  <a:pt x="109" y="76"/>
                </a:cubicBezTo>
                <a:cubicBezTo>
                  <a:pt x="109" y="75"/>
                  <a:pt x="109" y="75"/>
                  <a:pt x="109" y="75"/>
                </a:cubicBezTo>
                <a:cubicBezTo>
                  <a:pt x="109" y="74"/>
                  <a:pt x="109" y="73"/>
                  <a:pt x="108" y="7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6380376" y="2697405"/>
            <a:ext cx="24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200" dirty="0">
              <a:solidFill>
                <a:schemeClr val="accent1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 of Lorem Ipsum available 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80375" y="3485467"/>
            <a:ext cx="2478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</a:t>
            </a:r>
            <a:r>
              <a:rPr lang="ar-IQ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Lorem Ipsum available.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0376" y="4268027"/>
            <a:ext cx="24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 of Lorem Ipsum available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0376" y="5050587"/>
            <a:ext cx="24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  <a:endParaRPr lang="en-US" sz="1200" dirty="0">
              <a:solidFill>
                <a:schemeClr val="accent4"/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many variations of passages of Lorem Ipsum available</a:t>
            </a:r>
          </a:p>
        </p:txBody>
      </p:sp>
      <p:sp>
        <p:nvSpPr>
          <p:cNvPr id="92" name="Text Placeholder 3"/>
          <p:cNvSpPr txBox="1">
            <a:spLocks/>
          </p:cNvSpPr>
          <p:nvPr/>
        </p:nvSpPr>
        <p:spPr>
          <a:xfrm>
            <a:off x="5867686" y="2807117"/>
            <a:ext cx="509755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25%</a:t>
            </a:r>
          </a:p>
        </p:txBody>
      </p:sp>
      <p:sp>
        <p:nvSpPr>
          <p:cNvPr id="94" name="Text Placeholder 3"/>
          <p:cNvSpPr txBox="1">
            <a:spLocks/>
          </p:cNvSpPr>
          <p:nvPr/>
        </p:nvSpPr>
        <p:spPr>
          <a:xfrm>
            <a:off x="5866884" y="5208423"/>
            <a:ext cx="511358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75%</a:t>
            </a:r>
          </a:p>
        </p:txBody>
      </p:sp>
      <p:sp>
        <p:nvSpPr>
          <p:cNvPr id="95" name="Text Placeholder 3"/>
          <p:cNvSpPr txBox="1">
            <a:spLocks/>
          </p:cNvSpPr>
          <p:nvPr/>
        </p:nvSpPr>
        <p:spPr>
          <a:xfrm>
            <a:off x="5866884" y="3607552"/>
            <a:ext cx="511358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35%</a:t>
            </a:r>
          </a:p>
        </p:txBody>
      </p:sp>
      <p:sp>
        <p:nvSpPr>
          <p:cNvPr id="96" name="Text Placeholder 3"/>
          <p:cNvSpPr txBox="1">
            <a:spLocks/>
          </p:cNvSpPr>
          <p:nvPr/>
        </p:nvSpPr>
        <p:spPr>
          <a:xfrm>
            <a:off x="5867686" y="4407987"/>
            <a:ext cx="509755" cy="36933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000"/>
                            </p:stCondLst>
                            <p:childTnLst>
                              <p:par>
                                <p:cTn id="9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500"/>
                            </p:stCondLst>
                            <p:childTnLst>
                              <p:par>
                                <p:cTn id="10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000"/>
                            </p:stCondLst>
                            <p:childTnLst>
                              <p:par>
                                <p:cTn id="10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500"/>
                            </p:stCondLst>
                            <p:childTnLst>
                              <p:par>
                                <p:cTn id="11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000"/>
                            </p:stCondLst>
                            <p:childTnLst>
                              <p:par>
                                <p:cTn id="1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8500"/>
                            </p:stCondLst>
                            <p:childTnLst>
                              <p:par>
                                <p:cTn id="1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9000"/>
                            </p:stCondLst>
                            <p:childTnLst>
                              <p:par>
                                <p:cTn id="1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500"/>
                            </p:stCondLst>
                            <p:childTnLst>
                              <p:par>
                                <p:cTn id="1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/>
      <p:bldP spid="57" grpId="0" animBg="1"/>
      <p:bldP spid="59" grpId="0"/>
      <p:bldP spid="61" grpId="0" animBg="1"/>
      <p:bldP spid="63" grpId="0"/>
      <p:bldP spid="65" grpId="0" animBg="1"/>
      <p:bldP spid="67" grpId="0"/>
      <p:bldP spid="69" grpId="0" animBg="1"/>
      <p:bldP spid="87" grpId="0" animBg="1"/>
      <p:bldP spid="88" grpId="0"/>
      <p:bldP spid="89" grpId="0"/>
      <p:bldP spid="90" grpId="0"/>
      <p:bldP spid="91" grpId="0"/>
      <p:bldP spid="92" grpId="0"/>
      <p:bldP spid="94" grpId="0"/>
      <p:bldP spid="95" grpId="0"/>
      <p:bldP spid="9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Circular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Circular Chart Slide</a:t>
            </a:r>
            <a:endParaRPr lang="en-US" dirty="0"/>
          </a:p>
        </p:txBody>
      </p:sp>
      <p:sp>
        <p:nvSpPr>
          <p:cNvPr id="66" name="Arc 65"/>
          <p:cNvSpPr/>
          <p:nvPr/>
        </p:nvSpPr>
        <p:spPr>
          <a:xfrm>
            <a:off x="1363509" y="3239132"/>
            <a:ext cx="1746570" cy="1746570"/>
          </a:xfrm>
          <a:prstGeom prst="arc">
            <a:avLst>
              <a:gd name="adj1" fmla="val 16200000"/>
              <a:gd name="adj2" fmla="val 16068665"/>
            </a:avLst>
          </a:prstGeom>
          <a:ln w="193675" cap="rnd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c 67"/>
          <p:cNvSpPr/>
          <p:nvPr/>
        </p:nvSpPr>
        <p:spPr>
          <a:xfrm>
            <a:off x="1363509" y="3239132"/>
            <a:ext cx="1746570" cy="1746570"/>
          </a:xfrm>
          <a:prstGeom prst="arc">
            <a:avLst>
              <a:gd name="adj1" fmla="val 16200000"/>
              <a:gd name="adj2" fmla="val 9540086"/>
            </a:avLst>
          </a:prstGeom>
          <a:ln w="19367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Arc 70"/>
          <p:cNvSpPr/>
          <p:nvPr/>
        </p:nvSpPr>
        <p:spPr>
          <a:xfrm>
            <a:off x="1128907" y="3004530"/>
            <a:ext cx="2215774" cy="2215774"/>
          </a:xfrm>
          <a:prstGeom prst="arc">
            <a:avLst>
              <a:gd name="adj1" fmla="val 16200000"/>
              <a:gd name="adj2" fmla="val 16086804"/>
            </a:avLst>
          </a:prstGeom>
          <a:ln w="193675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74" name="Arc 73"/>
          <p:cNvSpPr/>
          <p:nvPr/>
        </p:nvSpPr>
        <p:spPr>
          <a:xfrm>
            <a:off x="1128907" y="3004530"/>
            <a:ext cx="2215774" cy="2215774"/>
          </a:xfrm>
          <a:prstGeom prst="arc">
            <a:avLst>
              <a:gd name="adj1" fmla="val 16200000"/>
              <a:gd name="adj2" fmla="val 8874816"/>
            </a:avLst>
          </a:prstGeom>
          <a:ln w="19367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81" name="Arc 80"/>
          <p:cNvSpPr/>
          <p:nvPr/>
        </p:nvSpPr>
        <p:spPr>
          <a:xfrm>
            <a:off x="903508" y="2779131"/>
            <a:ext cx="2666572" cy="2666572"/>
          </a:xfrm>
          <a:prstGeom prst="arc">
            <a:avLst>
              <a:gd name="adj1" fmla="val 16200000"/>
              <a:gd name="adj2" fmla="val 16093173"/>
            </a:avLst>
          </a:prstGeom>
          <a:ln w="193675" cap="rnd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91" name="Arc 90"/>
          <p:cNvSpPr/>
          <p:nvPr/>
        </p:nvSpPr>
        <p:spPr>
          <a:xfrm>
            <a:off x="903508" y="2779131"/>
            <a:ext cx="2666572" cy="2666572"/>
          </a:xfrm>
          <a:prstGeom prst="arc">
            <a:avLst>
              <a:gd name="adj1" fmla="val 16200000"/>
              <a:gd name="adj2" fmla="val 2768389"/>
            </a:avLst>
          </a:prstGeom>
          <a:ln w="19367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baseline="-2500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2" name="Arc 91"/>
          <p:cNvSpPr/>
          <p:nvPr/>
        </p:nvSpPr>
        <p:spPr>
          <a:xfrm>
            <a:off x="682638" y="2558261"/>
            <a:ext cx="3108312" cy="3108312"/>
          </a:xfrm>
          <a:prstGeom prst="arc">
            <a:avLst>
              <a:gd name="adj1" fmla="val 16200000"/>
              <a:gd name="adj2" fmla="val 16095755"/>
            </a:avLst>
          </a:prstGeom>
          <a:ln w="193675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93" name="Arc 92"/>
          <p:cNvSpPr/>
          <p:nvPr/>
        </p:nvSpPr>
        <p:spPr>
          <a:xfrm>
            <a:off x="682638" y="2558261"/>
            <a:ext cx="3108312" cy="3108312"/>
          </a:xfrm>
          <a:prstGeom prst="arc">
            <a:avLst>
              <a:gd name="adj1" fmla="val 16200000"/>
              <a:gd name="adj2" fmla="val 6886256"/>
            </a:avLst>
          </a:prstGeom>
          <a:ln w="19367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94" name="Freeform 48"/>
          <p:cNvSpPr>
            <a:spLocks/>
          </p:cNvSpPr>
          <p:nvPr/>
        </p:nvSpPr>
        <p:spPr bwMode="auto">
          <a:xfrm>
            <a:off x="2043192" y="3761512"/>
            <a:ext cx="387205" cy="701811"/>
          </a:xfrm>
          <a:custGeom>
            <a:avLst/>
            <a:gdLst/>
            <a:ahLst/>
            <a:cxnLst>
              <a:cxn ang="0">
                <a:pos x="36" y="20"/>
              </a:cxn>
              <a:cxn ang="0">
                <a:pos x="15" y="66"/>
              </a:cxn>
              <a:cxn ang="0">
                <a:pos x="13" y="67"/>
              </a:cxn>
              <a:cxn ang="0">
                <a:pos x="12" y="67"/>
              </a:cxn>
              <a:cxn ang="0">
                <a:pos x="11" y="65"/>
              </a:cxn>
              <a:cxn ang="0">
                <a:pos x="19" y="33"/>
              </a:cxn>
              <a:cxn ang="0">
                <a:pos x="3" y="37"/>
              </a:cxn>
              <a:cxn ang="0">
                <a:pos x="2" y="37"/>
              </a:cxn>
              <a:cxn ang="0">
                <a:pos x="1" y="36"/>
              </a:cxn>
              <a:cxn ang="0">
                <a:pos x="1" y="35"/>
              </a:cxn>
              <a:cxn ang="0">
                <a:pos x="9" y="2"/>
              </a:cxn>
              <a:cxn ang="0">
                <a:pos x="10" y="0"/>
              </a:cxn>
              <a:cxn ang="0">
                <a:pos x="24" y="0"/>
              </a:cxn>
              <a:cxn ang="0">
                <a:pos x="25" y="2"/>
              </a:cxn>
              <a:cxn ang="0">
                <a:pos x="25" y="3"/>
              </a:cxn>
              <a:cxn ang="0">
                <a:pos x="18" y="21"/>
              </a:cxn>
              <a:cxn ang="0">
                <a:pos x="34" y="18"/>
              </a:cxn>
              <a:cxn ang="0">
                <a:pos x="35" y="17"/>
              </a:cxn>
              <a:cxn ang="0">
                <a:pos x="36" y="18"/>
              </a:cxn>
              <a:cxn ang="0">
                <a:pos x="36" y="20"/>
              </a:cxn>
            </a:cxnLst>
            <a:rect l="0" t="0" r="r" b="b"/>
            <a:pathLst>
              <a:path w="37" h="67">
                <a:moveTo>
                  <a:pt x="36" y="20"/>
                </a:moveTo>
                <a:cubicBezTo>
                  <a:pt x="15" y="66"/>
                  <a:pt x="15" y="66"/>
                  <a:pt x="15" y="66"/>
                </a:cubicBezTo>
                <a:cubicBezTo>
                  <a:pt x="14" y="67"/>
                  <a:pt x="14" y="67"/>
                  <a:pt x="13" y="67"/>
                </a:cubicBezTo>
                <a:cubicBezTo>
                  <a:pt x="13" y="67"/>
                  <a:pt x="13" y="67"/>
                  <a:pt x="12" y="67"/>
                </a:cubicBezTo>
                <a:cubicBezTo>
                  <a:pt x="11" y="67"/>
                  <a:pt x="11" y="66"/>
                  <a:pt x="11" y="65"/>
                </a:cubicBezTo>
                <a:cubicBezTo>
                  <a:pt x="19" y="33"/>
                  <a:pt x="19" y="33"/>
                  <a:pt x="19" y="33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37"/>
                  <a:pt x="2" y="37"/>
                  <a:pt x="2" y="37"/>
                </a:cubicBezTo>
                <a:cubicBezTo>
                  <a:pt x="2" y="37"/>
                  <a:pt x="1" y="37"/>
                  <a:pt x="1" y="36"/>
                </a:cubicBezTo>
                <a:cubicBezTo>
                  <a:pt x="1" y="36"/>
                  <a:pt x="0" y="35"/>
                  <a:pt x="1" y="35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10" y="0"/>
                  <a:pt x="1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5" y="0"/>
                  <a:pt x="25" y="1"/>
                  <a:pt x="25" y="2"/>
                </a:cubicBezTo>
                <a:cubicBezTo>
                  <a:pt x="25" y="2"/>
                  <a:pt x="25" y="3"/>
                  <a:pt x="25" y="3"/>
                </a:cubicBezTo>
                <a:cubicBezTo>
                  <a:pt x="18" y="21"/>
                  <a:pt x="18" y="21"/>
                  <a:pt x="18" y="21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7"/>
                  <a:pt x="34" y="17"/>
                  <a:pt x="35" y="17"/>
                </a:cubicBezTo>
                <a:cubicBezTo>
                  <a:pt x="35" y="17"/>
                  <a:pt x="36" y="18"/>
                  <a:pt x="36" y="18"/>
                </a:cubicBezTo>
                <a:cubicBezTo>
                  <a:pt x="36" y="19"/>
                  <a:pt x="37" y="19"/>
                  <a:pt x="36" y="20"/>
                </a:cubicBez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5" name="Group 94"/>
          <p:cNvGrpSpPr/>
          <p:nvPr/>
        </p:nvGrpSpPr>
        <p:grpSpPr>
          <a:xfrm>
            <a:off x="4603210" y="2605220"/>
            <a:ext cx="4045682" cy="611286"/>
            <a:chOff x="5389976" y="1256426"/>
            <a:chExt cx="3334710" cy="611286"/>
          </a:xfrm>
        </p:grpSpPr>
        <p:sp>
          <p:nvSpPr>
            <p:cNvPr id="96" name="Round Same Side Corner Rectangle 95"/>
            <p:cNvSpPr/>
            <p:nvPr/>
          </p:nvSpPr>
          <p:spPr>
            <a:xfrm rot="5400000">
              <a:off x="7085757" y="228784"/>
              <a:ext cx="611285" cy="2666572"/>
            </a:xfrm>
            <a:prstGeom prst="round2SameRect">
              <a:avLst>
                <a:gd name="adj1" fmla="val 21309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ound Same Side Corner Rectangle 96"/>
            <p:cNvSpPr/>
            <p:nvPr/>
          </p:nvSpPr>
          <p:spPr>
            <a:xfrm rot="16200000">
              <a:off x="5418402" y="1228000"/>
              <a:ext cx="611285" cy="668138"/>
            </a:xfrm>
            <a:prstGeom prst="round2SameRect">
              <a:avLst>
                <a:gd name="adj1" fmla="val 21309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288"/>
          <p:cNvGrpSpPr/>
          <p:nvPr/>
        </p:nvGrpSpPr>
        <p:grpSpPr>
          <a:xfrm>
            <a:off x="4777892" y="2771305"/>
            <a:ext cx="420280" cy="279116"/>
            <a:chOff x="8291513" y="4287838"/>
            <a:chExt cx="415925" cy="276225"/>
          </a:xfrm>
          <a:solidFill>
            <a:schemeClr val="accent1"/>
          </a:solidFill>
        </p:grpSpPr>
        <p:sp>
          <p:nvSpPr>
            <p:cNvPr id="99" name="Freeform 6"/>
            <p:cNvSpPr>
              <a:spLocks noEditPoints="1"/>
            </p:cNvSpPr>
            <p:nvPr/>
          </p:nvSpPr>
          <p:spPr bwMode="auto">
            <a:xfrm>
              <a:off x="8291513" y="4287838"/>
              <a:ext cx="415925" cy="276225"/>
            </a:xfrm>
            <a:custGeom>
              <a:avLst/>
              <a:gdLst/>
              <a:ahLst/>
              <a:cxnLst>
                <a:cxn ang="0">
                  <a:pos x="145" y="134"/>
                </a:cxn>
                <a:cxn ang="0">
                  <a:pos x="262" y="134"/>
                </a:cxn>
                <a:cxn ang="0">
                  <a:pos x="216" y="0"/>
                </a:cxn>
                <a:cxn ang="0">
                  <a:pos x="46" y="0"/>
                </a:cxn>
                <a:cxn ang="0">
                  <a:pos x="0" y="134"/>
                </a:cxn>
                <a:cxn ang="0">
                  <a:pos x="112" y="134"/>
                </a:cxn>
                <a:cxn ang="0">
                  <a:pos x="112" y="159"/>
                </a:cxn>
                <a:cxn ang="0">
                  <a:pos x="79" y="159"/>
                </a:cxn>
                <a:cxn ang="0">
                  <a:pos x="79" y="174"/>
                </a:cxn>
                <a:cxn ang="0">
                  <a:pos x="172" y="174"/>
                </a:cxn>
                <a:cxn ang="0">
                  <a:pos x="172" y="159"/>
                </a:cxn>
                <a:cxn ang="0">
                  <a:pos x="145" y="159"/>
                </a:cxn>
                <a:cxn ang="0">
                  <a:pos x="145" y="134"/>
                </a:cxn>
                <a:cxn ang="0">
                  <a:pos x="134" y="64"/>
                </a:cxn>
                <a:cxn ang="0">
                  <a:pos x="134" y="11"/>
                </a:cxn>
                <a:cxn ang="0">
                  <a:pos x="171" y="11"/>
                </a:cxn>
                <a:cxn ang="0">
                  <a:pos x="180" y="64"/>
                </a:cxn>
                <a:cxn ang="0">
                  <a:pos x="134" y="64"/>
                </a:cxn>
                <a:cxn ang="0">
                  <a:pos x="182" y="70"/>
                </a:cxn>
                <a:cxn ang="0">
                  <a:pos x="191" y="123"/>
                </a:cxn>
                <a:cxn ang="0">
                  <a:pos x="134" y="123"/>
                </a:cxn>
                <a:cxn ang="0">
                  <a:pos x="134" y="70"/>
                </a:cxn>
                <a:cxn ang="0">
                  <a:pos x="182" y="70"/>
                </a:cxn>
                <a:cxn ang="0">
                  <a:pos x="129" y="64"/>
                </a:cxn>
                <a:cxn ang="0">
                  <a:pos x="85" y="64"/>
                </a:cxn>
                <a:cxn ang="0">
                  <a:pos x="94" y="11"/>
                </a:cxn>
                <a:cxn ang="0">
                  <a:pos x="129" y="11"/>
                </a:cxn>
                <a:cxn ang="0">
                  <a:pos x="129" y="64"/>
                </a:cxn>
                <a:cxn ang="0">
                  <a:pos x="129" y="70"/>
                </a:cxn>
                <a:cxn ang="0">
                  <a:pos x="129" y="123"/>
                </a:cxn>
                <a:cxn ang="0">
                  <a:pos x="74" y="123"/>
                </a:cxn>
                <a:cxn ang="0">
                  <a:pos x="83" y="70"/>
                </a:cxn>
                <a:cxn ang="0">
                  <a:pos x="129" y="70"/>
                </a:cxn>
                <a:cxn ang="0">
                  <a:pos x="196" y="123"/>
                </a:cxn>
                <a:cxn ang="0">
                  <a:pos x="187" y="70"/>
                </a:cxn>
                <a:cxn ang="0">
                  <a:pos x="229" y="70"/>
                </a:cxn>
                <a:cxn ang="0">
                  <a:pos x="246" y="123"/>
                </a:cxn>
                <a:cxn ang="0">
                  <a:pos x="196" y="123"/>
                </a:cxn>
                <a:cxn ang="0">
                  <a:pos x="226" y="64"/>
                </a:cxn>
                <a:cxn ang="0">
                  <a:pos x="185" y="64"/>
                </a:cxn>
                <a:cxn ang="0">
                  <a:pos x="176" y="11"/>
                </a:cxn>
                <a:cxn ang="0">
                  <a:pos x="209" y="11"/>
                </a:cxn>
                <a:cxn ang="0">
                  <a:pos x="226" y="64"/>
                </a:cxn>
                <a:cxn ang="0">
                  <a:pos x="54" y="11"/>
                </a:cxn>
                <a:cxn ang="0">
                  <a:pos x="88" y="11"/>
                </a:cxn>
                <a:cxn ang="0">
                  <a:pos x="79" y="64"/>
                </a:cxn>
                <a:cxn ang="0">
                  <a:pos x="37" y="64"/>
                </a:cxn>
                <a:cxn ang="0">
                  <a:pos x="54" y="11"/>
                </a:cxn>
                <a:cxn ang="0">
                  <a:pos x="35" y="70"/>
                </a:cxn>
                <a:cxn ang="0">
                  <a:pos x="77" y="70"/>
                </a:cxn>
                <a:cxn ang="0">
                  <a:pos x="68" y="123"/>
                </a:cxn>
                <a:cxn ang="0">
                  <a:pos x="17" y="123"/>
                </a:cxn>
                <a:cxn ang="0">
                  <a:pos x="35" y="70"/>
                </a:cxn>
                <a:cxn ang="0">
                  <a:pos x="35" y="70"/>
                </a:cxn>
                <a:cxn ang="0">
                  <a:pos x="35" y="70"/>
                </a:cxn>
              </a:cxnLst>
              <a:rect l="0" t="0" r="r" b="b"/>
              <a:pathLst>
                <a:path w="262" h="174">
                  <a:moveTo>
                    <a:pt x="145" y="134"/>
                  </a:moveTo>
                  <a:lnTo>
                    <a:pt x="262" y="134"/>
                  </a:lnTo>
                  <a:lnTo>
                    <a:pt x="216" y="0"/>
                  </a:lnTo>
                  <a:lnTo>
                    <a:pt x="46" y="0"/>
                  </a:lnTo>
                  <a:lnTo>
                    <a:pt x="0" y="134"/>
                  </a:lnTo>
                  <a:lnTo>
                    <a:pt x="112" y="134"/>
                  </a:lnTo>
                  <a:lnTo>
                    <a:pt x="112" y="159"/>
                  </a:lnTo>
                  <a:lnTo>
                    <a:pt x="79" y="159"/>
                  </a:lnTo>
                  <a:lnTo>
                    <a:pt x="79" y="174"/>
                  </a:lnTo>
                  <a:lnTo>
                    <a:pt x="172" y="174"/>
                  </a:lnTo>
                  <a:lnTo>
                    <a:pt x="172" y="159"/>
                  </a:lnTo>
                  <a:lnTo>
                    <a:pt x="145" y="159"/>
                  </a:lnTo>
                  <a:lnTo>
                    <a:pt x="145" y="134"/>
                  </a:lnTo>
                  <a:close/>
                  <a:moveTo>
                    <a:pt x="134" y="64"/>
                  </a:moveTo>
                  <a:lnTo>
                    <a:pt x="134" y="11"/>
                  </a:lnTo>
                  <a:lnTo>
                    <a:pt x="171" y="11"/>
                  </a:lnTo>
                  <a:lnTo>
                    <a:pt x="180" y="64"/>
                  </a:lnTo>
                  <a:lnTo>
                    <a:pt x="134" y="64"/>
                  </a:lnTo>
                  <a:close/>
                  <a:moveTo>
                    <a:pt x="182" y="70"/>
                  </a:moveTo>
                  <a:lnTo>
                    <a:pt x="191" y="123"/>
                  </a:lnTo>
                  <a:lnTo>
                    <a:pt x="134" y="123"/>
                  </a:lnTo>
                  <a:lnTo>
                    <a:pt x="134" y="70"/>
                  </a:lnTo>
                  <a:lnTo>
                    <a:pt x="182" y="70"/>
                  </a:lnTo>
                  <a:close/>
                  <a:moveTo>
                    <a:pt x="129" y="64"/>
                  </a:moveTo>
                  <a:lnTo>
                    <a:pt x="85" y="64"/>
                  </a:lnTo>
                  <a:lnTo>
                    <a:pt x="94" y="11"/>
                  </a:lnTo>
                  <a:lnTo>
                    <a:pt x="129" y="11"/>
                  </a:lnTo>
                  <a:lnTo>
                    <a:pt x="129" y="64"/>
                  </a:lnTo>
                  <a:close/>
                  <a:moveTo>
                    <a:pt x="129" y="70"/>
                  </a:moveTo>
                  <a:lnTo>
                    <a:pt x="129" y="123"/>
                  </a:lnTo>
                  <a:lnTo>
                    <a:pt x="74" y="123"/>
                  </a:lnTo>
                  <a:lnTo>
                    <a:pt x="83" y="70"/>
                  </a:lnTo>
                  <a:lnTo>
                    <a:pt x="129" y="70"/>
                  </a:lnTo>
                  <a:close/>
                  <a:moveTo>
                    <a:pt x="196" y="123"/>
                  </a:moveTo>
                  <a:lnTo>
                    <a:pt x="187" y="70"/>
                  </a:lnTo>
                  <a:lnTo>
                    <a:pt x="229" y="70"/>
                  </a:lnTo>
                  <a:lnTo>
                    <a:pt x="246" y="123"/>
                  </a:lnTo>
                  <a:lnTo>
                    <a:pt x="196" y="123"/>
                  </a:lnTo>
                  <a:close/>
                  <a:moveTo>
                    <a:pt x="226" y="64"/>
                  </a:moveTo>
                  <a:lnTo>
                    <a:pt x="185" y="64"/>
                  </a:lnTo>
                  <a:lnTo>
                    <a:pt x="176" y="11"/>
                  </a:lnTo>
                  <a:lnTo>
                    <a:pt x="209" y="11"/>
                  </a:lnTo>
                  <a:lnTo>
                    <a:pt x="226" y="64"/>
                  </a:lnTo>
                  <a:close/>
                  <a:moveTo>
                    <a:pt x="54" y="11"/>
                  </a:moveTo>
                  <a:lnTo>
                    <a:pt x="88" y="11"/>
                  </a:lnTo>
                  <a:lnTo>
                    <a:pt x="79" y="64"/>
                  </a:lnTo>
                  <a:lnTo>
                    <a:pt x="37" y="64"/>
                  </a:lnTo>
                  <a:lnTo>
                    <a:pt x="54" y="11"/>
                  </a:lnTo>
                  <a:close/>
                  <a:moveTo>
                    <a:pt x="35" y="70"/>
                  </a:moveTo>
                  <a:lnTo>
                    <a:pt x="77" y="70"/>
                  </a:lnTo>
                  <a:lnTo>
                    <a:pt x="68" y="123"/>
                  </a:lnTo>
                  <a:lnTo>
                    <a:pt x="17" y="123"/>
                  </a:lnTo>
                  <a:lnTo>
                    <a:pt x="35" y="70"/>
                  </a:lnTo>
                  <a:close/>
                  <a:moveTo>
                    <a:pt x="35" y="70"/>
                  </a:moveTo>
                  <a:lnTo>
                    <a:pt x="35" y="7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7"/>
            <p:cNvSpPr>
              <a:spLocks noEditPoints="1"/>
            </p:cNvSpPr>
            <p:nvPr/>
          </p:nvSpPr>
          <p:spPr bwMode="auto">
            <a:xfrm>
              <a:off x="8291513" y="4287838"/>
              <a:ext cx="415925" cy="276225"/>
            </a:xfrm>
            <a:custGeom>
              <a:avLst/>
              <a:gdLst/>
              <a:ahLst/>
              <a:cxnLst>
                <a:cxn ang="0">
                  <a:pos x="145" y="134"/>
                </a:cxn>
                <a:cxn ang="0">
                  <a:pos x="262" y="134"/>
                </a:cxn>
                <a:cxn ang="0">
                  <a:pos x="216" y="0"/>
                </a:cxn>
                <a:cxn ang="0">
                  <a:pos x="46" y="0"/>
                </a:cxn>
                <a:cxn ang="0">
                  <a:pos x="0" y="134"/>
                </a:cxn>
                <a:cxn ang="0">
                  <a:pos x="112" y="134"/>
                </a:cxn>
                <a:cxn ang="0">
                  <a:pos x="112" y="159"/>
                </a:cxn>
                <a:cxn ang="0">
                  <a:pos x="79" y="159"/>
                </a:cxn>
                <a:cxn ang="0">
                  <a:pos x="79" y="174"/>
                </a:cxn>
                <a:cxn ang="0">
                  <a:pos x="172" y="174"/>
                </a:cxn>
                <a:cxn ang="0">
                  <a:pos x="172" y="159"/>
                </a:cxn>
                <a:cxn ang="0">
                  <a:pos x="145" y="159"/>
                </a:cxn>
                <a:cxn ang="0">
                  <a:pos x="145" y="134"/>
                </a:cxn>
                <a:cxn ang="0">
                  <a:pos x="134" y="64"/>
                </a:cxn>
                <a:cxn ang="0">
                  <a:pos x="134" y="11"/>
                </a:cxn>
                <a:cxn ang="0">
                  <a:pos x="171" y="11"/>
                </a:cxn>
                <a:cxn ang="0">
                  <a:pos x="180" y="64"/>
                </a:cxn>
                <a:cxn ang="0">
                  <a:pos x="134" y="64"/>
                </a:cxn>
                <a:cxn ang="0">
                  <a:pos x="182" y="70"/>
                </a:cxn>
                <a:cxn ang="0">
                  <a:pos x="191" y="123"/>
                </a:cxn>
                <a:cxn ang="0">
                  <a:pos x="134" y="123"/>
                </a:cxn>
                <a:cxn ang="0">
                  <a:pos x="134" y="70"/>
                </a:cxn>
                <a:cxn ang="0">
                  <a:pos x="182" y="70"/>
                </a:cxn>
                <a:cxn ang="0">
                  <a:pos x="129" y="64"/>
                </a:cxn>
                <a:cxn ang="0">
                  <a:pos x="85" y="64"/>
                </a:cxn>
                <a:cxn ang="0">
                  <a:pos x="94" y="11"/>
                </a:cxn>
                <a:cxn ang="0">
                  <a:pos x="129" y="11"/>
                </a:cxn>
                <a:cxn ang="0">
                  <a:pos x="129" y="64"/>
                </a:cxn>
                <a:cxn ang="0">
                  <a:pos x="129" y="70"/>
                </a:cxn>
                <a:cxn ang="0">
                  <a:pos x="129" y="123"/>
                </a:cxn>
                <a:cxn ang="0">
                  <a:pos x="74" y="123"/>
                </a:cxn>
                <a:cxn ang="0">
                  <a:pos x="83" y="70"/>
                </a:cxn>
                <a:cxn ang="0">
                  <a:pos x="129" y="70"/>
                </a:cxn>
                <a:cxn ang="0">
                  <a:pos x="196" y="123"/>
                </a:cxn>
                <a:cxn ang="0">
                  <a:pos x="187" y="70"/>
                </a:cxn>
                <a:cxn ang="0">
                  <a:pos x="229" y="70"/>
                </a:cxn>
                <a:cxn ang="0">
                  <a:pos x="246" y="123"/>
                </a:cxn>
                <a:cxn ang="0">
                  <a:pos x="196" y="123"/>
                </a:cxn>
                <a:cxn ang="0">
                  <a:pos x="226" y="64"/>
                </a:cxn>
                <a:cxn ang="0">
                  <a:pos x="185" y="64"/>
                </a:cxn>
                <a:cxn ang="0">
                  <a:pos x="176" y="11"/>
                </a:cxn>
                <a:cxn ang="0">
                  <a:pos x="209" y="11"/>
                </a:cxn>
                <a:cxn ang="0">
                  <a:pos x="226" y="64"/>
                </a:cxn>
                <a:cxn ang="0">
                  <a:pos x="54" y="11"/>
                </a:cxn>
                <a:cxn ang="0">
                  <a:pos x="88" y="11"/>
                </a:cxn>
                <a:cxn ang="0">
                  <a:pos x="79" y="64"/>
                </a:cxn>
                <a:cxn ang="0">
                  <a:pos x="37" y="64"/>
                </a:cxn>
                <a:cxn ang="0">
                  <a:pos x="54" y="11"/>
                </a:cxn>
                <a:cxn ang="0">
                  <a:pos x="35" y="70"/>
                </a:cxn>
                <a:cxn ang="0">
                  <a:pos x="77" y="70"/>
                </a:cxn>
                <a:cxn ang="0">
                  <a:pos x="68" y="123"/>
                </a:cxn>
                <a:cxn ang="0">
                  <a:pos x="17" y="123"/>
                </a:cxn>
                <a:cxn ang="0">
                  <a:pos x="35" y="70"/>
                </a:cxn>
                <a:cxn ang="0">
                  <a:pos x="35" y="70"/>
                </a:cxn>
                <a:cxn ang="0">
                  <a:pos x="35" y="70"/>
                </a:cxn>
              </a:cxnLst>
              <a:rect l="0" t="0" r="r" b="b"/>
              <a:pathLst>
                <a:path w="262" h="174">
                  <a:moveTo>
                    <a:pt x="145" y="134"/>
                  </a:moveTo>
                  <a:lnTo>
                    <a:pt x="262" y="134"/>
                  </a:lnTo>
                  <a:lnTo>
                    <a:pt x="216" y="0"/>
                  </a:lnTo>
                  <a:lnTo>
                    <a:pt x="46" y="0"/>
                  </a:lnTo>
                  <a:lnTo>
                    <a:pt x="0" y="134"/>
                  </a:lnTo>
                  <a:lnTo>
                    <a:pt x="112" y="134"/>
                  </a:lnTo>
                  <a:lnTo>
                    <a:pt x="112" y="159"/>
                  </a:lnTo>
                  <a:lnTo>
                    <a:pt x="79" y="159"/>
                  </a:lnTo>
                  <a:lnTo>
                    <a:pt x="79" y="174"/>
                  </a:lnTo>
                  <a:lnTo>
                    <a:pt x="172" y="174"/>
                  </a:lnTo>
                  <a:lnTo>
                    <a:pt x="172" y="159"/>
                  </a:lnTo>
                  <a:lnTo>
                    <a:pt x="145" y="159"/>
                  </a:lnTo>
                  <a:lnTo>
                    <a:pt x="145" y="134"/>
                  </a:lnTo>
                  <a:moveTo>
                    <a:pt x="134" y="64"/>
                  </a:moveTo>
                  <a:lnTo>
                    <a:pt x="134" y="11"/>
                  </a:lnTo>
                  <a:lnTo>
                    <a:pt x="171" y="11"/>
                  </a:lnTo>
                  <a:lnTo>
                    <a:pt x="180" y="64"/>
                  </a:lnTo>
                  <a:lnTo>
                    <a:pt x="134" y="64"/>
                  </a:lnTo>
                  <a:moveTo>
                    <a:pt x="182" y="70"/>
                  </a:moveTo>
                  <a:lnTo>
                    <a:pt x="191" y="123"/>
                  </a:lnTo>
                  <a:lnTo>
                    <a:pt x="134" y="123"/>
                  </a:lnTo>
                  <a:lnTo>
                    <a:pt x="134" y="70"/>
                  </a:lnTo>
                  <a:lnTo>
                    <a:pt x="182" y="70"/>
                  </a:lnTo>
                  <a:moveTo>
                    <a:pt x="129" y="64"/>
                  </a:moveTo>
                  <a:lnTo>
                    <a:pt x="85" y="64"/>
                  </a:lnTo>
                  <a:lnTo>
                    <a:pt x="94" y="11"/>
                  </a:lnTo>
                  <a:lnTo>
                    <a:pt x="129" y="11"/>
                  </a:lnTo>
                  <a:lnTo>
                    <a:pt x="129" y="64"/>
                  </a:lnTo>
                  <a:moveTo>
                    <a:pt x="129" y="70"/>
                  </a:moveTo>
                  <a:lnTo>
                    <a:pt x="129" y="123"/>
                  </a:lnTo>
                  <a:lnTo>
                    <a:pt x="74" y="123"/>
                  </a:lnTo>
                  <a:lnTo>
                    <a:pt x="83" y="70"/>
                  </a:lnTo>
                  <a:lnTo>
                    <a:pt x="129" y="70"/>
                  </a:lnTo>
                  <a:moveTo>
                    <a:pt x="196" y="123"/>
                  </a:moveTo>
                  <a:lnTo>
                    <a:pt x="187" y="70"/>
                  </a:lnTo>
                  <a:lnTo>
                    <a:pt x="229" y="70"/>
                  </a:lnTo>
                  <a:lnTo>
                    <a:pt x="246" y="123"/>
                  </a:lnTo>
                  <a:lnTo>
                    <a:pt x="196" y="123"/>
                  </a:lnTo>
                  <a:moveTo>
                    <a:pt x="226" y="64"/>
                  </a:moveTo>
                  <a:lnTo>
                    <a:pt x="185" y="64"/>
                  </a:lnTo>
                  <a:lnTo>
                    <a:pt x="176" y="11"/>
                  </a:lnTo>
                  <a:lnTo>
                    <a:pt x="209" y="11"/>
                  </a:lnTo>
                  <a:lnTo>
                    <a:pt x="226" y="64"/>
                  </a:lnTo>
                  <a:moveTo>
                    <a:pt x="54" y="11"/>
                  </a:moveTo>
                  <a:lnTo>
                    <a:pt x="88" y="11"/>
                  </a:lnTo>
                  <a:lnTo>
                    <a:pt x="79" y="64"/>
                  </a:lnTo>
                  <a:lnTo>
                    <a:pt x="37" y="64"/>
                  </a:lnTo>
                  <a:lnTo>
                    <a:pt x="54" y="11"/>
                  </a:lnTo>
                  <a:moveTo>
                    <a:pt x="35" y="70"/>
                  </a:moveTo>
                  <a:lnTo>
                    <a:pt x="77" y="70"/>
                  </a:lnTo>
                  <a:lnTo>
                    <a:pt x="68" y="123"/>
                  </a:lnTo>
                  <a:lnTo>
                    <a:pt x="17" y="123"/>
                  </a:lnTo>
                  <a:lnTo>
                    <a:pt x="35" y="70"/>
                  </a:lnTo>
                  <a:moveTo>
                    <a:pt x="35" y="70"/>
                  </a:moveTo>
                  <a:lnTo>
                    <a:pt x="35" y="7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5476925" y="2618476"/>
            <a:ext cx="2900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Title Goes Here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There are many variations of passages of Lorem Ipsum available .</a:t>
            </a:r>
          </a:p>
        </p:txBody>
      </p:sp>
      <p:cxnSp>
        <p:nvCxnSpPr>
          <p:cNvPr id="102" name="Elbow Connector 101"/>
          <p:cNvCxnSpPr/>
          <p:nvPr/>
        </p:nvCxnSpPr>
        <p:spPr>
          <a:xfrm rot="10800000" flipV="1">
            <a:off x="3610990" y="2910862"/>
            <a:ext cx="992222" cy="52317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4603210" y="3420784"/>
            <a:ext cx="4045682" cy="611286"/>
            <a:chOff x="5389976" y="1256426"/>
            <a:chExt cx="3334710" cy="611286"/>
          </a:xfrm>
        </p:grpSpPr>
        <p:sp>
          <p:nvSpPr>
            <p:cNvPr id="104" name="Round Same Side Corner Rectangle 103"/>
            <p:cNvSpPr/>
            <p:nvPr/>
          </p:nvSpPr>
          <p:spPr>
            <a:xfrm rot="5400000">
              <a:off x="7085757" y="228784"/>
              <a:ext cx="611285" cy="2666572"/>
            </a:xfrm>
            <a:prstGeom prst="round2SameRect">
              <a:avLst>
                <a:gd name="adj1" fmla="val 2130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ound Same Side Corner Rectangle 104"/>
            <p:cNvSpPr/>
            <p:nvPr/>
          </p:nvSpPr>
          <p:spPr>
            <a:xfrm rot="16200000">
              <a:off x="5418402" y="1228000"/>
              <a:ext cx="611285" cy="668138"/>
            </a:xfrm>
            <a:prstGeom prst="round2SameRect">
              <a:avLst>
                <a:gd name="adj1" fmla="val 21309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5476925" y="3434040"/>
            <a:ext cx="2900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Title Goes Here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There are many variations of passages of Lorem Ipsum available .</a:t>
            </a:r>
          </a:p>
        </p:txBody>
      </p:sp>
      <p:cxnSp>
        <p:nvCxnSpPr>
          <p:cNvPr id="107" name="Elbow Connector 106"/>
          <p:cNvCxnSpPr/>
          <p:nvPr/>
        </p:nvCxnSpPr>
        <p:spPr>
          <a:xfrm rot="10800000" flipV="1">
            <a:off x="3513712" y="3726425"/>
            <a:ext cx="1089500" cy="5406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322"/>
          <p:cNvGrpSpPr/>
          <p:nvPr/>
        </p:nvGrpSpPr>
        <p:grpSpPr>
          <a:xfrm>
            <a:off x="4826532" y="3479152"/>
            <a:ext cx="365086" cy="501992"/>
            <a:chOff x="8597901" y="2862263"/>
            <a:chExt cx="571500" cy="785813"/>
          </a:xfrm>
          <a:solidFill>
            <a:schemeClr val="accent2"/>
          </a:solidFill>
        </p:grpSpPr>
        <p:sp>
          <p:nvSpPr>
            <p:cNvPr id="109" name="Freeform 105"/>
            <p:cNvSpPr>
              <a:spLocks noEditPoints="1"/>
            </p:cNvSpPr>
            <p:nvPr/>
          </p:nvSpPr>
          <p:spPr bwMode="auto">
            <a:xfrm>
              <a:off x="8832851" y="3132138"/>
              <a:ext cx="98425" cy="96838"/>
            </a:xfrm>
            <a:custGeom>
              <a:avLst/>
              <a:gdLst/>
              <a:ahLst/>
              <a:cxnLst>
                <a:cxn ang="0">
                  <a:pos x="34" y="16"/>
                </a:cxn>
                <a:cxn ang="0">
                  <a:pos x="17" y="33"/>
                </a:cxn>
                <a:cxn ang="0">
                  <a:pos x="0" y="16"/>
                </a:cxn>
                <a:cxn ang="0">
                  <a:pos x="17" y="0"/>
                </a:cxn>
                <a:cxn ang="0">
                  <a:pos x="34" y="16"/>
                </a:cxn>
                <a:cxn ang="0">
                  <a:pos x="34" y="16"/>
                </a:cxn>
                <a:cxn ang="0">
                  <a:pos x="34" y="16"/>
                </a:cxn>
              </a:cxnLst>
              <a:rect l="0" t="0" r="r" b="b"/>
              <a:pathLst>
                <a:path w="34" h="33">
                  <a:moveTo>
                    <a:pt x="34" y="16"/>
                  </a:moveTo>
                  <a:cubicBezTo>
                    <a:pt x="34" y="26"/>
                    <a:pt x="27" y="33"/>
                    <a:pt x="17" y="33"/>
                  </a:cubicBezTo>
                  <a:cubicBezTo>
                    <a:pt x="8" y="33"/>
                    <a:pt x="0" y="26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7" y="0"/>
                    <a:pt x="34" y="7"/>
                    <a:pt x="34" y="16"/>
                  </a:cubicBezTo>
                  <a:close/>
                  <a:moveTo>
                    <a:pt x="34" y="16"/>
                  </a:moveTo>
                  <a:cubicBezTo>
                    <a:pt x="34" y="16"/>
                    <a:pt x="34" y="16"/>
                    <a:pt x="34" y="1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06"/>
            <p:cNvSpPr>
              <a:spLocks noEditPoints="1"/>
            </p:cNvSpPr>
            <p:nvPr/>
          </p:nvSpPr>
          <p:spPr bwMode="auto">
            <a:xfrm>
              <a:off x="8836026" y="2862263"/>
              <a:ext cx="92075" cy="261938"/>
            </a:xfrm>
            <a:custGeom>
              <a:avLst/>
              <a:gdLst/>
              <a:ahLst/>
              <a:cxnLst>
                <a:cxn ang="0">
                  <a:pos x="32" y="90"/>
                </a:cxn>
                <a:cxn ang="0">
                  <a:pos x="16" y="0"/>
                </a:cxn>
                <a:cxn ang="0">
                  <a:pos x="0" y="90"/>
                </a:cxn>
                <a:cxn ang="0">
                  <a:pos x="16" y="84"/>
                </a:cxn>
                <a:cxn ang="0">
                  <a:pos x="32" y="90"/>
                </a:cxn>
                <a:cxn ang="0">
                  <a:pos x="32" y="90"/>
                </a:cxn>
                <a:cxn ang="0">
                  <a:pos x="32" y="90"/>
                </a:cxn>
              </a:cxnLst>
              <a:rect l="0" t="0" r="r" b="b"/>
              <a:pathLst>
                <a:path w="32" h="90">
                  <a:moveTo>
                    <a:pt x="32" y="90"/>
                  </a:moveTo>
                  <a:cubicBezTo>
                    <a:pt x="30" y="63"/>
                    <a:pt x="23" y="0"/>
                    <a:pt x="16" y="0"/>
                  </a:cubicBezTo>
                  <a:cubicBezTo>
                    <a:pt x="10" y="0"/>
                    <a:pt x="3" y="63"/>
                    <a:pt x="0" y="90"/>
                  </a:cubicBezTo>
                  <a:cubicBezTo>
                    <a:pt x="5" y="86"/>
                    <a:pt x="10" y="84"/>
                    <a:pt x="16" y="84"/>
                  </a:cubicBezTo>
                  <a:cubicBezTo>
                    <a:pt x="22" y="84"/>
                    <a:pt x="28" y="86"/>
                    <a:pt x="32" y="90"/>
                  </a:cubicBezTo>
                  <a:close/>
                  <a:moveTo>
                    <a:pt x="32" y="90"/>
                  </a:moveTo>
                  <a:cubicBezTo>
                    <a:pt x="32" y="90"/>
                    <a:pt x="32" y="90"/>
                    <a:pt x="32" y="9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7"/>
            <p:cNvSpPr>
              <a:spLocks noEditPoints="1"/>
            </p:cNvSpPr>
            <p:nvPr/>
          </p:nvSpPr>
          <p:spPr bwMode="auto">
            <a:xfrm>
              <a:off x="8597901" y="3170238"/>
              <a:ext cx="571500" cy="477838"/>
            </a:xfrm>
            <a:custGeom>
              <a:avLst/>
              <a:gdLst/>
              <a:ahLst/>
              <a:cxnLst>
                <a:cxn ang="0">
                  <a:pos x="123" y="0"/>
                </a:cxn>
                <a:cxn ang="0">
                  <a:pos x="124" y="3"/>
                </a:cxn>
                <a:cxn ang="0">
                  <a:pos x="98" y="29"/>
                </a:cxn>
                <a:cxn ang="0">
                  <a:pos x="73" y="3"/>
                </a:cxn>
                <a:cxn ang="0">
                  <a:pos x="73" y="0"/>
                </a:cxn>
                <a:cxn ang="0">
                  <a:pos x="3" y="58"/>
                </a:cxn>
                <a:cxn ang="0">
                  <a:pos x="89" y="27"/>
                </a:cxn>
                <a:cxn ang="0">
                  <a:pos x="81" y="155"/>
                </a:cxn>
                <a:cxn ang="0">
                  <a:pos x="98" y="164"/>
                </a:cxn>
                <a:cxn ang="0">
                  <a:pos x="115" y="155"/>
                </a:cxn>
                <a:cxn ang="0">
                  <a:pos x="108" y="27"/>
                </a:cxn>
                <a:cxn ang="0">
                  <a:pos x="193" y="58"/>
                </a:cxn>
                <a:cxn ang="0">
                  <a:pos x="123" y="0"/>
                </a:cxn>
                <a:cxn ang="0">
                  <a:pos x="123" y="0"/>
                </a:cxn>
                <a:cxn ang="0">
                  <a:pos x="123" y="0"/>
                </a:cxn>
              </a:cxnLst>
              <a:rect l="0" t="0" r="r" b="b"/>
              <a:pathLst>
                <a:path w="197" h="164">
                  <a:moveTo>
                    <a:pt x="123" y="0"/>
                  </a:moveTo>
                  <a:cubicBezTo>
                    <a:pt x="124" y="1"/>
                    <a:pt x="124" y="2"/>
                    <a:pt x="124" y="3"/>
                  </a:cubicBezTo>
                  <a:cubicBezTo>
                    <a:pt x="124" y="17"/>
                    <a:pt x="112" y="29"/>
                    <a:pt x="98" y="29"/>
                  </a:cubicBezTo>
                  <a:cubicBezTo>
                    <a:pt x="84" y="29"/>
                    <a:pt x="73" y="17"/>
                    <a:pt x="73" y="3"/>
                  </a:cubicBezTo>
                  <a:cubicBezTo>
                    <a:pt x="73" y="2"/>
                    <a:pt x="73" y="1"/>
                    <a:pt x="73" y="0"/>
                  </a:cubicBezTo>
                  <a:cubicBezTo>
                    <a:pt x="52" y="15"/>
                    <a:pt x="0" y="53"/>
                    <a:pt x="3" y="58"/>
                  </a:cubicBezTo>
                  <a:cubicBezTo>
                    <a:pt x="7" y="64"/>
                    <a:pt x="65" y="38"/>
                    <a:pt x="89" y="27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5"/>
                    <a:pt x="86" y="164"/>
                    <a:pt x="98" y="164"/>
                  </a:cubicBezTo>
                  <a:cubicBezTo>
                    <a:pt x="111" y="164"/>
                    <a:pt x="115" y="155"/>
                    <a:pt x="115" y="155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32" y="38"/>
                    <a:pt x="190" y="64"/>
                    <a:pt x="193" y="58"/>
                  </a:cubicBezTo>
                  <a:cubicBezTo>
                    <a:pt x="197" y="53"/>
                    <a:pt x="145" y="15"/>
                    <a:pt x="123" y="0"/>
                  </a:cubicBezTo>
                  <a:close/>
                  <a:moveTo>
                    <a:pt x="123" y="0"/>
                  </a:moveTo>
                  <a:cubicBezTo>
                    <a:pt x="123" y="0"/>
                    <a:pt x="123" y="0"/>
                    <a:pt x="1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603210" y="4247635"/>
            <a:ext cx="4045682" cy="611286"/>
            <a:chOff x="5389976" y="1256426"/>
            <a:chExt cx="3334710" cy="611286"/>
          </a:xfrm>
        </p:grpSpPr>
        <p:sp>
          <p:nvSpPr>
            <p:cNvPr id="113" name="Round Same Side Corner Rectangle 112"/>
            <p:cNvSpPr/>
            <p:nvPr/>
          </p:nvSpPr>
          <p:spPr>
            <a:xfrm rot="5400000">
              <a:off x="7085757" y="228784"/>
              <a:ext cx="611285" cy="2666572"/>
            </a:xfrm>
            <a:prstGeom prst="round2SameRect">
              <a:avLst>
                <a:gd name="adj1" fmla="val 21309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ound Same Side Corner Rectangle 113"/>
            <p:cNvSpPr/>
            <p:nvPr/>
          </p:nvSpPr>
          <p:spPr>
            <a:xfrm rot="16200000">
              <a:off x="5418402" y="1228000"/>
              <a:ext cx="611285" cy="668138"/>
            </a:xfrm>
            <a:prstGeom prst="round2SameRect">
              <a:avLst>
                <a:gd name="adj1" fmla="val 21309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5476925" y="4260891"/>
            <a:ext cx="2900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Title Goes Here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There are many variations of passages of Lorem Ipsum available .</a:t>
            </a:r>
          </a:p>
        </p:txBody>
      </p:sp>
      <p:cxnSp>
        <p:nvCxnSpPr>
          <p:cNvPr id="116" name="Elbow Connector 115"/>
          <p:cNvCxnSpPr/>
          <p:nvPr/>
        </p:nvCxnSpPr>
        <p:spPr>
          <a:xfrm rot="10800000" flipV="1">
            <a:off x="2657678" y="4553275"/>
            <a:ext cx="1945532" cy="511475"/>
          </a:xfrm>
          <a:prstGeom prst="bentConnector3">
            <a:avLst>
              <a:gd name="adj1" fmla="val 28500"/>
            </a:avLst>
          </a:prstGeom>
          <a:ln w="1905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249"/>
          <p:cNvGrpSpPr/>
          <p:nvPr/>
        </p:nvGrpSpPr>
        <p:grpSpPr>
          <a:xfrm>
            <a:off x="4768164" y="4365662"/>
            <a:ext cx="455344" cy="375228"/>
            <a:chOff x="1771650" y="4086226"/>
            <a:chExt cx="712788" cy="587376"/>
          </a:xfrm>
          <a:solidFill>
            <a:schemeClr val="accent3"/>
          </a:solidFill>
        </p:grpSpPr>
        <p:sp>
          <p:nvSpPr>
            <p:cNvPr id="118" name="Freeform 83"/>
            <p:cNvSpPr>
              <a:spLocks/>
            </p:cNvSpPr>
            <p:nvPr/>
          </p:nvSpPr>
          <p:spPr bwMode="auto">
            <a:xfrm>
              <a:off x="1908175" y="4086226"/>
              <a:ext cx="561975" cy="214313"/>
            </a:xfrm>
            <a:custGeom>
              <a:avLst/>
              <a:gdLst/>
              <a:ahLst/>
              <a:cxnLst>
                <a:cxn ang="0">
                  <a:pos x="0" y="135"/>
                </a:cxn>
                <a:cxn ang="0">
                  <a:pos x="354" y="135"/>
                </a:cxn>
                <a:cxn ang="0">
                  <a:pos x="298" y="40"/>
                </a:cxn>
                <a:cxn ang="0">
                  <a:pos x="250" y="106"/>
                </a:cxn>
                <a:cxn ang="0">
                  <a:pos x="180" y="0"/>
                </a:cxn>
                <a:cxn ang="0">
                  <a:pos x="118" y="101"/>
                </a:cxn>
                <a:cxn ang="0">
                  <a:pos x="73" y="40"/>
                </a:cxn>
                <a:cxn ang="0">
                  <a:pos x="0" y="135"/>
                </a:cxn>
              </a:cxnLst>
              <a:rect l="0" t="0" r="r" b="b"/>
              <a:pathLst>
                <a:path w="354" h="135">
                  <a:moveTo>
                    <a:pt x="0" y="135"/>
                  </a:moveTo>
                  <a:lnTo>
                    <a:pt x="354" y="135"/>
                  </a:lnTo>
                  <a:lnTo>
                    <a:pt x="298" y="40"/>
                  </a:lnTo>
                  <a:lnTo>
                    <a:pt x="250" y="106"/>
                  </a:lnTo>
                  <a:lnTo>
                    <a:pt x="180" y="0"/>
                  </a:lnTo>
                  <a:lnTo>
                    <a:pt x="118" y="101"/>
                  </a:lnTo>
                  <a:lnTo>
                    <a:pt x="73" y="40"/>
                  </a:lnTo>
                  <a:lnTo>
                    <a:pt x="0" y="13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84"/>
            <p:cNvSpPr>
              <a:spLocks/>
            </p:cNvSpPr>
            <p:nvPr/>
          </p:nvSpPr>
          <p:spPr bwMode="auto">
            <a:xfrm>
              <a:off x="1795463" y="4221164"/>
              <a:ext cx="688975" cy="393700"/>
            </a:xfrm>
            <a:custGeom>
              <a:avLst/>
              <a:gdLst/>
              <a:ahLst/>
              <a:cxnLst>
                <a:cxn ang="0">
                  <a:pos x="413" y="61"/>
                </a:cxn>
                <a:cxn ang="0">
                  <a:pos x="58" y="61"/>
                </a:cxn>
                <a:cxn ang="0">
                  <a:pos x="4" y="5"/>
                </a:cxn>
                <a:cxn ang="0">
                  <a:pos x="0" y="20"/>
                </a:cxn>
                <a:cxn ang="0">
                  <a:pos x="42" y="61"/>
                </a:cxn>
                <a:cxn ang="0">
                  <a:pos x="92" y="237"/>
                </a:cxn>
                <a:cxn ang="0">
                  <a:pos x="111" y="237"/>
                </a:cxn>
                <a:cxn ang="0">
                  <a:pos x="110" y="231"/>
                </a:cxn>
                <a:cxn ang="0">
                  <a:pos x="157" y="184"/>
                </a:cxn>
                <a:cxn ang="0">
                  <a:pos x="204" y="231"/>
                </a:cxn>
                <a:cxn ang="0">
                  <a:pos x="203" y="237"/>
                </a:cxn>
                <a:cxn ang="0">
                  <a:pos x="256" y="237"/>
                </a:cxn>
                <a:cxn ang="0">
                  <a:pos x="256" y="231"/>
                </a:cxn>
                <a:cxn ang="0">
                  <a:pos x="303" y="184"/>
                </a:cxn>
                <a:cxn ang="0">
                  <a:pos x="349" y="231"/>
                </a:cxn>
                <a:cxn ang="0">
                  <a:pos x="349" y="237"/>
                </a:cxn>
                <a:cxn ang="0">
                  <a:pos x="366" y="237"/>
                </a:cxn>
                <a:cxn ang="0">
                  <a:pos x="413" y="61"/>
                </a:cxn>
              </a:cxnLst>
              <a:rect l="0" t="0" r="r" b="b"/>
              <a:pathLst>
                <a:path w="413" h="237">
                  <a:moveTo>
                    <a:pt x="413" y="61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64" y="0"/>
                    <a:pt x="4" y="5"/>
                    <a:pt x="4" y="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4" y="13"/>
                    <a:pt x="42" y="61"/>
                    <a:pt x="42" y="61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11" y="237"/>
                    <a:pt x="111" y="237"/>
                    <a:pt x="111" y="237"/>
                  </a:cubicBezTo>
                  <a:cubicBezTo>
                    <a:pt x="110" y="235"/>
                    <a:pt x="110" y="233"/>
                    <a:pt x="110" y="231"/>
                  </a:cubicBezTo>
                  <a:cubicBezTo>
                    <a:pt x="110" y="205"/>
                    <a:pt x="131" y="184"/>
                    <a:pt x="157" y="184"/>
                  </a:cubicBezTo>
                  <a:cubicBezTo>
                    <a:pt x="183" y="184"/>
                    <a:pt x="204" y="205"/>
                    <a:pt x="204" y="231"/>
                  </a:cubicBezTo>
                  <a:cubicBezTo>
                    <a:pt x="204" y="233"/>
                    <a:pt x="204" y="235"/>
                    <a:pt x="203" y="237"/>
                  </a:cubicBezTo>
                  <a:cubicBezTo>
                    <a:pt x="256" y="237"/>
                    <a:pt x="256" y="237"/>
                    <a:pt x="256" y="237"/>
                  </a:cubicBezTo>
                  <a:cubicBezTo>
                    <a:pt x="256" y="235"/>
                    <a:pt x="256" y="233"/>
                    <a:pt x="256" y="231"/>
                  </a:cubicBezTo>
                  <a:cubicBezTo>
                    <a:pt x="256" y="205"/>
                    <a:pt x="277" y="184"/>
                    <a:pt x="303" y="184"/>
                  </a:cubicBezTo>
                  <a:cubicBezTo>
                    <a:pt x="329" y="184"/>
                    <a:pt x="349" y="205"/>
                    <a:pt x="349" y="231"/>
                  </a:cubicBezTo>
                  <a:cubicBezTo>
                    <a:pt x="349" y="233"/>
                    <a:pt x="349" y="235"/>
                    <a:pt x="349" y="237"/>
                  </a:cubicBezTo>
                  <a:cubicBezTo>
                    <a:pt x="366" y="237"/>
                    <a:pt x="366" y="237"/>
                    <a:pt x="366" y="237"/>
                  </a:cubicBezTo>
                  <a:lnTo>
                    <a:pt x="413" y="6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85"/>
            <p:cNvSpPr>
              <a:spLocks/>
            </p:cNvSpPr>
            <p:nvPr/>
          </p:nvSpPr>
          <p:spPr bwMode="auto">
            <a:xfrm>
              <a:off x="1995488" y="4557714"/>
              <a:ext cx="117475" cy="115888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35" y="70"/>
                </a:cxn>
                <a:cxn ang="0">
                  <a:pos x="69" y="40"/>
                </a:cxn>
                <a:cxn ang="0">
                  <a:pos x="70" y="35"/>
                </a:cxn>
                <a:cxn ang="0">
                  <a:pos x="35" y="0"/>
                </a:cxn>
              </a:cxnLst>
              <a:rect l="0" t="0" r="r" b="b"/>
              <a:pathLst>
                <a:path w="70" h="70">
                  <a:moveTo>
                    <a:pt x="35" y="0"/>
                  </a:moveTo>
                  <a:cubicBezTo>
                    <a:pt x="15" y="0"/>
                    <a:pt x="0" y="15"/>
                    <a:pt x="0" y="35"/>
                  </a:cubicBezTo>
                  <a:cubicBezTo>
                    <a:pt x="0" y="36"/>
                    <a:pt x="0" y="38"/>
                    <a:pt x="0" y="40"/>
                  </a:cubicBezTo>
                  <a:cubicBezTo>
                    <a:pt x="2" y="57"/>
                    <a:pt x="17" y="70"/>
                    <a:pt x="35" y="70"/>
                  </a:cubicBezTo>
                  <a:cubicBezTo>
                    <a:pt x="52" y="70"/>
                    <a:pt x="67" y="57"/>
                    <a:pt x="69" y="40"/>
                  </a:cubicBezTo>
                  <a:cubicBezTo>
                    <a:pt x="70" y="38"/>
                    <a:pt x="70" y="36"/>
                    <a:pt x="70" y="35"/>
                  </a:cubicBezTo>
                  <a:cubicBezTo>
                    <a:pt x="70" y="15"/>
                    <a:pt x="54" y="0"/>
                    <a:pt x="35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86"/>
            <p:cNvSpPr>
              <a:spLocks/>
            </p:cNvSpPr>
            <p:nvPr/>
          </p:nvSpPr>
          <p:spPr bwMode="auto">
            <a:xfrm>
              <a:off x="2239963" y="4557714"/>
              <a:ext cx="117475" cy="115888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35" y="70"/>
                </a:cxn>
                <a:cxn ang="0">
                  <a:pos x="70" y="40"/>
                </a:cxn>
                <a:cxn ang="0">
                  <a:pos x="70" y="35"/>
                </a:cxn>
                <a:cxn ang="0">
                  <a:pos x="35" y="0"/>
                </a:cxn>
              </a:cxnLst>
              <a:rect l="0" t="0" r="r" b="b"/>
              <a:pathLst>
                <a:path w="70" h="70">
                  <a:moveTo>
                    <a:pt x="35" y="0"/>
                  </a:moveTo>
                  <a:cubicBezTo>
                    <a:pt x="16" y="0"/>
                    <a:pt x="0" y="15"/>
                    <a:pt x="0" y="35"/>
                  </a:cubicBezTo>
                  <a:cubicBezTo>
                    <a:pt x="0" y="36"/>
                    <a:pt x="0" y="38"/>
                    <a:pt x="0" y="40"/>
                  </a:cubicBezTo>
                  <a:cubicBezTo>
                    <a:pt x="3" y="57"/>
                    <a:pt x="17" y="70"/>
                    <a:pt x="35" y="70"/>
                  </a:cubicBezTo>
                  <a:cubicBezTo>
                    <a:pt x="53" y="70"/>
                    <a:pt x="67" y="57"/>
                    <a:pt x="70" y="40"/>
                  </a:cubicBezTo>
                  <a:cubicBezTo>
                    <a:pt x="70" y="38"/>
                    <a:pt x="70" y="36"/>
                    <a:pt x="70" y="35"/>
                  </a:cubicBezTo>
                  <a:cubicBezTo>
                    <a:pt x="70" y="15"/>
                    <a:pt x="54" y="0"/>
                    <a:pt x="35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87"/>
            <p:cNvSpPr>
              <a:spLocks/>
            </p:cNvSpPr>
            <p:nvPr/>
          </p:nvSpPr>
          <p:spPr bwMode="auto">
            <a:xfrm>
              <a:off x="2266950" y="4581526"/>
              <a:ext cx="63500" cy="65088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19" y="39"/>
                </a:cxn>
                <a:cxn ang="0">
                  <a:pos x="38" y="22"/>
                </a:cxn>
                <a:cxn ang="0">
                  <a:pos x="38" y="20"/>
                </a:cxn>
                <a:cxn ang="0">
                  <a:pos x="19" y="0"/>
                </a:cxn>
              </a:cxnLst>
              <a:rect l="0" t="0" r="r" b="b"/>
              <a:pathLst>
                <a:path w="38" h="39">
                  <a:moveTo>
                    <a:pt x="19" y="0"/>
                  </a:moveTo>
                  <a:cubicBezTo>
                    <a:pt x="8" y="0"/>
                    <a:pt x="0" y="9"/>
                    <a:pt x="0" y="20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1" y="32"/>
                    <a:pt x="9" y="39"/>
                    <a:pt x="19" y="39"/>
                  </a:cubicBezTo>
                  <a:cubicBezTo>
                    <a:pt x="29" y="39"/>
                    <a:pt x="37" y="32"/>
                    <a:pt x="38" y="22"/>
                  </a:cubicBezTo>
                  <a:cubicBezTo>
                    <a:pt x="38" y="22"/>
                    <a:pt x="38" y="21"/>
                    <a:pt x="38" y="20"/>
                  </a:cubicBezTo>
                  <a:cubicBezTo>
                    <a:pt x="38" y="9"/>
                    <a:pt x="30" y="0"/>
                    <a:pt x="1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88"/>
            <p:cNvSpPr>
              <a:spLocks/>
            </p:cNvSpPr>
            <p:nvPr/>
          </p:nvSpPr>
          <p:spPr bwMode="auto">
            <a:xfrm>
              <a:off x="2020888" y="4581526"/>
              <a:ext cx="65088" cy="65088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20"/>
                </a:cxn>
                <a:cxn ang="0">
                  <a:pos x="1" y="22"/>
                </a:cxn>
                <a:cxn ang="0">
                  <a:pos x="20" y="39"/>
                </a:cxn>
                <a:cxn ang="0">
                  <a:pos x="39" y="22"/>
                </a:cxn>
                <a:cxn ang="0">
                  <a:pos x="39" y="20"/>
                </a:cxn>
                <a:cxn ang="0">
                  <a:pos x="20" y="0"/>
                </a:cxn>
              </a:cxnLst>
              <a:rect l="0" t="0" r="r" b="b"/>
              <a:pathLst>
                <a:path w="39" h="39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21"/>
                    <a:pt x="0" y="22"/>
                    <a:pt x="1" y="22"/>
                  </a:cubicBezTo>
                  <a:cubicBezTo>
                    <a:pt x="2" y="32"/>
                    <a:pt x="10" y="39"/>
                    <a:pt x="20" y="39"/>
                  </a:cubicBezTo>
                  <a:cubicBezTo>
                    <a:pt x="30" y="39"/>
                    <a:pt x="38" y="32"/>
                    <a:pt x="39" y="22"/>
                  </a:cubicBezTo>
                  <a:cubicBezTo>
                    <a:pt x="39" y="22"/>
                    <a:pt x="39" y="21"/>
                    <a:pt x="39" y="20"/>
                  </a:cubicBezTo>
                  <a:cubicBezTo>
                    <a:pt x="39" y="9"/>
                    <a:pt x="30" y="0"/>
                    <a:pt x="2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89"/>
            <p:cNvSpPr>
              <a:spLocks noChangeArrowheads="1"/>
            </p:cNvSpPr>
            <p:nvPr/>
          </p:nvSpPr>
          <p:spPr bwMode="auto">
            <a:xfrm>
              <a:off x="1771650" y="4225926"/>
              <a:ext cx="5397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4603210" y="5066871"/>
            <a:ext cx="4045682" cy="611286"/>
            <a:chOff x="5389976" y="1256426"/>
            <a:chExt cx="3334710" cy="611286"/>
          </a:xfrm>
        </p:grpSpPr>
        <p:sp>
          <p:nvSpPr>
            <p:cNvPr id="126" name="Round Same Side Corner Rectangle 125"/>
            <p:cNvSpPr/>
            <p:nvPr/>
          </p:nvSpPr>
          <p:spPr>
            <a:xfrm rot="5400000">
              <a:off x="7085757" y="228784"/>
              <a:ext cx="611285" cy="2666572"/>
            </a:xfrm>
            <a:prstGeom prst="round2SameRect">
              <a:avLst>
                <a:gd name="adj1" fmla="val 2130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ound Same Side Corner Rectangle 126"/>
            <p:cNvSpPr/>
            <p:nvPr/>
          </p:nvSpPr>
          <p:spPr>
            <a:xfrm rot="16200000">
              <a:off x="5418402" y="1228000"/>
              <a:ext cx="611285" cy="668138"/>
            </a:xfrm>
            <a:prstGeom prst="round2SameRect">
              <a:avLst>
                <a:gd name="adj1" fmla="val 21309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5476925" y="5080127"/>
            <a:ext cx="2900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Title Goes Here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There are many variations of passages of Lorem Ipsum available .</a:t>
            </a:r>
          </a:p>
        </p:txBody>
      </p:sp>
      <p:cxnSp>
        <p:nvCxnSpPr>
          <p:cNvPr id="129" name="Elbow Connector 128"/>
          <p:cNvCxnSpPr/>
          <p:nvPr/>
        </p:nvCxnSpPr>
        <p:spPr>
          <a:xfrm rot="10800000">
            <a:off x="3037058" y="3955807"/>
            <a:ext cx="1566153" cy="1416706"/>
          </a:xfrm>
          <a:prstGeom prst="bentConnector3">
            <a:avLst>
              <a:gd name="adj1" fmla="val 18323"/>
            </a:avLst>
          </a:prstGeom>
          <a:ln w="1905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247"/>
          <p:cNvGrpSpPr/>
          <p:nvPr/>
        </p:nvGrpSpPr>
        <p:grpSpPr>
          <a:xfrm>
            <a:off x="4787675" y="5130363"/>
            <a:ext cx="420864" cy="425934"/>
            <a:chOff x="1817688" y="3025776"/>
            <a:chExt cx="658813" cy="666750"/>
          </a:xfrm>
          <a:solidFill>
            <a:schemeClr val="accent4"/>
          </a:solidFill>
        </p:grpSpPr>
        <p:sp>
          <p:nvSpPr>
            <p:cNvPr id="131" name="Freeform 101"/>
            <p:cNvSpPr>
              <a:spLocks/>
            </p:cNvSpPr>
            <p:nvPr/>
          </p:nvSpPr>
          <p:spPr bwMode="auto">
            <a:xfrm>
              <a:off x="1833563" y="3025776"/>
              <a:ext cx="642938" cy="422275"/>
            </a:xfrm>
            <a:custGeom>
              <a:avLst/>
              <a:gdLst/>
              <a:ahLst/>
              <a:cxnLst>
                <a:cxn ang="0">
                  <a:pos x="13" y="253"/>
                </a:cxn>
                <a:cxn ang="0">
                  <a:pos x="277" y="135"/>
                </a:cxn>
                <a:cxn ang="0">
                  <a:pos x="323" y="227"/>
                </a:cxn>
                <a:cxn ang="0">
                  <a:pos x="343" y="227"/>
                </a:cxn>
                <a:cxn ang="0">
                  <a:pos x="286" y="0"/>
                </a:cxn>
                <a:cxn ang="0">
                  <a:pos x="255" y="63"/>
                </a:cxn>
                <a:cxn ang="0">
                  <a:pos x="267" y="103"/>
                </a:cxn>
                <a:cxn ang="0">
                  <a:pos x="0" y="226"/>
                </a:cxn>
                <a:cxn ang="0">
                  <a:pos x="13" y="253"/>
                </a:cxn>
              </a:cxnLst>
              <a:rect l="0" t="0" r="r" b="b"/>
              <a:pathLst>
                <a:path w="386" h="253">
                  <a:moveTo>
                    <a:pt x="13" y="253"/>
                  </a:moveTo>
                  <a:cubicBezTo>
                    <a:pt x="277" y="135"/>
                    <a:pt x="277" y="135"/>
                    <a:pt x="277" y="135"/>
                  </a:cubicBezTo>
                  <a:cubicBezTo>
                    <a:pt x="323" y="227"/>
                    <a:pt x="323" y="227"/>
                    <a:pt x="323" y="227"/>
                  </a:cubicBezTo>
                  <a:cubicBezTo>
                    <a:pt x="323" y="227"/>
                    <a:pt x="329" y="243"/>
                    <a:pt x="343" y="227"/>
                  </a:cubicBezTo>
                  <a:cubicBezTo>
                    <a:pt x="343" y="227"/>
                    <a:pt x="386" y="45"/>
                    <a:pt x="286" y="0"/>
                  </a:cubicBezTo>
                  <a:cubicBezTo>
                    <a:pt x="255" y="63"/>
                    <a:pt x="255" y="63"/>
                    <a:pt x="255" y="63"/>
                  </a:cubicBezTo>
                  <a:cubicBezTo>
                    <a:pt x="267" y="103"/>
                    <a:pt x="267" y="103"/>
                    <a:pt x="267" y="103"/>
                  </a:cubicBezTo>
                  <a:cubicBezTo>
                    <a:pt x="0" y="226"/>
                    <a:pt x="0" y="226"/>
                    <a:pt x="0" y="226"/>
                  </a:cubicBezTo>
                  <a:lnTo>
                    <a:pt x="13" y="25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02"/>
            <p:cNvSpPr>
              <a:spLocks/>
            </p:cNvSpPr>
            <p:nvPr/>
          </p:nvSpPr>
          <p:spPr bwMode="auto">
            <a:xfrm>
              <a:off x="2384425" y="3405189"/>
              <a:ext cx="1588" cy="2508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58"/>
                </a:cxn>
                <a:cxn ang="0">
                  <a:pos x="0" y="0"/>
                </a:cxn>
              </a:cxnLst>
              <a:rect l="0" t="0" r="r" b="b"/>
              <a:pathLst>
                <a:path h="158">
                  <a:moveTo>
                    <a:pt x="0" y="0"/>
                  </a:moveTo>
                  <a:lnTo>
                    <a:pt x="0" y="1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Line 103"/>
            <p:cNvSpPr>
              <a:spLocks noChangeShapeType="1"/>
            </p:cNvSpPr>
            <p:nvPr/>
          </p:nvSpPr>
          <p:spPr bwMode="auto">
            <a:xfrm>
              <a:off x="2384425" y="3405189"/>
              <a:ext cx="1588" cy="250825"/>
            </a:xfrm>
            <a:prstGeom prst="lin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Rectangle 104"/>
            <p:cNvSpPr>
              <a:spLocks noChangeArrowheads="1"/>
            </p:cNvSpPr>
            <p:nvPr/>
          </p:nvSpPr>
          <p:spPr bwMode="auto">
            <a:xfrm>
              <a:off x="2376488" y="3405189"/>
              <a:ext cx="15875" cy="2508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05"/>
            <p:cNvSpPr>
              <a:spLocks/>
            </p:cNvSpPr>
            <p:nvPr/>
          </p:nvSpPr>
          <p:spPr bwMode="auto">
            <a:xfrm>
              <a:off x="2003425" y="3173414"/>
              <a:ext cx="119063" cy="490538"/>
            </a:xfrm>
            <a:custGeom>
              <a:avLst/>
              <a:gdLst/>
              <a:ahLst/>
              <a:cxnLst>
                <a:cxn ang="0">
                  <a:pos x="5" y="294"/>
                </a:cxn>
                <a:cxn ang="0">
                  <a:pos x="4" y="294"/>
                </a:cxn>
                <a:cxn ang="0">
                  <a:pos x="0" y="288"/>
                </a:cxn>
                <a:cxn ang="0">
                  <a:pos x="61" y="4"/>
                </a:cxn>
                <a:cxn ang="0">
                  <a:pos x="67" y="0"/>
                </a:cxn>
                <a:cxn ang="0">
                  <a:pos x="71" y="6"/>
                </a:cxn>
                <a:cxn ang="0">
                  <a:pos x="10" y="291"/>
                </a:cxn>
                <a:cxn ang="0">
                  <a:pos x="5" y="294"/>
                </a:cxn>
              </a:cxnLst>
              <a:rect l="0" t="0" r="r" b="b"/>
              <a:pathLst>
                <a:path w="71" h="294">
                  <a:moveTo>
                    <a:pt x="5" y="294"/>
                  </a:moveTo>
                  <a:cubicBezTo>
                    <a:pt x="4" y="294"/>
                    <a:pt x="4" y="294"/>
                    <a:pt x="4" y="294"/>
                  </a:cubicBezTo>
                  <a:cubicBezTo>
                    <a:pt x="1" y="294"/>
                    <a:pt x="0" y="291"/>
                    <a:pt x="0" y="288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2" y="1"/>
                    <a:pt x="64" y="0"/>
                    <a:pt x="67" y="0"/>
                  </a:cubicBezTo>
                  <a:cubicBezTo>
                    <a:pt x="70" y="1"/>
                    <a:pt x="71" y="4"/>
                    <a:pt x="71" y="6"/>
                  </a:cubicBezTo>
                  <a:cubicBezTo>
                    <a:pt x="10" y="291"/>
                    <a:pt x="10" y="291"/>
                    <a:pt x="10" y="291"/>
                  </a:cubicBezTo>
                  <a:cubicBezTo>
                    <a:pt x="9" y="293"/>
                    <a:pt x="7" y="294"/>
                    <a:pt x="5" y="29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06"/>
            <p:cNvSpPr>
              <a:spLocks/>
            </p:cNvSpPr>
            <p:nvPr/>
          </p:nvSpPr>
          <p:spPr bwMode="auto">
            <a:xfrm>
              <a:off x="2106613" y="3176589"/>
              <a:ext cx="133350" cy="490538"/>
            </a:xfrm>
            <a:custGeom>
              <a:avLst/>
              <a:gdLst/>
              <a:ahLst/>
              <a:cxnLst>
                <a:cxn ang="0">
                  <a:pos x="75" y="294"/>
                </a:cxn>
                <a:cxn ang="0">
                  <a:pos x="70" y="290"/>
                </a:cxn>
                <a:cxn ang="0">
                  <a:pos x="0" y="7"/>
                </a:cxn>
                <a:cxn ang="0">
                  <a:pos x="4" y="1"/>
                </a:cxn>
                <a:cxn ang="0">
                  <a:pos x="10" y="4"/>
                </a:cxn>
                <a:cxn ang="0">
                  <a:pos x="79" y="288"/>
                </a:cxn>
                <a:cxn ang="0">
                  <a:pos x="76" y="294"/>
                </a:cxn>
                <a:cxn ang="0">
                  <a:pos x="75" y="294"/>
                </a:cxn>
              </a:cxnLst>
              <a:rect l="0" t="0" r="r" b="b"/>
              <a:pathLst>
                <a:path w="80" h="294">
                  <a:moveTo>
                    <a:pt x="75" y="294"/>
                  </a:moveTo>
                  <a:cubicBezTo>
                    <a:pt x="72" y="294"/>
                    <a:pt x="70" y="292"/>
                    <a:pt x="70" y="29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4"/>
                    <a:pt x="1" y="1"/>
                    <a:pt x="4" y="1"/>
                  </a:cubicBezTo>
                  <a:cubicBezTo>
                    <a:pt x="7" y="0"/>
                    <a:pt x="9" y="2"/>
                    <a:pt x="10" y="4"/>
                  </a:cubicBezTo>
                  <a:cubicBezTo>
                    <a:pt x="79" y="288"/>
                    <a:pt x="79" y="288"/>
                    <a:pt x="79" y="288"/>
                  </a:cubicBezTo>
                  <a:cubicBezTo>
                    <a:pt x="80" y="290"/>
                    <a:pt x="78" y="293"/>
                    <a:pt x="76" y="294"/>
                  </a:cubicBezTo>
                  <a:cubicBezTo>
                    <a:pt x="75" y="294"/>
                    <a:pt x="75" y="294"/>
                    <a:pt x="75" y="29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Rectangle 107"/>
            <p:cNvSpPr>
              <a:spLocks noChangeArrowheads="1"/>
            </p:cNvSpPr>
            <p:nvPr/>
          </p:nvSpPr>
          <p:spPr bwMode="auto">
            <a:xfrm>
              <a:off x="1885950" y="3408364"/>
              <a:ext cx="15875" cy="1412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08"/>
            <p:cNvSpPr>
              <a:spLocks/>
            </p:cNvSpPr>
            <p:nvPr/>
          </p:nvSpPr>
          <p:spPr bwMode="auto">
            <a:xfrm>
              <a:off x="2017713" y="3432176"/>
              <a:ext cx="169863" cy="238125"/>
            </a:xfrm>
            <a:custGeom>
              <a:avLst/>
              <a:gdLst/>
              <a:ahLst/>
              <a:cxnLst>
                <a:cxn ang="0">
                  <a:pos x="6" y="143"/>
                </a:cxn>
                <a:cxn ang="0">
                  <a:pos x="3" y="142"/>
                </a:cxn>
                <a:cxn ang="0">
                  <a:pos x="2" y="135"/>
                </a:cxn>
                <a:cxn ang="0">
                  <a:pos x="92" y="3"/>
                </a:cxn>
                <a:cxn ang="0">
                  <a:pos x="99" y="1"/>
                </a:cxn>
                <a:cxn ang="0">
                  <a:pos x="100" y="8"/>
                </a:cxn>
                <a:cxn ang="0">
                  <a:pos x="10" y="141"/>
                </a:cxn>
                <a:cxn ang="0">
                  <a:pos x="6" y="143"/>
                </a:cxn>
              </a:cxnLst>
              <a:rect l="0" t="0" r="r" b="b"/>
              <a:pathLst>
                <a:path w="102" h="143">
                  <a:moveTo>
                    <a:pt x="6" y="143"/>
                  </a:moveTo>
                  <a:cubicBezTo>
                    <a:pt x="5" y="143"/>
                    <a:pt x="4" y="143"/>
                    <a:pt x="3" y="142"/>
                  </a:cubicBezTo>
                  <a:cubicBezTo>
                    <a:pt x="1" y="141"/>
                    <a:pt x="0" y="138"/>
                    <a:pt x="2" y="135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3" y="0"/>
                    <a:pt x="96" y="0"/>
                    <a:pt x="99" y="1"/>
                  </a:cubicBezTo>
                  <a:cubicBezTo>
                    <a:pt x="101" y="3"/>
                    <a:pt x="102" y="6"/>
                    <a:pt x="100" y="8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9" y="142"/>
                    <a:pt x="8" y="143"/>
                    <a:pt x="6" y="14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09"/>
            <p:cNvSpPr>
              <a:spLocks/>
            </p:cNvSpPr>
            <p:nvPr/>
          </p:nvSpPr>
          <p:spPr bwMode="auto">
            <a:xfrm>
              <a:off x="2051050" y="3440114"/>
              <a:ext cx="185738" cy="228600"/>
            </a:xfrm>
            <a:custGeom>
              <a:avLst/>
              <a:gdLst/>
              <a:ahLst/>
              <a:cxnLst>
                <a:cxn ang="0">
                  <a:pos x="106" y="137"/>
                </a:cxn>
                <a:cxn ang="0">
                  <a:pos x="102" y="136"/>
                </a:cxn>
                <a:cxn ang="0">
                  <a:pos x="2" y="9"/>
                </a:cxn>
                <a:cxn ang="0">
                  <a:pos x="3" y="2"/>
                </a:cxn>
                <a:cxn ang="0">
                  <a:pos x="10" y="3"/>
                </a:cxn>
                <a:cxn ang="0">
                  <a:pos x="110" y="129"/>
                </a:cxn>
                <a:cxn ang="0">
                  <a:pos x="109" y="136"/>
                </a:cxn>
                <a:cxn ang="0">
                  <a:pos x="106" y="137"/>
                </a:cxn>
              </a:cxnLst>
              <a:rect l="0" t="0" r="r" b="b"/>
              <a:pathLst>
                <a:path w="112" h="137">
                  <a:moveTo>
                    <a:pt x="106" y="137"/>
                  </a:moveTo>
                  <a:cubicBezTo>
                    <a:pt x="105" y="137"/>
                    <a:pt x="103" y="137"/>
                    <a:pt x="102" y="136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7"/>
                    <a:pt x="0" y="4"/>
                    <a:pt x="3" y="2"/>
                  </a:cubicBezTo>
                  <a:cubicBezTo>
                    <a:pt x="5" y="0"/>
                    <a:pt x="8" y="1"/>
                    <a:pt x="10" y="3"/>
                  </a:cubicBezTo>
                  <a:cubicBezTo>
                    <a:pt x="110" y="129"/>
                    <a:pt x="110" y="129"/>
                    <a:pt x="110" y="129"/>
                  </a:cubicBezTo>
                  <a:cubicBezTo>
                    <a:pt x="112" y="132"/>
                    <a:pt x="111" y="135"/>
                    <a:pt x="109" y="136"/>
                  </a:cubicBezTo>
                  <a:cubicBezTo>
                    <a:pt x="108" y="137"/>
                    <a:pt x="107" y="137"/>
                    <a:pt x="106" y="13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10"/>
            <p:cNvSpPr>
              <a:spLocks/>
            </p:cNvSpPr>
            <p:nvPr/>
          </p:nvSpPr>
          <p:spPr bwMode="auto">
            <a:xfrm>
              <a:off x="2052638" y="3308351"/>
              <a:ext cx="107950" cy="141288"/>
            </a:xfrm>
            <a:custGeom>
              <a:avLst/>
              <a:gdLst/>
              <a:ahLst/>
              <a:cxnLst>
                <a:cxn ang="0">
                  <a:pos x="6" y="84"/>
                </a:cxn>
                <a:cxn ang="0">
                  <a:pos x="3" y="83"/>
                </a:cxn>
                <a:cxn ang="0">
                  <a:pos x="2" y="76"/>
                </a:cxn>
                <a:cxn ang="0">
                  <a:pos x="55" y="3"/>
                </a:cxn>
                <a:cxn ang="0">
                  <a:pos x="62" y="2"/>
                </a:cxn>
                <a:cxn ang="0">
                  <a:pos x="63" y="9"/>
                </a:cxn>
                <a:cxn ang="0">
                  <a:pos x="10" y="82"/>
                </a:cxn>
                <a:cxn ang="0">
                  <a:pos x="6" y="84"/>
                </a:cxn>
              </a:cxnLst>
              <a:rect l="0" t="0" r="r" b="b"/>
              <a:pathLst>
                <a:path w="65" h="84">
                  <a:moveTo>
                    <a:pt x="6" y="84"/>
                  </a:moveTo>
                  <a:cubicBezTo>
                    <a:pt x="5" y="84"/>
                    <a:pt x="4" y="84"/>
                    <a:pt x="3" y="83"/>
                  </a:cubicBezTo>
                  <a:cubicBezTo>
                    <a:pt x="1" y="82"/>
                    <a:pt x="0" y="79"/>
                    <a:pt x="2" y="76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7" y="1"/>
                    <a:pt x="60" y="0"/>
                    <a:pt x="62" y="2"/>
                  </a:cubicBezTo>
                  <a:cubicBezTo>
                    <a:pt x="64" y="4"/>
                    <a:pt x="65" y="7"/>
                    <a:pt x="63" y="9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9" y="84"/>
                    <a:pt x="7" y="84"/>
                    <a:pt x="6" y="8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11"/>
            <p:cNvSpPr>
              <a:spLocks/>
            </p:cNvSpPr>
            <p:nvPr/>
          </p:nvSpPr>
          <p:spPr bwMode="auto">
            <a:xfrm>
              <a:off x="2065338" y="3324226"/>
              <a:ext cx="122238" cy="119063"/>
            </a:xfrm>
            <a:custGeom>
              <a:avLst/>
              <a:gdLst/>
              <a:ahLst/>
              <a:cxnLst>
                <a:cxn ang="0">
                  <a:pos x="67" y="72"/>
                </a:cxn>
                <a:cxn ang="0">
                  <a:pos x="64" y="70"/>
                </a:cxn>
                <a:cxn ang="0">
                  <a:pos x="2" y="9"/>
                </a:cxn>
                <a:cxn ang="0">
                  <a:pos x="2" y="2"/>
                </a:cxn>
                <a:cxn ang="0">
                  <a:pos x="9" y="2"/>
                </a:cxn>
                <a:cxn ang="0">
                  <a:pos x="71" y="63"/>
                </a:cxn>
                <a:cxn ang="0">
                  <a:pos x="71" y="70"/>
                </a:cxn>
                <a:cxn ang="0">
                  <a:pos x="67" y="72"/>
                </a:cxn>
              </a:cxnLst>
              <a:rect l="0" t="0" r="r" b="b"/>
              <a:pathLst>
                <a:path w="73" h="72">
                  <a:moveTo>
                    <a:pt x="67" y="72"/>
                  </a:moveTo>
                  <a:cubicBezTo>
                    <a:pt x="66" y="72"/>
                    <a:pt x="65" y="71"/>
                    <a:pt x="64" y="70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3" y="65"/>
                    <a:pt x="73" y="68"/>
                    <a:pt x="71" y="70"/>
                  </a:cubicBezTo>
                  <a:cubicBezTo>
                    <a:pt x="70" y="71"/>
                    <a:pt x="69" y="72"/>
                    <a:pt x="67" y="7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Rectangle 112"/>
            <p:cNvSpPr>
              <a:spLocks noChangeArrowheads="1"/>
            </p:cNvSpPr>
            <p:nvPr/>
          </p:nvSpPr>
          <p:spPr bwMode="auto">
            <a:xfrm>
              <a:off x="1817688" y="3651251"/>
              <a:ext cx="619125" cy="412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Rectangle 113"/>
            <p:cNvSpPr>
              <a:spLocks noChangeArrowheads="1"/>
            </p:cNvSpPr>
            <p:nvPr/>
          </p:nvSpPr>
          <p:spPr bwMode="auto">
            <a:xfrm>
              <a:off x="1852613" y="3530601"/>
              <a:ext cx="84138" cy="1285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1" name="Rounded Rectangle 150"/>
          <p:cNvSpPr/>
          <p:nvPr/>
        </p:nvSpPr>
        <p:spPr>
          <a:xfrm>
            <a:off x="1633424" y="2438400"/>
            <a:ext cx="474776" cy="2237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1050" b="1" dirty="0"/>
              <a:t>6</a:t>
            </a:r>
            <a:r>
              <a:rPr lang="en-US" sz="1050" b="1" dirty="0"/>
              <a:t>5%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633424" y="2671735"/>
            <a:ext cx="474776" cy="22375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1050" b="1" dirty="0"/>
              <a:t>3</a:t>
            </a:r>
            <a:r>
              <a:rPr lang="en-US" sz="1050" b="1" dirty="0"/>
              <a:t>5%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633424" y="2905070"/>
            <a:ext cx="474776" cy="22375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75%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633424" y="3138406"/>
            <a:ext cx="474776" cy="22375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0"/>
                            </p:stCondLst>
                            <p:childTnLst>
                              <p:par>
                                <p:cTn id="8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500"/>
                            </p:stCondLst>
                            <p:childTnLst>
                              <p:par>
                                <p:cTn id="10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000"/>
                            </p:stCondLst>
                            <p:childTnLst>
                              <p:par>
                                <p:cTn id="1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9000"/>
                            </p:stCondLst>
                            <p:childTnLst>
                              <p:par>
                                <p:cTn id="12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9500"/>
                            </p:stCondLst>
                            <p:childTnLst>
                              <p:par>
                                <p:cTn id="12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8" grpId="0" animBg="1"/>
      <p:bldP spid="71" grpId="0" animBg="1"/>
      <p:bldP spid="74" grpId="0" animBg="1"/>
      <p:bldP spid="81" grpId="0" animBg="1"/>
      <p:bldP spid="91" grpId="0" animBg="1"/>
      <p:bldP spid="92" grpId="0" animBg="1"/>
      <p:bldP spid="93" grpId="0" animBg="1"/>
      <p:bldP spid="94" grpId="0" animBg="1"/>
      <p:bldP spid="101" grpId="0"/>
      <p:bldP spid="106" grpId="0"/>
      <p:bldP spid="115" grpId="0"/>
      <p:bldP spid="128" grpId="0"/>
      <p:bldP spid="151" grpId="0" animBg="1"/>
      <p:bldP spid="157" grpId="0" animBg="1"/>
      <p:bldP spid="158" grpId="0" animBg="1"/>
      <p:bldP spid="15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Circle Chart Slide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Circle Chart Slide</a:t>
            </a:r>
            <a:endParaRPr lang="en-US" dirty="0"/>
          </a:p>
        </p:txBody>
      </p:sp>
      <p:sp>
        <p:nvSpPr>
          <p:cNvPr id="143" name="Pie 142"/>
          <p:cNvSpPr/>
          <p:nvPr/>
        </p:nvSpPr>
        <p:spPr>
          <a:xfrm rot="6734800">
            <a:off x="2912057" y="2372453"/>
            <a:ext cx="3319888" cy="3319886"/>
          </a:xfrm>
          <a:prstGeom prst="pie">
            <a:avLst>
              <a:gd name="adj1" fmla="val 20462629"/>
              <a:gd name="adj2" fmla="val 287333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4" name="Pie 143"/>
          <p:cNvSpPr/>
          <p:nvPr/>
        </p:nvSpPr>
        <p:spPr>
          <a:xfrm rot="6734800">
            <a:off x="3118158" y="2620988"/>
            <a:ext cx="2907685" cy="2907685"/>
          </a:xfrm>
          <a:prstGeom prst="pie">
            <a:avLst>
              <a:gd name="adj1" fmla="val 621241"/>
              <a:gd name="adj2" fmla="val 493243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45" name="Group 144"/>
          <p:cNvGrpSpPr/>
          <p:nvPr/>
        </p:nvGrpSpPr>
        <p:grpSpPr>
          <a:xfrm>
            <a:off x="1505613" y="2498878"/>
            <a:ext cx="859536" cy="859536"/>
            <a:chOff x="3481803" y="2540429"/>
            <a:chExt cx="743814" cy="743814"/>
          </a:xfrm>
        </p:grpSpPr>
        <p:sp>
          <p:nvSpPr>
            <p:cNvPr id="146" name="Oval 145"/>
            <p:cNvSpPr/>
            <p:nvPr/>
          </p:nvSpPr>
          <p:spPr>
            <a:xfrm>
              <a:off x="3481803" y="2540429"/>
              <a:ext cx="743814" cy="743814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Freeform 65"/>
            <p:cNvSpPr>
              <a:spLocks noEditPoints="1"/>
            </p:cNvSpPr>
            <p:nvPr/>
          </p:nvSpPr>
          <p:spPr bwMode="auto">
            <a:xfrm>
              <a:off x="3723690" y="2759254"/>
              <a:ext cx="290520" cy="306164"/>
            </a:xfrm>
            <a:custGeom>
              <a:avLst/>
              <a:gdLst/>
              <a:ahLst/>
              <a:cxnLst>
                <a:cxn ang="0">
                  <a:pos x="38" y="47"/>
                </a:cxn>
                <a:cxn ang="0">
                  <a:pos x="36" y="54"/>
                </a:cxn>
                <a:cxn ang="0">
                  <a:pos x="17" y="63"/>
                </a:cxn>
                <a:cxn ang="0">
                  <a:pos x="1" y="56"/>
                </a:cxn>
                <a:cxn ang="0">
                  <a:pos x="0" y="51"/>
                </a:cxn>
                <a:cxn ang="0">
                  <a:pos x="6" y="41"/>
                </a:cxn>
                <a:cxn ang="0">
                  <a:pos x="21" y="37"/>
                </a:cxn>
                <a:cxn ang="0">
                  <a:pos x="19" y="32"/>
                </a:cxn>
                <a:cxn ang="0">
                  <a:pos x="20" y="28"/>
                </a:cxn>
                <a:cxn ang="0">
                  <a:pos x="17" y="29"/>
                </a:cxn>
                <a:cxn ang="0">
                  <a:pos x="4" y="16"/>
                </a:cxn>
                <a:cxn ang="0">
                  <a:pos x="9" y="5"/>
                </a:cxn>
                <a:cxn ang="0">
                  <a:pos x="24" y="0"/>
                </a:cxn>
                <a:cxn ang="0">
                  <a:pos x="40" y="0"/>
                </a:cxn>
                <a:cxn ang="0">
                  <a:pos x="35" y="3"/>
                </a:cxn>
                <a:cxn ang="0">
                  <a:pos x="30" y="3"/>
                </a:cxn>
                <a:cxn ang="0">
                  <a:pos x="35" y="14"/>
                </a:cxn>
                <a:cxn ang="0">
                  <a:pos x="26" y="30"/>
                </a:cxn>
                <a:cxn ang="0">
                  <a:pos x="38" y="47"/>
                </a:cxn>
                <a:cxn ang="0">
                  <a:pos x="33" y="51"/>
                </a:cxn>
                <a:cxn ang="0">
                  <a:pos x="24" y="40"/>
                </a:cxn>
                <a:cxn ang="0">
                  <a:pos x="22" y="40"/>
                </a:cxn>
                <a:cxn ang="0">
                  <a:pos x="7" y="49"/>
                </a:cxn>
                <a:cxn ang="0">
                  <a:pos x="21" y="59"/>
                </a:cxn>
                <a:cxn ang="0">
                  <a:pos x="33" y="51"/>
                </a:cxn>
                <a:cxn ang="0">
                  <a:pos x="26" y="24"/>
                </a:cxn>
                <a:cxn ang="0">
                  <a:pos x="28" y="18"/>
                </a:cxn>
                <a:cxn ang="0">
                  <a:pos x="18" y="3"/>
                </a:cxn>
                <a:cxn ang="0">
                  <a:pos x="13" y="6"/>
                </a:cxn>
                <a:cxn ang="0">
                  <a:pos x="11" y="12"/>
                </a:cxn>
                <a:cxn ang="0">
                  <a:pos x="21" y="26"/>
                </a:cxn>
                <a:cxn ang="0">
                  <a:pos x="26" y="24"/>
                </a:cxn>
                <a:cxn ang="0">
                  <a:pos x="60" y="26"/>
                </a:cxn>
                <a:cxn ang="0">
                  <a:pos x="60" y="30"/>
                </a:cxn>
                <a:cxn ang="0">
                  <a:pos x="52" y="30"/>
                </a:cxn>
                <a:cxn ang="0">
                  <a:pos x="52" y="39"/>
                </a:cxn>
                <a:cxn ang="0">
                  <a:pos x="48" y="39"/>
                </a:cxn>
                <a:cxn ang="0">
                  <a:pos x="48" y="30"/>
                </a:cxn>
                <a:cxn ang="0">
                  <a:pos x="40" y="30"/>
                </a:cxn>
                <a:cxn ang="0">
                  <a:pos x="40" y="26"/>
                </a:cxn>
                <a:cxn ang="0">
                  <a:pos x="48" y="26"/>
                </a:cxn>
                <a:cxn ang="0">
                  <a:pos x="48" y="18"/>
                </a:cxn>
                <a:cxn ang="0">
                  <a:pos x="52" y="18"/>
                </a:cxn>
                <a:cxn ang="0">
                  <a:pos x="52" y="26"/>
                </a:cxn>
                <a:cxn ang="0">
                  <a:pos x="60" y="26"/>
                </a:cxn>
              </a:cxnLst>
              <a:rect l="0" t="0" r="r" b="b"/>
              <a:pathLst>
                <a:path w="60" h="63">
                  <a:moveTo>
                    <a:pt x="38" y="47"/>
                  </a:moveTo>
                  <a:cubicBezTo>
                    <a:pt x="38" y="50"/>
                    <a:pt x="37" y="52"/>
                    <a:pt x="36" y="54"/>
                  </a:cubicBezTo>
                  <a:cubicBezTo>
                    <a:pt x="32" y="61"/>
                    <a:pt x="24" y="63"/>
                    <a:pt x="17" y="63"/>
                  </a:cubicBezTo>
                  <a:cubicBezTo>
                    <a:pt x="11" y="63"/>
                    <a:pt x="4" y="61"/>
                    <a:pt x="1" y="56"/>
                  </a:cubicBezTo>
                  <a:cubicBezTo>
                    <a:pt x="0" y="55"/>
                    <a:pt x="0" y="53"/>
                    <a:pt x="0" y="51"/>
                  </a:cubicBezTo>
                  <a:cubicBezTo>
                    <a:pt x="0" y="47"/>
                    <a:pt x="2" y="43"/>
                    <a:pt x="6" y="41"/>
                  </a:cubicBezTo>
                  <a:cubicBezTo>
                    <a:pt x="10" y="38"/>
                    <a:pt x="16" y="38"/>
                    <a:pt x="21" y="37"/>
                  </a:cubicBezTo>
                  <a:cubicBezTo>
                    <a:pt x="20" y="35"/>
                    <a:pt x="19" y="34"/>
                    <a:pt x="19" y="32"/>
                  </a:cubicBezTo>
                  <a:cubicBezTo>
                    <a:pt x="19" y="30"/>
                    <a:pt x="19" y="29"/>
                    <a:pt x="20" y="28"/>
                  </a:cubicBezTo>
                  <a:cubicBezTo>
                    <a:pt x="19" y="29"/>
                    <a:pt x="18" y="29"/>
                    <a:pt x="17" y="29"/>
                  </a:cubicBezTo>
                  <a:cubicBezTo>
                    <a:pt x="10" y="29"/>
                    <a:pt x="4" y="23"/>
                    <a:pt x="4" y="16"/>
                  </a:cubicBezTo>
                  <a:cubicBezTo>
                    <a:pt x="4" y="11"/>
                    <a:pt x="6" y="7"/>
                    <a:pt x="9" y="5"/>
                  </a:cubicBezTo>
                  <a:cubicBezTo>
                    <a:pt x="13" y="1"/>
                    <a:pt x="19" y="0"/>
                    <a:pt x="2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3" y="6"/>
                    <a:pt x="35" y="9"/>
                    <a:pt x="35" y="14"/>
                  </a:cubicBezTo>
                  <a:cubicBezTo>
                    <a:pt x="35" y="24"/>
                    <a:pt x="26" y="25"/>
                    <a:pt x="26" y="30"/>
                  </a:cubicBezTo>
                  <a:cubicBezTo>
                    <a:pt x="26" y="35"/>
                    <a:pt x="38" y="37"/>
                    <a:pt x="38" y="47"/>
                  </a:cubicBezTo>
                  <a:close/>
                  <a:moveTo>
                    <a:pt x="33" y="51"/>
                  </a:moveTo>
                  <a:cubicBezTo>
                    <a:pt x="33" y="45"/>
                    <a:pt x="28" y="42"/>
                    <a:pt x="24" y="40"/>
                  </a:cubicBezTo>
                  <a:cubicBezTo>
                    <a:pt x="23" y="40"/>
                    <a:pt x="23" y="40"/>
                    <a:pt x="22" y="40"/>
                  </a:cubicBezTo>
                  <a:cubicBezTo>
                    <a:pt x="16" y="40"/>
                    <a:pt x="7" y="42"/>
                    <a:pt x="7" y="49"/>
                  </a:cubicBezTo>
                  <a:cubicBezTo>
                    <a:pt x="7" y="57"/>
                    <a:pt x="15" y="59"/>
                    <a:pt x="21" y="59"/>
                  </a:cubicBezTo>
                  <a:cubicBezTo>
                    <a:pt x="26" y="59"/>
                    <a:pt x="33" y="57"/>
                    <a:pt x="33" y="51"/>
                  </a:cubicBezTo>
                  <a:close/>
                  <a:moveTo>
                    <a:pt x="26" y="24"/>
                  </a:moveTo>
                  <a:cubicBezTo>
                    <a:pt x="28" y="22"/>
                    <a:pt x="28" y="20"/>
                    <a:pt x="28" y="18"/>
                  </a:cubicBezTo>
                  <a:cubicBezTo>
                    <a:pt x="28" y="12"/>
                    <a:pt x="25" y="3"/>
                    <a:pt x="18" y="3"/>
                  </a:cubicBezTo>
                  <a:cubicBezTo>
                    <a:pt x="16" y="3"/>
                    <a:pt x="14" y="4"/>
                    <a:pt x="13" y="6"/>
                  </a:cubicBezTo>
                  <a:cubicBezTo>
                    <a:pt x="11" y="7"/>
                    <a:pt x="11" y="9"/>
                    <a:pt x="11" y="12"/>
                  </a:cubicBezTo>
                  <a:cubicBezTo>
                    <a:pt x="11" y="17"/>
                    <a:pt x="14" y="26"/>
                    <a:pt x="21" y="26"/>
                  </a:cubicBezTo>
                  <a:cubicBezTo>
                    <a:pt x="23" y="26"/>
                    <a:pt x="25" y="25"/>
                    <a:pt x="26" y="24"/>
                  </a:cubicBezTo>
                  <a:close/>
                  <a:moveTo>
                    <a:pt x="60" y="26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26"/>
                    <a:pt x="52" y="26"/>
                    <a:pt x="52" y="26"/>
                  </a:cubicBezTo>
                  <a:lnTo>
                    <a:pt x="60" y="26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7293864" y="3687005"/>
            <a:ext cx="859536" cy="859536"/>
            <a:chOff x="3161459" y="1546179"/>
            <a:chExt cx="846336" cy="846336"/>
          </a:xfrm>
        </p:grpSpPr>
        <p:sp>
          <p:nvSpPr>
            <p:cNvPr id="149" name="Oval 148"/>
            <p:cNvSpPr/>
            <p:nvPr/>
          </p:nvSpPr>
          <p:spPr>
            <a:xfrm>
              <a:off x="3161459" y="1546179"/>
              <a:ext cx="846336" cy="846336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Freeform 117"/>
            <p:cNvSpPr>
              <a:spLocks noEditPoints="1"/>
            </p:cNvSpPr>
            <p:nvPr/>
          </p:nvSpPr>
          <p:spPr bwMode="auto">
            <a:xfrm>
              <a:off x="3410564" y="1801135"/>
              <a:ext cx="348127" cy="336425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3" y="7"/>
                </a:cxn>
                <a:cxn ang="0">
                  <a:pos x="6" y="13"/>
                </a:cxn>
                <a:cxn ang="0">
                  <a:pos x="12" y="53"/>
                </a:cxn>
                <a:cxn ang="0">
                  <a:pos x="0" y="53"/>
                </a:cxn>
                <a:cxn ang="0">
                  <a:pos x="0" y="17"/>
                </a:cxn>
                <a:cxn ang="0">
                  <a:pos x="12" y="17"/>
                </a:cxn>
                <a:cxn ang="0">
                  <a:pos x="12" y="53"/>
                </a:cxn>
                <a:cxn ang="0">
                  <a:pos x="55" y="53"/>
                </a:cxn>
                <a:cxn ang="0">
                  <a:pos x="43" y="53"/>
                </a:cxn>
                <a:cxn ang="0">
                  <a:pos x="43" y="34"/>
                </a:cxn>
                <a:cxn ang="0">
                  <a:pos x="37" y="26"/>
                </a:cxn>
                <a:cxn ang="0">
                  <a:pos x="31" y="30"/>
                </a:cxn>
                <a:cxn ang="0">
                  <a:pos x="30" y="33"/>
                </a:cxn>
                <a:cxn ang="0">
                  <a:pos x="30" y="53"/>
                </a:cxn>
                <a:cxn ang="0">
                  <a:pos x="19" y="53"/>
                </a:cxn>
                <a:cxn ang="0">
                  <a:pos x="19" y="17"/>
                </a:cxn>
                <a:cxn ang="0">
                  <a:pos x="30" y="17"/>
                </a:cxn>
                <a:cxn ang="0">
                  <a:pos x="30" y="23"/>
                </a:cxn>
                <a:cxn ang="0">
                  <a:pos x="30" y="23"/>
                </a:cxn>
                <a:cxn ang="0">
                  <a:pos x="41" y="17"/>
                </a:cxn>
                <a:cxn ang="0">
                  <a:pos x="55" y="33"/>
                </a:cxn>
                <a:cxn ang="0">
                  <a:pos x="55" y="53"/>
                </a:cxn>
              </a:cxnLst>
              <a:rect l="0" t="0" r="r" b="b"/>
              <a:pathLst>
                <a:path w="55" h="53"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2" y="13"/>
                    <a:pt x="0" y="10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0"/>
                    <a:pt x="10" y="13"/>
                    <a:pt x="6" y="13"/>
                  </a:cubicBezTo>
                  <a:close/>
                  <a:moveTo>
                    <a:pt x="12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2" y="17"/>
                    <a:pt x="12" y="17"/>
                    <a:pt x="12" y="17"/>
                  </a:cubicBezTo>
                  <a:lnTo>
                    <a:pt x="12" y="53"/>
                  </a:lnTo>
                  <a:close/>
                  <a:moveTo>
                    <a:pt x="55" y="53"/>
                  </a:moveTo>
                  <a:cubicBezTo>
                    <a:pt x="43" y="53"/>
                    <a:pt x="43" y="53"/>
                    <a:pt x="43" y="53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29"/>
                    <a:pt x="41" y="26"/>
                    <a:pt x="37" y="26"/>
                  </a:cubicBezTo>
                  <a:cubicBezTo>
                    <a:pt x="34" y="26"/>
                    <a:pt x="32" y="28"/>
                    <a:pt x="31" y="30"/>
                  </a:cubicBezTo>
                  <a:cubicBezTo>
                    <a:pt x="31" y="31"/>
                    <a:pt x="30" y="32"/>
                    <a:pt x="30" y="3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21"/>
                    <a:pt x="19" y="17"/>
                    <a:pt x="1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2" y="20"/>
                    <a:pt x="35" y="17"/>
                    <a:pt x="41" y="17"/>
                  </a:cubicBezTo>
                  <a:cubicBezTo>
                    <a:pt x="49" y="17"/>
                    <a:pt x="55" y="22"/>
                    <a:pt x="55" y="33"/>
                  </a:cubicBezTo>
                  <a:lnTo>
                    <a:pt x="55" y="5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6780798" y="4873582"/>
            <a:ext cx="859536" cy="859536"/>
            <a:chOff x="3184209" y="3531317"/>
            <a:chExt cx="684100" cy="684100"/>
          </a:xfrm>
        </p:grpSpPr>
        <p:sp>
          <p:nvSpPr>
            <p:cNvPr id="152" name="Oval 151"/>
            <p:cNvSpPr/>
            <p:nvPr/>
          </p:nvSpPr>
          <p:spPr>
            <a:xfrm>
              <a:off x="3184209" y="3531317"/>
              <a:ext cx="684100" cy="6841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 154"/>
            <p:cNvSpPr>
              <a:spLocks/>
            </p:cNvSpPr>
            <p:nvPr/>
          </p:nvSpPr>
          <p:spPr bwMode="auto">
            <a:xfrm>
              <a:off x="3368326" y="3747479"/>
              <a:ext cx="315866" cy="251777"/>
            </a:xfrm>
            <a:custGeom>
              <a:avLst/>
              <a:gdLst/>
              <a:ahLst/>
              <a:cxnLst>
                <a:cxn ang="0">
                  <a:pos x="57" y="12"/>
                </a:cxn>
                <a:cxn ang="0">
                  <a:pos x="57" y="14"/>
                </a:cxn>
                <a:cxn ang="0">
                  <a:pos x="20" y="51"/>
                </a:cxn>
                <a:cxn ang="0">
                  <a:pos x="0" y="45"/>
                </a:cxn>
                <a:cxn ang="0">
                  <a:pos x="3" y="45"/>
                </a:cxn>
                <a:cxn ang="0">
                  <a:pos x="19" y="40"/>
                </a:cxn>
                <a:cxn ang="0">
                  <a:pos x="7" y="31"/>
                </a:cxn>
                <a:cxn ang="0">
                  <a:pos x="10" y="31"/>
                </a:cxn>
                <a:cxn ang="0">
                  <a:pos x="13" y="31"/>
                </a:cxn>
                <a:cxn ang="0">
                  <a:pos x="3" y="18"/>
                </a:cxn>
                <a:cxn ang="0">
                  <a:pos x="3" y="18"/>
                </a:cxn>
                <a:cxn ang="0">
                  <a:pos x="9" y="19"/>
                </a:cxn>
                <a:cxn ang="0">
                  <a:pos x="3" y="9"/>
                </a:cxn>
                <a:cxn ang="0">
                  <a:pos x="5" y="2"/>
                </a:cxn>
                <a:cxn ang="0">
                  <a:pos x="31" y="16"/>
                </a:cxn>
                <a:cxn ang="0">
                  <a:pos x="31" y="13"/>
                </a:cxn>
                <a:cxn ang="0">
                  <a:pos x="44" y="0"/>
                </a:cxn>
                <a:cxn ang="0">
                  <a:pos x="54" y="4"/>
                </a:cxn>
                <a:cxn ang="0">
                  <a:pos x="62" y="1"/>
                </a:cxn>
                <a:cxn ang="0">
                  <a:pos x="56" y="8"/>
                </a:cxn>
                <a:cxn ang="0">
                  <a:pos x="64" y="6"/>
                </a:cxn>
                <a:cxn ang="0">
                  <a:pos x="57" y="12"/>
                </a:cxn>
              </a:cxnLst>
              <a:rect l="0" t="0" r="r" b="b"/>
              <a:pathLst>
                <a:path w="64" h="51">
                  <a:moveTo>
                    <a:pt x="57" y="12"/>
                  </a:moveTo>
                  <a:cubicBezTo>
                    <a:pt x="57" y="13"/>
                    <a:pt x="57" y="14"/>
                    <a:pt x="57" y="14"/>
                  </a:cubicBezTo>
                  <a:cubicBezTo>
                    <a:pt x="57" y="31"/>
                    <a:pt x="44" y="51"/>
                    <a:pt x="20" y="51"/>
                  </a:cubicBezTo>
                  <a:cubicBezTo>
                    <a:pt x="13" y="51"/>
                    <a:pt x="6" y="49"/>
                    <a:pt x="0" y="45"/>
                  </a:cubicBezTo>
                  <a:cubicBezTo>
                    <a:pt x="1" y="45"/>
                    <a:pt x="2" y="45"/>
                    <a:pt x="3" y="45"/>
                  </a:cubicBezTo>
                  <a:cubicBezTo>
                    <a:pt x="9" y="45"/>
                    <a:pt x="15" y="43"/>
                    <a:pt x="19" y="40"/>
                  </a:cubicBezTo>
                  <a:cubicBezTo>
                    <a:pt x="14" y="40"/>
                    <a:pt x="9" y="36"/>
                    <a:pt x="7" y="31"/>
                  </a:cubicBezTo>
                  <a:cubicBezTo>
                    <a:pt x="8" y="31"/>
                    <a:pt x="9" y="31"/>
                    <a:pt x="10" y="31"/>
                  </a:cubicBezTo>
                  <a:cubicBezTo>
                    <a:pt x="11" y="31"/>
                    <a:pt x="12" y="31"/>
                    <a:pt x="13" y="31"/>
                  </a:cubicBezTo>
                  <a:cubicBezTo>
                    <a:pt x="7" y="29"/>
                    <a:pt x="3" y="24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5" y="19"/>
                    <a:pt x="7" y="19"/>
                    <a:pt x="9" y="19"/>
                  </a:cubicBezTo>
                  <a:cubicBezTo>
                    <a:pt x="5" y="17"/>
                    <a:pt x="3" y="13"/>
                    <a:pt x="3" y="9"/>
                  </a:cubicBezTo>
                  <a:cubicBezTo>
                    <a:pt x="3" y="6"/>
                    <a:pt x="4" y="4"/>
                    <a:pt x="5" y="2"/>
                  </a:cubicBezTo>
                  <a:cubicBezTo>
                    <a:pt x="11" y="10"/>
                    <a:pt x="21" y="15"/>
                    <a:pt x="31" y="16"/>
                  </a:cubicBezTo>
                  <a:cubicBezTo>
                    <a:pt x="31" y="15"/>
                    <a:pt x="31" y="14"/>
                    <a:pt x="31" y="13"/>
                  </a:cubicBezTo>
                  <a:cubicBezTo>
                    <a:pt x="31" y="5"/>
                    <a:pt x="37" y="0"/>
                    <a:pt x="44" y="0"/>
                  </a:cubicBezTo>
                  <a:cubicBezTo>
                    <a:pt x="48" y="0"/>
                    <a:pt x="51" y="1"/>
                    <a:pt x="54" y="4"/>
                  </a:cubicBezTo>
                  <a:cubicBezTo>
                    <a:pt x="56" y="3"/>
                    <a:pt x="59" y="2"/>
                    <a:pt x="62" y="1"/>
                  </a:cubicBezTo>
                  <a:cubicBezTo>
                    <a:pt x="61" y="4"/>
                    <a:pt x="59" y="6"/>
                    <a:pt x="56" y="8"/>
                  </a:cubicBezTo>
                  <a:cubicBezTo>
                    <a:pt x="59" y="7"/>
                    <a:pt x="61" y="7"/>
                    <a:pt x="64" y="6"/>
                  </a:cubicBezTo>
                  <a:cubicBezTo>
                    <a:pt x="62" y="8"/>
                    <a:pt x="60" y="11"/>
                    <a:pt x="57" y="1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6779248" y="2497328"/>
            <a:ext cx="862636" cy="862636"/>
            <a:chOff x="2347489" y="871038"/>
            <a:chExt cx="862636" cy="862636"/>
          </a:xfrm>
        </p:grpSpPr>
        <p:sp>
          <p:nvSpPr>
            <p:cNvPr id="155" name="Oval 154"/>
            <p:cNvSpPr/>
            <p:nvPr/>
          </p:nvSpPr>
          <p:spPr>
            <a:xfrm>
              <a:off x="2347489" y="871038"/>
              <a:ext cx="862636" cy="862636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Freeform 78"/>
            <p:cNvSpPr>
              <a:spLocks/>
            </p:cNvSpPr>
            <p:nvPr/>
          </p:nvSpPr>
          <p:spPr bwMode="auto">
            <a:xfrm>
              <a:off x="2637837" y="1033400"/>
              <a:ext cx="281940" cy="537913"/>
            </a:xfrm>
            <a:custGeom>
              <a:avLst/>
              <a:gdLst/>
              <a:ahLst/>
              <a:cxnLst>
                <a:cxn ang="0">
                  <a:pos x="35" y="11"/>
                </a:cxn>
                <a:cxn ang="0">
                  <a:pos x="29" y="11"/>
                </a:cxn>
                <a:cxn ang="0">
                  <a:pos x="23" y="17"/>
                </a:cxn>
                <a:cxn ang="0">
                  <a:pos x="23" y="25"/>
                </a:cxn>
                <a:cxn ang="0">
                  <a:pos x="35" y="25"/>
                </a:cxn>
                <a:cxn ang="0">
                  <a:pos x="33" y="37"/>
                </a:cxn>
                <a:cxn ang="0">
                  <a:pos x="23" y="37"/>
                </a:cxn>
                <a:cxn ang="0">
                  <a:pos x="23" y="67"/>
                </a:cxn>
                <a:cxn ang="0">
                  <a:pos x="11" y="67"/>
                </a:cxn>
                <a:cxn ang="0">
                  <a:pos x="11" y="37"/>
                </a:cxn>
                <a:cxn ang="0">
                  <a:pos x="0" y="37"/>
                </a:cxn>
                <a:cxn ang="0">
                  <a:pos x="0" y="25"/>
                </a:cxn>
                <a:cxn ang="0">
                  <a:pos x="11" y="25"/>
                </a:cxn>
                <a:cxn ang="0">
                  <a:pos x="11" y="16"/>
                </a:cxn>
                <a:cxn ang="0">
                  <a:pos x="26" y="0"/>
                </a:cxn>
                <a:cxn ang="0">
                  <a:pos x="35" y="1"/>
                </a:cxn>
                <a:cxn ang="0">
                  <a:pos x="35" y="11"/>
                </a:cxn>
              </a:cxnLst>
              <a:rect l="0" t="0" r="r" b="b"/>
              <a:pathLst>
                <a:path w="35" h="67">
                  <a:moveTo>
                    <a:pt x="35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24" y="11"/>
                    <a:pt x="23" y="14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6"/>
                    <a:pt x="17" y="0"/>
                    <a:pt x="26" y="0"/>
                  </a:cubicBezTo>
                  <a:cubicBezTo>
                    <a:pt x="30" y="0"/>
                    <a:pt x="34" y="1"/>
                    <a:pt x="35" y="1"/>
                  </a:cubicBezTo>
                  <a:lnTo>
                    <a:pt x="35" y="1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990600" y="3686230"/>
            <a:ext cx="859536" cy="859536"/>
            <a:chOff x="2511352" y="4097188"/>
            <a:chExt cx="554366" cy="554366"/>
          </a:xfrm>
        </p:grpSpPr>
        <p:sp>
          <p:nvSpPr>
            <p:cNvPr id="158" name="Oval 157"/>
            <p:cNvSpPr/>
            <p:nvPr/>
          </p:nvSpPr>
          <p:spPr>
            <a:xfrm>
              <a:off x="2511352" y="4097188"/>
              <a:ext cx="554366" cy="554366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 20"/>
            <p:cNvSpPr>
              <a:spLocks/>
            </p:cNvSpPr>
            <p:nvPr/>
          </p:nvSpPr>
          <p:spPr bwMode="auto">
            <a:xfrm>
              <a:off x="2658025" y="4201638"/>
              <a:ext cx="261020" cy="345467"/>
            </a:xfrm>
            <a:custGeom>
              <a:avLst/>
              <a:gdLst/>
              <a:ahLst/>
              <a:cxnLst>
                <a:cxn ang="0">
                  <a:pos x="83" y="168"/>
                </a:cxn>
                <a:cxn ang="0">
                  <a:pos x="76" y="193"/>
                </a:cxn>
                <a:cxn ang="0">
                  <a:pos x="69" y="218"/>
                </a:cxn>
                <a:cxn ang="0">
                  <a:pos x="49" y="253"/>
                </a:cxn>
                <a:cxn ang="0">
                  <a:pos x="42" y="257"/>
                </a:cxn>
                <a:cxn ang="0">
                  <a:pos x="41" y="253"/>
                </a:cxn>
                <a:cxn ang="0">
                  <a:pos x="41" y="220"/>
                </a:cxn>
                <a:cxn ang="0">
                  <a:pos x="47" y="185"/>
                </a:cxn>
                <a:cxn ang="0">
                  <a:pos x="61" y="124"/>
                </a:cxn>
                <a:cxn ang="0">
                  <a:pos x="62" y="119"/>
                </a:cxn>
                <a:cxn ang="0">
                  <a:pos x="57" y="102"/>
                </a:cxn>
                <a:cxn ang="0">
                  <a:pos x="59" y="83"/>
                </a:cxn>
                <a:cxn ang="0">
                  <a:pos x="78" y="59"/>
                </a:cxn>
                <a:cxn ang="0">
                  <a:pos x="95" y="61"/>
                </a:cxn>
                <a:cxn ang="0">
                  <a:pos x="104" y="73"/>
                </a:cxn>
                <a:cxn ang="0">
                  <a:pos x="103" y="92"/>
                </a:cxn>
                <a:cxn ang="0">
                  <a:pos x="94" y="125"/>
                </a:cxn>
                <a:cxn ang="0">
                  <a:pos x="92" y="143"/>
                </a:cxn>
                <a:cxn ang="0">
                  <a:pos x="100" y="156"/>
                </a:cxn>
                <a:cxn ang="0">
                  <a:pos x="117" y="160"/>
                </a:cxn>
                <a:cxn ang="0">
                  <a:pos x="143" y="145"/>
                </a:cxn>
                <a:cxn ang="0">
                  <a:pos x="160" y="98"/>
                </a:cxn>
                <a:cxn ang="0">
                  <a:pos x="160" y="78"/>
                </a:cxn>
                <a:cxn ang="0">
                  <a:pos x="149" y="47"/>
                </a:cxn>
                <a:cxn ang="0">
                  <a:pos x="124" y="30"/>
                </a:cxn>
                <a:cxn ang="0">
                  <a:pos x="87" y="27"/>
                </a:cxn>
                <a:cxn ang="0">
                  <a:pos x="37" y="62"/>
                </a:cxn>
                <a:cxn ang="0">
                  <a:pos x="29" y="97"/>
                </a:cxn>
                <a:cxn ang="0">
                  <a:pos x="36" y="122"/>
                </a:cxn>
                <a:cxn ang="0">
                  <a:pos x="40" y="128"/>
                </a:cxn>
                <a:cxn ang="0">
                  <a:pos x="39" y="139"/>
                </a:cxn>
                <a:cxn ang="0">
                  <a:pos x="33" y="149"/>
                </a:cxn>
                <a:cxn ang="0">
                  <a:pos x="27" y="147"/>
                </a:cxn>
                <a:cxn ang="0">
                  <a:pos x="2" y="110"/>
                </a:cxn>
                <a:cxn ang="0">
                  <a:pos x="2" y="77"/>
                </a:cxn>
                <a:cxn ang="0">
                  <a:pos x="12" y="51"/>
                </a:cxn>
                <a:cxn ang="0">
                  <a:pos x="46" y="16"/>
                </a:cxn>
                <a:cxn ang="0">
                  <a:pos x="86" y="2"/>
                </a:cxn>
                <a:cxn ang="0">
                  <a:pos x="102" y="1"/>
                </a:cxn>
                <a:cxn ang="0">
                  <a:pos x="145" y="9"/>
                </a:cxn>
                <a:cxn ang="0">
                  <a:pos x="175" y="31"/>
                </a:cxn>
                <a:cxn ang="0">
                  <a:pos x="193" y="64"/>
                </a:cxn>
                <a:cxn ang="0">
                  <a:pos x="197" y="87"/>
                </a:cxn>
                <a:cxn ang="0">
                  <a:pos x="194" y="110"/>
                </a:cxn>
                <a:cxn ang="0">
                  <a:pos x="155" y="175"/>
                </a:cxn>
                <a:cxn ang="0">
                  <a:pos x="138" y="183"/>
                </a:cxn>
                <a:cxn ang="0">
                  <a:pos x="116" y="186"/>
                </a:cxn>
                <a:cxn ang="0">
                  <a:pos x="96" y="180"/>
                </a:cxn>
                <a:cxn ang="0">
                  <a:pos x="83" y="168"/>
                </a:cxn>
              </a:cxnLst>
              <a:rect l="0" t="0" r="r" b="b"/>
              <a:pathLst>
                <a:path w="197" h="260">
                  <a:moveTo>
                    <a:pt x="83" y="168"/>
                  </a:moveTo>
                  <a:cubicBezTo>
                    <a:pt x="80" y="176"/>
                    <a:pt x="78" y="185"/>
                    <a:pt x="76" y="193"/>
                  </a:cubicBezTo>
                  <a:cubicBezTo>
                    <a:pt x="74" y="202"/>
                    <a:pt x="72" y="210"/>
                    <a:pt x="69" y="218"/>
                  </a:cubicBezTo>
                  <a:cubicBezTo>
                    <a:pt x="64" y="231"/>
                    <a:pt x="57" y="243"/>
                    <a:pt x="49" y="253"/>
                  </a:cubicBezTo>
                  <a:cubicBezTo>
                    <a:pt x="43" y="260"/>
                    <a:pt x="44" y="257"/>
                    <a:pt x="42" y="257"/>
                  </a:cubicBezTo>
                  <a:cubicBezTo>
                    <a:pt x="41" y="256"/>
                    <a:pt x="41" y="255"/>
                    <a:pt x="41" y="253"/>
                  </a:cubicBezTo>
                  <a:cubicBezTo>
                    <a:pt x="39" y="243"/>
                    <a:pt x="40" y="231"/>
                    <a:pt x="41" y="220"/>
                  </a:cubicBezTo>
                  <a:cubicBezTo>
                    <a:pt x="41" y="207"/>
                    <a:pt x="44" y="196"/>
                    <a:pt x="47" y="185"/>
                  </a:cubicBezTo>
                  <a:cubicBezTo>
                    <a:pt x="51" y="165"/>
                    <a:pt x="56" y="144"/>
                    <a:pt x="61" y="124"/>
                  </a:cubicBezTo>
                  <a:cubicBezTo>
                    <a:pt x="61" y="122"/>
                    <a:pt x="62" y="120"/>
                    <a:pt x="62" y="119"/>
                  </a:cubicBezTo>
                  <a:cubicBezTo>
                    <a:pt x="60" y="113"/>
                    <a:pt x="58" y="108"/>
                    <a:pt x="57" y="102"/>
                  </a:cubicBezTo>
                  <a:cubicBezTo>
                    <a:pt x="57" y="95"/>
                    <a:pt x="57" y="89"/>
                    <a:pt x="59" y="83"/>
                  </a:cubicBezTo>
                  <a:cubicBezTo>
                    <a:pt x="62" y="72"/>
                    <a:pt x="68" y="63"/>
                    <a:pt x="78" y="59"/>
                  </a:cubicBezTo>
                  <a:cubicBezTo>
                    <a:pt x="84" y="57"/>
                    <a:pt x="91" y="58"/>
                    <a:pt x="95" y="61"/>
                  </a:cubicBezTo>
                  <a:cubicBezTo>
                    <a:pt x="99" y="63"/>
                    <a:pt x="102" y="67"/>
                    <a:pt x="104" y="73"/>
                  </a:cubicBezTo>
                  <a:cubicBezTo>
                    <a:pt x="105" y="79"/>
                    <a:pt x="104" y="87"/>
                    <a:pt x="103" y="92"/>
                  </a:cubicBezTo>
                  <a:cubicBezTo>
                    <a:pt x="100" y="104"/>
                    <a:pt x="97" y="113"/>
                    <a:pt x="94" y="125"/>
                  </a:cubicBezTo>
                  <a:cubicBezTo>
                    <a:pt x="92" y="131"/>
                    <a:pt x="90" y="137"/>
                    <a:pt x="92" y="143"/>
                  </a:cubicBezTo>
                  <a:cubicBezTo>
                    <a:pt x="93" y="149"/>
                    <a:pt x="96" y="153"/>
                    <a:pt x="100" y="156"/>
                  </a:cubicBezTo>
                  <a:cubicBezTo>
                    <a:pt x="105" y="159"/>
                    <a:pt x="110" y="161"/>
                    <a:pt x="117" y="160"/>
                  </a:cubicBezTo>
                  <a:cubicBezTo>
                    <a:pt x="129" y="160"/>
                    <a:pt x="137" y="152"/>
                    <a:pt x="143" y="145"/>
                  </a:cubicBezTo>
                  <a:cubicBezTo>
                    <a:pt x="152" y="133"/>
                    <a:pt x="158" y="117"/>
                    <a:pt x="160" y="98"/>
                  </a:cubicBezTo>
                  <a:cubicBezTo>
                    <a:pt x="160" y="92"/>
                    <a:pt x="161" y="85"/>
                    <a:pt x="160" y="78"/>
                  </a:cubicBezTo>
                  <a:cubicBezTo>
                    <a:pt x="160" y="65"/>
                    <a:pt x="156" y="55"/>
                    <a:pt x="149" y="47"/>
                  </a:cubicBezTo>
                  <a:cubicBezTo>
                    <a:pt x="143" y="39"/>
                    <a:pt x="135" y="33"/>
                    <a:pt x="124" y="30"/>
                  </a:cubicBezTo>
                  <a:cubicBezTo>
                    <a:pt x="114" y="26"/>
                    <a:pt x="99" y="25"/>
                    <a:pt x="87" y="27"/>
                  </a:cubicBezTo>
                  <a:cubicBezTo>
                    <a:pt x="63" y="31"/>
                    <a:pt x="47" y="44"/>
                    <a:pt x="37" y="62"/>
                  </a:cubicBezTo>
                  <a:cubicBezTo>
                    <a:pt x="32" y="72"/>
                    <a:pt x="29" y="83"/>
                    <a:pt x="29" y="97"/>
                  </a:cubicBezTo>
                  <a:cubicBezTo>
                    <a:pt x="29" y="107"/>
                    <a:pt x="32" y="115"/>
                    <a:pt x="36" y="122"/>
                  </a:cubicBezTo>
                  <a:cubicBezTo>
                    <a:pt x="37" y="124"/>
                    <a:pt x="39" y="125"/>
                    <a:pt x="40" y="128"/>
                  </a:cubicBezTo>
                  <a:cubicBezTo>
                    <a:pt x="42" y="131"/>
                    <a:pt x="40" y="136"/>
                    <a:pt x="39" y="139"/>
                  </a:cubicBezTo>
                  <a:cubicBezTo>
                    <a:pt x="38" y="143"/>
                    <a:pt x="38" y="149"/>
                    <a:pt x="33" y="149"/>
                  </a:cubicBezTo>
                  <a:cubicBezTo>
                    <a:pt x="31" y="149"/>
                    <a:pt x="28" y="148"/>
                    <a:pt x="27" y="147"/>
                  </a:cubicBezTo>
                  <a:cubicBezTo>
                    <a:pt x="14" y="140"/>
                    <a:pt x="6" y="127"/>
                    <a:pt x="2" y="110"/>
                  </a:cubicBezTo>
                  <a:cubicBezTo>
                    <a:pt x="0" y="99"/>
                    <a:pt x="0" y="87"/>
                    <a:pt x="2" y="77"/>
                  </a:cubicBezTo>
                  <a:cubicBezTo>
                    <a:pt x="4" y="68"/>
                    <a:pt x="8" y="59"/>
                    <a:pt x="12" y="51"/>
                  </a:cubicBezTo>
                  <a:cubicBezTo>
                    <a:pt x="20" y="36"/>
                    <a:pt x="32" y="24"/>
                    <a:pt x="46" y="16"/>
                  </a:cubicBezTo>
                  <a:cubicBezTo>
                    <a:pt x="58" y="9"/>
                    <a:pt x="70" y="5"/>
                    <a:pt x="86" y="2"/>
                  </a:cubicBezTo>
                  <a:cubicBezTo>
                    <a:pt x="91" y="2"/>
                    <a:pt x="96" y="1"/>
                    <a:pt x="102" y="1"/>
                  </a:cubicBezTo>
                  <a:cubicBezTo>
                    <a:pt x="118" y="0"/>
                    <a:pt x="133" y="4"/>
                    <a:pt x="145" y="9"/>
                  </a:cubicBezTo>
                  <a:cubicBezTo>
                    <a:pt x="157" y="15"/>
                    <a:pt x="166" y="22"/>
                    <a:pt x="175" y="31"/>
                  </a:cubicBezTo>
                  <a:cubicBezTo>
                    <a:pt x="183" y="40"/>
                    <a:pt x="189" y="50"/>
                    <a:pt x="193" y="64"/>
                  </a:cubicBezTo>
                  <a:cubicBezTo>
                    <a:pt x="195" y="71"/>
                    <a:pt x="197" y="78"/>
                    <a:pt x="197" y="87"/>
                  </a:cubicBezTo>
                  <a:cubicBezTo>
                    <a:pt x="197" y="95"/>
                    <a:pt x="195" y="103"/>
                    <a:pt x="194" y="110"/>
                  </a:cubicBezTo>
                  <a:cubicBezTo>
                    <a:pt x="189" y="139"/>
                    <a:pt x="176" y="162"/>
                    <a:pt x="155" y="175"/>
                  </a:cubicBezTo>
                  <a:cubicBezTo>
                    <a:pt x="151" y="178"/>
                    <a:pt x="145" y="181"/>
                    <a:pt x="138" y="183"/>
                  </a:cubicBezTo>
                  <a:cubicBezTo>
                    <a:pt x="131" y="185"/>
                    <a:pt x="124" y="186"/>
                    <a:pt x="116" y="186"/>
                  </a:cubicBezTo>
                  <a:cubicBezTo>
                    <a:pt x="108" y="185"/>
                    <a:pt x="101" y="183"/>
                    <a:pt x="96" y="180"/>
                  </a:cubicBezTo>
                  <a:cubicBezTo>
                    <a:pt x="90" y="177"/>
                    <a:pt x="86" y="173"/>
                    <a:pt x="83" y="168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1505613" y="4873582"/>
            <a:ext cx="859536" cy="859536"/>
            <a:chOff x="1557799" y="3793408"/>
            <a:chExt cx="859536" cy="859536"/>
          </a:xfrm>
        </p:grpSpPr>
        <p:sp>
          <p:nvSpPr>
            <p:cNvPr id="161" name="Oval 160"/>
            <p:cNvSpPr/>
            <p:nvPr/>
          </p:nvSpPr>
          <p:spPr>
            <a:xfrm>
              <a:off x="1557799" y="3793408"/>
              <a:ext cx="859536" cy="859536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Freeform 177"/>
            <p:cNvSpPr>
              <a:spLocks noEditPoints="1"/>
            </p:cNvSpPr>
            <p:nvPr/>
          </p:nvSpPr>
          <p:spPr bwMode="auto">
            <a:xfrm>
              <a:off x="1807200" y="4042809"/>
              <a:ext cx="360734" cy="360734"/>
            </a:xfrm>
            <a:custGeom>
              <a:avLst/>
              <a:gdLst/>
              <a:ahLst/>
              <a:cxnLst>
                <a:cxn ang="0">
                  <a:pos x="10" y="55"/>
                </a:cxn>
                <a:cxn ang="0">
                  <a:pos x="10" y="0"/>
                </a:cxn>
                <a:cxn ang="0">
                  <a:pos x="55" y="45"/>
                </a:cxn>
                <a:cxn ang="0">
                  <a:pos x="27" y="24"/>
                </a:cxn>
                <a:cxn ang="0">
                  <a:pos x="8" y="37"/>
                </a:cxn>
                <a:cxn ang="0">
                  <a:pos x="27" y="51"/>
                </a:cxn>
                <a:cxn ang="0">
                  <a:pos x="47" y="37"/>
                </a:cxn>
                <a:cxn ang="0">
                  <a:pos x="16" y="31"/>
                </a:cxn>
                <a:cxn ang="0">
                  <a:pos x="13" y="31"/>
                </a:cxn>
                <a:cxn ang="0">
                  <a:pos x="19" y="28"/>
                </a:cxn>
                <a:cxn ang="0">
                  <a:pos x="20" y="4"/>
                </a:cxn>
                <a:cxn ang="0">
                  <a:pos x="14" y="4"/>
                </a:cxn>
                <a:cxn ang="0">
                  <a:pos x="17" y="21"/>
                </a:cxn>
                <a:cxn ang="0">
                  <a:pos x="23" y="4"/>
                </a:cxn>
                <a:cxn ang="0">
                  <a:pos x="24" y="44"/>
                </a:cxn>
                <a:cxn ang="0">
                  <a:pos x="19" y="43"/>
                </a:cxn>
                <a:cxn ang="0">
                  <a:pos x="21" y="42"/>
                </a:cxn>
                <a:cxn ang="0">
                  <a:pos x="24" y="43"/>
                </a:cxn>
                <a:cxn ang="0">
                  <a:pos x="26" y="46"/>
                </a:cxn>
                <a:cxn ang="0">
                  <a:pos x="27" y="8"/>
                </a:cxn>
                <a:cxn ang="0">
                  <a:pos x="23" y="17"/>
                </a:cxn>
                <a:cxn ang="0">
                  <a:pos x="29" y="20"/>
                </a:cxn>
                <a:cxn ang="0">
                  <a:pos x="28" y="17"/>
                </a:cxn>
                <a:cxn ang="0">
                  <a:pos x="26" y="12"/>
                </a:cxn>
                <a:cxn ang="0">
                  <a:pos x="28" y="17"/>
                </a:cxn>
                <a:cxn ang="0">
                  <a:pos x="33" y="46"/>
                </a:cxn>
                <a:cxn ang="0">
                  <a:pos x="28" y="46"/>
                </a:cxn>
                <a:cxn ang="0">
                  <a:pos x="30" y="34"/>
                </a:cxn>
                <a:cxn ang="0">
                  <a:pos x="35" y="37"/>
                </a:cxn>
                <a:cxn ang="0">
                  <a:pos x="32" y="35"/>
                </a:cxn>
                <a:cxn ang="0">
                  <a:pos x="32" y="44"/>
                </a:cxn>
                <a:cxn ang="0">
                  <a:pos x="39" y="21"/>
                </a:cxn>
                <a:cxn ang="0">
                  <a:pos x="37" y="18"/>
                </a:cxn>
                <a:cxn ang="0">
                  <a:pos x="35" y="18"/>
                </a:cxn>
                <a:cxn ang="0">
                  <a:pos x="32" y="19"/>
                </a:cxn>
                <a:cxn ang="0">
                  <a:pos x="37" y="20"/>
                </a:cxn>
                <a:cxn ang="0">
                  <a:pos x="44" y="42"/>
                </a:cxn>
                <a:cxn ang="0">
                  <a:pos x="40" y="46"/>
                </a:cxn>
                <a:cxn ang="0">
                  <a:pos x="37" y="37"/>
                </a:cxn>
                <a:cxn ang="0">
                  <a:pos x="43" y="34"/>
                </a:cxn>
                <a:cxn ang="0">
                  <a:pos x="39" y="40"/>
                </a:cxn>
                <a:cxn ang="0">
                  <a:pos x="41" y="43"/>
                </a:cxn>
                <a:cxn ang="0">
                  <a:pos x="44" y="42"/>
                </a:cxn>
                <a:cxn ang="0">
                  <a:pos x="40" y="35"/>
                </a:cxn>
                <a:cxn ang="0">
                  <a:pos x="41" y="38"/>
                </a:cxn>
              </a:cxnLst>
              <a:rect l="0" t="0" r="r" b="b"/>
              <a:pathLst>
                <a:path w="55" h="55">
                  <a:moveTo>
                    <a:pt x="55" y="45"/>
                  </a:moveTo>
                  <a:cubicBezTo>
                    <a:pt x="55" y="50"/>
                    <a:pt x="50" y="55"/>
                    <a:pt x="44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4" y="55"/>
                    <a:pt x="0" y="50"/>
                    <a:pt x="0" y="4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0" y="0"/>
                    <a:pt x="55" y="5"/>
                    <a:pt x="55" y="10"/>
                  </a:cubicBezTo>
                  <a:lnTo>
                    <a:pt x="55" y="45"/>
                  </a:lnTo>
                  <a:close/>
                  <a:moveTo>
                    <a:pt x="46" y="28"/>
                  </a:moveTo>
                  <a:cubicBezTo>
                    <a:pt x="46" y="26"/>
                    <a:pt x="44" y="24"/>
                    <a:pt x="42" y="24"/>
                  </a:cubicBezTo>
                  <a:cubicBezTo>
                    <a:pt x="37" y="24"/>
                    <a:pt x="32" y="24"/>
                    <a:pt x="27" y="24"/>
                  </a:cubicBezTo>
                  <a:cubicBezTo>
                    <a:pt x="22" y="24"/>
                    <a:pt x="17" y="24"/>
                    <a:pt x="13" y="24"/>
                  </a:cubicBezTo>
                  <a:cubicBezTo>
                    <a:pt x="10" y="24"/>
                    <a:pt x="9" y="26"/>
                    <a:pt x="8" y="28"/>
                  </a:cubicBezTo>
                  <a:cubicBezTo>
                    <a:pt x="8" y="31"/>
                    <a:pt x="8" y="34"/>
                    <a:pt x="8" y="37"/>
                  </a:cubicBezTo>
                  <a:cubicBezTo>
                    <a:pt x="8" y="40"/>
                    <a:pt x="8" y="44"/>
                    <a:pt x="8" y="47"/>
                  </a:cubicBezTo>
                  <a:cubicBezTo>
                    <a:pt x="9" y="49"/>
                    <a:pt x="10" y="50"/>
                    <a:pt x="12" y="50"/>
                  </a:cubicBezTo>
                  <a:cubicBezTo>
                    <a:pt x="17" y="51"/>
                    <a:pt x="22" y="51"/>
                    <a:pt x="27" y="51"/>
                  </a:cubicBezTo>
                  <a:cubicBezTo>
                    <a:pt x="32" y="51"/>
                    <a:pt x="37" y="51"/>
                    <a:pt x="42" y="50"/>
                  </a:cubicBezTo>
                  <a:cubicBezTo>
                    <a:pt x="44" y="50"/>
                    <a:pt x="46" y="49"/>
                    <a:pt x="46" y="47"/>
                  </a:cubicBezTo>
                  <a:cubicBezTo>
                    <a:pt x="47" y="44"/>
                    <a:pt x="47" y="40"/>
                    <a:pt x="47" y="37"/>
                  </a:cubicBezTo>
                  <a:cubicBezTo>
                    <a:pt x="47" y="34"/>
                    <a:pt x="47" y="31"/>
                    <a:pt x="46" y="28"/>
                  </a:cubicBezTo>
                  <a:close/>
                  <a:moveTo>
                    <a:pt x="19" y="31"/>
                  </a:moveTo>
                  <a:cubicBezTo>
                    <a:pt x="16" y="31"/>
                    <a:pt x="16" y="31"/>
                    <a:pt x="16" y="31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9" y="28"/>
                    <a:pt x="19" y="28"/>
                    <a:pt x="19" y="28"/>
                  </a:cubicBezTo>
                  <a:lnTo>
                    <a:pt x="19" y="31"/>
                  </a:lnTo>
                  <a:close/>
                  <a:moveTo>
                    <a:pt x="23" y="4"/>
                  </a:moveTo>
                  <a:cubicBezTo>
                    <a:pt x="20" y="4"/>
                    <a:pt x="20" y="4"/>
                    <a:pt x="20" y="4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5" y="7"/>
                    <a:pt x="16" y="8"/>
                  </a:cubicBezTo>
                  <a:cubicBezTo>
                    <a:pt x="16" y="11"/>
                    <a:pt x="17" y="13"/>
                    <a:pt x="17" y="14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14"/>
                    <a:pt x="20" y="14"/>
                    <a:pt x="20" y="14"/>
                  </a:cubicBezTo>
                  <a:lnTo>
                    <a:pt x="23" y="4"/>
                  </a:lnTo>
                  <a:close/>
                  <a:moveTo>
                    <a:pt x="26" y="46"/>
                  </a:moveTo>
                  <a:cubicBezTo>
                    <a:pt x="24" y="46"/>
                    <a:pt x="24" y="46"/>
                    <a:pt x="24" y="46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5"/>
                    <a:pt x="22" y="46"/>
                    <a:pt x="21" y="46"/>
                  </a:cubicBezTo>
                  <a:cubicBezTo>
                    <a:pt x="20" y="46"/>
                    <a:pt x="20" y="46"/>
                    <a:pt x="19" y="45"/>
                  </a:cubicBezTo>
                  <a:cubicBezTo>
                    <a:pt x="19" y="45"/>
                    <a:pt x="19" y="44"/>
                    <a:pt x="19" y="4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3"/>
                    <a:pt x="21" y="43"/>
                    <a:pt x="22" y="43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4"/>
                    <a:pt x="23" y="43"/>
                    <a:pt x="24" y="4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6" y="33"/>
                    <a:pt x="26" y="33"/>
                    <a:pt x="26" y="33"/>
                  </a:cubicBezTo>
                  <a:lnTo>
                    <a:pt x="26" y="46"/>
                  </a:lnTo>
                  <a:close/>
                  <a:moveTo>
                    <a:pt x="30" y="12"/>
                  </a:moveTo>
                  <a:cubicBezTo>
                    <a:pt x="30" y="11"/>
                    <a:pt x="30" y="10"/>
                    <a:pt x="29" y="9"/>
                  </a:cubicBezTo>
                  <a:cubicBezTo>
                    <a:pt x="29" y="8"/>
                    <a:pt x="28" y="8"/>
                    <a:pt x="27" y="8"/>
                  </a:cubicBezTo>
                  <a:cubicBezTo>
                    <a:pt x="25" y="8"/>
                    <a:pt x="25" y="8"/>
                    <a:pt x="24" y="9"/>
                  </a:cubicBezTo>
                  <a:cubicBezTo>
                    <a:pt x="23" y="10"/>
                    <a:pt x="23" y="11"/>
                    <a:pt x="23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9"/>
                    <a:pt x="24" y="20"/>
                  </a:cubicBezTo>
                  <a:cubicBezTo>
                    <a:pt x="25" y="21"/>
                    <a:pt x="25" y="21"/>
                    <a:pt x="27" y="21"/>
                  </a:cubicBezTo>
                  <a:cubicBezTo>
                    <a:pt x="28" y="21"/>
                    <a:pt x="29" y="21"/>
                    <a:pt x="29" y="20"/>
                  </a:cubicBezTo>
                  <a:cubicBezTo>
                    <a:pt x="30" y="19"/>
                    <a:pt x="30" y="18"/>
                    <a:pt x="30" y="17"/>
                  </a:cubicBezTo>
                  <a:lnTo>
                    <a:pt x="30" y="12"/>
                  </a:lnTo>
                  <a:close/>
                  <a:moveTo>
                    <a:pt x="28" y="17"/>
                  </a:moveTo>
                  <a:cubicBezTo>
                    <a:pt x="28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7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1"/>
                    <a:pt x="26" y="10"/>
                    <a:pt x="27" y="10"/>
                  </a:cubicBezTo>
                  <a:cubicBezTo>
                    <a:pt x="27" y="10"/>
                    <a:pt x="28" y="11"/>
                    <a:pt x="28" y="12"/>
                  </a:cubicBezTo>
                  <a:lnTo>
                    <a:pt x="28" y="17"/>
                  </a:lnTo>
                  <a:close/>
                  <a:moveTo>
                    <a:pt x="35" y="42"/>
                  </a:moveTo>
                  <a:cubicBezTo>
                    <a:pt x="35" y="43"/>
                    <a:pt x="35" y="44"/>
                    <a:pt x="35" y="45"/>
                  </a:cubicBezTo>
                  <a:cubicBezTo>
                    <a:pt x="34" y="46"/>
                    <a:pt x="34" y="46"/>
                    <a:pt x="33" y="46"/>
                  </a:cubicBezTo>
                  <a:cubicBezTo>
                    <a:pt x="32" y="46"/>
                    <a:pt x="31" y="46"/>
                    <a:pt x="30" y="45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1" y="33"/>
                    <a:pt x="32" y="33"/>
                    <a:pt x="33" y="33"/>
                  </a:cubicBezTo>
                  <a:cubicBezTo>
                    <a:pt x="34" y="33"/>
                    <a:pt x="34" y="33"/>
                    <a:pt x="35" y="34"/>
                  </a:cubicBezTo>
                  <a:cubicBezTo>
                    <a:pt x="35" y="35"/>
                    <a:pt x="35" y="35"/>
                    <a:pt x="35" y="37"/>
                  </a:cubicBezTo>
                  <a:lnTo>
                    <a:pt x="35" y="42"/>
                  </a:lnTo>
                  <a:close/>
                  <a:moveTo>
                    <a:pt x="33" y="36"/>
                  </a:moveTo>
                  <a:cubicBezTo>
                    <a:pt x="33" y="35"/>
                    <a:pt x="32" y="35"/>
                    <a:pt x="32" y="35"/>
                  </a:cubicBezTo>
                  <a:cubicBezTo>
                    <a:pt x="31" y="35"/>
                    <a:pt x="31" y="35"/>
                    <a:pt x="30" y="3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4"/>
                    <a:pt x="31" y="44"/>
                    <a:pt x="32" y="44"/>
                  </a:cubicBezTo>
                  <a:cubicBezTo>
                    <a:pt x="32" y="44"/>
                    <a:pt x="33" y="43"/>
                    <a:pt x="33" y="42"/>
                  </a:cubicBezTo>
                  <a:lnTo>
                    <a:pt x="33" y="36"/>
                  </a:lnTo>
                  <a:close/>
                  <a:moveTo>
                    <a:pt x="39" y="21"/>
                  </a:moveTo>
                  <a:cubicBezTo>
                    <a:pt x="39" y="8"/>
                    <a:pt x="39" y="8"/>
                    <a:pt x="39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6" y="19"/>
                    <a:pt x="36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9"/>
                    <a:pt x="32" y="20"/>
                    <a:pt x="32" y="20"/>
                  </a:cubicBezTo>
                  <a:cubicBezTo>
                    <a:pt x="33" y="21"/>
                    <a:pt x="33" y="21"/>
                    <a:pt x="34" y="21"/>
                  </a:cubicBezTo>
                  <a:cubicBezTo>
                    <a:pt x="35" y="21"/>
                    <a:pt x="36" y="21"/>
                    <a:pt x="37" y="20"/>
                  </a:cubicBezTo>
                  <a:cubicBezTo>
                    <a:pt x="37" y="21"/>
                    <a:pt x="37" y="21"/>
                    <a:pt x="37" y="21"/>
                  </a:cubicBezTo>
                  <a:lnTo>
                    <a:pt x="39" y="21"/>
                  </a:lnTo>
                  <a:close/>
                  <a:moveTo>
                    <a:pt x="44" y="42"/>
                  </a:moveTo>
                  <a:cubicBezTo>
                    <a:pt x="44" y="42"/>
                    <a:pt x="44" y="43"/>
                    <a:pt x="44" y="43"/>
                  </a:cubicBezTo>
                  <a:cubicBezTo>
                    <a:pt x="44" y="44"/>
                    <a:pt x="44" y="44"/>
                    <a:pt x="43" y="45"/>
                  </a:cubicBezTo>
                  <a:cubicBezTo>
                    <a:pt x="43" y="46"/>
                    <a:pt x="42" y="46"/>
                    <a:pt x="40" y="46"/>
                  </a:cubicBezTo>
                  <a:cubicBezTo>
                    <a:pt x="39" y="46"/>
                    <a:pt x="38" y="46"/>
                    <a:pt x="38" y="45"/>
                  </a:cubicBezTo>
                  <a:cubicBezTo>
                    <a:pt x="37" y="44"/>
                    <a:pt x="37" y="43"/>
                    <a:pt x="37" y="42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6"/>
                    <a:pt x="37" y="35"/>
                    <a:pt x="37" y="34"/>
                  </a:cubicBezTo>
                  <a:cubicBezTo>
                    <a:pt x="38" y="33"/>
                    <a:pt x="39" y="33"/>
                    <a:pt x="40" y="33"/>
                  </a:cubicBezTo>
                  <a:cubicBezTo>
                    <a:pt x="42" y="33"/>
                    <a:pt x="42" y="33"/>
                    <a:pt x="43" y="34"/>
                  </a:cubicBezTo>
                  <a:cubicBezTo>
                    <a:pt x="44" y="35"/>
                    <a:pt x="44" y="36"/>
                    <a:pt x="44" y="37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3"/>
                    <a:pt x="40" y="44"/>
                    <a:pt x="40" y="44"/>
                  </a:cubicBezTo>
                  <a:cubicBezTo>
                    <a:pt x="41" y="44"/>
                    <a:pt x="41" y="44"/>
                    <a:pt x="41" y="43"/>
                  </a:cubicBezTo>
                  <a:cubicBezTo>
                    <a:pt x="41" y="43"/>
                    <a:pt x="41" y="42"/>
                    <a:pt x="41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2"/>
                  </a:lnTo>
                  <a:close/>
                  <a:moveTo>
                    <a:pt x="41" y="38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41" y="35"/>
                    <a:pt x="41" y="35"/>
                    <a:pt x="40" y="35"/>
                  </a:cubicBezTo>
                  <a:cubicBezTo>
                    <a:pt x="40" y="35"/>
                    <a:pt x="39" y="35"/>
                    <a:pt x="39" y="37"/>
                  </a:cubicBezTo>
                  <a:cubicBezTo>
                    <a:pt x="39" y="38"/>
                    <a:pt x="39" y="38"/>
                    <a:pt x="39" y="38"/>
                  </a:cubicBezTo>
                  <a:lnTo>
                    <a:pt x="41" y="38"/>
                  </a:ln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63" name="Elbow Connector 162"/>
          <p:cNvCxnSpPr/>
          <p:nvPr/>
        </p:nvCxnSpPr>
        <p:spPr>
          <a:xfrm rot="10800000">
            <a:off x="2365150" y="2928647"/>
            <a:ext cx="1216251" cy="17689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/>
          <p:cNvCxnSpPr/>
          <p:nvPr/>
        </p:nvCxnSpPr>
        <p:spPr>
          <a:xfrm rot="10800000">
            <a:off x="1850137" y="4115999"/>
            <a:ext cx="1393697" cy="595573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lbow Connector 164"/>
          <p:cNvCxnSpPr/>
          <p:nvPr/>
        </p:nvCxnSpPr>
        <p:spPr>
          <a:xfrm rot="10800000">
            <a:off x="2365149" y="5303351"/>
            <a:ext cx="1216252" cy="158173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/>
          <p:cNvCxnSpPr/>
          <p:nvPr/>
        </p:nvCxnSpPr>
        <p:spPr>
          <a:xfrm>
            <a:off x="5938004" y="3286169"/>
            <a:ext cx="1355860" cy="830604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/>
          <p:cNvCxnSpPr/>
          <p:nvPr/>
        </p:nvCxnSpPr>
        <p:spPr>
          <a:xfrm>
            <a:off x="5562600" y="5122983"/>
            <a:ext cx="1218198" cy="180367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 Placeholder 3"/>
          <p:cNvSpPr txBox="1">
            <a:spLocks/>
          </p:cNvSpPr>
          <p:nvPr/>
        </p:nvSpPr>
        <p:spPr>
          <a:xfrm>
            <a:off x="3282745" y="4453734"/>
            <a:ext cx="339837" cy="24622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30%</a:t>
            </a:r>
          </a:p>
        </p:txBody>
      </p:sp>
      <p:sp>
        <p:nvSpPr>
          <p:cNvPr id="169" name="Pie 168"/>
          <p:cNvSpPr/>
          <p:nvPr/>
        </p:nvSpPr>
        <p:spPr>
          <a:xfrm rot="3600000">
            <a:off x="2994676" y="2406142"/>
            <a:ext cx="3154650" cy="3154648"/>
          </a:xfrm>
          <a:prstGeom prst="pie">
            <a:avLst>
              <a:gd name="adj1" fmla="val 12587481"/>
              <a:gd name="adj2" fmla="val 184244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0" name="Pie 169"/>
          <p:cNvSpPr/>
          <p:nvPr/>
        </p:nvSpPr>
        <p:spPr>
          <a:xfrm rot="6734800">
            <a:off x="3553590" y="3056421"/>
            <a:ext cx="2036819" cy="2036819"/>
          </a:xfrm>
          <a:prstGeom prst="pie">
            <a:avLst>
              <a:gd name="adj1" fmla="val 17021914"/>
              <a:gd name="adj2" fmla="val 169699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1" name="Pie 170"/>
          <p:cNvSpPr/>
          <p:nvPr/>
        </p:nvSpPr>
        <p:spPr>
          <a:xfrm>
            <a:off x="3102409" y="2605239"/>
            <a:ext cx="2939182" cy="2939182"/>
          </a:xfrm>
          <a:prstGeom prst="pie">
            <a:avLst>
              <a:gd name="adj1" fmla="val 12236196"/>
              <a:gd name="adj2" fmla="val 1509386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2" name="Pie 171"/>
          <p:cNvSpPr/>
          <p:nvPr/>
        </p:nvSpPr>
        <p:spPr>
          <a:xfrm>
            <a:off x="3097698" y="2600528"/>
            <a:ext cx="2948606" cy="2948606"/>
          </a:xfrm>
          <a:prstGeom prst="pie">
            <a:avLst>
              <a:gd name="adj1" fmla="val 798411"/>
              <a:gd name="adj2" fmla="val 45796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3" name="Oval 6"/>
          <p:cNvSpPr/>
          <p:nvPr/>
        </p:nvSpPr>
        <p:spPr>
          <a:xfrm>
            <a:off x="4355169" y="3857999"/>
            <a:ext cx="433662" cy="4336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 Placeholder 3"/>
          <p:cNvSpPr txBox="1">
            <a:spLocks/>
          </p:cNvSpPr>
          <p:nvPr/>
        </p:nvSpPr>
        <p:spPr>
          <a:xfrm>
            <a:off x="4720735" y="3546942"/>
            <a:ext cx="339837" cy="24622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90%</a:t>
            </a:r>
          </a:p>
        </p:txBody>
      </p:sp>
      <p:sp>
        <p:nvSpPr>
          <p:cNvPr id="175" name="Text Placeholder 3"/>
          <p:cNvSpPr txBox="1">
            <a:spLocks/>
          </p:cNvSpPr>
          <p:nvPr/>
        </p:nvSpPr>
        <p:spPr>
          <a:xfrm>
            <a:off x="3733800" y="3226787"/>
            <a:ext cx="339837" cy="24622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10%</a:t>
            </a:r>
          </a:p>
        </p:txBody>
      </p:sp>
      <p:sp>
        <p:nvSpPr>
          <p:cNvPr id="176" name="Text Placeholder 3"/>
          <p:cNvSpPr txBox="1">
            <a:spLocks/>
          </p:cNvSpPr>
          <p:nvPr/>
        </p:nvSpPr>
        <p:spPr>
          <a:xfrm>
            <a:off x="4981773" y="4492646"/>
            <a:ext cx="339837" cy="24622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177" name="Text Placeholder 3"/>
          <p:cNvSpPr txBox="1">
            <a:spLocks/>
          </p:cNvSpPr>
          <p:nvPr/>
        </p:nvSpPr>
        <p:spPr>
          <a:xfrm>
            <a:off x="3882940" y="5184090"/>
            <a:ext cx="339837" cy="24622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178" name="Text Placeholder 3"/>
          <p:cNvSpPr txBox="1">
            <a:spLocks/>
          </p:cNvSpPr>
          <p:nvPr/>
        </p:nvSpPr>
        <p:spPr>
          <a:xfrm>
            <a:off x="4933133" y="2797768"/>
            <a:ext cx="339837" cy="24622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50%</a:t>
            </a:r>
          </a:p>
        </p:txBody>
      </p:sp>
      <p:cxnSp>
        <p:nvCxnSpPr>
          <p:cNvPr id="179" name="Shape 178"/>
          <p:cNvCxnSpPr/>
          <p:nvPr/>
        </p:nvCxnSpPr>
        <p:spPr>
          <a:xfrm rot="5400000" flipH="1" flipV="1">
            <a:off x="5491443" y="2999804"/>
            <a:ext cx="1358963" cy="1216648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500"/>
                            </p:stCondLst>
                            <p:childTnLst>
                              <p:par>
                                <p:cTn id="8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500"/>
                            </p:stCondLst>
                            <p:childTnLst>
                              <p:par>
                                <p:cTn id="10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000"/>
                            </p:stCondLst>
                            <p:childTnLst>
                              <p:par>
                                <p:cTn id="110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8500"/>
                            </p:stCondLst>
                            <p:childTnLst>
                              <p:par>
                                <p:cTn id="11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9000"/>
                            </p:stCondLst>
                            <p:childTnLst>
                              <p:par>
                                <p:cTn id="12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  <p:bldP spid="144" grpId="0" animBg="1"/>
      <p:bldP spid="168" grpId="0"/>
      <p:bldP spid="169" grpId="0" animBg="1"/>
      <p:bldP spid="170" grpId="0" animBg="1"/>
      <p:bldP spid="171" grpId="0" animBg="1"/>
      <p:bldP spid="172" grpId="0" animBg="1"/>
      <p:bldP spid="173" grpId="0" animBg="1"/>
      <p:bldP spid="174" grpId="0"/>
      <p:bldP spid="175" grpId="0"/>
      <p:bldP spid="176" grpId="0"/>
      <p:bldP spid="177" grpId="0"/>
      <p:bldP spid="17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Pyramids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Pyramids Chart Slide</a:t>
            </a:r>
            <a:endParaRPr lang="en-US" dirty="0"/>
          </a:p>
        </p:txBody>
      </p:sp>
      <p:graphicFrame>
        <p:nvGraphicFramePr>
          <p:cNvPr id="12" name="Chart 11"/>
          <p:cNvGraphicFramePr/>
          <p:nvPr/>
        </p:nvGraphicFramePr>
        <p:xfrm>
          <a:off x="0" y="2133600"/>
          <a:ext cx="873543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3" name="Straight Connector 12"/>
          <p:cNvCxnSpPr/>
          <p:nvPr/>
        </p:nvCxnSpPr>
        <p:spPr>
          <a:xfrm>
            <a:off x="685800" y="5485184"/>
            <a:ext cx="7772400" cy="158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394298" y="5128470"/>
            <a:ext cx="716604" cy="7166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70</a:t>
            </a:r>
            <a:r>
              <a:rPr lang="ar-SY" sz="1400" b="1" dirty="0"/>
              <a:t>%</a:t>
            </a:r>
            <a:endParaRPr lang="en-US" sz="1400" b="1" dirty="0"/>
          </a:p>
        </p:txBody>
      </p:sp>
      <p:sp>
        <p:nvSpPr>
          <p:cNvPr id="15" name="Oval 14"/>
          <p:cNvSpPr/>
          <p:nvPr/>
        </p:nvSpPr>
        <p:spPr>
          <a:xfrm>
            <a:off x="2541838" y="5128470"/>
            <a:ext cx="716604" cy="7166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40</a:t>
            </a:r>
            <a:r>
              <a:rPr lang="ar-SY" sz="1400" b="1" dirty="0"/>
              <a:t>%</a:t>
            </a:r>
            <a:endParaRPr lang="en-US" sz="1400" b="1" dirty="0"/>
          </a:p>
        </p:txBody>
      </p:sp>
      <p:sp>
        <p:nvSpPr>
          <p:cNvPr id="16" name="Oval 15"/>
          <p:cNvSpPr/>
          <p:nvPr/>
        </p:nvSpPr>
        <p:spPr>
          <a:xfrm>
            <a:off x="3689378" y="5128470"/>
            <a:ext cx="716604" cy="71660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60</a:t>
            </a:r>
            <a:r>
              <a:rPr lang="ar-SY" sz="1400" b="1" dirty="0"/>
              <a:t>%</a:t>
            </a:r>
            <a:endParaRPr lang="en-US" sz="1400" b="1" dirty="0"/>
          </a:p>
        </p:txBody>
      </p:sp>
      <p:sp>
        <p:nvSpPr>
          <p:cNvPr id="17" name="Oval 16"/>
          <p:cNvSpPr/>
          <p:nvPr/>
        </p:nvSpPr>
        <p:spPr>
          <a:xfrm>
            <a:off x="4836918" y="5128470"/>
            <a:ext cx="716604" cy="7166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20</a:t>
            </a:r>
            <a:r>
              <a:rPr lang="ar-SY" sz="1400" b="1" dirty="0"/>
              <a:t>%</a:t>
            </a:r>
            <a:endParaRPr lang="en-US" sz="1400" b="1" dirty="0"/>
          </a:p>
        </p:txBody>
      </p:sp>
      <p:sp>
        <p:nvSpPr>
          <p:cNvPr id="18" name="Oval 17"/>
          <p:cNvSpPr/>
          <p:nvPr/>
        </p:nvSpPr>
        <p:spPr>
          <a:xfrm>
            <a:off x="5984458" y="5128470"/>
            <a:ext cx="716604" cy="7166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15</a:t>
            </a:r>
            <a:r>
              <a:rPr lang="ar-SY" sz="1400" b="1" dirty="0"/>
              <a:t>%</a:t>
            </a:r>
            <a:endParaRPr lang="en-US" sz="1400" b="1" dirty="0"/>
          </a:p>
        </p:txBody>
      </p:sp>
      <p:sp>
        <p:nvSpPr>
          <p:cNvPr id="19" name="Oval 18"/>
          <p:cNvSpPr/>
          <p:nvPr/>
        </p:nvSpPr>
        <p:spPr>
          <a:xfrm>
            <a:off x="7131996" y="5128470"/>
            <a:ext cx="716604" cy="7166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75</a:t>
            </a:r>
            <a:r>
              <a:rPr lang="ar-SY" sz="1400" b="1" dirty="0"/>
              <a:t>%</a:t>
            </a:r>
            <a:endParaRPr lang="en-US" sz="1400" b="1" dirty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category"/>
        </p:bldSub>
      </p:bldGraphic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34" name="Rounded Rectangle 33"/>
          <p:cNvSpPr/>
          <p:nvPr/>
        </p:nvSpPr>
        <p:spPr>
          <a:xfrm>
            <a:off x="475034" y="2241823"/>
            <a:ext cx="3487366" cy="3527332"/>
          </a:xfrm>
          <a:prstGeom prst="roundRect">
            <a:avLst>
              <a:gd name="adj" fmla="val 2335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5" name="Chart 34"/>
          <p:cNvGraphicFramePr/>
          <p:nvPr/>
        </p:nvGraphicFramePr>
        <p:xfrm>
          <a:off x="3886200" y="2209800"/>
          <a:ext cx="4800600" cy="3524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5012383" y="5656632"/>
            <a:ext cx="2895600" cy="256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Axis Title Goes Here</a:t>
            </a:r>
          </a:p>
        </p:txBody>
      </p:sp>
      <p:sp>
        <p:nvSpPr>
          <p:cNvPr id="37" name="Rectangle 36"/>
          <p:cNvSpPr/>
          <p:nvPr/>
        </p:nvSpPr>
        <p:spPr>
          <a:xfrm rot="16200000">
            <a:off x="2740963" y="3843833"/>
            <a:ext cx="2895600" cy="256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Axis Title Goes Here</a:t>
            </a:r>
          </a:p>
        </p:txBody>
      </p:sp>
      <p:sp>
        <p:nvSpPr>
          <p:cNvPr id="38" name="Down Arrow Callout 37"/>
          <p:cNvSpPr/>
          <p:nvPr/>
        </p:nvSpPr>
        <p:spPr>
          <a:xfrm>
            <a:off x="6309768" y="3124200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 Value</a:t>
            </a:r>
          </a:p>
        </p:txBody>
      </p:sp>
      <p:sp>
        <p:nvSpPr>
          <p:cNvPr id="39" name="Freeform 46"/>
          <p:cNvSpPr>
            <a:spLocks noEditPoints="1"/>
          </p:cNvSpPr>
          <p:nvPr/>
        </p:nvSpPr>
        <p:spPr bwMode="auto">
          <a:xfrm>
            <a:off x="643012" y="2500706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Text Placeholder 3"/>
          <p:cNvSpPr txBox="1">
            <a:spLocks/>
          </p:cNvSpPr>
          <p:nvPr/>
        </p:nvSpPr>
        <p:spPr>
          <a:xfrm>
            <a:off x="1010056" y="2404839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1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1" name="Freeform 46"/>
          <p:cNvSpPr>
            <a:spLocks noEditPoints="1"/>
          </p:cNvSpPr>
          <p:nvPr/>
        </p:nvSpPr>
        <p:spPr bwMode="auto">
          <a:xfrm>
            <a:off x="643012" y="303808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 Placeholder 3"/>
          <p:cNvSpPr txBox="1">
            <a:spLocks/>
          </p:cNvSpPr>
          <p:nvPr/>
        </p:nvSpPr>
        <p:spPr>
          <a:xfrm>
            <a:off x="1010056" y="294221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2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3" name="Freeform 46"/>
          <p:cNvSpPr>
            <a:spLocks noEditPoints="1"/>
          </p:cNvSpPr>
          <p:nvPr/>
        </p:nvSpPr>
        <p:spPr bwMode="auto">
          <a:xfrm>
            <a:off x="643012" y="357148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Text Placeholder 3"/>
          <p:cNvSpPr txBox="1">
            <a:spLocks/>
          </p:cNvSpPr>
          <p:nvPr/>
        </p:nvSpPr>
        <p:spPr>
          <a:xfrm>
            <a:off x="1010056" y="347561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3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5" name="Freeform 46"/>
          <p:cNvSpPr>
            <a:spLocks noEditPoints="1"/>
          </p:cNvSpPr>
          <p:nvPr/>
        </p:nvSpPr>
        <p:spPr bwMode="auto">
          <a:xfrm>
            <a:off x="643012" y="410488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Text Placeholder 3"/>
          <p:cNvSpPr txBox="1">
            <a:spLocks/>
          </p:cNvSpPr>
          <p:nvPr/>
        </p:nvSpPr>
        <p:spPr>
          <a:xfrm>
            <a:off x="1010056" y="400901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4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7" name="Freeform 46"/>
          <p:cNvSpPr>
            <a:spLocks noEditPoints="1"/>
          </p:cNvSpPr>
          <p:nvPr/>
        </p:nvSpPr>
        <p:spPr bwMode="auto">
          <a:xfrm>
            <a:off x="643012" y="463828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Text Placeholder 3"/>
          <p:cNvSpPr txBox="1">
            <a:spLocks/>
          </p:cNvSpPr>
          <p:nvPr/>
        </p:nvSpPr>
        <p:spPr>
          <a:xfrm>
            <a:off x="1010056" y="454241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5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  <p:sp>
        <p:nvSpPr>
          <p:cNvPr id="49" name="Freeform 46"/>
          <p:cNvSpPr>
            <a:spLocks noEditPoints="1"/>
          </p:cNvSpPr>
          <p:nvPr/>
        </p:nvSpPr>
        <p:spPr bwMode="auto">
          <a:xfrm>
            <a:off x="643012" y="5171685"/>
            <a:ext cx="285323" cy="285321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Text Placeholder 3"/>
          <p:cNvSpPr txBox="1">
            <a:spLocks/>
          </p:cNvSpPr>
          <p:nvPr/>
        </p:nvSpPr>
        <p:spPr>
          <a:xfrm>
            <a:off x="1010056" y="5075818"/>
            <a:ext cx="2747631" cy="47705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914400"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accent6"/>
                </a:solidFill>
              </a:rPr>
              <a:t>Title Goes Here</a:t>
            </a:r>
            <a:br>
              <a:rPr lang="en-US" sz="1000" b="1" dirty="0">
                <a:solidFill>
                  <a:schemeClr val="accent1"/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There are many variations of passages but the majority have  suffered alteration</a:t>
            </a:r>
          </a:p>
        </p:txBody>
      </p: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3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3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3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000"/>
                            </p:stCondLst>
                            <p:childTnLst>
                              <p:par>
                                <p:cTn id="8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0"/>
                            </p:stCondLst>
                            <p:childTnLst>
                              <p:par>
                                <p:cTn id="9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Graphic spid="35" grpId="0">
        <p:bldSub>
          <a:bldChart bld="category"/>
        </p:bldSub>
      </p:bldGraphic>
      <p:bldP spid="36" grpId="0"/>
      <p:bldP spid="37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Pyramids Chart Slide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Pyramids Chart Slide</a:t>
            </a:r>
            <a:endParaRPr lang="en-US" dirty="0"/>
          </a:p>
        </p:txBody>
      </p:sp>
      <p:grpSp>
        <p:nvGrpSpPr>
          <p:cNvPr id="97" name="Group 142"/>
          <p:cNvGrpSpPr/>
          <p:nvPr/>
        </p:nvGrpSpPr>
        <p:grpSpPr>
          <a:xfrm>
            <a:off x="609600" y="2412595"/>
            <a:ext cx="7924800" cy="2357806"/>
            <a:chOff x="609600" y="1126813"/>
            <a:chExt cx="7924800" cy="2357806"/>
          </a:xfrm>
        </p:grpSpPr>
        <p:grpSp>
          <p:nvGrpSpPr>
            <p:cNvPr id="98" name="Group 61"/>
            <p:cNvGrpSpPr/>
            <p:nvPr/>
          </p:nvGrpSpPr>
          <p:grpSpPr>
            <a:xfrm>
              <a:off x="552767" y="1126813"/>
              <a:ext cx="7425819" cy="2357806"/>
              <a:chOff x="856234" y="1246789"/>
              <a:chExt cx="7425819" cy="2189066"/>
            </a:xfrm>
          </p:grpSpPr>
          <p:cxnSp>
            <p:nvCxnSpPr>
              <p:cNvPr id="116" name="Straight Connector 115"/>
              <p:cNvCxnSpPr/>
              <p:nvPr/>
            </p:nvCxnSpPr>
            <p:spPr>
              <a:xfrm>
                <a:off x="856234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1531308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2206382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2881456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3556530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4231604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>
                <a:off x="4906678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>
                <a:off x="5581752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6256826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6931900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/>
              <p:nvPr/>
            </p:nvCxnSpPr>
            <p:spPr>
              <a:xfrm>
                <a:off x="7606974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>
                <a:off x="8282053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141"/>
            <p:cNvGrpSpPr/>
            <p:nvPr/>
          </p:nvGrpSpPr>
          <p:grpSpPr>
            <a:xfrm>
              <a:off x="609844" y="1126813"/>
              <a:ext cx="7924556" cy="2357806"/>
              <a:chOff x="609844" y="1126813"/>
              <a:chExt cx="7924556" cy="2357806"/>
            </a:xfrm>
          </p:grpSpPr>
          <p:cxnSp>
            <p:nvCxnSpPr>
              <p:cNvPr id="100" name="Straight Connector 99"/>
              <p:cNvCxnSpPr/>
              <p:nvPr/>
            </p:nvCxnSpPr>
            <p:spPr>
              <a:xfrm>
                <a:off x="609844" y="1912749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>
                <a:off x="609844" y="2305717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609844" y="2698685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609844" y="3091653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609844" y="1126813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609844" y="1519781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>
              <a:xfrm>
                <a:off x="609844" y="3484619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Freeform 6"/>
          <p:cNvSpPr>
            <a:spLocks/>
          </p:cNvSpPr>
          <p:nvPr/>
        </p:nvSpPr>
        <p:spPr bwMode="auto">
          <a:xfrm>
            <a:off x="1076726" y="2691588"/>
            <a:ext cx="1492517" cy="209582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Freeform 6"/>
          <p:cNvSpPr>
            <a:spLocks/>
          </p:cNvSpPr>
          <p:nvPr/>
        </p:nvSpPr>
        <p:spPr bwMode="auto">
          <a:xfrm>
            <a:off x="2514600" y="2691588"/>
            <a:ext cx="1492517" cy="209582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Freeform 6"/>
          <p:cNvSpPr>
            <a:spLocks/>
          </p:cNvSpPr>
          <p:nvPr/>
        </p:nvSpPr>
        <p:spPr bwMode="auto">
          <a:xfrm>
            <a:off x="614755" y="3477523"/>
            <a:ext cx="1137156" cy="1309893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Freeform 6"/>
          <p:cNvSpPr>
            <a:spLocks/>
          </p:cNvSpPr>
          <p:nvPr/>
        </p:nvSpPr>
        <p:spPr bwMode="auto">
          <a:xfrm>
            <a:off x="1751911" y="2429610"/>
            <a:ext cx="1679082" cy="2357806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Freeform 6"/>
          <p:cNvSpPr>
            <a:spLocks/>
          </p:cNvSpPr>
          <p:nvPr/>
        </p:nvSpPr>
        <p:spPr bwMode="auto">
          <a:xfrm>
            <a:off x="3276600" y="3055582"/>
            <a:ext cx="1492517" cy="1731834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Freeform 6"/>
          <p:cNvSpPr>
            <a:spLocks/>
          </p:cNvSpPr>
          <p:nvPr/>
        </p:nvSpPr>
        <p:spPr bwMode="auto">
          <a:xfrm>
            <a:off x="3982278" y="2691588"/>
            <a:ext cx="1492517" cy="209582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Freeform 6"/>
          <p:cNvSpPr>
            <a:spLocks/>
          </p:cNvSpPr>
          <p:nvPr/>
        </p:nvSpPr>
        <p:spPr bwMode="auto">
          <a:xfrm>
            <a:off x="4905837" y="3477523"/>
            <a:ext cx="1137156" cy="1309893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Freeform 6"/>
          <p:cNvSpPr>
            <a:spLocks/>
          </p:cNvSpPr>
          <p:nvPr/>
        </p:nvSpPr>
        <p:spPr bwMode="auto">
          <a:xfrm>
            <a:off x="5488924" y="2691588"/>
            <a:ext cx="1492517" cy="209582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Freeform 6"/>
          <p:cNvSpPr>
            <a:spLocks/>
          </p:cNvSpPr>
          <p:nvPr/>
        </p:nvSpPr>
        <p:spPr bwMode="auto">
          <a:xfrm>
            <a:off x="7026916" y="2691588"/>
            <a:ext cx="1492517" cy="209582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Freeform 6"/>
          <p:cNvSpPr>
            <a:spLocks/>
          </p:cNvSpPr>
          <p:nvPr/>
        </p:nvSpPr>
        <p:spPr bwMode="auto">
          <a:xfrm>
            <a:off x="6193926" y="2429610"/>
            <a:ext cx="1679082" cy="2357806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54" name="Group 136"/>
          <p:cNvGrpSpPr/>
          <p:nvPr/>
        </p:nvGrpSpPr>
        <p:grpSpPr>
          <a:xfrm>
            <a:off x="800404" y="4922801"/>
            <a:ext cx="703718" cy="707055"/>
            <a:chOff x="886162" y="3281022"/>
            <a:chExt cx="703718" cy="707055"/>
          </a:xfrm>
        </p:grpSpPr>
        <p:sp>
          <p:nvSpPr>
            <p:cNvPr id="155" name="Oval 154"/>
            <p:cNvSpPr>
              <a:spLocks noChangeAspect="1"/>
            </p:cNvSpPr>
            <p:nvPr/>
          </p:nvSpPr>
          <p:spPr>
            <a:xfrm>
              <a:off x="1088218" y="3281022"/>
              <a:ext cx="200183" cy="194452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56" name="Group 120"/>
            <p:cNvGrpSpPr/>
            <p:nvPr/>
          </p:nvGrpSpPr>
          <p:grpSpPr>
            <a:xfrm>
              <a:off x="886162" y="3475474"/>
              <a:ext cx="703718" cy="512603"/>
              <a:chOff x="943769" y="3705902"/>
              <a:chExt cx="703718" cy="512603"/>
            </a:xfrm>
          </p:grpSpPr>
          <p:sp>
            <p:nvSpPr>
              <p:cNvPr id="157" name="TextBox 156"/>
              <p:cNvSpPr txBox="1"/>
              <p:nvPr/>
            </p:nvSpPr>
            <p:spPr>
              <a:xfrm>
                <a:off x="943769" y="405692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  <p:cxnSp>
            <p:nvCxnSpPr>
              <p:cNvPr id="158" name="Straight Connector 157"/>
              <p:cNvCxnSpPr/>
              <p:nvPr/>
            </p:nvCxnSpPr>
            <p:spPr>
              <a:xfrm>
                <a:off x="1246034" y="3705902"/>
                <a:ext cx="0" cy="34209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9" name="Group 137"/>
          <p:cNvGrpSpPr/>
          <p:nvPr/>
        </p:nvGrpSpPr>
        <p:grpSpPr>
          <a:xfrm>
            <a:off x="1539213" y="4922801"/>
            <a:ext cx="703718" cy="1032175"/>
            <a:chOff x="1543503" y="3281022"/>
            <a:chExt cx="703718" cy="1032175"/>
          </a:xfrm>
        </p:grpSpPr>
        <p:sp>
          <p:nvSpPr>
            <p:cNvPr id="160" name="Oval 159"/>
            <p:cNvSpPr>
              <a:spLocks noChangeAspect="1"/>
            </p:cNvSpPr>
            <p:nvPr/>
          </p:nvSpPr>
          <p:spPr>
            <a:xfrm>
              <a:off x="1744938" y="3281022"/>
              <a:ext cx="200183" cy="194452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61" name="Group 107"/>
            <p:cNvGrpSpPr/>
            <p:nvPr/>
          </p:nvGrpSpPr>
          <p:grpSpPr>
            <a:xfrm>
              <a:off x="1543503" y="3475474"/>
              <a:ext cx="703718" cy="837723"/>
              <a:chOff x="1592299" y="3705902"/>
              <a:chExt cx="703718" cy="837723"/>
            </a:xfrm>
          </p:grpSpPr>
          <p:cxnSp>
            <p:nvCxnSpPr>
              <p:cNvPr id="162" name="Straight Connector 161"/>
              <p:cNvCxnSpPr/>
              <p:nvPr/>
            </p:nvCxnSpPr>
            <p:spPr>
              <a:xfrm>
                <a:off x="1893825" y="3705902"/>
                <a:ext cx="0" cy="651665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TextBox 162"/>
              <p:cNvSpPr txBox="1"/>
              <p:nvPr/>
            </p:nvSpPr>
            <p:spPr>
              <a:xfrm>
                <a:off x="1592299" y="438204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</p:grpSp>
      </p:grpSp>
      <p:grpSp>
        <p:nvGrpSpPr>
          <p:cNvPr id="164" name="Group 136"/>
          <p:cNvGrpSpPr/>
          <p:nvPr/>
        </p:nvGrpSpPr>
        <p:grpSpPr>
          <a:xfrm>
            <a:off x="2278022" y="4922801"/>
            <a:ext cx="703718" cy="707055"/>
            <a:chOff x="886162" y="3281022"/>
            <a:chExt cx="703718" cy="707055"/>
          </a:xfrm>
        </p:grpSpPr>
        <p:sp>
          <p:nvSpPr>
            <p:cNvPr id="165" name="Oval 164"/>
            <p:cNvSpPr>
              <a:spLocks noChangeAspect="1"/>
            </p:cNvSpPr>
            <p:nvPr/>
          </p:nvSpPr>
          <p:spPr>
            <a:xfrm>
              <a:off x="1088218" y="3281022"/>
              <a:ext cx="200183" cy="194452"/>
            </a:xfrm>
            <a:prstGeom prst="ellipse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66" name="Group 120"/>
            <p:cNvGrpSpPr/>
            <p:nvPr/>
          </p:nvGrpSpPr>
          <p:grpSpPr>
            <a:xfrm>
              <a:off x="886162" y="3475474"/>
              <a:ext cx="703718" cy="512603"/>
              <a:chOff x="943769" y="3705902"/>
              <a:chExt cx="703718" cy="512603"/>
            </a:xfrm>
          </p:grpSpPr>
          <p:sp>
            <p:nvSpPr>
              <p:cNvPr id="167" name="TextBox 166"/>
              <p:cNvSpPr txBox="1"/>
              <p:nvPr/>
            </p:nvSpPr>
            <p:spPr>
              <a:xfrm>
                <a:off x="943769" y="405692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  <p:cxnSp>
            <p:nvCxnSpPr>
              <p:cNvPr id="168" name="Straight Connector 167"/>
              <p:cNvCxnSpPr/>
              <p:nvPr/>
            </p:nvCxnSpPr>
            <p:spPr>
              <a:xfrm>
                <a:off x="1246034" y="3705902"/>
                <a:ext cx="0" cy="34209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9" name="Group 137"/>
          <p:cNvGrpSpPr/>
          <p:nvPr/>
        </p:nvGrpSpPr>
        <p:grpSpPr>
          <a:xfrm>
            <a:off x="3016831" y="4922801"/>
            <a:ext cx="703718" cy="1032175"/>
            <a:chOff x="1543503" y="3281022"/>
            <a:chExt cx="703718" cy="1032175"/>
          </a:xfrm>
        </p:grpSpPr>
        <p:sp>
          <p:nvSpPr>
            <p:cNvPr id="170" name="Oval 169"/>
            <p:cNvSpPr>
              <a:spLocks noChangeAspect="1"/>
            </p:cNvSpPr>
            <p:nvPr/>
          </p:nvSpPr>
          <p:spPr>
            <a:xfrm>
              <a:off x="1744938" y="3281022"/>
              <a:ext cx="200183" cy="194452"/>
            </a:xfrm>
            <a:prstGeom prst="ellipse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71" name="Group 107"/>
            <p:cNvGrpSpPr/>
            <p:nvPr/>
          </p:nvGrpSpPr>
          <p:grpSpPr>
            <a:xfrm>
              <a:off x="1543503" y="3475474"/>
              <a:ext cx="703718" cy="837723"/>
              <a:chOff x="1592299" y="3705902"/>
              <a:chExt cx="703718" cy="837723"/>
            </a:xfrm>
          </p:grpSpPr>
          <p:cxnSp>
            <p:nvCxnSpPr>
              <p:cNvPr id="172" name="Straight Connector 171"/>
              <p:cNvCxnSpPr/>
              <p:nvPr/>
            </p:nvCxnSpPr>
            <p:spPr>
              <a:xfrm>
                <a:off x="1893825" y="3705902"/>
                <a:ext cx="0" cy="651665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3" name="TextBox 172"/>
              <p:cNvSpPr txBox="1"/>
              <p:nvPr/>
            </p:nvSpPr>
            <p:spPr>
              <a:xfrm>
                <a:off x="1592299" y="438204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</p:grpSp>
      </p:grpSp>
      <p:grpSp>
        <p:nvGrpSpPr>
          <p:cNvPr id="174" name="Group 136"/>
          <p:cNvGrpSpPr/>
          <p:nvPr/>
        </p:nvGrpSpPr>
        <p:grpSpPr>
          <a:xfrm>
            <a:off x="3755640" y="4922801"/>
            <a:ext cx="703718" cy="707055"/>
            <a:chOff x="886162" y="3281022"/>
            <a:chExt cx="703718" cy="707055"/>
          </a:xfrm>
        </p:grpSpPr>
        <p:sp>
          <p:nvSpPr>
            <p:cNvPr id="175" name="Oval 174"/>
            <p:cNvSpPr>
              <a:spLocks noChangeAspect="1"/>
            </p:cNvSpPr>
            <p:nvPr/>
          </p:nvSpPr>
          <p:spPr>
            <a:xfrm>
              <a:off x="1088218" y="3281022"/>
              <a:ext cx="200183" cy="194452"/>
            </a:xfrm>
            <a:prstGeom prst="ellipse">
              <a:avLst/>
            </a:prstGeom>
            <a:solidFill>
              <a:schemeClr val="accent5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76" name="Group 120"/>
            <p:cNvGrpSpPr/>
            <p:nvPr/>
          </p:nvGrpSpPr>
          <p:grpSpPr>
            <a:xfrm>
              <a:off x="886162" y="3475474"/>
              <a:ext cx="703718" cy="512603"/>
              <a:chOff x="943769" y="3705902"/>
              <a:chExt cx="703718" cy="512603"/>
            </a:xfrm>
          </p:grpSpPr>
          <p:sp>
            <p:nvSpPr>
              <p:cNvPr id="177" name="TextBox 176"/>
              <p:cNvSpPr txBox="1"/>
              <p:nvPr/>
            </p:nvSpPr>
            <p:spPr>
              <a:xfrm>
                <a:off x="943769" y="405692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  <p:cxnSp>
            <p:nvCxnSpPr>
              <p:cNvPr id="178" name="Straight Connector 177"/>
              <p:cNvCxnSpPr/>
              <p:nvPr/>
            </p:nvCxnSpPr>
            <p:spPr>
              <a:xfrm>
                <a:off x="1246034" y="3705902"/>
                <a:ext cx="0" cy="34209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9" name="Group 137"/>
          <p:cNvGrpSpPr/>
          <p:nvPr/>
        </p:nvGrpSpPr>
        <p:grpSpPr>
          <a:xfrm>
            <a:off x="4494449" y="4922801"/>
            <a:ext cx="703718" cy="1032175"/>
            <a:chOff x="1543503" y="3281022"/>
            <a:chExt cx="703718" cy="1032175"/>
          </a:xfrm>
        </p:grpSpPr>
        <p:sp>
          <p:nvSpPr>
            <p:cNvPr id="180" name="Oval 179"/>
            <p:cNvSpPr>
              <a:spLocks noChangeAspect="1"/>
            </p:cNvSpPr>
            <p:nvPr/>
          </p:nvSpPr>
          <p:spPr>
            <a:xfrm>
              <a:off x="1744938" y="3281022"/>
              <a:ext cx="200183" cy="194452"/>
            </a:xfrm>
            <a:prstGeom prst="ellipse">
              <a:avLst/>
            </a:prstGeom>
            <a:solidFill>
              <a:schemeClr val="accent6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81" name="Group 107"/>
            <p:cNvGrpSpPr/>
            <p:nvPr/>
          </p:nvGrpSpPr>
          <p:grpSpPr>
            <a:xfrm>
              <a:off x="1543503" y="3475474"/>
              <a:ext cx="703718" cy="837723"/>
              <a:chOff x="1592299" y="3705902"/>
              <a:chExt cx="703718" cy="837723"/>
            </a:xfrm>
          </p:grpSpPr>
          <p:cxnSp>
            <p:nvCxnSpPr>
              <p:cNvPr id="182" name="Straight Connector 181"/>
              <p:cNvCxnSpPr/>
              <p:nvPr/>
            </p:nvCxnSpPr>
            <p:spPr>
              <a:xfrm>
                <a:off x="1893825" y="3705902"/>
                <a:ext cx="0" cy="651665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TextBox 182"/>
              <p:cNvSpPr txBox="1"/>
              <p:nvPr/>
            </p:nvSpPr>
            <p:spPr>
              <a:xfrm>
                <a:off x="1592299" y="438204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</p:grpSp>
      </p:grpSp>
      <p:grpSp>
        <p:nvGrpSpPr>
          <p:cNvPr id="184" name="Group 136"/>
          <p:cNvGrpSpPr/>
          <p:nvPr/>
        </p:nvGrpSpPr>
        <p:grpSpPr>
          <a:xfrm>
            <a:off x="5233258" y="4922801"/>
            <a:ext cx="703718" cy="707055"/>
            <a:chOff x="886162" y="3281022"/>
            <a:chExt cx="703718" cy="707055"/>
          </a:xfrm>
        </p:grpSpPr>
        <p:sp>
          <p:nvSpPr>
            <p:cNvPr id="185" name="Oval 184"/>
            <p:cNvSpPr>
              <a:spLocks noChangeAspect="1"/>
            </p:cNvSpPr>
            <p:nvPr/>
          </p:nvSpPr>
          <p:spPr>
            <a:xfrm>
              <a:off x="1088218" y="3281022"/>
              <a:ext cx="200183" cy="194452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86" name="Group 120"/>
            <p:cNvGrpSpPr/>
            <p:nvPr/>
          </p:nvGrpSpPr>
          <p:grpSpPr>
            <a:xfrm>
              <a:off x="886162" y="3475474"/>
              <a:ext cx="703718" cy="512603"/>
              <a:chOff x="943769" y="3705902"/>
              <a:chExt cx="703718" cy="512603"/>
            </a:xfrm>
          </p:grpSpPr>
          <p:sp>
            <p:nvSpPr>
              <p:cNvPr id="187" name="TextBox 186"/>
              <p:cNvSpPr txBox="1"/>
              <p:nvPr/>
            </p:nvSpPr>
            <p:spPr>
              <a:xfrm>
                <a:off x="943769" y="405692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  <p:cxnSp>
            <p:nvCxnSpPr>
              <p:cNvPr id="188" name="Straight Connector 187"/>
              <p:cNvCxnSpPr/>
              <p:nvPr/>
            </p:nvCxnSpPr>
            <p:spPr>
              <a:xfrm>
                <a:off x="1246034" y="3705902"/>
                <a:ext cx="0" cy="34209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9" name="Group 137"/>
          <p:cNvGrpSpPr/>
          <p:nvPr/>
        </p:nvGrpSpPr>
        <p:grpSpPr>
          <a:xfrm>
            <a:off x="5972067" y="4922801"/>
            <a:ext cx="703718" cy="1032175"/>
            <a:chOff x="1543503" y="3281022"/>
            <a:chExt cx="703718" cy="1032175"/>
          </a:xfrm>
        </p:grpSpPr>
        <p:sp>
          <p:nvSpPr>
            <p:cNvPr id="190" name="Oval 189"/>
            <p:cNvSpPr>
              <a:spLocks noChangeAspect="1"/>
            </p:cNvSpPr>
            <p:nvPr/>
          </p:nvSpPr>
          <p:spPr>
            <a:xfrm>
              <a:off x="1744938" y="3281022"/>
              <a:ext cx="200183" cy="194452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91" name="Group 127"/>
            <p:cNvGrpSpPr/>
            <p:nvPr/>
          </p:nvGrpSpPr>
          <p:grpSpPr>
            <a:xfrm>
              <a:off x="1543503" y="3475474"/>
              <a:ext cx="703718" cy="837723"/>
              <a:chOff x="1592299" y="3705902"/>
              <a:chExt cx="703718" cy="837723"/>
            </a:xfrm>
          </p:grpSpPr>
          <p:cxnSp>
            <p:nvCxnSpPr>
              <p:cNvPr id="192" name="Straight Connector 191"/>
              <p:cNvCxnSpPr/>
              <p:nvPr/>
            </p:nvCxnSpPr>
            <p:spPr>
              <a:xfrm>
                <a:off x="1893825" y="3705902"/>
                <a:ext cx="0" cy="651665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TextBox 192"/>
              <p:cNvSpPr txBox="1"/>
              <p:nvPr/>
            </p:nvSpPr>
            <p:spPr>
              <a:xfrm>
                <a:off x="1592299" y="438204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</p:grpSp>
      </p:grpSp>
      <p:grpSp>
        <p:nvGrpSpPr>
          <p:cNvPr id="194" name="Group 136"/>
          <p:cNvGrpSpPr/>
          <p:nvPr/>
        </p:nvGrpSpPr>
        <p:grpSpPr>
          <a:xfrm>
            <a:off x="6710876" y="4922801"/>
            <a:ext cx="703718" cy="707055"/>
            <a:chOff x="886162" y="3281022"/>
            <a:chExt cx="703718" cy="707055"/>
          </a:xfrm>
        </p:grpSpPr>
        <p:sp>
          <p:nvSpPr>
            <p:cNvPr id="195" name="Oval 194"/>
            <p:cNvSpPr>
              <a:spLocks noChangeAspect="1"/>
            </p:cNvSpPr>
            <p:nvPr/>
          </p:nvSpPr>
          <p:spPr>
            <a:xfrm>
              <a:off x="1088218" y="3281022"/>
              <a:ext cx="200183" cy="194452"/>
            </a:xfrm>
            <a:prstGeom prst="ellipse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96" name="Group 120"/>
            <p:cNvGrpSpPr/>
            <p:nvPr/>
          </p:nvGrpSpPr>
          <p:grpSpPr>
            <a:xfrm>
              <a:off x="886162" y="3475474"/>
              <a:ext cx="703718" cy="512603"/>
              <a:chOff x="943769" y="3705902"/>
              <a:chExt cx="703718" cy="512603"/>
            </a:xfrm>
          </p:grpSpPr>
          <p:sp>
            <p:nvSpPr>
              <p:cNvPr id="197" name="TextBox 196"/>
              <p:cNvSpPr txBox="1"/>
              <p:nvPr/>
            </p:nvSpPr>
            <p:spPr>
              <a:xfrm>
                <a:off x="943769" y="405692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  <p:cxnSp>
            <p:nvCxnSpPr>
              <p:cNvPr id="198" name="Straight Connector 197"/>
              <p:cNvCxnSpPr/>
              <p:nvPr/>
            </p:nvCxnSpPr>
            <p:spPr>
              <a:xfrm>
                <a:off x="1246034" y="3705902"/>
                <a:ext cx="0" cy="34209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9" name="Group 137"/>
          <p:cNvGrpSpPr/>
          <p:nvPr/>
        </p:nvGrpSpPr>
        <p:grpSpPr>
          <a:xfrm>
            <a:off x="7449682" y="4922801"/>
            <a:ext cx="703718" cy="1032175"/>
            <a:chOff x="1543503" y="3281022"/>
            <a:chExt cx="703718" cy="1032175"/>
          </a:xfrm>
        </p:grpSpPr>
        <p:sp>
          <p:nvSpPr>
            <p:cNvPr id="200" name="Oval 199"/>
            <p:cNvSpPr>
              <a:spLocks noChangeAspect="1"/>
            </p:cNvSpPr>
            <p:nvPr/>
          </p:nvSpPr>
          <p:spPr>
            <a:xfrm>
              <a:off x="1744938" y="3281022"/>
              <a:ext cx="200183" cy="194452"/>
            </a:xfrm>
            <a:prstGeom prst="ellipse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201" name="Group 137"/>
            <p:cNvGrpSpPr/>
            <p:nvPr/>
          </p:nvGrpSpPr>
          <p:grpSpPr>
            <a:xfrm>
              <a:off x="1543503" y="3475474"/>
              <a:ext cx="703718" cy="837723"/>
              <a:chOff x="1592299" y="3705902"/>
              <a:chExt cx="703718" cy="837723"/>
            </a:xfrm>
          </p:grpSpPr>
          <p:cxnSp>
            <p:nvCxnSpPr>
              <p:cNvPr id="202" name="Straight Connector 201"/>
              <p:cNvCxnSpPr/>
              <p:nvPr/>
            </p:nvCxnSpPr>
            <p:spPr>
              <a:xfrm>
                <a:off x="1893825" y="3705902"/>
                <a:ext cx="0" cy="651665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TextBox 202"/>
              <p:cNvSpPr txBox="1"/>
              <p:nvPr/>
            </p:nvSpPr>
            <p:spPr>
              <a:xfrm>
                <a:off x="1592299" y="4382042"/>
                <a:ext cx="7037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KEYWORD</a:t>
                </a:r>
              </a:p>
            </p:txBody>
          </p:sp>
        </p:grpSp>
      </p:grpSp>
      <p:sp>
        <p:nvSpPr>
          <p:cNvPr id="204" name="Down Arrow Callout 203"/>
          <p:cNvSpPr/>
          <p:nvPr/>
        </p:nvSpPr>
        <p:spPr>
          <a:xfrm>
            <a:off x="891039" y="3996520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50%</a:t>
            </a:r>
          </a:p>
        </p:txBody>
      </p:sp>
      <p:sp>
        <p:nvSpPr>
          <p:cNvPr id="205" name="Down Arrow Callout 204"/>
          <p:cNvSpPr/>
          <p:nvPr/>
        </p:nvSpPr>
        <p:spPr>
          <a:xfrm>
            <a:off x="1533778" y="3306292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90%</a:t>
            </a:r>
          </a:p>
        </p:txBody>
      </p:sp>
      <p:sp>
        <p:nvSpPr>
          <p:cNvPr id="206" name="Down Arrow Callout 205"/>
          <p:cNvSpPr/>
          <p:nvPr/>
        </p:nvSpPr>
        <p:spPr>
          <a:xfrm>
            <a:off x="2308748" y="3996520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100%</a:t>
            </a:r>
          </a:p>
        </p:txBody>
      </p:sp>
      <p:sp>
        <p:nvSpPr>
          <p:cNvPr id="207" name="Down Arrow Callout 206"/>
          <p:cNvSpPr/>
          <p:nvPr/>
        </p:nvSpPr>
        <p:spPr>
          <a:xfrm>
            <a:off x="2975467" y="3306292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90%</a:t>
            </a:r>
          </a:p>
        </p:txBody>
      </p:sp>
      <p:sp>
        <p:nvSpPr>
          <p:cNvPr id="208" name="Down Arrow Callout 207"/>
          <p:cNvSpPr/>
          <p:nvPr/>
        </p:nvSpPr>
        <p:spPr>
          <a:xfrm>
            <a:off x="3759461" y="3996520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80%</a:t>
            </a:r>
          </a:p>
        </p:txBody>
      </p:sp>
      <p:sp>
        <p:nvSpPr>
          <p:cNvPr id="209" name="Down Arrow Callout 208"/>
          <p:cNvSpPr/>
          <p:nvPr/>
        </p:nvSpPr>
        <p:spPr>
          <a:xfrm>
            <a:off x="4453910" y="3306292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90%</a:t>
            </a:r>
          </a:p>
        </p:txBody>
      </p:sp>
      <p:sp>
        <p:nvSpPr>
          <p:cNvPr id="210" name="Down Arrow Callout 209"/>
          <p:cNvSpPr/>
          <p:nvPr/>
        </p:nvSpPr>
        <p:spPr>
          <a:xfrm>
            <a:off x="5227351" y="3996520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50%</a:t>
            </a:r>
          </a:p>
        </p:txBody>
      </p:sp>
      <p:sp>
        <p:nvSpPr>
          <p:cNvPr id="211" name="Down Arrow Callout 210"/>
          <p:cNvSpPr/>
          <p:nvPr/>
        </p:nvSpPr>
        <p:spPr>
          <a:xfrm>
            <a:off x="5951754" y="3306292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90%</a:t>
            </a:r>
          </a:p>
        </p:txBody>
      </p:sp>
      <p:sp>
        <p:nvSpPr>
          <p:cNvPr id="212" name="Down Arrow Callout 211"/>
          <p:cNvSpPr/>
          <p:nvPr/>
        </p:nvSpPr>
        <p:spPr>
          <a:xfrm>
            <a:off x="6772122" y="3996520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100%</a:t>
            </a:r>
          </a:p>
        </p:txBody>
      </p:sp>
      <p:sp>
        <p:nvSpPr>
          <p:cNvPr id="213" name="Down Arrow Callout 212"/>
          <p:cNvSpPr/>
          <p:nvPr/>
        </p:nvSpPr>
        <p:spPr>
          <a:xfrm>
            <a:off x="7485482" y="3306292"/>
            <a:ext cx="543078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90%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0"/>
                            </p:stCondLst>
                            <p:childTnLst>
                              <p:par>
                                <p:cTn id="7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500"/>
                            </p:stCondLst>
                            <p:childTnLst>
                              <p:par>
                                <p:cTn id="8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0"/>
                            </p:stCondLst>
                            <p:childTnLst>
                              <p:par>
                                <p:cTn id="8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500"/>
                            </p:stCondLst>
                            <p:childTnLst>
                              <p:par>
                                <p:cTn id="9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0"/>
                            </p:stCondLst>
                            <p:childTnLst>
                              <p:par>
                                <p:cTn id="9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500"/>
                            </p:stCondLst>
                            <p:childTnLst>
                              <p:par>
                                <p:cTn id="14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0"/>
                            </p:stCondLst>
                            <p:childTnLst>
                              <p:par>
                                <p:cTn id="14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500"/>
                            </p:stCondLst>
                            <p:childTnLst>
                              <p:par>
                                <p:cTn id="15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Pyramids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Pyramids Chart Slide</a:t>
            </a:r>
            <a:endParaRPr lang="en-US" dirty="0"/>
          </a:p>
        </p:txBody>
      </p:sp>
      <p:grpSp>
        <p:nvGrpSpPr>
          <p:cNvPr id="106" name="Group 155"/>
          <p:cNvGrpSpPr/>
          <p:nvPr/>
        </p:nvGrpSpPr>
        <p:grpSpPr>
          <a:xfrm>
            <a:off x="4177125" y="2949448"/>
            <a:ext cx="4238675" cy="2442178"/>
            <a:chOff x="803822" y="1016361"/>
            <a:chExt cx="7536357" cy="2044618"/>
          </a:xfrm>
        </p:grpSpPr>
        <p:cxnSp>
          <p:nvCxnSpPr>
            <p:cNvPr id="107" name="Straight Connector 106"/>
            <p:cNvCxnSpPr/>
            <p:nvPr/>
          </p:nvCxnSpPr>
          <p:spPr>
            <a:xfrm>
              <a:off x="803822" y="101636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803822" y="135713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803822" y="169790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803822" y="203867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803822" y="237944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803822" y="272021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803822" y="3060979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279"/>
          <p:cNvGrpSpPr/>
          <p:nvPr/>
        </p:nvGrpSpPr>
        <p:grpSpPr>
          <a:xfrm>
            <a:off x="4474953" y="3406621"/>
            <a:ext cx="555782" cy="555779"/>
            <a:chOff x="846989" y="1401020"/>
            <a:chExt cx="877416" cy="877416"/>
          </a:xfrm>
          <a:effectLst/>
        </p:grpSpPr>
        <p:sp>
          <p:nvSpPr>
            <p:cNvPr id="117" name="Teardrop 116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90%</a:t>
              </a:r>
            </a:p>
          </p:txBody>
        </p:sp>
      </p:grpSp>
      <p:grpSp>
        <p:nvGrpSpPr>
          <p:cNvPr id="120" name="Group 279"/>
          <p:cNvGrpSpPr/>
          <p:nvPr/>
        </p:nvGrpSpPr>
        <p:grpSpPr>
          <a:xfrm>
            <a:off x="5113737" y="2638425"/>
            <a:ext cx="555782" cy="555779"/>
            <a:chOff x="846989" y="1401020"/>
            <a:chExt cx="877416" cy="877416"/>
          </a:xfrm>
          <a:effectLst/>
        </p:grpSpPr>
        <p:sp>
          <p:nvSpPr>
            <p:cNvPr id="122" name="Teardrop 121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3" name="Oval 122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</a:p>
          </p:txBody>
        </p:sp>
      </p:grpSp>
      <p:grpSp>
        <p:nvGrpSpPr>
          <p:cNvPr id="124" name="Group 279"/>
          <p:cNvGrpSpPr/>
          <p:nvPr/>
        </p:nvGrpSpPr>
        <p:grpSpPr>
          <a:xfrm>
            <a:off x="5938471" y="2362200"/>
            <a:ext cx="555782" cy="555779"/>
            <a:chOff x="846989" y="1401020"/>
            <a:chExt cx="877416" cy="877416"/>
          </a:xfrm>
          <a:effectLst/>
        </p:grpSpPr>
        <p:sp>
          <p:nvSpPr>
            <p:cNvPr id="125" name="Teardrop 124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6" name="Oval 125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70%</a:t>
              </a:r>
            </a:p>
          </p:txBody>
        </p:sp>
      </p:grpSp>
      <p:sp>
        <p:nvSpPr>
          <p:cNvPr id="127" name="TextBox 126"/>
          <p:cNvSpPr txBox="1"/>
          <p:nvPr/>
        </p:nvSpPr>
        <p:spPr>
          <a:xfrm>
            <a:off x="4294993" y="5508750"/>
            <a:ext cx="703718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KEYWORD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79967" y="5508750"/>
            <a:ext cx="703718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KEYWORD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864941" y="5508750"/>
            <a:ext cx="703718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KEYWORD</a:t>
            </a:r>
          </a:p>
        </p:txBody>
      </p:sp>
      <p:sp>
        <p:nvSpPr>
          <p:cNvPr id="130" name="Freeform 6"/>
          <p:cNvSpPr>
            <a:spLocks/>
          </p:cNvSpPr>
          <p:nvPr/>
        </p:nvSpPr>
        <p:spPr bwMode="auto">
          <a:xfrm>
            <a:off x="4643040" y="3285797"/>
            <a:ext cx="1492517" cy="209582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Freeform 6"/>
          <p:cNvSpPr>
            <a:spLocks/>
          </p:cNvSpPr>
          <p:nvPr/>
        </p:nvSpPr>
        <p:spPr bwMode="auto">
          <a:xfrm>
            <a:off x="6303529" y="3285797"/>
            <a:ext cx="1492517" cy="209582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6"/>
          <p:cNvSpPr>
            <a:spLocks/>
          </p:cNvSpPr>
          <p:nvPr/>
        </p:nvSpPr>
        <p:spPr bwMode="auto">
          <a:xfrm>
            <a:off x="4189609" y="4071732"/>
            <a:ext cx="1137156" cy="1309893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Freeform 6"/>
          <p:cNvSpPr>
            <a:spLocks/>
          </p:cNvSpPr>
          <p:nvPr/>
        </p:nvSpPr>
        <p:spPr bwMode="auto">
          <a:xfrm>
            <a:off x="5380002" y="3023819"/>
            <a:ext cx="1679082" cy="2357806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6"/>
          <p:cNvSpPr>
            <a:spLocks/>
          </p:cNvSpPr>
          <p:nvPr/>
        </p:nvSpPr>
        <p:spPr bwMode="auto">
          <a:xfrm>
            <a:off x="7040492" y="3649791"/>
            <a:ext cx="1492517" cy="1731834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279"/>
          <p:cNvGrpSpPr/>
          <p:nvPr/>
        </p:nvGrpSpPr>
        <p:grpSpPr>
          <a:xfrm>
            <a:off x="6767755" y="2635094"/>
            <a:ext cx="555782" cy="555778"/>
            <a:chOff x="846989" y="1401020"/>
            <a:chExt cx="877416" cy="877416"/>
          </a:xfrm>
          <a:effectLst/>
        </p:grpSpPr>
        <p:sp>
          <p:nvSpPr>
            <p:cNvPr id="136" name="Teardrop 135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7" name="Oval 136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70%</a:t>
              </a:r>
            </a:p>
          </p:txBody>
        </p:sp>
      </p:grpSp>
      <p:grpSp>
        <p:nvGrpSpPr>
          <p:cNvPr id="138" name="Group 279"/>
          <p:cNvGrpSpPr/>
          <p:nvPr/>
        </p:nvGrpSpPr>
        <p:grpSpPr>
          <a:xfrm>
            <a:off x="7510299" y="2968469"/>
            <a:ext cx="555782" cy="555778"/>
            <a:chOff x="846989" y="1401020"/>
            <a:chExt cx="877416" cy="877416"/>
          </a:xfrm>
          <a:effectLst/>
        </p:grpSpPr>
        <p:sp>
          <p:nvSpPr>
            <p:cNvPr id="139" name="Teardrop 138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0" name="Oval 139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70%</a:t>
              </a:r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6649915" y="5508750"/>
            <a:ext cx="703718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KEYWORD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34891" y="5508750"/>
            <a:ext cx="703718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KEYWORD</a:t>
            </a:r>
          </a:p>
        </p:txBody>
      </p:sp>
      <p:cxnSp>
        <p:nvCxnSpPr>
          <p:cNvPr id="143" name="Straight Connector 142"/>
          <p:cNvCxnSpPr/>
          <p:nvPr/>
        </p:nvCxnSpPr>
        <p:spPr>
          <a:xfrm>
            <a:off x="3874848" y="2771786"/>
            <a:ext cx="0" cy="248601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2955344" y="4967284"/>
            <a:ext cx="593111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80%</a:t>
            </a:r>
            <a:endParaRPr lang="en-US" sz="1800" b="1" dirty="0">
              <a:solidFill>
                <a:schemeClr val="accent2"/>
              </a:solidFill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2955344" y="4380931"/>
            <a:ext cx="593111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50%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grpSp>
        <p:nvGrpSpPr>
          <p:cNvPr id="146" name="Group 87"/>
          <p:cNvGrpSpPr/>
          <p:nvPr/>
        </p:nvGrpSpPr>
        <p:grpSpPr>
          <a:xfrm>
            <a:off x="701161" y="4963537"/>
            <a:ext cx="2083804" cy="438380"/>
            <a:chOff x="609600" y="2841943"/>
            <a:chExt cx="2660838" cy="559774"/>
          </a:xfrm>
        </p:grpSpPr>
        <p:grpSp>
          <p:nvGrpSpPr>
            <p:cNvPr id="147" name="Group 184"/>
            <p:cNvGrpSpPr/>
            <p:nvPr/>
          </p:nvGrpSpPr>
          <p:grpSpPr>
            <a:xfrm>
              <a:off x="609600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6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5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8" name="Group 184"/>
            <p:cNvGrpSpPr/>
            <p:nvPr/>
          </p:nvGrpSpPr>
          <p:grpSpPr>
            <a:xfrm>
              <a:off x="876277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6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3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56" name="Group 184"/>
            <p:cNvGrpSpPr/>
            <p:nvPr/>
          </p:nvGrpSpPr>
          <p:grpSpPr>
            <a:xfrm>
              <a:off x="1142954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6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1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58" name="Group 184"/>
            <p:cNvGrpSpPr/>
            <p:nvPr/>
          </p:nvGrpSpPr>
          <p:grpSpPr>
            <a:xfrm>
              <a:off x="1409631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5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9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59" name="Group 184"/>
            <p:cNvGrpSpPr/>
            <p:nvPr/>
          </p:nvGrpSpPr>
          <p:grpSpPr>
            <a:xfrm>
              <a:off x="1676308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5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7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60" name="Group 184"/>
            <p:cNvGrpSpPr/>
            <p:nvPr/>
          </p:nvGrpSpPr>
          <p:grpSpPr>
            <a:xfrm>
              <a:off x="1942985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5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5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42" name="Group 184"/>
            <p:cNvGrpSpPr/>
            <p:nvPr/>
          </p:nvGrpSpPr>
          <p:grpSpPr>
            <a:xfrm>
              <a:off x="2209662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5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3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43" name="Group 184"/>
            <p:cNvGrpSpPr/>
            <p:nvPr/>
          </p:nvGrpSpPr>
          <p:grpSpPr>
            <a:xfrm>
              <a:off x="2476339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5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1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44" name="Group 184"/>
            <p:cNvGrpSpPr/>
            <p:nvPr/>
          </p:nvGrpSpPr>
          <p:grpSpPr>
            <a:xfrm>
              <a:off x="274301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24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9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45" name="Group 184"/>
            <p:cNvGrpSpPr/>
            <p:nvPr/>
          </p:nvGrpSpPr>
          <p:grpSpPr>
            <a:xfrm>
              <a:off x="300969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24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7" name="Freeform 99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266" name="Group 86"/>
          <p:cNvGrpSpPr/>
          <p:nvPr/>
        </p:nvGrpSpPr>
        <p:grpSpPr>
          <a:xfrm>
            <a:off x="722150" y="4364401"/>
            <a:ext cx="2015264" cy="463946"/>
            <a:chOff x="5932686" y="2855964"/>
            <a:chExt cx="2449314" cy="563870"/>
          </a:xfrm>
        </p:grpSpPr>
        <p:grpSp>
          <p:nvGrpSpPr>
            <p:cNvPr id="267" name="Group 179"/>
            <p:cNvGrpSpPr/>
            <p:nvPr/>
          </p:nvGrpSpPr>
          <p:grpSpPr>
            <a:xfrm>
              <a:off x="5932686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95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68" name="Group 179"/>
            <p:cNvGrpSpPr/>
            <p:nvPr/>
          </p:nvGrpSpPr>
          <p:grpSpPr>
            <a:xfrm>
              <a:off x="6180352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93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69" name="Group 179"/>
            <p:cNvGrpSpPr/>
            <p:nvPr/>
          </p:nvGrpSpPr>
          <p:grpSpPr>
            <a:xfrm>
              <a:off x="6428018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91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0" name="Group 179"/>
            <p:cNvGrpSpPr/>
            <p:nvPr/>
          </p:nvGrpSpPr>
          <p:grpSpPr>
            <a:xfrm>
              <a:off x="6675684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89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1" name="Group 179"/>
            <p:cNvGrpSpPr/>
            <p:nvPr/>
          </p:nvGrpSpPr>
          <p:grpSpPr>
            <a:xfrm>
              <a:off x="6923350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87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2" name="Group 179"/>
            <p:cNvGrpSpPr/>
            <p:nvPr/>
          </p:nvGrpSpPr>
          <p:grpSpPr>
            <a:xfrm>
              <a:off x="7171017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85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3" name="Group 179"/>
            <p:cNvGrpSpPr/>
            <p:nvPr/>
          </p:nvGrpSpPr>
          <p:grpSpPr>
            <a:xfrm>
              <a:off x="7418683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83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4" name="Group 179"/>
            <p:cNvGrpSpPr/>
            <p:nvPr/>
          </p:nvGrpSpPr>
          <p:grpSpPr>
            <a:xfrm>
              <a:off x="766634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81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5" name="Group 179"/>
            <p:cNvGrpSpPr/>
            <p:nvPr/>
          </p:nvGrpSpPr>
          <p:grpSpPr>
            <a:xfrm>
              <a:off x="7914015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79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6" name="Group 179"/>
            <p:cNvGrpSpPr/>
            <p:nvPr/>
          </p:nvGrpSpPr>
          <p:grpSpPr>
            <a:xfrm>
              <a:off x="816167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77" name="Freeform 96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97" name="TextBox 296"/>
          <p:cNvSpPr txBox="1"/>
          <p:nvPr/>
        </p:nvSpPr>
        <p:spPr>
          <a:xfrm>
            <a:off x="1717623" y="2946814"/>
            <a:ext cx="171069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of the variations passages lorem ipsum available majority have suffered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88199" y="2640389"/>
            <a:ext cx="1542506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Description Here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679953" y="2919561"/>
            <a:ext cx="847989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80%</a:t>
            </a: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688199" y="3540400"/>
            <a:ext cx="302586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 of Lorem Ipsum available, but the have suffered alteration in some  form, by humour, or randomized words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which  don't believable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  <p:bldP spid="130" grpId="0" animBg="1"/>
      <p:bldP spid="131" grpId="0" animBg="1"/>
      <p:bldP spid="132" grpId="0" animBg="1"/>
      <p:bldP spid="133" grpId="0" animBg="1"/>
      <p:bldP spid="134" grpId="0" animBg="1"/>
      <p:bldP spid="141" grpId="0"/>
      <p:bldP spid="142" grpId="0"/>
      <p:bldP spid="144" grpId="0"/>
      <p:bldP spid="145" grpId="0"/>
      <p:bldP spid="297" grpId="0"/>
      <p:bldP spid="298" grpId="0"/>
      <p:bldP spid="299" grpId="0"/>
      <p:bldP spid="30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Stock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Stock Chart Slide</a:t>
            </a: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590550" y="2348552"/>
          <a:ext cx="7962900" cy="370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category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579" y="3007646"/>
          <a:ext cx="1329190" cy="139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262085" y="3007646"/>
          <a:ext cx="1329190" cy="139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883591" y="3007646"/>
          <a:ext cx="1329190" cy="139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505097" y="3007646"/>
          <a:ext cx="1329190" cy="139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126605" y="3007646"/>
          <a:ext cx="1329190" cy="139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9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16616" marR="16616" marT="16616" marB="16616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3400" y="4536050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4906" y="4536050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12" y="4536050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7919" y="4536050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9426" y="4536050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37" name="Down Arrow Callout 36"/>
          <p:cNvSpPr/>
          <p:nvPr/>
        </p:nvSpPr>
        <p:spPr>
          <a:xfrm>
            <a:off x="644135" y="2438400"/>
            <a:ext cx="1341828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38" name="Down Arrow Callout 37"/>
          <p:cNvSpPr/>
          <p:nvPr/>
        </p:nvSpPr>
        <p:spPr>
          <a:xfrm>
            <a:off x="2263974" y="2438400"/>
            <a:ext cx="1341828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75%</a:t>
            </a:r>
          </a:p>
        </p:txBody>
      </p:sp>
      <p:sp>
        <p:nvSpPr>
          <p:cNvPr id="39" name="Down Arrow Callout 38"/>
          <p:cNvSpPr/>
          <p:nvPr/>
        </p:nvSpPr>
        <p:spPr>
          <a:xfrm>
            <a:off x="3883813" y="2438400"/>
            <a:ext cx="1341828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30%</a:t>
            </a:r>
          </a:p>
        </p:txBody>
      </p:sp>
      <p:sp>
        <p:nvSpPr>
          <p:cNvPr id="40" name="Down Arrow Callout 39"/>
          <p:cNvSpPr/>
          <p:nvPr/>
        </p:nvSpPr>
        <p:spPr>
          <a:xfrm>
            <a:off x="5503652" y="2438400"/>
            <a:ext cx="1341828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41" name="Down Arrow Callout 40"/>
          <p:cNvSpPr/>
          <p:nvPr/>
        </p:nvSpPr>
        <p:spPr>
          <a:xfrm>
            <a:off x="7123492" y="2438400"/>
            <a:ext cx="1341828" cy="452566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80%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 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Pyramids Chart Slide</a:t>
            </a:r>
            <a:endParaRPr lang="en-US" dirty="0"/>
          </a:p>
        </p:txBody>
      </p:sp>
      <p:graphicFrame>
        <p:nvGraphicFramePr>
          <p:cNvPr id="16" name="Chart 15"/>
          <p:cNvGraphicFramePr/>
          <p:nvPr/>
        </p:nvGraphicFramePr>
        <p:xfrm>
          <a:off x="457200" y="2133600"/>
          <a:ext cx="5334000" cy="2876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685800" y="5485185"/>
            <a:ext cx="5105400" cy="158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" y="5166571"/>
            <a:ext cx="640404" cy="6404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70</a:t>
            </a:r>
            <a:r>
              <a:rPr lang="ar-SY" sz="1050" b="1" dirty="0"/>
              <a:t>%</a:t>
            </a:r>
            <a:endParaRPr lang="en-US" sz="1050" b="1" dirty="0"/>
          </a:p>
        </p:txBody>
      </p:sp>
      <p:sp>
        <p:nvSpPr>
          <p:cNvPr id="20" name="Oval 19"/>
          <p:cNvSpPr/>
          <p:nvPr/>
        </p:nvSpPr>
        <p:spPr>
          <a:xfrm>
            <a:off x="1700719" y="5166571"/>
            <a:ext cx="640404" cy="6404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/>
              <a:t>40</a:t>
            </a:r>
            <a:r>
              <a:rPr lang="ar-SY" sz="1050" b="1" dirty="0"/>
              <a:t>%</a:t>
            </a:r>
            <a:endParaRPr lang="en-US" sz="1050" b="1" dirty="0"/>
          </a:p>
        </p:txBody>
      </p:sp>
      <p:sp>
        <p:nvSpPr>
          <p:cNvPr id="21" name="Oval 20"/>
          <p:cNvSpPr/>
          <p:nvPr/>
        </p:nvSpPr>
        <p:spPr>
          <a:xfrm>
            <a:off x="2487038" y="5166571"/>
            <a:ext cx="640404" cy="64040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60</a:t>
            </a:r>
            <a:r>
              <a:rPr lang="ar-SY" sz="1050" b="1" dirty="0"/>
              <a:t>%</a:t>
            </a:r>
            <a:endParaRPr lang="en-US" sz="1050" b="1" dirty="0"/>
          </a:p>
        </p:txBody>
      </p:sp>
      <p:sp>
        <p:nvSpPr>
          <p:cNvPr id="22" name="Oval 21"/>
          <p:cNvSpPr/>
          <p:nvPr/>
        </p:nvSpPr>
        <p:spPr>
          <a:xfrm>
            <a:off x="3273357" y="5166571"/>
            <a:ext cx="640404" cy="6404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20</a:t>
            </a:r>
            <a:r>
              <a:rPr lang="ar-SY" sz="1050" b="1" dirty="0"/>
              <a:t>%</a:t>
            </a:r>
            <a:endParaRPr lang="en-US" sz="1050" b="1" dirty="0"/>
          </a:p>
        </p:txBody>
      </p:sp>
      <p:sp>
        <p:nvSpPr>
          <p:cNvPr id="23" name="Oval 22"/>
          <p:cNvSpPr/>
          <p:nvPr/>
        </p:nvSpPr>
        <p:spPr>
          <a:xfrm>
            <a:off x="4059676" y="5166571"/>
            <a:ext cx="640404" cy="6404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15</a:t>
            </a:r>
            <a:r>
              <a:rPr lang="ar-SY" sz="1050" b="1" dirty="0"/>
              <a:t>%</a:t>
            </a:r>
            <a:endParaRPr lang="en-US" sz="1050" b="1" dirty="0"/>
          </a:p>
        </p:txBody>
      </p:sp>
      <p:sp>
        <p:nvSpPr>
          <p:cNvPr id="24" name="Oval 23"/>
          <p:cNvSpPr/>
          <p:nvPr/>
        </p:nvSpPr>
        <p:spPr>
          <a:xfrm>
            <a:off x="4845996" y="5166571"/>
            <a:ext cx="640404" cy="6404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75</a:t>
            </a:r>
            <a:r>
              <a:rPr lang="ar-SY" sz="1050" b="1" dirty="0"/>
              <a:t>%</a:t>
            </a:r>
            <a:endParaRPr lang="en-US" sz="1050" b="1" dirty="0"/>
          </a:p>
        </p:txBody>
      </p:sp>
      <p:grpSp>
        <p:nvGrpSpPr>
          <p:cNvPr id="25" name="Group 24"/>
          <p:cNvGrpSpPr/>
          <p:nvPr/>
        </p:nvGrpSpPr>
        <p:grpSpPr>
          <a:xfrm>
            <a:off x="5977095" y="2407115"/>
            <a:ext cx="2785905" cy="665050"/>
            <a:chOff x="685800" y="3438525"/>
            <a:chExt cx="2970217" cy="665050"/>
          </a:xfrm>
        </p:grpSpPr>
        <p:sp>
          <p:nvSpPr>
            <p:cNvPr id="26" name="TextBox 25"/>
            <p:cNvSpPr txBox="1"/>
            <p:nvPr/>
          </p:nvSpPr>
          <p:spPr>
            <a:xfrm>
              <a:off x="685800" y="3438525"/>
              <a:ext cx="1542506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Description Here: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3641910"/>
              <a:ext cx="2970217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There are many variations of passages  of Lorem Ips available, but the have suffered alteration in some  form, by humour, or randomized.</a:t>
              </a: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000753" y="3239928"/>
          <a:ext cx="2590797" cy="2446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471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Max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71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Text 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$100,00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71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Text 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$300,46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71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Text 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$90,77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71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Text 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71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Text 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Text 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$800,44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Sub>
          <a:bldChart bld="category"/>
        </p:bldSub>
      </p:bldGraphic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58" name="Chart 57"/>
          <p:cNvGraphicFramePr/>
          <p:nvPr/>
        </p:nvGraphicFramePr>
        <p:xfrm>
          <a:off x="685800" y="2020802"/>
          <a:ext cx="4090098" cy="2760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9" name="Rectangle 78"/>
          <p:cNvSpPr/>
          <p:nvPr/>
        </p:nvSpPr>
        <p:spPr>
          <a:xfrm>
            <a:off x="5184843" y="4300641"/>
            <a:ext cx="3229579" cy="922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0" name="Group 137"/>
          <p:cNvGrpSpPr/>
          <p:nvPr/>
        </p:nvGrpSpPr>
        <p:grpSpPr>
          <a:xfrm>
            <a:off x="5474967" y="2270621"/>
            <a:ext cx="259518" cy="1995414"/>
            <a:chOff x="1074408" y="1485901"/>
            <a:chExt cx="214311" cy="1647821"/>
          </a:xfrm>
        </p:grpSpPr>
        <p:cxnSp>
          <p:nvCxnSpPr>
            <p:cNvPr id="81" name="Straight Connector 80"/>
            <p:cNvCxnSpPr/>
            <p:nvPr/>
          </p:nvCxnSpPr>
          <p:spPr>
            <a:xfrm rot="16200000" flipV="1">
              <a:off x="359569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ounded Rectangle 81"/>
            <p:cNvSpPr/>
            <p:nvPr/>
          </p:nvSpPr>
          <p:spPr>
            <a:xfrm>
              <a:off x="1074408" y="2190750"/>
              <a:ext cx="214311" cy="94297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3" name="Group 138"/>
          <p:cNvGrpSpPr/>
          <p:nvPr/>
        </p:nvGrpSpPr>
        <p:grpSpPr>
          <a:xfrm>
            <a:off x="5934493" y="2270621"/>
            <a:ext cx="259518" cy="1995414"/>
            <a:chOff x="1447800" y="1485901"/>
            <a:chExt cx="214311" cy="1647821"/>
          </a:xfrm>
        </p:grpSpPr>
        <p:cxnSp>
          <p:nvCxnSpPr>
            <p:cNvPr id="84" name="Straight Connector 83"/>
            <p:cNvCxnSpPr/>
            <p:nvPr/>
          </p:nvCxnSpPr>
          <p:spPr>
            <a:xfrm rot="16200000" flipV="1">
              <a:off x="732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ounded Rectangle 84"/>
            <p:cNvSpPr/>
            <p:nvPr/>
          </p:nvSpPr>
          <p:spPr>
            <a:xfrm>
              <a:off x="1447800" y="1962150"/>
              <a:ext cx="214311" cy="11715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6" name="Group 139"/>
          <p:cNvGrpSpPr/>
          <p:nvPr/>
        </p:nvGrpSpPr>
        <p:grpSpPr>
          <a:xfrm>
            <a:off x="6394018" y="2270621"/>
            <a:ext cx="259518" cy="1995414"/>
            <a:chOff x="1828800" y="1485901"/>
            <a:chExt cx="214311" cy="1647821"/>
          </a:xfrm>
        </p:grpSpPr>
        <p:cxnSp>
          <p:nvCxnSpPr>
            <p:cNvPr id="87" name="Straight Connector 86"/>
            <p:cNvCxnSpPr/>
            <p:nvPr/>
          </p:nvCxnSpPr>
          <p:spPr>
            <a:xfrm rot="16200000" flipV="1">
              <a:off x="1113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ounded Rectangle 87"/>
            <p:cNvSpPr/>
            <p:nvPr/>
          </p:nvSpPr>
          <p:spPr>
            <a:xfrm>
              <a:off x="1828800" y="1809750"/>
              <a:ext cx="214311" cy="1323972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9" name="Group 140"/>
          <p:cNvGrpSpPr/>
          <p:nvPr/>
        </p:nvGrpSpPr>
        <p:grpSpPr>
          <a:xfrm>
            <a:off x="6853544" y="2270621"/>
            <a:ext cx="259518" cy="1995414"/>
            <a:chOff x="2209800" y="1485901"/>
            <a:chExt cx="214311" cy="1647821"/>
          </a:xfrm>
        </p:grpSpPr>
        <p:cxnSp>
          <p:nvCxnSpPr>
            <p:cNvPr id="90" name="Straight Connector 89"/>
            <p:cNvCxnSpPr/>
            <p:nvPr/>
          </p:nvCxnSpPr>
          <p:spPr>
            <a:xfrm rot="16200000" flipV="1">
              <a:off x="1494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>
              <a:off x="2209800" y="2419350"/>
              <a:ext cx="214311" cy="714372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2" name="Group 141"/>
          <p:cNvGrpSpPr/>
          <p:nvPr/>
        </p:nvGrpSpPr>
        <p:grpSpPr>
          <a:xfrm>
            <a:off x="7313069" y="2270621"/>
            <a:ext cx="259518" cy="1995414"/>
            <a:chOff x="2667000" y="1485901"/>
            <a:chExt cx="214311" cy="1647821"/>
          </a:xfrm>
        </p:grpSpPr>
        <p:cxnSp>
          <p:nvCxnSpPr>
            <p:cNvPr id="93" name="Straight Connector 92"/>
            <p:cNvCxnSpPr/>
            <p:nvPr/>
          </p:nvCxnSpPr>
          <p:spPr>
            <a:xfrm rot="16200000" flipV="1">
              <a:off x="19521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ounded Rectangle 93"/>
            <p:cNvSpPr/>
            <p:nvPr/>
          </p:nvSpPr>
          <p:spPr>
            <a:xfrm>
              <a:off x="2667000" y="1962150"/>
              <a:ext cx="214311" cy="117157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5" name="Group 142"/>
          <p:cNvGrpSpPr/>
          <p:nvPr/>
        </p:nvGrpSpPr>
        <p:grpSpPr>
          <a:xfrm>
            <a:off x="7772597" y="2270621"/>
            <a:ext cx="259518" cy="1995414"/>
            <a:chOff x="2971800" y="1485901"/>
            <a:chExt cx="214311" cy="1647821"/>
          </a:xfrm>
        </p:grpSpPr>
        <p:cxnSp>
          <p:nvCxnSpPr>
            <p:cNvPr id="96" name="Straight Connector 95"/>
            <p:cNvCxnSpPr/>
            <p:nvPr/>
          </p:nvCxnSpPr>
          <p:spPr>
            <a:xfrm rot="16200000" flipV="1">
              <a:off x="2256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ounded Rectangle 96"/>
            <p:cNvSpPr/>
            <p:nvPr/>
          </p:nvSpPr>
          <p:spPr>
            <a:xfrm>
              <a:off x="2971800" y="1809750"/>
              <a:ext cx="214311" cy="1323972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8" name="Rectangle 97"/>
          <p:cNvSpPr/>
          <p:nvPr/>
        </p:nvSpPr>
        <p:spPr>
          <a:xfrm>
            <a:off x="5533335" y="4487820"/>
            <a:ext cx="190232" cy="20498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96169" y="4487820"/>
            <a:ext cx="190232" cy="20498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59003" y="4487820"/>
            <a:ext cx="190232" cy="20498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21837" y="4487820"/>
            <a:ext cx="190232" cy="20498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84671" y="4487820"/>
            <a:ext cx="190232" cy="20498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847507" y="4487820"/>
            <a:ext cx="190232" cy="20498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80</a:t>
            </a:r>
          </a:p>
        </p:txBody>
      </p:sp>
      <p:sp>
        <p:nvSpPr>
          <p:cNvPr id="104" name="Text Placeholder 3"/>
          <p:cNvSpPr txBox="1">
            <a:spLocks/>
          </p:cNvSpPr>
          <p:nvPr/>
        </p:nvSpPr>
        <p:spPr>
          <a:xfrm>
            <a:off x="2396331" y="5530334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5" name="Text Placeholder 3"/>
          <p:cNvSpPr txBox="1">
            <a:spLocks/>
          </p:cNvSpPr>
          <p:nvPr/>
        </p:nvSpPr>
        <p:spPr>
          <a:xfrm>
            <a:off x="3949700" y="5530334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503069" y="5530334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7" name="Text Placeholder 3"/>
          <p:cNvSpPr txBox="1">
            <a:spLocks/>
          </p:cNvSpPr>
          <p:nvPr/>
        </p:nvSpPr>
        <p:spPr>
          <a:xfrm>
            <a:off x="7056438" y="5530334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4210404" y="4800600"/>
            <a:ext cx="606998" cy="606998"/>
            <a:chOff x="2080169" y="3460175"/>
            <a:chExt cx="1140222" cy="1140222"/>
          </a:xfrm>
        </p:grpSpPr>
        <p:sp>
          <p:nvSpPr>
            <p:cNvPr id="109" name="Oval 108"/>
            <p:cNvSpPr/>
            <p:nvPr/>
          </p:nvSpPr>
          <p:spPr>
            <a:xfrm>
              <a:off x="2080169" y="3460175"/>
              <a:ext cx="1140222" cy="114022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Freeform 86"/>
            <p:cNvSpPr>
              <a:spLocks noEditPoints="1"/>
            </p:cNvSpPr>
            <p:nvPr/>
          </p:nvSpPr>
          <p:spPr bwMode="auto">
            <a:xfrm>
              <a:off x="2509323" y="3793121"/>
              <a:ext cx="281914" cy="474330"/>
            </a:xfrm>
            <a:custGeom>
              <a:avLst/>
              <a:gdLst/>
              <a:ahLst/>
              <a:cxnLst>
                <a:cxn ang="0">
                  <a:pos x="29" y="44"/>
                </a:cxn>
                <a:cxn ang="0">
                  <a:pos x="24" y="49"/>
                </a:cxn>
                <a:cxn ang="0">
                  <a:pos x="5" y="49"/>
                </a:cxn>
                <a:cxn ang="0">
                  <a:pos x="0" y="4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24" y="0"/>
                </a:cxn>
                <a:cxn ang="0">
                  <a:pos x="29" y="5"/>
                </a:cxn>
                <a:cxn ang="0">
                  <a:pos x="29" y="44"/>
                </a:cxn>
                <a:cxn ang="0">
                  <a:pos x="25" y="11"/>
                </a:cxn>
                <a:cxn ang="0">
                  <a:pos x="24" y="10"/>
                </a:cxn>
                <a:cxn ang="0">
                  <a:pos x="5" y="10"/>
                </a:cxn>
                <a:cxn ang="0">
                  <a:pos x="3" y="11"/>
                </a:cxn>
                <a:cxn ang="0">
                  <a:pos x="3" y="38"/>
                </a:cxn>
                <a:cxn ang="0">
                  <a:pos x="5" y="39"/>
                </a:cxn>
                <a:cxn ang="0">
                  <a:pos x="24" y="39"/>
                </a:cxn>
                <a:cxn ang="0">
                  <a:pos x="25" y="38"/>
                </a:cxn>
                <a:cxn ang="0">
                  <a:pos x="25" y="11"/>
                </a:cxn>
                <a:cxn ang="0">
                  <a:pos x="17" y="5"/>
                </a:cxn>
                <a:cxn ang="0">
                  <a:pos x="11" y="5"/>
                </a:cxn>
                <a:cxn ang="0">
                  <a:pos x="11" y="6"/>
                </a:cxn>
                <a:cxn ang="0">
                  <a:pos x="11" y="6"/>
                </a:cxn>
                <a:cxn ang="0">
                  <a:pos x="17" y="6"/>
                </a:cxn>
                <a:cxn ang="0">
                  <a:pos x="18" y="6"/>
                </a:cxn>
                <a:cxn ang="0">
                  <a:pos x="17" y="5"/>
                </a:cxn>
                <a:cxn ang="0">
                  <a:pos x="14" y="41"/>
                </a:cxn>
                <a:cxn ang="0">
                  <a:pos x="11" y="44"/>
                </a:cxn>
                <a:cxn ang="0">
                  <a:pos x="14" y="47"/>
                </a:cxn>
                <a:cxn ang="0">
                  <a:pos x="17" y="44"/>
                </a:cxn>
                <a:cxn ang="0">
                  <a:pos x="14" y="41"/>
                </a:cxn>
              </a:cxnLst>
              <a:rect l="0" t="0" r="r" b="b"/>
              <a:pathLst>
                <a:path w="29" h="49">
                  <a:moveTo>
                    <a:pt x="29" y="44"/>
                  </a:moveTo>
                  <a:cubicBezTo>
                    <a:pt x="29" y="47"/>
                    <a:pt x="27" y="49"/>
                    <a:pt x="24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0" y="47"/>
                    <a:pt x="0" y="4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7" y="0"/>
                    <a:pt x="29" y="3"/>
                    <a:pt x="29" y="5"/>
                  </a:cubicBezTo>
                  <a:lnTo>
                    <a:pt x="29" y="44"/>
                  </a:lnTo>
                  <a:close/>
                  <a:moveTo>
                    <a:pt x="25" y="11"/>
                  </a:moveTo>
                  <a:cubicBezTo>
                    <a:pt x="25" y="11"/>
                    <a:pt x="25" y="10"/>
                    <a:pt x="2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3" y="11"/>
                    <a:pt x="3" y="1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9"/>
                    <a:pt x="4" y="39"/>
                    <a:pt x="5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5" y="38"/>
                  </a:cubicBezTo>
                  <a:lnTo>
                    <a:pt x="25" y="11"/>
                  </a:lnTo>
                  <a:close/>
                  <a:moveTo>
                    <a:pt x="17" y="5"/>
                  </a:move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5"/>
                    <a:pt x="17" y="5"/>
                  </a:cubicBezTo>
                  <a:close/>
                  <a:moveTo>
                    <a:pt x="14" y="41"/>
                  </a:moveTo>
                  <a:cubicBezTo>
                    <a:pt x="13" y="41"/>
                    <a:pt x="11" y="42"/>
                    <a:pt x="11" y="44"/>
                  </a:cubicBezTo>
                  <a:cubicBezTo>
                    <a:pt x="11" y="46"/>
                    <a:pt x="13" y="47"/>
                    <a:pt x="14" y="47"/>
                  </a:cubicBezTo>
                  <a:cubicBezTo>
                    <a:pt x="16" y="47"/>
                    <a:pt x="17" y="46"/>
                    <a:pt x="17" y="44"/>
                  </a:cubicBezTo>
                  <a:cubicBezTo>
                    <a:pt x="17" y="42"/>
                    <a:pt x="16" y="41"/>
                    <a:pt x="14" y="4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2661323" y="4800600"/>
            <a:ext cx="606998" cy="606998"/>
            <a:chOff x="1256602" y="1660128"/>
            <a:chExt cx="1140222" cy="1140222"/>
          </a:xfrm>
        </p:grpSpPr>
        <p:sp>
          <p:nvSpPr>
            <p:cNvPr id="112" name="Oval 111"/>
            <p:cNvSpPr/>
            <p:nvPr/>
          </p:nvSpPr>
          <p:spPr>
            <a:xfrm>
              <a:off x="1256602" y="1660128"/>
              <a:ext cx="1140222" cy="114022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Freeform 112"/>
            <p:cNvSpPr>
              <a:spLocks noEditPoints="1"/>
            </p:cNvSpPr>
            <p:nvPr/>
          </p:nvSpPr>
          <p:spPr bwMode="auto">
            <a:xfrm>
              <a:off x="1620882" y="2053067"/>
              <a:ext cx="411662" cy="354344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7308564" y="4800600"/>
            <a:ext cx="606998" cy="606998"/>
            <a:chOff x="6822500" y="3345875"/>
            <a:chExt cx="997525" cy="997525"/>
          </a:xfrm>
        </p:grpSpPr>
        <p:sp>
          <p:nvSpPr>
            <p:cNvPr id="115" name="Oval 114"/>
            <p:cNvSpPr/>
            <p:nvPr/>
          </p:nvSpPr>
          <p:spPr>
            <a:xfrm>
              <a:off x="6822500" y="3345875"/>
              <a:ext cx="997525" cy="9975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Freeform 176"/>
            <p:cNvSpPr>
              <a:spLocks noEditPoints="1"/>
            </p:cNvSpPr>
            <p:nvPr/>
          </p:nvSpPr>
          <p:spPr bwMode="auto">
            <a:xfrm>
              <a:off x="7087900" y="3658900"/>
              <a:ext cx="466725" cy="371475"/>
            </a:xfrm>
            <a:custGeom>
              <a:avLst/>
              <a:gdLst/>
              <a:ahLst/>
              <a:cxnLst>
                <a:cxn ang="0">
                  <a:pos x="53" y="20"/>
                </a:cxn>
                <a:cxn ang="0">
                  <a:pos x="26" y="39"/>
                </a:cxn>
                <a:cxn ang="0">
                  <a:pos x="20" y="39"/>
                </a:cxn>
                <a:cxn ang="0">
                  <a:pos x="9" y="44"/>
                </a:cxn>
                <a:cxn ang="0">
                  <a:pos x="6" y="44"/>
                </a:cxn>
                <a:cxn ang="0">
                  <a:pos x="6" y="44"/>
                </a:cxn>
                <a:cxn ang="0">
                  <a:pos x="5" y="43"/>
                </a:cxn>
                <a:cxn ang="0">
                  <a:pos x="5" y="41"/>
                </a:cxn>
                <a:cxn ang="0">
                  <a:pos x="10" y="35"/>
                </a:cxn>
                <a:cxn ang="0">
                  <a:pos x="0" y="20"/>
                </a:cxn>
                <a:cxn ang="0">
                  <a:pos x="26" y="0"/>
                </a:cxn>
                <a:cxn ang="0">
                  <a:pos x="53" y="20"/>
                </a:cxn>
                <a:cxn ang="0">
                  <a:pos x="5" y="20"/>
                </a:cxn>
                <a:cxn ang="0">
                  <a:pos x="12" y="31"/>
                </a:cxn>
                <a:cxn ang="0">
                  <a:pos x="16" y="33"/>
                </a:cxn>
                <a:cxn ang="0">
                  <a:pos x="15" y="36"/>
                </a:cxn>
                <a:cxn ang="0">
                  <a:pos x="17" y="35"/>
                </a:cxn>
                <a:cxn ang="0">
                  <a:pos x="19" y="34"/>
                </a:cxn>
                <a:cxn ang="0">
                  <a:pos x="21" y="34"/>
                </a:cxn>
                <a:cxn ang="0">
                  <a:pos x="26" y="34"/>
                </a:cxn>
                <a:cxn ang="0">
                  <a:pos x="48" y="20"/>
                </a:cxn>
                <a:cxn ang="0">
                  <a:pos x="26" y="5"/>
                </a:cxn>
                <a:cxn ang="0">
                  <a:pos x="5" y="20"/>
                </a:cxn>
                <a:cxn ang="0">
                  <a:pos x="62" y="51"/>
                </a:cxn>
                <a:cxn ang="0">
                  <a:pos x="63" y="53"/>
                </a:cxn>
                <a:cxn ang="0">
                  <a:pos x="62" y="54"/>
                </a:cxn>
                <a:cxn ang="0">
                  <a:pos x="58" y="53"/>
                </a:cxn>
                <a:cxn ang="0">
                  <a:pos x="48" y="48"/>
                </a:cxn>
                <a:cxn ang="0">
                  <a:pos x="41" y="49"/>
                </a:cxn>
                <a:cxn ang="0">
                  <a:pos x="23" y="44"/>
                </a:cxn>
                <a:cxn ang="0">
                  <a:pos x="26" y="44"/>
                </a:cxn>
                <a:cxn ang="0">
                  <a:pos x="48" y="38"/>
                </a:cxn>
                <a:cxn ang="0">
                  <a:pos x="58" y="20"/>
                </a:cxn>
                <a:cxn ang="0">
                  <a:pos x="57" y="14"/>
                </a:cxn>
                <a:cxn ang="0">
                  <a:pos x="68" y="30"/>
                </a:cxn>
                <a:cxn ang="0">
                  <a:pos x="58" y="45"/>
                </a:cxn>
                <a:cxn ang="0">
                  <a:pos x="62" y="51"/>
                </a:cxn>
              </a:cxnLst>
              <a:rect l="0" t="0" r="r" b="b"/>
              <a:pathLst>
                <a:path w="68" h="54">
                  <a:moveTo>
                    <a:pt x="53" y="20"/>
                  </a:moveTo>
                  <a:cubicBezTo>
                    <a:pt x="53" y="31"/>
                    <a:pt x="41" y="39"/>
                    <a:pt x="26" y="39"/>
                  </a:cubicBezTo>
                  <a:cubicBezTo>
                    <a:pt x="24" y="39"/>
                    <a:pt x="22" y="39"/>
                    <a:pt x="20" y="39"/>
                  </a:cubicBezTo>
                  <a:cubicBezTo>
                    <a:pt x="17" y="41"/>
                    <a:pt x="13" y="43"/>
                    <a:pt x="9" y="44"/>
                  </a:cubicBezTo>
                  <a:cubicBezTo>
                    <a:pt x="8" y="44"/>
                    <a:pt x="7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3"/>
                  </a:cubicBezTo>
                  <a:cubicBezTo>
                    <a:pt x="5" y="42"/>
                    <a:pt x="5" y="42"/>
                    <a:pt x="5" y="41"/>
                  </a:cubicBezTo>
                  <a:cubicBezTo>
                    <a:pt x="7" y="40"/>
                    <a:pt x="9" y="38"/>
                    <a:pt x="10" y="35"/>
                  </a:cubicBezTo>
                  <a:cubicBezTo>
                    <a:pt x="4" y="32"/>
                    <a:pt x="0" y="26"/>
                    <a:pt x="0" y="20"/>
                  </a:cubicBezTo>
                  <a:cubicBezTo>
                    <a:pt x="0" y="9"/>
                    <a:pt x="12" y="0"/>
                    <a:pt x="26" y="0"/>
                  </a:cubicBezTo>
                  <a:cubicBezTo>
                    <a:pt x="41" y="0"/>
                    <a:pt x="53" y="9"/>
                    <a:pt x="53" y="20"/>
                  </a:cubicBezTo>
                  <a:close/>
                  <a:moveTo>
                    <a:pt x="5" y="20"/>
                  </a:moveTo>
                  <a:cubicBezTo>
                    <a:pt x="5" y="24"/>
                    <a:pt x="7" y="28"/>
                    <a:pt x="12" y="3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6" y="35"/>
                    <a:pt x="17" y="35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3" y="34"/>
                    <a:pt x="25" y="34"/>
                    <a:pt x="26" y="34"/>
                  </a:cubicBezTo>
                  <a:cubicBezTo>
                    <a:pt x="38" y="34"/>
                    <a:pt x="48" y="28"/>
                    <a:pt x="48" y="20"/>
                  </a:cubicBezTo>
                  <a:cubicBezTo>
                    <a:pt x="48" y="12"/>
                    <a:pt x="38" y="5"/>
                    <a:pt x="26" y="5"/>
                  </a:cubicBezTo>
                  <a:cubicBezTo>
                    <a:pt x="15" y="5"/>
                    <a:pt x="5" y="12"/>
                    <a:pt x="5" y="20"/>
                  </a:cubicBezTo>
                  <a:close/>
                  <a:moveTo>
                    <a:pt x="62" y="51"/>
                  </a:moveTo>
                  <a:cubicBezTo>
                    <a:pt x="63" y="52"/>
                    <a:pt x="63" y="52"/>
                    <a:pt x="63" y="53"/>
                  </a:cubicBezTo>
                  <a:cubicBezTo>
                    <a:pt x="63" y="53"/>
                    <a:pt x="62" y="54"/>
                    <a:pt x="62" y="54"/>
                  </a:cubicBezTo>
                  <a:cubicBezTo>
                    <a:pt x="60" y="54"/>
                    <a:pt x="59" y="54"/>
                    <a:pt x="58" y="53"/>
                  </a:cubicBezTo>
                  <a:cubicBezTo>
                    <a:pt x="54" y="52"/>
                    <a:pt x="51" y="51"/>
                    <a:pt x="48" y="48"/>
                  </a:cubicBezTo>
                  <a:cubicBezTo>
                    <a:pt x="46" y="49"/>
                    <a:pt x="43" y="49"/>
                    <a:pt x="41" y="49"/>
                  </a:cubicBezTo>
                  <a:cubicBezTo>
                    <a:pt x="34" y="49"/>
                    <a:pt x="28" y="47"/>
                    <a:pt x="23" y="44"/>
                  </a:cubicBezTo>
                  <a:cubicBezTo>
                    <a:pt x="24" y="44"/>
                    <a:pt x="25" y="44"/>
                    <a:pt x="26" y="44"/>
                  </a:cubicBezTo>
                  <a:cubicBezTo>
                    <a:pt x="35" y="44"/>
                    <a:pt x="42" y="42"/>
                    <a:pt x="48" y="38"/>
                  </a:cubicBezTo>
                  <a:cubicBezTo>
                    <a:pt x="55" y="33"/>
                    <a:pt x="58" y="27"/>
                    <a:pt x="58" y="20"/>
                  </a:cubicBezTo>
                  <a:cubicBezTo>
                    <a:pt x="58" y="18"/>
                    <a:pt x="58" y="16"/>
                    <a:pt x="57" y="14"/>
                  </a:cubicBezTo>
                  <a:cubicBezTo>
                    <a:pt x="64" y="18"/>
                    <a:pt x="68" y="23"/>
                    <a:pt x="68" y="30"/>
                  </a:cubicBezTo>
                  <a:cubicBezTo>
                    <a:pt x="68" y="36"/>
                    <a:pt x="64" y="41"/>
                    <a:pt x="58" y="45"/>
                  </a:cubicBezTo>
                  <a:cubicBezTo>
                    <a:pt x="59" y="48"/>
                    <a:pt x="61" y="49"/>
                    <a:pt x="62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5759484" y="4800600"/>
            <a:ext cx="606998" cy="606998"/>
            <a:chOff x="6251178" y="1443653"/>
            <a:chExt cx="1140222" cy="1140222"/>
          </a:xfrm>
        </p:grpSpPr>
        <p:sp>
          <p:nvSpPr>
            <p:cNvPr id="118" name="Oval 117"/>
            <p:cNvSpPr/>
            <p:nvPr/>
          </p:nvSpPr>
          <p:spPr>
            <a:xfrm>
              <a:off x="6251178" y="1443653"/>
              <a:ext cx="1140222" cy="114022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Freeform 178"/>
            <p:cNvSpPr>
              <a:spLocks noEditPoints="1"/>
            </p:cNvSpPr>
            <p:nvPr/>
          </p:nvSpPr>
          <p:spPr bwMode="auto">
            <a:xfrm>
              <a:off x="6615458" y="1858739"/>
              <a:ext cx="411662" cy="310050"/>
            </a:xfrm>
            <a:custGeom>
              <a:avLst/>
              <a:gdLst/>
              <a:ahLst/>
              <a:cxnLst>
                <a:cxn ang="0">
                  <a:pos x="158" y="119"/>
                </a:cxn>
                <a:cxn ang="0">
                  <a:pos x="0" y="119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9" y="108"/>
                </a:cxn>
                <a:cxn ang="0">
                  <a:pos x="158" y="108"/>
                </a:cxn>
                <a:cxn ang="0">
                  <a:pos x="158" y="119"/>
                </a:cxn>
                <a:cxn ang="0">
                  <a:pos x="50" y="99"/>
                </a:cxn>
                <a:cxn ang="0">
                  <a:pos x="29" y="99"/>
                </a:cxn>
                <a:cxn ang="0">
                  <a:pos x="29" y="60"/>
                </a:cxn>
                <a:cxn ang="0">
                  <a:pos x="50" y="60"/>
                </a:cxn>
                <a:cxn ang="0">
                  <a:pos x="50" y="99"/>
                </a:cxn>
                <a:cxn ang="0">
                  <a:pos x="78" y="99"/>
                </a:cxn>
                <a:cxn ang="0">
                  <a:pos x="59" y="99"/>
                </a:cxn>
                <a:cxn ang="0">
                  <a:pos x="59" y="19"/>
                </a:cxn>
                <a:cxn ang="0">
                  <a:pos x="78" y="19"/>
                </a:cxn>
                <a:cxn ang="0">
                  <a:pos x="78" y="99"/>
                </a:cxn>
                <a:cxn ang="0">
                  <a:pos x="109" y="99"/>
                </a:cxn>
                <a:cxn ang="0">
                  <a:pos x="89" y="99"/>
                </a:cxn>
                <a:cxn ang="0">
                  <a:pos x="89" y="39"/>
                </a:cxn>
                <a:cxn ang="0">
                  <a:pos x="109" y="39"/>
                </a:cxn>
                <a:cxn ang="0">
                  <a:pos x="109" y="99"/>
                </a:cxn>
                <a:cxn ang="0">
                  <a:pos x="139" y="99"/>
                </a:cxn>
                <a:cxn ang="0">
                  <a:pos x="119" y="99"/>
                </a:cxn>
                <a:cxn ang="0">
                  <a:pos x="119" y="11"/>
                </a:cxn>
                <a:cxn ang="0">
                  <a:pos x="139" y="11"/>
                </a:cxn>
                <a:cxn ang="0">
                  <a:pos x="139" y="99"/>
                </a:cxn>
              </a:cxnLst>
              <a:rect l="0" t="0" r="r" b="b"/>
              <a:pathLst>
                <a:path w="158" h="119">
                  <a:moveTo>
                    <a:pt x="158" y="11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8"/>
                  </a:lnTo>
                  <a:lnTo>
                    <a:pt x="158" y="108"/>
                  </a:lnTo>
                  <a:lnTo>
                    <a:pt x="158" y="119"/>
                  </a:lnTo>
                  <a:close/>
                  <a:moveTo>
                    <a:pt x="50" y="99"/>
                  </a:moveTo>
                  <a:lnTo>
                    <a:pt x="29" y="99"/>
                  </a:lnTo>
                  <a:lnTo>
                    <a:pt x="29" y="60"/>
                  </a:lnTo>
                  <a:lnTo>
                    <a:pt x="50" y="60"/>
                  </a:lnTo>
                  <a:lnTo>
                    <a:pt x="50" y="99"/>
                  </a:lnTo>
                  <a:close/>
                  <a:moveTo>
                    <a:pt x="78" y="99"/>
                  </a:moveTo>
                  <a:lnTo>
                    <a:pt x="59" y="99"/>
                  </a:lnTo>
                  <a:lnTo>
                    <a:pt x="59" y="19"/>
                  </a:lnTo>
                  <a:lnTo>
                    <a:pt x="78" y="19"/>
                  </a:lnTo>
                  <a:lnTo>
                    <a:pt x="78" y="99"/>
                  </a:lnTo>
                  <a:close/>
                  <a:moveTo>
                    <a:pt x="109" y="99"/>
                  </a:moveTo>
                  <a:lnTo>
                    <a:pt x="89" y="99"/>
                  </a:lnTo>
                  <a:lnTo>
                    <a:pt x="89" y="39"/>
                  </a:lnTo>
                  <a:lnTo>
                    <a:pt x="109" y="39"/>
                  </a:lnTo>
                  <a:lnTo>
                    <a:pt x="109" y="99"/>
                  </a:lnTo>
                  <a:close/>
                  <a:moveTo>
                    <a:pt x="139" y="99"/>
                  </a:moveTo>
                  <a:lnTo>
                    <a:pt x="119" y="99"/>
                  </a:lnTo>
                  <a:lnTo>
                    <a:pt x="119" y="11"/>
                  </a:lnTo>
                  <a:lnTo>
                    <a:pt x="139" y="11"/>
                  </a:lnTo>
                  <a:lnTo>
                    <a:pt x="139" y="9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0" name="Text Placeholder 3"/>
          <p:cNvSpPr txBox="1">
            <a:spLocks/>
          </p:cNvSpPr>
          <p:nvPr/>
        </p:nvSpPr>
        <p:spPr>
          <a:xfrm>
            <a:off x="842962" y="5530334"/>
            <a:ext cx="1111250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21" name="Group 120"/>
          <p:cNvGrpSpPr/>
          <p:nvPr/>
        </p:nvGrpSpPr>
        <p:grpSpPr>
          <a:xfrm>
            <a:off x="1112242" y="4800600"/>
            <a:ext cx="606998" cy="606998"/>
            <a:chOff x="4163440" y="2842640"/>
            <a:chExt cx="915962" cy="915962"/>
          </a:xfrm>
        </p:grpSpPr>
        <p:sp>
          <p:nvSpPr>
            <p:cNvPr id="122" name="Oval 121"/>
            <p:cNvSpPr/>
            <p:nvPr/>
          </p:nvSpPr>
          <p:spPr>
            <a:xfrm>
              <a:off x="4163440" y="2842640"/>
              <a:ext cx="915962" cy="9159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Freeform 166"/>
            <p:cNvSpPr>
              <a:spLocks noEditPoints="1"/>
            </p:cNvSpPr>
            <p:nvPr/>
          </p:nvSpPr>
          <p:spPr bwMode="auto">
            <a:xfrm>
              <a:off x="4433049" y="3110863"/>
              <a:ext cx="376745" cy="379516"/>
            </a:xfrm>
            <a:custGeom>
              <a:avLst/>
              <a:gdLst/>
              <a:ahLst/>
              <a:cxnLst>
                <a:cxn ang="0">
                  <a:pos x="1" y="42"/>
                </a:cxn>
                <a:cxn ang="0">
                  <a:pos x="1" y="40"/>
                </a:cxn>
                <a:cxn ang="0">
                  <a:pos x="14" y="41"/>
                </a:cxn>
                <a:cxn ang="0">
                  <a:pos x="30" y="19"/>
                </a:cxn>
                <a:cxn ang="0">
                  <a:pos x="17" y="8"/>
                </a:cxn>
                <a:cxn ang="0">
                  <a:pos x="9" y="14"/>
                </a:cxn>
                <a:cxn ang="0">
                  <a:pos x="9" y="19"/>
                </a:cxn>
                <a:cxn ang="0">
                  <a:pos x="18" y="39"/>
                </a:cxn>
                <a:cxn ang="0">
                  <a:pos x="4" y="24"/>
                </a:cxn>
                <a:cxn ang="0">
                  <a:pos x="4" y="9"/>
                </a:cxn>
                <a:cxn ang="0">
                  <a:pos x="17" y="0"/>
                </a:cxn>
                <a:cxn ang="0">
                  <a:pos x="37" y="16"/>
                </a:cxn>
                <a:cxn ang="0">
                  <a:pos x="30" y="19"/>
                </a:cxn>
                <a:cxn ang="0">
                  <a:pos x="6" y="58"/>
                </a:cxn>
                <a:cxn ang="0">
                  <a:pos x="5" y="56"/>
                </a:cxn>
                <a:cxn ang="0">
                  <a:pos x="16" y="46"/>
                </a:cxn>
                <a:cxn ang="0">
                  <a:pos x="7" y="58"/>
                </a:cxn>
                <a:cxn ang="0">
                  <a:pos x="22" y="63"/>
                </a:cxn>
                <a:cxn ang="0">
                  <a:pos x="20" y="49"/>
                </a:cxn>
                <a:cxn ang="0">
                  <a:pos x="23" y="49"/>
                </a:cxn>
                <a:cxn ang="0">
                  <a:pos x="59" y="54"/>
                </a:cxn>
                <a:cxn ang="0">
                  <a:pos x="46" y="62"/>
                </a:cxn>
                <a:cxn ang="0">
                  <a:pos x="25" y="46"/>
                </a:cxn>
                <a:cxn ang="0">
                  <a:pos x="33" y="43"/>
                </a:cxn>
                <a:cxn ang="0">
                  <a:pos x="48" y="54"/>
                </a:cxn>
                <a:cxn ang="0">
                  <a:pos x="55" y="46"/>
                </a:cxn>
                <a:cxn ang="0">
                  <a:pos x="44" y="33"/>
                </a:cxn>
                <a:cxn ang="0">
                  <a:pos x="46" y="25"/>
                </a:cxn>
                <a:cxn ang="0">
                  <a:pos x="62" y="46"/>
                </a:cxn>
                <a:cxn ang="0">
                  <a:pos x="42" y="13"/>
                </a:cxn>
                <a:cxn ang="0">
                  <a:pos x="40" y="13"/>
                </a:cxn>
                <a:cxn ang="0">
                  <a:pos x="41" y="0"/>
                </a:cxn>
                <a:cxn ang="0">
                  <a:pos x="42" y="13"/>
                </a:cxn>
                <a:cxn ang="0">
                  <a:pos x="47" y="17"/>
                </a:cxn>
                <a:cxn ang="0">
                  <a:pos x="46" y="15"/>
                </a:cxn>
                <a:cxn ang="0">
                  <a:pos x="58" y="5"/>
                </a:cxn>
                <a:cxn ang="0">
                  <a:pos x="48" y="16"/>
                </a:cxn>
                <a:cxn ang="0">
                  <a:pos x="50" y="23"/>
                </a:cxn>
                <a:cxn ang="0">
                  <a:pos x="50" y="20"/>
                </a:cxn>
                <a:cxn ang="0">
                  <a:pos x="63" y="22"/>
                </a:cxn>
              </a:cxnLst>
              <a:rect l="0" t="0" r="r" b="b"/>
              <a:pathLst>
                <a:path w="63" h="63">
                  <a:moveTo>
                    <a:pt x="13" y="42"/>
                  </a:moveTo>
                  <a:cubicBezTo>
                    <a:pt x="1" y="42"/>
                    <a:pt x="1" y="42"/>
                    <a:pt x="1" y="42"/>
                  </a:cubicBezTo>
                  <a:cubicBezTo>
                    <a:pt x="0" y="42"/>
                    <a:pt x="0" y="42"/>
                    <a:pt x="0" y="41"/>
                  </a:cubicBezTo>
                  <a:cubicBezTo>
                    <a:pt x="0" y="40"/>
                    <a:pt x="0" y="40"/>
                    <a:pt x="1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0"/>
                    <a:pt x="14" y="40"/>
                    <a:pt x="14" y="41"/>
                  </a:cubicBezTo>
                  <a:cubicBezTo>
                    <a:pt x="14" y="42"/>
                    <a:pt x="14" y="42"/>
                    <a:pt x="13" y="42"/>
                  </a:cubicBezTo>
                  <a:close/>
                  <a:moveTo>
                    <a:pt x="30" y="19"/>
                  </a:moveTo>
                  <a:cubicBezTo>
                    <a:pt x="19" y="9"/>
                    <a:pt x="19" y="9"/>
                    <a:pt x="19" y="9"/>
                  </a:cubicBezTo>
                  <a:cubicBezTo>
                    <a:pt x="19" y="8"/>
                    <a:pt x="18" y="8"/>
                    <a:pt x="17" y="8"/>
                  </a:cubicBezTo>
                  <a:cubicBezTo>
                    <a:pt x="16" y="8"/>
                    <a:pt x="15" y="8"/>
                    <a:pt x="14" y="9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5"/>
                    <a:pt x="8" y="16"/>
                    <a:pt x="8" y="17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8"/>
                    <a:pt x="17" y="38"/>
                    <a:pt x="16" y="37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2"/>
                    <a:pt x="0" y="20"/>
                    <a:pt x="0" y="17"/>
                  </a:cubicBezTo>
                  <a:cubicBezTo>
                    <a:pt x="0" y="14"/>
                    <a:pt x="2" y="11"/>
                    <a:pt x="4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1" y="1"/>
                    <a:pt x="14" y="0"/>
                    <a:pt x="17" y="0"/>
                  </a:cubicBezTo>
                  <a:cubicBezTo>
                    <a:pt x="20" y="0"/>
                    <a:pt x="23" y="1"/>
                    <a:pt x="25" y="4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7"/>
                    <a:pt x="38" y="18"/>
                    <a:pt x="39" y="18"/>
                  </a:cubicBezTo>
                  <a:lnTo>
                    <a:pt x="30" y="19"/>
                  </a:lnTo>
                  <a:close/>
                  <a:moveTo>
                    <a:pt x="7" y="58"/>
                  </a:move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5" y="58"/>
                    <a:pt x="5" y="58"/>
                  </a:cubicBezTo>
                  <a:cubicBezTo>
                    <a:pt x="5" y="57"/>
                    <a:pt x="5" y="56"/>
                    <a:pt x="5" y="5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5" y="46"/>
                    <a:pt x="16" y="46"/>
                    <a:pt x="16" y="46"/>
                  </a:cubicBezTo>
                  <a:cubicBezTo>
                    <a:pt x="17" y="47"/>
                    <a:pt x="17" y="47"/>
                    <a:pt x="16" y="48"/>
                  </a:cubicBezTo>
                  <a:lnTo>
                    <a:pt x="7" y="58"/>
                  </a:lnTo>
                  <a:close/>
                  <a:moveTo>
                    <a:pt x="23" y="62"/>
                  </a:moveTo>
                  <a:cubicBezTo>
                    <a:pt x="23" y="62"/>
                    <a:pt x="22" y="63"/>
                    <a:pt x="22" y="63"/>
                  </a:cubicBezTo>
                  <a:cubicBezTo>
                    <a:pt x="21" y="63"/>
                    <a:pt x="20" y="62"/>
                    <a:pt x="20" y="62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8"/>
                    <a:pt x="22" y="48"/>
                  </a:cubicBezTo>
                  <a:cubicBezTo>
                    <a:pt x="22" y="48"/>
                    <a:pt x="23" y="49"/>
                    <a:pt x="23" y="49"/>
                  </a:cubicBezTo>
                  <a:lnTo>
                    <a:pt x="23" y="62"/>
                  </a:lnTo>
                  <a:close/>
                  <a:moveTo>
                    <a:pt x="59" y="54"/>
                  </a:moveTo>
                  <a:cubicBezTo>
                    <a:pt x="54" y="59"/>
                    <a:pt x="54" y="59"/>
                    <a:pt x="54" y="59"/>
                  </a:cubicBezTo>
                  <a:cubicBezTo>
                    <a:pt x="51" y="61"/>
                    <a:pt x="49" y="62"/>
                    <a:pt x="46" y="62"/>
                  </a:cubicBezTo>
                  <a:cubicBezTo>
                    <a:pt x="43" y="62"/>
                    <a:pt x="40" y="61"/>
                    <a:pt x="38" y="59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4" y="45"/>
                    <a:pt x="24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5" y="55"/>
                    <a:pt x="47" y="55"/>
                    <a:pt x="48" y="5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5" y="47"/>
                    <a:pt x="55" y="46"/>
                  </a:cubicBezTo>
                  <a:cubicBezTo>
                    <a:pt x="55" y="45"/>
                    <a:pt x="55" y="44"/>
                    <a:pt x="54" y="4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5" y="24"/>
                    <a:pt x="46" y="25"/>
                    <a:pt x="46" y="25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40"/>
                    <a:pt x="62" y="43"/>
                    <a:pt x="62" y="46"/>
                  </a:cubicBezTo>
                  <a:cubicBezTo>
                    <a:pt x="62" y="49"/>
                    <a:pt x="61" y="52"/>
                    <a:pt x="59" y="54"/>
                  </a:cubicBezTo>
                  <a:close/>
                  <a:moveTo>
                    <a:pt x="42" y="13"/>
                  </a:moveTo>
                  <a:cubicBezTo>
                    <a:pt x="42" y="14"/>
                    <a:pt x="42" y="14"/>
                    <a:pt x="41" y="14"/>
                  </a:cubicBezTo>
                  <a:cubicBezTo>
                    <a:pt x="40" y="14"/>
                    <a:pt x="40" y="14"/>
                    <a:pt x="40" y="13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0"/>
                    <a:pt x="40" y="0"/>
                    <a:pt x="41" y="0"/>
                  </a:cubicBezTo>
                  <a:cubicBezTo>
                    <a:pt x="42" y="0"/>
                    <a:pt x="42" y="0"/>
                    <a:pt x="42" y="1"/>
                  </a:cubicBezTo>
                  <a:lnTo>
                    <a:pt x="42" y="13"/>
                  </a:lnTo>
                  <a:close/>
                  <a:moveTo>
                    <a:pt x="48" y="16"/>
                  </a:moveTo>
                  <a:cubicBezTo>
                    <a:pt x="48" y="17"/>
                    <a:pt x="47" y="17"/>
                    <a:pt x="47" y="17"/>
                  </a:cubicBezTo>
                  <a:cubicBezTo>
                    <a:pt x="47" y="17"/>
                    <a:pt x="47" y="17"/>
                    <a:pt x="46" y="16"/>
                  </a:cubicBezTo>
                  <a:cubicBezTo>
                    <a:pt x="46" y="16"/>
                    <a:pt x="46" y="15"/>
                    <a:pt x="46" y="15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4"/>
                    <a:pt x="57" y="4"/>
                    <a:pt x="58" y="5"/>
                  </a:cubicBezTo>
                  <a:cubicBezTo>
                    <a:pt x="58" y="5"/>
                    <a:pt x="58" y="6"/>
                    <a:pt x="58" y="7"/>
                  </a:cubicBezTo>
                  <a:lnTo>
                    <a:pt x="48" y="16"/>
                  </a:lnTo>
                  <a:close/>
                  <a:moveTo>
                    <a:pt x="62" y="23"/>
                  </a:moveTo>
                  <a:cubicBezTo>
                    <a:pt x="50" y="23"/>
                    <a:pt x="50" y="23"/>
                    <a:pt x="50" y="23"/>
                  </a:cubicBezTo>
                  <a:cubicBezTo>
                    <a:pt x="49" y="23"/>
                    <a:pt x="48" y="22"/>
                    <a:pt x="48" y="22"/>
                  </a:cubicBezTo>
                  <a:cubicBezTo>
                    <a:pt x="48" y="21"/>
                    <a:pt x="49" y="20"/>
                    <a:pt x="50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2" y="20"/>
                    <a:pt x="63" y="21"/>
                    <a:pt x="63" y="22"/>
                  </a:cubicBezTo>
                  <a:cubicBezTo>
                    <a:pt x="63" y="22"/>
                    <a:pt x="62" y="23"/>
                    <a:pt x="62" y="2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3004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1000"/>
                                        <p:tgtEl>
                                          <p:spTgt spid="5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1000"/>
                                        <p:tgtEl>
                                          <p:spTgt spid="5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1000"/>
                                        <p:tgtEl>
                                          <p:spTgt spid="58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1000"/>
                                        <p:tgtEl>
                                          <p:spTgt spid="58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000"/>
                            </p:stCondLst>
                            <p:childTnLst>
                              <p:par>
                                <p:cTn id="7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500"/>
                            </p:stCondLst>
                            <p:childTnLst>
                              <p:par>
                                <p:cTn id="8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000"/>
                            </p:stCondLst>
                            <p:childTnLst>
                              <p:par>
                                <p:cTn id="9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8" grpId="0">
        <p:bldSub>
          <a:bldChart bld="series"/>
        </p:bldSub>
      </p:bldGraphic>
      <p:bldP spid="79" grpId="0" animBg="1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2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aphicFrame>
        <p:nvGraphicFramePr>
          <p:cNvPr id="82" name="Chart 81"/>
          <p:cNvGraphicFramePr/>
          <p:nvPr/>
        </p:nvGraphicFramePr>
        <p:xfrm>
          <a:off x="4572000" y="2209800"/>
          <a:ext cx="4038601" cy="2656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5" name="Down Arrow Callout 104"/>
          <p:cNvSpPr/>
          <p:nvPr/>
        </p:nvSpPr>
        <p:spPr>
          <a:xfrm>
            <a:off x="5607270" y="2496081"/>
            <a:ext cx="1051314" cy="45256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 Value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3400" y="4788558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54906" y="4788558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776412" y="4788558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97919" y="4788558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19426" y="4788558"/>
            <a:ext cx="1543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 alteration some form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injected.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735933" y="2869892"/>
            <a:ext cx="493586" cy="1778308"/>
            <a:chOff x="669035" y="1189182"/>
            <a:chExt cx="864105" cy="2822743"/>
          </a:xfrm>
        </p:grpSpPr>
        <p:sp>
          <p:nvSpPr>
            <p:cNvPr id="112" name="Rounded Rectangle 27"/>
            <p:cNvSpPr/>
            <p:nvPr/>
          </p:nvSpPr>
          <p:spPr>
            <a:xfrm>
              <a:off x="669035" y="3781497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ounded Rectangle 28"/>
            <p:cNvSpPr/>
            <p:nvPr/>
          </p:nvSpPr>
          <p:spPr>
            <a:xfrm>
              <a:off x="669035" y="3493462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ounded Rectangle 29"/>
            <p:cNvSpPr/>
            <p:nvPr/>
          </p:nvSpPr>
          <p:spPr>
            <a:xfrm>
              <a:off x="669035" y="3205427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ounded Rectangle 30"/>
            <p:cNvSpPr/>
            <p:nvPr/>
          </p:nvSpPr>
          <p:spPr>
            <a:xfrm>
              <a:off x="669035" y="2917392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Rounded Rectangle 31"/>
            <p:cNvSpPr/>
            <p:nvPr/>
          </p:nvSpPr>
          <p:spPr>
            <a:xfrm>
              <a:off x="669035" y="2629357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ounded Rectangle 32"/>
            <p:cNvSpPr/>
            <p:nvPr/>
          </p:nvSpPr>
          <p:spPr>
            <a:xfrm>
              <a:off x="669035" y="2341322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ounded Rectangle 33"/>
            <p:cNvSpPr/>
            <p:nvPr/>
          </p:nvSpPr>
          <p:spPr>
            <a:xfrm>
              <a:off x="669035" y="2053287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ounded Rectangle 34"/>
            <p:cNvSpPr/>
            <p:nvPr/>
          </p:nvSpPr>
          <p:spPr>
            <a:xfrm>
              <a:off x="669035" y="1765252"/>
              <a:ext cx="864105" cy="2304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ounded Rectangle 35"/>
            <p:cNvSpPr/>
            <p:nvPr/>
          </p:nvSpPr>
          <p:spPr>
            <a:xfrm>
              <a:off x="669035" y="1477217"/>
              <a:ext cx="864105" cy="2304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ounded Rectangle 36"/>
            <p:cNvSpPr/>
            <p:nvPr/>
          </p:nvSpPr>
          <p:spPr>
            <a:xfrm>
              <a:off x="669035" y="1189182"/>
              <a:ext cx="864105" cy="2304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1520483" y="2869892"/>
            <a:ext cx="493586" cy="1778308"/>
            <a:chOff x="1572768" y="1880466"/>
            <a:chExt cx="561758" cy="2534708"/>
          </a:xfrm>
        </p:grpSpPr>
        <p:sp>
          <p:nvSpPr>
            <p:cNvPr id="123" name="Rounded Rectangle 38"/>
            <p:cNvSpPr/>
            <p:nvPr/>
          </p:nvSpPr>
          <p:spPr>
            <a:xfrm>
              <a:off x="1572768" y="4208259"/>
              <a:ext cx="561758" cy="2069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ounded Rectangle 39"/>
            <p:cNvSpPr/>
            <p:nvPr/>
          </p:nvSpPr>
          <p:spPr>
            <a:xfrm>
              <a:off x="1572768" y="3949615"/>
              <a:ext cx="561758" cy="2069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ounded Rectangle 40"/>
            <p:cNvSpPr/>
            <p:nvPr/>
          </p:nvSpPr>
          <p:spPr>
            <a:xfrm>
              <a:off x="1572768" y="3690972"/>
              <a:ext cx="561758" cy="2069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ounded Rectangle 41"/>
            <p:cNvSpPr/>
            <p:nvPr/>
          </p:nvSpPr>
          <p:spPr>
            <a:xfrm>
              <a:off x="1572768" y="3432328"/>
              <a:ext cx="561758" cy="2069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ounded Rectangle 42"/>
            <p:cNvSpPr/>
            <p:nvPr/>
          </p:nvSpPr>
          <p:spPr>
            <a:xfrm>
              <a:off x="1572768" y="3173684"/>
              <a:ext cx="561758" cy="2069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ounded Rectangle 43"/>
            <p:cNvSpPr/>
            <p:nvPr/>
          </p:nvSpPr>
          <p:spPr>
            <a:xfrm>
              <a:off x="1572768" y="2915041"/>
              <a:ext cx="561758" cy="2069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Rounded Rectangle 44"/>
            <p:cNvSpPr/>
            <p:nvPr/>
          </p:nvSpPr>
          <p:spPr>
            <a:xfrm>
              <a:off x="1572768" y="2656397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ounded Rectangle 45"/>
            <p:cNvSpPr/>
            <p:nvPr/>
          </p:nvSpPr>
          <p:spPr>
            <a:xfrm>
              <a:off x="1572768" y="2397753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Rounded Rectangle 46"/>
            <p:cNvSpPr/>
            <p:nvPr/>
          </p:nvSpPr>
          <p:spPr>
            <a:xfrm>
              <a:off x="1572768" y="2139110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ounded Rectangle 47"/>
            <p:cNvSpPr/>
            <p:nvPr/>
          </p:nvSpPr>
          <p:spPr>
            <a:xfrm>
              <a:off x="1572768" y="1880466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2305033" y="2869892"/>
            <a:ext cx="493586" cy="1778308"/>
            <a:chOff x="2476500" y="1880466"/>
            <a:chExt cx="561758" cy="2534708"/>
          </a:xfrm>
        </p:grpSpPr>
        <p:sp>
          <p:nvSpPr>
            <p:cNvPr id="134" name="Rounded Rectangle 49"/>
            <p:cNvSpPr/>
            <p:nvPr/>
          </p:nvSpPr>
          <p:spPr>
            <a:xfrm>
              <a:off x="2476500" y="4208259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ounded Rectangle 50"/>
            <p:cNvSpPr/>
            <p:nvPr/>
          </p:nvSpPr>
          <p:spPr>
            <a:xfrm>
              <a:off x="2476500" y="3949615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Rounded Rectangle 51"/>
            <p:cNvSpPr/>
            <p:nvPr/>
          </p:nvSpPr>
          <p:spPr>
            <a:xfrm>
              <a:off x="2476500" y="3690972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ounded Rectangle 52"/>
            <p:cNvSpPr/>
            <p:nvPr/>
          </p:nvSpPr>
          <p:spPr>
            <a:xfrm>
              <a:off x="2476500" y="3432328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ounded Rectangle 53"/>
            <p:cNvSpPr/>
            <p:nvPr/>
          </p:nvSpPr>
          <p:spPr>
            <a:xfrm>
              <a:off x="2476500" y="3173684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ounded Rectangle 54"/>
            <p:cNvSpPr/>
            <p:nvPr/>
          </p:nvSpPr>
          <p:spPr>
            <a:xfrm>
              <a:off x="2476500" y="2915041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ounded Rectangle 55"/>
            <p:cNvSpPr/>
            <p:nvPr/>
          </p:nvSpPr>
          <p:spPr>
            <a:xfrm>
              <a:off x="2476500" y="2656397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ounded Rectangle 56"/>
            <p:cNvSpPr/>
            <p:nvPr/>
          </p:nvSpPr>
          <p:spPr>
            <a:xfrm>
              <a:off x="2476500" y="2397753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ounded Rectangle 57"/>
            <p:cNvSpPr/>
            <p:nvPr/>
          </p:nvSpPr>
          <p:spPr>
            <a:xfrm>
              <a:off x="2476500" y="2139110"/>
              <a:ext cx="561758" cy="206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Rounded Rectangle 58"/>
            <p:cNvSpPr/>
            <p:nvPr/>
          </p:nvSpPr>
          <p:spPr>
            <a:xfrm>
              <a:off x="2476500" y="1880466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3089583" y="2869892"/>
            <a:ext cx="493586" cy="1778308"/>
            <a:chOff x="3380232" y="1880466"/>
            <a:chExt cx="561758" cy="2534708"/>
          </a:xfrm>
        </p:grpSpPr>
        <p:sp>
          <p:nvSpPr>
            <p:cNvPr id="145" name="Rounded Rectangle 60"/>
            <p:cNvSpPr/>
            <p:nvPr/>
          </p:nvSpPr>
          <p:spPr>
            <a:xfrm>
              <a:off x="3380232" y="4208259"/>
              <a:ext cx="561758" cy="2069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Rounded Rectangle 61"/>
            <p:cNvSpPr/>
            <p:nvPr/>
          </p:nvSpPr>
          <p:spPr>
            <a:xfrm>
              <a:off x="3380232" y="3949615"/>
              <a:ext cx="561758" cy="2069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Rounded Rectangle 62"/>
            <p:cNvSpPr/>
            <p:nvPr/>
          </p:nvSpPr>
          <p:spPr>
            <a:xfrm>
              <a:off x="3380232" y="3690972"/>
              <a:ext cx="561758" cy="2069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ounded Rectangle 63"/>
            <p:cNvSpPr/>
            <p:nvPr/>
          </p:nvSpPr>
          <p:spPr>
            <a:xfrm>
              <a:off x="3380232" y="3432328"/>
              <a:ext cx="561758" cy="2069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Rounded Rectangle 64"/>
            <p:cNvSpPr/>
            <p:nvPr/>
          </p:nvSpPr>
          <p:spPr>
            <a:xfrm>
              <a:off x="3380232" y="3173684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ounded Rectangle 65"/>
            <p:cNvSpPr/>
            <p:nvPr/>
          </p:nvSpPr>
          <p:spPr>
            <a:xfrm>
              <a:off x="3380232" y="2915041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ounded Rectangle 66"/>
            <p:cNvSpPr/>
            <p:nvPr/>
          </p:nvSpPr>
          <p:spPr>
            <a:xfrm>
              <a:off x="3380232" y="2656397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ounded Rectangle 67"/>
            <p:cNvSpPr/>
            <p:nvPr/>
          </p:nvSpPr>
          <p:spPr>
            <a:xfrm>
              <a:off x="3380232" y="2397753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ounded Rectangle 68"/>
            <p:cNvSpPr/>
            <p:nvPr/>
          </p:nvSpPr>
          <p:spPr>
            <a:xfrm>
              <a:off x="3380232" y="2139110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ounded Rectangle 69"/>
            <p:cNvSpPr/>
            <p:nvPr/>
          </p:nvSpPr>
          <p:spPr>
            <a:xfrm>
              <a:off x="3380232" y="1880466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3854443" y="2869892"/>
            <a:ext cx="493586" cy="1778308"/>
            <a:chOff x="4240670" y="1880466"/>
            <a:chExt cx="561758" cy="2534708"/>
          </a:xfrm>
        </p:grpSpPr>
        <p:sp>
          <p:nvSpPr>
            <p:cNvPr id="156" name="Rounded Rectangle 71"/>
            <p:cNvSpPr/>
            <p:nvPr/>
          </p:nvSpPr>
          <p:spPr>
            <a:xfrm>
              <a:off x="4240670" y="4208259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ounded Rectangle 72"/>
            <p:cNvSpPr/>
            <p:nvPr/>
          </p:nvSpPr>
          <p:spPr>
            <a:xfrm>
              <a:off x="4240670" y="3949615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ounded Rectangle 73"/>
            <p:cNvSpPr/>
            <p:nvPr/>
          </p:nvSpPr>
          <p:spPr>
            <a:xfrm>
              <a:off x="4240670" y="3690972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ounded Rectangle 74"/>
            <p:cNvSpPr/>
            <p:nvPr/>
          </p:nvSpPr>
          <p:spPr>
            <a:xfrm>
              <a:off x="4240670" y="3432328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ounded Rectangle 75"/>
            <p:cNvSpPr/>
            <p:nvPr/>
          </p:nvSpPr>
          <p:spPr>
            <a:xfrm>
              <a:off x="4240670" y="3173684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ounded Rectangle 76"/>
            <p:cNvSpPr/>
            <p:nvPr/>
          </p:nvSpPr>
          <p:spPr>
            <a:xfrm>
              <a:off x="4240670" y="2915041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ounded Rectangle 77"/>
            <p:cNvSpPr/>
            <p:nvPr/>
          </p:nvSpPr>
          <p:spPr>
            <a:xfrm>
              <a:off x="4240670" y="2656397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Rounded Rectangle 78"/>
            <p:cNvSpPr/>
            <p:nvPr/>
          </p:nvSpPr>
          <p:spPr>
            <a:xfrm>
              <a:off x="4240670" y="2397753"/>
              <a:ext cx="561758" cy="2069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ounded Rectangle 79"/>
            <p:cNvSpPr/>
            <p:nvPr/>
          </p:nvSpPr>
          <p:spPr>
            <a:xfrm>
              <a:off x="4240670" y="2139110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Rounded Rectangle 80"/>
            <p:cNvSpPr/>
            <p:nvPr/>
          </p:nvSpPr>
          <p:spPr>
            <a:xfrm>
              <a:off x="4240670" y="1880466"/>
              <a:ext cx="561758" cy="206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6" name="Group 279"/>
          <p:cNvGrpSpPr/>
          <p:nvPr/>
        </p:nvGrpSpPr>
        <p:grpSpPr>
          <a:xfrm>
            <a:off x="720872" y="2259112"/>
            <a:ext cx="508647" cy="508644"/>
            <a:chOff x="846989" y="1401020"/>
            <a:chExt cx="877416" cy="877416"/>
          </a:xfrm>
          <a:effectLst/>
        </p:grpSpPr>
        <p:sp>
          <p:nvSpPr>
            <p:cNvPr id="167" name="Teardrop 166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8" name="Oval 167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90%</a:t>
              </a:r>
            </a:p>
          </p:txBody>
        </p:sp>
      </p:grpSp>
      <p:grpSp>
        <p:nvGrpSpPr>
          <p:cNvPr id="169" name="Group 279"/>
          <p:cNvGrpSpPr/>
          <p:nvPr/>
        </p:nvGrpSpPr>
        <p:grpSpPr>
          <a:xfrm>
            <a:off x="1502382" y="2259112"/>
            <a:ext cx="508647" cy="508644"/>
            <a:chOff x="846989" y="1401020"/>
            <a:chExt cx="877416" cy="877416"/>
          </a:xfrm>
          <a:effectLst/>
        </p:grpSpPr>
        <p:sp>
          <p:nvSpPr>
            <p:cNvPr id="170" name="Teardrop 169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1" name="Oval 170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</a:p>
          </p:txBody>
        </p:sp>
      </p:grpSp>
      <p:grpSp>
        <p:nvGrpSpPr>
          <p:cNvPr id="172" name="Group 279"/>
          <p:cNvGrpSpPr/>
          <p:nvPr/>
        </p:nvGrpSpPr>
        <p:grpSpPr>
          <a:xfrm>
            <a:off x="2283892" y="2259112"/>
            <a:ext cx="508647" cy="508644"/>
            <a:chOff x="846989" y="1401020"/>
            <a:chExt cx="877416" cy="877416"/>
          </a:xfrm>
          <a:effectLst/>
        </p:grpSpPr>
        <p:sp>
          <p:nvSpPr>
            <p:cNvPr id="173" name="Teardrop 172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4" name="Oval 173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70%</a:t>
              </a:r>
            </a:p>
          </p:txBody>
        </p:sp>
      </p:grpSp>
      <p:grpSp>
        <p:nvGrpSpPr>
          <p:cNvPr id="175" name="Group 279"/>
          <p:cNvGrpSpPr/>
          <p:nvPr/>
        </p:nvGrpSpPr>
        <p:grpSpPr>
          <a:xfrm>
            <a:off x="3065402" y="2259113"/>
            <a:ext cx="508647" cy="508643"/>
            <a:chOff x="846989" y="1401020"/>
            <a:chExt cx="877416" cy="877416"/>
          </a:xfrm>
          <a:effectLst/>
        </p:grpSpPr>
        <p:sp>
          <p:nvSpPr>
            <p:cNvPr id="176" name="Teardrop 175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7" name="Oval 176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70%</a:t>
              </a:r>
            </a:p>
          </p:txBody>
        </p:sp>
      </p:grpSp>
      <p:grpSp>
        <p:nvGrpSpPr>
          <p:cNvPr id="178" name="Group 279"/>
          <p:cNvGrpSpPr/>
          <p:nvPr/>
        </p:nvGrpSpPr>
        <p:grpSpPr>
          <a:xfrm>
            <a:off x="3846913" y="2259113"/>
            <a:ext cx="508647" cy="508643"/>
            <a:chOff x="846989" y="1401020"/>
            <a:chExt cx="877416" cy="877416"/>
          </a:xfrm>
          <a:effectLst/>
        </p:grpSpPr>
        <p:sp>
          <p:nvSpPr>
            <p:cNvPr id="179" name="Teardrop 178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80" name="Oval 179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70%</a:t>
              </a: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1000"/>
                                        <p:tgtEl>
                                          <p:spTgt spid="8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1000"/>
                                        <p:tgtEl>
                                          <p:spTgt spid="8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1000"/>
                                        <p:tgtEl>
                                          <p:spTgt spid="8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500"/>
                            </p:stCondLst>
                            <p:childTnLst>
                              <p:par>
                                <p:cTn id="6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1000"/>
                                        <p:tgtEl>
                                          <p:spTgt spid="82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1000"/>
                                        <p:tgtEl>
                                          <p:spTgt spid="82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0"/>
                            </p:stCondLst>
                            <p:childTnLst>
                              <p:par>
                                <p:cTn id="8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2" grpId="0">
        <p:bldSub>
          <a:bldChart bld="series"/>
        </p:bldSub>
      </p:bldGraphic>
      <p:bldP spid="106" grpId="0"/>
      <p:bldP spid="107" grpId="0"/>
      <p:bldP spid="108" grpId="0"/>
      <p:bldP spid="109" grpId="0"/>
      <p:bldP spid="1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sp>
        <p:nvSpPr>
          <p:cNvPr id="45" name="Text Placeholder 44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Data Chart Slide</a:t>
            </a:r>
            <a:endParaRPr lang="en-US" dirty="0"/>
          </a:p>
        </p:txBody>
      </p:sp>
      <p:grpSp>
        <p:nvGrpSpPr>
          <p:cNvPr id="115" name="Group 142"/>
          <p:cNvGrpSpPr/>
          <p:nvPr/>
        </p:nvGrpSpPr>
        <p:grpSpPr>
          <a:xfrm>
            <a:off x="609722" y="2297528"/>
            <a:ext cx="7924556" cy="2556818"/>
            <a:chOff x="609844" y="1126813"/>
            <a:chExt cx="7924556" cy="2357806"/>
          </a:xfrm>
        </p:grpSpPr>
        <p:grpSp>
          <p:nvGrpSpPr>
            <p:cNvPr id="116" name="Group 61"/>
            <p:cNvGrpSpPr/>
            <p:nvPr/>
          </p:nvGrpSpPr>
          <p:grpSpPr>
            <a:xfrm>
              <a:off x="609844" y="1126813"/>
              <a:ext cx="7924556" cy="2357806"/>
              <a:chOff x="913311" y="1246789"/>
              <a:chExt cx="7924556" cy="2189066"/>
            </a:xfrm>
          </p:grpSpPr>
          <p:cxnSp>
            <p:nvCxnSpPr>
              <p:cNvPr id="125" name="Straight Connector 124"/>
              <p:cNvCxnSpPr/>
              <p:nvPr/>
            </p:nvCxnSpPr>
            <p:spPr>
              <a:xfrm>
                <a:off x="913311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1531308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>
                <a:off x="2206382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2881456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>
                <a:off x="3556530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>
                <a:off x="4231604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>
                <a:off x="4906678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5581752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>
                <a:off x="6256826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6931900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7606974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8282053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8837867" y="1246789"/>
                <a:ext cx="0" cy="218906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41"/>
            <p:cNvGrpSpPr/>
            <p:nvPr/>
          </p:nvGrpSpPr>
          <p:grpSpPr>
            <a:xfrm>
              <a:off x="609844" y="1126813"/>
              <a:ext cx="7924556" cy="2357806"/>
              <a:chOff x="609844" y="1126813"/>
              <a:chExt cx="7924556" cy="2357806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>
                <a:off x="609844" y="1912749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609844" y="2305717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609844" y="2698685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609844" y="3091653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609844" y="1126813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609844" y="1519781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609844" y="3484619"/>
                <a:ext cx="7924556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8" name="Group 137"/>
          <p:cNvGrpSpPr/>
          <p:nvPr/>
        </p:nvGrpSpPr>
        <p:grpSpPr>
          <a:xfrm>
            <a:off x="609600" y="3920490"/>
            <a:ext cx="1743075" cy="948141"/>
            <a:chOff x="882651" y="1644650"/>
            <a:chExt cx="1743075" cy="1938338"/>
          </a:xfrm>
        </p:grpSpPr>
        <p:sp>
          <p:nvSpPr>
            <p:cNvPr id="139" name="Freeform 5"/>
            <p:cNvSpPr>
              <a:spLocks/>
            </p:cNvSpPr>
            <p:nvPr/>
          </p:nvSpPr>
          <p:spPr bwMode="auto">
            <a:xfrm>
              <a:off x="882651" y="1644650"/>
              <a:ext cx="871538" cy="1938338"/>
            </a:xfrm>
            <a:custGeom>
              <a:avLst/>
              <a:gdLst/>
              <a:ahLst/>
              <a:cxnLst>
                <a:cxn ang="0">
                  <a:pos x="642" y="9"/>
                </a:cxn>
                <a:cxn ang="0">
                  <a:pos x="642" y="1427"/>
                </a:cxn>
                <a:cxn ang="0">
                  <a:pos x="0" y="1427"/>
                </a:cxn>
                <a:cxn ang="0">
                  <a:pos x="138" y="1235"/>
                </a:cxn>
                <a:cxn ang="0">
                  <a:pos x="269" y="873"/>
                </a:cxn>
                <a:cxn ang="0">
                  <a:pos x="640" y="9"/>
                </a:cxn>
                <a:cxn ang="0">
                  <a:pos x="642" y="9"/>
                </a:cxn>
              </a:cxnLst>
              <a:rect l="0" t="0" r="r" b="b"/>
              <a:pathLst>
                <a:path w="642" h="1427">
                  <a:moveTo>
                    <a:pt x="642" y="9"/>
                  </a:moveTo>
                  <a:cubicBezTo>
                    <a:pt x="642" y="1427"/>
                    <a:pt x="642" y="1427"/>
                    <a:pt x="642" y="1427"/>
                  </a:cubicBezTo>
                  <a:cubicBezTo>
                    <a:pt x="0" y="1427"/>
                    <a:pt x="0" y="1427"/>
                    <a:pt x="0" y="1427"/>
                  </a:cubicBezTo>
                  <a:cubicBezTo>
                    <a:pt x="53" y="1370"/>
                    <a:pt x="99" y="1306"/>
                    <a:pt x="138" y="1235"/>
                  </a:cubicBezTo>
                  <a:cubicBezTo>
                    <a:pt x="196" y="1130"/>
                    <a:pt x="240" y="1009"/>
                    <a:pt x="269" y="873"/>
                  </a:cubicBezTo>
                  <a:cubicBezTo>
                    <a:pt x="395" y="288"/>
                    <a:pt x="519" y="0"/>
                    <a:pt x="640" y="9"/>
                  </a:cubicBezTo>
                  <a:cubicBezTo>
                    <a:pt x="641" y="9"/>
                    <a:pt x="642" y="9"/>
                    <a:pt x="642" y="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6"/>
            <p:cNvSpPr>
              <a:spLocks/>
            </p:cNvSpPr>
            <p:nvPr/>
          </p:nvSpPr>
          <p:spPr bwMode="auto">
            <a:xfrm>
              <a:off x="1754188" y="1652588"/>
              <a:ext cx="871538" cy="1930400"/>
            </a:xfrm>
            <a:custGeom>
              <a:avLst/>
              <a:gdLst/>
              <a:ahLst/>
              <a:cxnLst>
                <a:cxn ang="0">
                  <a:pos x="0" y="1422"/>
                </a:cxn>
                <a:cxn ang="0">
                  <a:pos x="0" y="4"/>
                </a:cxn>
                <a:cxn ang="0">
                  <a:pos x="219" y="297"/>
                </a:cxn>
                <a:cxn ang="0">
                  <a:pos x="223" y="309"/>
                </a:cxn>
                <a:cxn ang="0">
                  <a:pos x="374" y="868"/>
                </a:cxn>
                <a:cxn ang="0">
                  <a:pos x="505" y="1230"/>
                </a:cxn>
                <a:cxn ang="0">
                  <a:pos x="642" y="1422"/>
                </a:cxn>
                <a:cxn ang="0">
                  <a:pos x="0" y="1422"/>
                </a:cxn>
              </a:cxnLst>
              <a:rect l="0" t="0" r="r" b="b"/>
              <a:pathLst>
                <a:path w="642" h="1422">
                  <a:moveTo>
                    <a:pt x="0" y="142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73" y="0"/>
                    <a:pt x="146" y="98"/>
                    <a:pt x="219" y="297"/>
                  </a:cubicBezTo>
                  <a:cubicBezTo>
                    <a:pt x="221" y="301"/>
                    <a:pt x="222" y="305"/>
                    <a:pt x="223" y="309"/>
                  </a:cubicBezTo>
                  <a:cubicBezTo>
                    <a:pt x="273" y="448"/>
                    <a:pt x="324" y="635"/>
                    <a:pt x="374" y="868"/>
                  </a:cubicBezTo>
                  <a:cubicBezTo>
                    <a:pt x="403" y="1004"/>
                    <a:pt x="447" y="1125"/>
                    <a:pt x="505" y="1230"/>
                  </a:cubicBezTo>
                  <a:cubicBezTo>
                    <a:pt x="544" y="1301"/>
                    <a:pt x="590" y="1365"/>
                    <a:pt x="642" y="1422"/>
                  </a:cubicBezTo>
                  <a:lnTo>
                    <a:pt x="0" y="14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1" name="Group 279"/>
          <p:cNvGrpSpPr/>
          <p:nvPr/>
        </p:nvGrpSpPr>
        <p:grpSpPr>
          <a:xfrm>
            <a:off x="1196818" y="3222443"/>
            <a:ext cx="555782" cy="555779"/>
            <a:chOff x="846989" y="1401020"/>
            <a:chExt cx="877416" cy="877416"/>
          </a:xfrm>
          <a:effectLst/>
        </p:grpSpPr>
        <p:sp>
          <p:nvSpPr>
            <p:cNvPr id="142" name="Teardrop 141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3" name="Oval 142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30%</a:t>
              </a: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886840" y="4952030"/>
            <a:ext cx="1164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</a:t>
            </a:r>
          </a:p>
        </p:txBody>
      </p:sp>
      <p:grpSp>
        <p:nvGrpSpPr>
          <p:cNvPr id="145" name="Group 144"/>
          <p:cNvGrpSpPr/>
          <p:nvPr/>
        </p:nvGrpSpPr>
        <p:grpSpPr>
          <a:xfrm>
            <a:off x="1848744" y="3345020"/>
            <a:ext cx="1743075" cy="1523611"/>
            <a:chOff x="882651" y="1644650"/>
            <a:chExt cx="1743075" cy="1938338"/>
          </a:xfrm>
        </p:grpSpPr>
        <p:sp>
          <p:nvSpPr>
            <p:cNvPr id="146" name="Freeform 5"/>
            <p:cNvSpPr>
              <a:spLocks/>
            </p:cNvSpPr>
            <p:nvPr/>
          </p:nvSpPr>
          <p:spPr bwMode="auto">
            <a:xfrm>
              <a:off x="882651" y="1644650"/>
              <a:ext cx="871538" cy="1938338"/>
            </a:xfrm>
            <a:custGeom>
              <a:avLst/>
              <a:gdLst/>
              <a:ahLst/>
              <a:cxnLst>
                <a:cxn ang="0">
                  <a:pos x="642" y="9"/>
                </a:cxn>
                <a:cxn ang="0">
                  <a:pos x="642" y="1427"/>
                </a:cxn>
                <a:cxn ang="0">
                  <a:pos x="0" y="1427"/>
                </a:cxn>
                <a:cxn ang="0">
                  <a:pos x="138" y="1235"/>
                </a:cxn>
                <a:cxn ang="0">
                  <a:pos x="269" y="873"/>
                </a:cxn>
                <a:cxn ang="0">
                  <a:pos x="640" y="9"/>
                </a:cxn>
                <a:cxn ang="0">
                  <a:pos x="642" y="9"/>
                </a:cxn>
              </a:cxnLst>
              <a:rect l="0" t="0" r="r" b="b"/>
              <a:pathLst>
                <a:path w="642" h="1427">
                  <a:moveTo>
                    <a:pt x="642" y="9"/>
                  </a:moveTo>
                  <a:cubicBezTo>
                    <a:pt x="642" y="1427"/>
                    <a:pt x="642" y="1427"/>
                    <a:pt x="642" y="1427"/>
                  </a:cubicBezTo>
                  <a:cubicBezTo>
                    <a:pt x="0" y="1427"/>
                    <a:pt x="0" y="1427"/>
                    <a:pt x="0" y="1427"/>
                  </a:cubicBezTo>
                  <a:cubicBezTo>
                    <a:pt x="53" y="1370"/>
                    <a:pt x="99" y="1306"/>
                    <a:pt x="138" y="1235"/>
                  </a:cubicBezTo>
                  <a:cubicBezTo>
                    <a:pt x="196" y="1130"/>
                    <a:pt x="240" y="1009"/>
                    <a:pt x="269" y="873"/>
                  </a:cubicBezTo>
                  <a:cubicBezTo>
                    <a:pt x="395" y="288"/>
                    <a:pt x="519" y="0"/>
                    <a:pt x="640" y="9"/>
                  </a:cubicBezTo>
                  <a:cubicBezTo>
                    <a:pt x="641" y="9"/>
                    <a:pt x="642" y="9"/>
                    <a:pt x="642" y="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6"/>
            <p:cNvSpPr>
              <a:spLocks/>
            </p:cNvSpPr>
            <p:nvPr/>
          </p:nvSpPr>
          <p:spPr bwMode="auto">
            <a:xfrm>
              <a:off x="1754188" y="1652588"/>
              <a:ext cx="871538" cy="1930400"/>
            </a:xfrm>
            <a:custGeom>
              <a:avLst/>
              <a:gdLst/>
              <a:ahLst/>
              <a:cxnLst>
                <a:cxn ang="0">
                  <a:pos x="0" y="1422"/>
                </a:cxn>
                <a:cxn ang="0">
                  <a:pos x="0" y="4"/>
                </a:cxn>
                <a:cxn ang="0">
                  <a:pos x="219" y="297"/>
                </a:cxn>
                <a:cxn ang="0">
                  <a:pos x="223" y="309"/>
                </a:cxn>
                <a:cxn ang="0">
                  <a:pos x="374" y="868"/>
                </a:cxn>
                <a:cxn ang="0">
                  <a:pos x="505" y="1230"/>
                </a:cxn>
                <a:cxn ang="0">
                  <a:pos x="642" y="1422"/>
                </a:cxn>
                <a:cxn ang="0">
                  <a:pos x="0" y="1422"/>
                </a:cxn>
              </a:cxnLst>
              <a:rect l="0" t="0" r="r" b="b"/>
              <a:pathLst>
                <a:path w="642" h="1422">
                  <a:moveTo>
                    <a:pt x="0" y="142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73" y="0"/>
                    <a:pt x="146" y="98"/>
                    <a:pt x="219" y="297"/>
                  </a:cubicBezTo>
                  <a:cubicBezTo>
                    <a:pt x="221" y="301"/>
                    <a:pt x="222" y="305"/>
                    <a:pt x="223" y="309"/>
                  </a:cubicBezTo>
                  <a:cubicBezTo>
                    <a:pt x="273" y="448"/>
                    <a:pt x="324" y="635"/>
                    <a:pt x="374" y="868"/>
                  </a:cubicBezTo>
                  <a:cubicBezTo>
                    <a:pt x="403" y="1004"/>
                    <a:pt x="447" y="1125"/>
                    <a:pt x="505" y="1230"/>
                  </a:cubicBezTo>
                  <a:cubicBezTo>
                    <a:pt x="544" y="1301"/>
                    <a:pt x="590" y="1365"/>
                    <a:pt x="642" y="1422"/>
                  </a:cubicBezTo>
                  <a:lnTo>
                    <a:pt x="0" y="1422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8" name="Group 279"/>
          <p:cNvGrpSpPr/>
          <p:nvPr/>
        </p:nvGrpSpPr>
        <p:grpSpPr>
          <a:xfrm>
            <a:off x="2437680" y="2690031"/>
            <a:ext cx="555782" cy="555779"/>
            <a:chOff x="846989" y="1401020"/>
            <a:chExt cx="877416" cy="877416"/>
          </a:xfrm>
          <a:effectLst/>
        </p:grpSpPr>
        <p:sp>
          <p:nvSpPr>
            <p:cNvPr id="149" name="Teardrop 148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0" name="Oval 149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50%</a:t>
              </a:r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2026763" y="4952030"/>
            <a:ext cx="1243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</a:t>
            </a:r>
          </a:p>
        </p:txBody>
      </p:sp>
      <p:grpSp>
        <p:nvGrpSpPr>
          <p:cNvPr id="152" name="Group 151"/>
          <p:cNvGrpSpPr/>
          <p:nvPr/>
        </p:nvGrpSpPr>
        <p:grpSpPr>
          <a:xfrm>
            <a:off x="3087888" y="3122822"/>
            <a:ext cx="1743075" cy="1745809"/>
            <a:chOff x="882651" y="1644650"/>
            <a:chExt cx="1743075" cy="1938338"/>
          </a:xfrm>
        </p:grpSpPr>
        <p:sp>
          <p:nvSpPr>
            <p:cNvPr id="153" name="Freeform 5"/>
            <p:cNvSpPr>
              <a:spLocks/>
            </p:cNvSpPr>
            <p:nvPr/>
          </p:nvSpPr>
          <p:spPr bwMode="auto">
            <a:xfrm>
              <a:off x="882651" y="1644650"/>
              <a:ext cx="871538" cy="1938338"/>
            </a:xfrm>
            <a:custGeom>
              <a:avLst/>
              <a:gdLst/>
              <a:ahLst/>
              <a:cxnLst>
                <a:cxn ang="0">
                  <a:pos x="642" y="9"/>
                </a:cxn>
                <a:cxn ang="0">
                  <a:pos x="642" y="1427"/>
                </a:cxn>
                <a:cxn ang="0">
                  <a:pos x="0" y="1427"/>
                </a:cxn>
                <a:cxn ang="0">
                  <a:pos x="138" y="1235"/>
                </a:cxn>
                <a:cxn ang="0">
                  <a:pos x="269" y="873"/>
                </a:cxn>
                <a:cxn ang="0">
                  <a:pos x="640" y="9"/>
                </a:cxn>
                <a:cxn ang="0">
                  <a:pos x="642" y="9"/>
                </a:cxn>
              </a:cxnLst>
              <a:rect l="0" t="0" r="r" b="b"/>
              <a:pathLst>
                <a:path w="642" h="1427">
                  <a:moveTo>
                    <a:pt x="642" y="9"/>
                  </a:moveTo>
                  <a:cubicBezTo>
                    <a:pt x="642" y="1427"/>
                    <a:pt x="642" y="1427"/>
                    <a:pt x="642" y="1427"/>
                  </a:cubicBezTo>
                  <a:cubicBezTo>
                    <a:pt x="0" y="1427"/>
                    <a:pt x="0" y="1427"/>
                    <a:pt x="0" y="1427"/>
                  </a:cubicBezTo>
                  <a:cubicBezTo>
                    <a:pt x="53" y="1370"/>
                    <a:pt x="99" y="1306"/>
                    <a:pt x="138" y="1235"/>
                  </a:cubicBezTo>
                  <a:cubicBezTo>
                    <a:pt x="196" y="1130"/>
                    <a:pt x="240" y="1009"/>
                    <a:pt x="269" y="873"/>
                  </a:cubicBezTo>
                  <a:cubicBezTo>
                    <a:pt x="395" y="288"/>
                    <a:pt x="519" y="0"/>
                    <a:pt x="640" y="9"/>
                  </a:cubicBezTo>
                  <a:cubicBezTo>
                    <a:pt x="641" y="9"/>
                    <a:pt x="642" y="9"/>
                    <a:pt x="642" y="9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6"/>
            <p:cNvSpPr>
              <a:spLocks/>
            </p:cNvSpPr>
            <p:nvPr/>
          </p:nvSpPr>
          <p:spPr bwMode="auto">
            <a:xfrm>
              <a:off x="1754188" y="1652588"/>
              <a:ext cx="871538" cy="1930400"/>
            </a:xfrm>
            <a:custGeom>
              <a:avLst/>
              <a:gdLst/>
              <a:ahLst/>
              <a:cxnLst>
                <a:cxn ang="0">
                  <a:pos x="0" y="1422"/>
                </a:cxn>
                <a:cxn ang="0">
                  <a:pos x="0" y="4"/>
                </a:cxn>
                <a:cxn ang="0">
                  <a:pos x="219" y="297"/>
                </a:cxn>
                <a:cxn ang="0">
                  <a:pos x="223" y="309"/>
                </a:cxn>
                <a:cxn ang="0">
                  <a:pos x="374" y="868"/>
                </a:cxn>
                <a:cxn ang="0">
                  <a:pos x="505" y="1230"/>
                </a:cxn>
                <a:cxn ang="0">
                  <a:pos x="642" y="1422"/>
                </a:cxn>
                <a:cxn ang="0">
                  <a:pos x="0" y="1422"/>
                </a:cxn>
              </a:cxnLst>
              <a:rect l="0" t="0" r="r" b="b"/>
              <a:pathLst>
                <a:path w="642" h="1422">
                  <a:moveTo>
                    <a:pt x="0" y="142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73" y="0"/>
                    <a:pt x="146" y="98"/>
                    <a:pt x="219" y="297"/>
                  </a:cubicBezTo>
                  <a:cubicBezTo>
                    <a:pt x="221" y="301"/>
                    <a:pt x="222" y="305"/>
                    <a:pt x="223" y="309"/>
                  </a:cubicBezTo>
                  <a:cubicBezTo>
                    <a:pt x="273" y="448"/>
                    <a:pt x="324" y="635"/>
                    <a:pt x="374" y="868"/>
                  </a:cubicBezTo>
                  <a:cubicBezTo>
                    <a:pt x="403" y="1004"/>
                    <a:pt x="447" y="1125"/>
                    <a:pt x="505" y="1230"/>
                  </a:cubicBezTo>
                  <a:cubicBezTo>
                    <a:pt x="544" y="1301"/>
                    <a:pt x="590" y="1365"/>
                    <a:pt x="642" y="1422"/>
                  </a:cubicBezTo>
                  <a:lnTo>
                    <a:pt x="0" y="142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5" name="Group 279"/>
          <p:cNvGrpSpPr/>
          <p:nvPr/>
        </p:nvGrpSpPr>
        <p:grpSpPr>
          <a:xfrm>
            <a:off x="3678542" y="2437103"/>
            <a:ext cx="555782" cy="555779"/>
            <a:chOff x="846989" y="1401020"/>
            <a:chExt cx="877416" cy="877416"/>
          </a:xfrm>
          <a:effectLst/>
        </p:grpSpPr>
        <p:sp>
          <p:nvSpPr>
            <p:cNvPr id="156" name="Teardrop 155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7" name="Oval 156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60%</a:t>
              </a:r>
            </a:p>
          </p:txBody>
        </p:sp>
      </p:grpSp>
      <p:sp>
        <p:nvSpPr>
          <p:cNvPr id="158" name="TextBox 157"/>
          <p:cNvSpPr txBox="1"/>
          <p:nvPr/>
        </p:nvSpPr>
        <p:spPr>
          <a:xfrm>
            <a:off x="3244949" y="4952030"/>
            <a:ext cx="1327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 suffered</a:t>
            </a:r>
          </a:p>
        </p:txBody>
      </p:sp>
      <p:grpSp>
        <p:nvGrpSpPr>
          <p:cNvPr id="159" name="Group 158"/>
          <p:cNvGrpSpPr/>
          <p:nvPr/>
        </p:nvGrpSpPr>
        <p:grpSpPr>
          <a:xfrm>
            <a:off x="4327032" y="2928270"/>
            <a:ext cx="1743075" cy="1940362"/>
            <a:chOff x="882651" y="1644650"/>
            <a:chExt cx="1743075" cy="1938338"/>
          </a:xfrm>
        </p:grpSpPr>
        <p:sp>
          <p:nvSpPr>
            <p:cNvPr id="160" name="Freeform 5"/>
            <p:cNvSpPr>
              <a:spLocks/>
            </p:cNvSpPr>
            <p:nvPr/>
          </p:nvSpPr>
          <p:spPr bwMode="auto">
            <a:xfrm>
              <a:off x="882651" y="1644650"/>
              <a:ext cx="871538" cy="1938338"/>
            </a:xfrm>
            <a:custGeom>
              <a:avLst/>
              <a:gdLst/>
              <a:ahLst/>
              <a:cxnLst>
                <a:cxn ang="0">
                  <a:pos x="642" y="9"/>
                </a:cxn>
                <a:cxn ang="0">
                  <a:pos x="642" y="1427"/>
                </a:cxn>
                <a:cxn ang="0">
                  <a:pos x="0" y="1427"/>
                </a:cxn>
                <a:cxn ang="0">
                  <a:pos x="138" y="1235"/>
                </a:cxn>
                <a:cxn ang="0">
                  <a:pos x="269" y="873"/>
                </a:cxn>
                <a:cxn ang="0">
                  <a:pos x="640" y="9"/>
                </a:cxn>
                <a:cxn ang="0">
                  <a:pos x="642" y="9"/>
                </a:cxn>
              </a:cxnLst>
              <a:rect l="0" t="0" r="r" b="b"/>
              <a:pathLst>
                <a:path w="642" h="1427">
                  <a:moveTo>
                    <a:pt x="642" y="9"/>
                  </a:moveTo>
                  <a:cubicBezTo>
                    <a:pt x="642" y="1427"/>
                    <a:pt x="642" y="1427"/>
                    <a:pt x="642" y="1427"/>
                  </a:cubicBezTo>
                  <a:cubicBezTo>
                    <a:pt x="0" y="1427"/>
                    <a:pt x="0" y="1427"/>
                    <a:pt x="0" y="1427"/>
                  </a:cubicBezTo>
                  <a:cubicBezTo>
                    <a:pt x="53" y="1370"/>
                    <a:pt x="99" y="1306"/>
                    <a:pt x="138" y="1235"/>
                  </a:cubicBezTo>
                  <a:cubicBezTo>
                    <a:pt x="196" y="1130"/>
                    <a:pt x="240" y="1009"/>
                    <a:pt x="269" y="873"/>
                  </a:cubicBezTo>
                  <a:cubicBezTo>
                    <a:pt x="395" y="288"/>
                    <a:pt x="519" y="0"/>
                    <a:pt x="640" y="9"/>
                  </a:cubicBezTo>
                  <a:cubicBezTo>
                    <a:pt x="641" y="9"/>
                    <a:pt x="642" y="9"/>
                    <a:pt x="642" y="9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"/>
            <p:cNvSpPr>
              <a:spLocks/>
            </p:cNvSpPr>
            <p:nvPr/>
          </p:nvSpPr>
          <p:spPr bwMode="auto">
            <a:xfrm>
              <a:off x="1754188" y="1652588"/>
              <a:ext cx="871538" cy="1930400"/>
            </a:xfrm>
            <a:custGeom>
              <a:avLst/>
              <a:gdLst/>
              <a:ahLst/>
              <a:cxnLst>
                <a:cxn ang="0">
                  <a:pos x="0" y="1422"/>
                </a:cxn>
                <a:cxn ang="0">
                  <a:pos x="0" y="4"/>
                </a:cxn>
                <a:cxn ang="0">
                  <a:pos x="219" y="297"/>
                </a:cxn>
                <a:cxn ang="0">
                  <a:pos x="223" y="309"/>
                </a:cxn>
                <a:cxn ang="0">
                  <a:pos x="374" y="868"/>
                </a:cxn>
                <a:cxn ang="0">
                  <a:pos x="505" y="1230"/>
                </a:cxn>
                <a:cxn ang="0">
                  <a:pos x="642" y="1422"/>
                </a:cxn>
                <a:cxn ang="0">
                  <a:pos x="0" y="1422"/>
                </a:cxn>
              </a:cxnLst>
              <a:rect l="0" t="0" r="r" b="b"/>
              <a:pathLst>
                <a:path w="642" h="1422">
                  <a:moveTo>
                    <a:pt x="0" y="142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73" y="0"/>
                    <a:pt x="146" y="98"/>
                    <a:pt x="219" y="297"/>
                  </a:cubicBezTo>
                  <a:cubicBezTo>
                    <a:pt x="221" y="301"/>
                    <a:pt x="222" y="305"/>
                    <a:pt x="223" y="309"/>
                  </a:cubicBezTo>
                  <a:cubicBezTo>
                    <a:pt x="273" y="448"/>
                    <a:pt x="324" y="635"/>
                    <a:pt x="374" y="868"/>
                  </a:cubicBezTo>
                  <a:cubicBezTo>
                    <a:pt x="403" y="1004"/>
                    <a:pt x="447" y="1125"/>
                    <a:pt x="505" y="1230"/>
                  </a:cubicBezTo>
                  <a:cubicBezTo>
                    <a:pt x="544" y="1301"/>
                    <a:pt x="590" y="1365"/>
                    <a:pt x="642" y="1422"/>
                  </a:cubicBezTo>
                  <a:lnTo>
                    <a:pt x="0" y="1422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2" name="TextBox 161"/>
          <p:cNvSpPr txBox="1"/>
          <p:nvPr/>
        </p:nvSpPr>
        <p:spPr>
          <a:xfrm>
            <a:off x="4547363" y="4952030"/>
            <a:ext cx="1282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</a:t>
            </a:r>
          </a:p>
        </p:txBody>
      </p:sp>
      <p:grpSp>
        <p:nvGrpSpPr>
          <p:cNvPr id="163" name="Group 162"/>
          <p:cNvGrpSpPr/>
          <p:nvPr/>
        </p:nvGrpSpPr>
        <p:grpSpPr>
          <a:xfrm>
            <a:off x="5566176" y="3580022"/>
            <a:ext cx="1743075" cy="1288609"/>
            <a:chOff x="882651" y="1644650"/>
            <a:chExt cx="1743075" cy="1938338"/>
          </a:xfrm>
        </p:grpSpPr>
        <p:sp>
          <p:nvSpPr>
            <p:cNvPr id="164" name="Freeform 5"/>
            <p:cNvSpPr>
              <a:spLocks/>
            </p:cNvSpPr>
            <p:nvPr/>
          </p:nvSpPr>
          <p:spPr bwMode="auto">
            <a:xfrm>
              <a:off x="882651" y="1644650"/>
              <a:ext cx="871538" cy="1938338"/>
            </a:xfrm>
            <a:custGeom>
              <a:avLst/>
              <a:gdLst/>
              <a:ahLst/>
              <a:cxnLst>
                <a:cxn ang="0">
                  <a:pos x="642" y="9"/>
                </a:cxn>
                <a:cxn ang="0">
                  <a:pos x="642" y="1427"/>
                </a:cxn>
                <a:cxn ang="0">
                  <a:pos x="0" y="1427"/>
                </a:cxn>
                <a:cxn ang="0">
                  <a:pos x="138" y="1235"/>
                </a:cxn>
                <a:cxn ang="0">
                  <a:pos x="269" y="873"/>
                </a:cxn>
                <a:cxn ang="0">
                  <a:pos x="640" y="9"/>
                </a:cxn>
                <a:cxn ang="0">
                  <a:pos x="642" y="9"/>
                </a:cxn>
              </a:cxnLst>
              <a:rect l="0" t="0" r="r" b="b"/>
              <a:pathLst>
                <a:path w="642" h="1427">
                  <a:moveTo>
                    <a:pt x="642" y="9"/>
                  </a:moveTo>
                  <a:cubicBezTo>
                    <a:pt x="642" y="1427"/>
                    <a:pt x="642" y="1427"/>
                    <a:pt x="642" y="1427"/>
                  </a:cubicBezTo>
                  <a:cubicBezTo>
                    <a:pt x="0" y="1427"/>
                    <a:pt x="0" y="1427"/>
                    <a:pt x="0" y="1427"/>
                  </a:cubicBezTo>
                  <a:cubicBezTo>
                    <a:pt x="53" y="1370"/>
                    <a:pt x="99" y="1306"/>
                    <a:pt x="138" y="1235"/>
                  </a:cubicBezTo>
                  <a:cubicBezTo>
                    <a:pt x="196" y="1130"/>
                    <a:pt x="240" y="1009"/>
                    <a:pt x="269" y="873"/>
                  </a:cubicBezTo>
                  <a:cubicBezTo>
                    <a:pt x="395" y="288"/>
                    <a:pt x="519" y="0"/>
                    <a:pt x="640" y="9"/>
                  </a:cubicBezTo>
                  <a:cubicBezTo>
                    <a:pt x="641" y="9"/>
                    <a:pt x="642" y="9"/>
                    <a:pt x="642" y="9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6"/>
            <p:cNvSpPr>
              <a:spLocks/>
            </p:cNvSpPr>
            <p:nvPr/>
          </p:nvSpPr>
          <p:spPr bwMode="auto">
            <a:xfrm>
              <a:off x="1754188" y="1652588"/>
              <a:ext cx="871538" cy="1930400"/>
            </a:xfrm>
            <a:custGeom>
              <a:avLst/>
              <a:gdLst/>
              <a:ahLst/>
              <a:cxnLst>
                <a:cxn ang="0">
                  <a:pos x="0" y="1422"/>
                </a:cxn>
                <a:cxn ang="0">
                  <a:pos x="0" y="4"/>
                </a:cxn>
                <a:cxn ang="0">
                  <a:pos x="219" y="297"/>
                </a:cxn>
                <a:cxn ang="0">
                  <a:pos x="223" y="309"/>
                </a:cxn>
                <a:cxn ang="0">
                  <a:pos x="374" y="868"/>
                </a:cxn>
                <a:cxn ang="0">
                  <a:pos x="505" y="1230"/>
                </a:cxn>
                <a:cxn ang="0">
                  <a:pos x="642" y="1422"/>
                </a:cxn>
                <a:cxn ang="0">
                  <a:pos x="0" y="1422"/>
                </a:cxn>
              </a:cxnLst>
              <a:rect l="0" t="0" r="r" b="b"/>
              <a:pathLst>
                <a:path w="642" h="1422">
                  <a:moveTo>
                    <a:pt x="0" y="142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73" y="0"/>
                    <a:pt x="146" y="98"/>
                    <a:pt x="219" y="297"/>
                  </a:cubicBezTo>
                  <a:cubicBezTo>
                    <a:pt x="221" y="301"/>
                    <a:pt x="222" y="305"/>
                    <a:pt x="223" y="309"/>
                  </a:cubicBezTo>
                  <a:cubicBezTo>
                    <a:pt x="273" y="448"/>
                    <a:pt x="324" y="635"/>
                    <a:pt x="374" y="868"/>
                  </a:cubicBezTo>
                  <a:cubicBezTo>
                    <a:pt x="403" y="1004"/>
                    <a:pt x="447" y="1125"/>
                    <a:pt x="505" y="1230"/>
                  </a:cubicBezTo>
                  <a:cubicBezTo>
                    <a:pt x="544" y="1301"/>
                    <a:pt x="590" y="1365"/>
                    <a:pt x="642" y="1422"/>
                  </a:cubicBezTo>
                  <a:lnTo>
                    <a:pt x="0" y="142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6" name="Group 279"/>
          <p:cNvGrpSpPr/>
          <p:nvPr/>
        </p:nvGrpSpPr>
        <p:grpSpPr>
          <a:xfrm>
            <a:off x="6160266" y="2898187"/>
            <a:ext cx="555782" cy="555779"/>
            <a:chOff x="846989" y="1401020"/>
            <a:chExt cx="877416" cy="877416"/>
          </a:xfrm>
          <a:effectLst/>
        </p:grpSpPr>
        <p:sp>
          <p:nvSpPr>
            <p:cNvPr id="167" name="Teardrop 166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8" name="Oval 167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40%</a:t>
              </a:r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5805429" y="4952030"/>
            <a:ext cx="1271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</a:t>
            </a:r>
          </a:p>
        </p:txBody>
      </p:sp>
      <p:grpSp>
        <p:nvGrpSpPr>
          <p:cNvPr id="170" name="Group 169"/>
          <p:cNvGrpSpPr/>
          <p:nvPr/>
        </p:nvGrpSpPr>
        <p:grpSpPr>
          <a:xfrm>
            <a:off x="6805319" y="3229828"/>
            <a:ext cx="1743075" cy="1638804"/>
            <a:chOff x="882651" y="1644650"/>
            <a:chExt cx="1743075" cy="1938338"/>
          </a:xfrm>
        </p:grpSpPr>
        <p:sp>
          <p:nvSpPr>
            <p:cNvPr id="171" name="Freeform 5"/>
            <p:cNvSpPr>
              <a:spLocks/>
            </p:cNvSpPr>
            <p:nvPr/>
          </p:nvSpPr>
          <p:spPr bwMode="auto">
            <a:xfrm>
              <a:off x="882651" y="1644650"/>
              <a:ext cx="871538" cy="1938338"/>
            </a:xfrm>
            <a:custGeom>
              <a:avLst/>
              <a:gdLst/>
              <a:ahLst/>
              <a:cxnLst>
                <a:cxn ang="0">
                  <a:pos x="642" y="9"/>
                </a:cxn>
                <a:cxn ang="0">
                  <a:pos x="642" y="1427"/>
                </a:cxn>
                <a:cxn ang="0">
                  <a:pos x="0" y="1427"/>
                </a:cxn>
                <a:cxn ang="0">
                  <a:pos x="138" y="1235"/>
                </a:cxn>
                <a:cxn ang="0">
                  <a:pos x="269" y="873"/>
                </a:cxn>
                <a:cxn ang="0">
                  <a:pos x="640" y="9"/>
                </a:cxn>
                <a:cxn ang="0">
                  <a:pos x="642" y="9"/>
                </a:cxn>
              </a:cxnLst>
              <a:rect l="0" t="0" r="r" b="b"/>
              <a:pathLst>
                <a:path w="642" h="1427">
                  <a:moveTo>
                    <a:pt x="642" y="9"/>
                  </a:moveTo>
                  <a:cubicBezTo>
                    <a:pt x="642" y="1427"/>
                    <a:pt x="642" y="1427"/>
                    <a:pt x="642" y="1427"/>
                  </a:cubicBezTo>
                  <a:cubicBezTo>
                    <a:pt x="0" y="1427"/>
                    <a:pt x="0" y="1427"/>
                    <a:pt x="0" y="1427"/>
                  </a:cubicBezTo>
                  <a:cubicBezTo>
                    <a:pt x="53" y="1370"/>
                    <a:pt x="99" y="1306"/>
                    <a:pt x="138" y="1235"/>
                  </a:cubicBezTo>
                  <a:cubicBezTo>
                    <a:pt x="196" y="1130"/>
                    <a:pt x="240" y="1009"/>
                    <a:pt x="269" y="873"/>
                  </a:cubicBezTo>
                  <a:cubicBezTo>
                    <a:pt x="395" y="288"/>
                    <a:pt x="519" y="0"/>
                    <a:pt x="640" y="9"/>
                  </a:cubicBezTo>
                  <a:cubicBezTo>
                    <a:pt x="641" y="9"/>
                    <a:pt x="642" y="9"/>
                    <a:pt x="642" y="9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6"/>
            <p:cNvSpPr>
              <a:spLocks/>
            </p:cNvSpPr>
            <p:nvPr/>
          </p:nvSpPr>
          <p:spPr bwMode="auto">
            <a:xfrm>
              <a:off x="1754188" y="1652588"/>
              <a:ext cx="871538" cy="1930400"/>
            </a:xfrm>
            <a:custGeom>
              <a:avLst/>
              <a:gdLst/>
              <a:ahLst/>
              <a:cxnLst>
                <a:cxn ang="0">
                  <a:pos x="0" y="1422"/>
                </a:cxn>
                <a:cxn ang="0">
                  <a:pos x="0" y="4"/>
                </a:cxn>
                <a:cxn ang="0">
                  <a:pos x="219" y="297"/>
                </a:cxn>
                <a:cxn ang="0">
                  <a:pos x="223" y="309"/>
                </a:cxn>
                <a:cxn ang="0">
                  <a:pos x="374" y="868"/>
                </a:cxn>
                <a:cxn ang="0">
                  <a:pos x="505" y="1230"/>
                </a:cxn>
                <a:cxn ang="0">
                  <a:pos x="642" y="1422"/>
                </a:cxn>
                <a:cxn ang="0">
                  <a:pos x="0" y="1422"/>
                </a:cxn>
              </a:cxnLst>
              <a:rect l="0" t="0" r="r" b="b"/>
              <a:pathLst>
                <a:path w="642" h="1422">
                  <a:moveTo>
                    <a:pt x="0" y="142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73" y="0"/>
                    <a:pt x="146" y="98"/>
                    <a:pt x="219" y="297"/>
                  </a:cubicBezTo>
                  <a:cubicBezTo>
                    <a:pt x="221" y="301"/>
                    <a:pt x="222" y="305"/>
                    <a:pt x="223" y="309"/>
                  </a:cubicBezTo>
                  <a:cubicBezTo>
                    <a:pt x="273" y="448"/>
                    <a:pt x="324" y="635"/>
                    <a:pt x="374" y="868"/>
                  </a:cubicBezTo>
                  <a:cubicBezTo>
                    <a:pt x="403" y="1004"/>
                    <a:pt x="447" y="1125"/>
                    <a:pt x="505" y="1230"/>
                  </a:cubicBezTo>
                  <a:cubicBezTo>
                    <a:pt x="544" y="1301"/>
                    <a:pt x="590" y="1365"/>
                    <a:pt x="642" y="1422"/>
                  </a:cubicBezTo>
                  <a:lnTo>
                    <a:pt x="0" y="142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3" name="Group 279"/>
          <p:cNvGrpSpPr/>
          <p:nvPr/>
        </p:nvGrpSpPr>
        <p:grpSpPr>
          <a:xfrm>
            <a:off x="7401128" y="2549294"/>
            <a:ext cx="555782" cy="555779"/>
            <a:chOff x="846989" y="1401020"/>
            <a:chExt cx="877416" cy="877416"/>
          </a:xfrm>
          <a:effectLst/>
        </p:grpSpPr>
        <p:sp>
          <p:nvSpPr>
            <p:cNvPr id="174" name="Teardrop 173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5" name="Oval 174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80%</a:t>
              </a:r>
            </a:p>
          </p:txBody>
        </p:sp>
      </p:grpSp>
      <p:sp>
        <p:nvSpPr>
          <p:cNvPr id="176" name="TextBox 175"/>
          <p:cNvSpPr txBox="1"/>
          <p:nvPr/>
        </p:nvSpPr>
        <p:spPr>
          <a:xfrm>
            <a:off x="7052395" y="4952030"/>
            <a:ext cx="1250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/>
                </a:solidFill>
              </a:rPr>
              <a:t>Title Goes here</a:t>
            </a:r>
          </a:p>
          <a:p>
            <a:pPr lvl="0" algn="ctr" defTabSz="914400">
              <a:spcBef>
                <a:spcPct val="20000"/>
              </a:spcBef>
              <a:defRPr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many variations of passages but the of majority have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0"/>
                            </p:stCondLst>
                            <p:childTnLst>
                              <p:par>
                                <p:cTn id="79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51" grpId="0"/>
      <p:bldP spid="158" grpId="0"/>
      <p:bldP spid="162" grpId="0"/>
      <p:bldP spid="169" grpId="0"/>
      <p:bldP spid="17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 Infographic</a:t>
            </a:r>
            <a:endParaRPr lang="en-US" dirty="0"/>
          </a:p>
        </p:txBody>
      </p:sp>
      <p:sp>
        <p:nvSpPr>
          <p:cNvPr id="137" name="Text Placeholder 136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Gantt Chart Infographic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609600" y="2743202"/>
            <a:ext cx="1752600" cy="3937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3136902"/>
            <a:ext cx="1752600" cy="3937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Two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3530602"/>
            <a:ext cx="1752600" cy="3937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Three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3924302"/>
            <a:ext cx="1752600" cy="39370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Four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4318002"/>
            <a:ext cx="1752600" cy="3937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Five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4711702"/>
            <a:ext cx="1752600" cy="39370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Six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2362200" y="2362200"/>
          <a:ext cx="6096000" cy="27432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JAN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FEB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MAR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APR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MAY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JUN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Right Arrow 42"/>
          <p:cNvSpPr/>
          <p:nvPr/>
        </p:nvSpPr>
        <p:spPr>
          <a:xfrm>
            <a:off x="2667000" y="2895602"/>
            <a:ext cx="1905000" cy="12065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ight Arrow 50"/>
          <p:cNvSpPr/>
          <p:nvPr/>
        </p:nvSpPr>
        <p:spPr>
          <a:xfrm>
            <a:off x="3619500" y="3289302"/>
            <a:ext cx="2476500" cy="12065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ight Arrow 57"/>
          <p:cNvSpPr/>
          <p:nvPr/>
        </p:nvSpPr>
        <p:spPr>
          <a:xfrm>
            <a:off x="3619500" y="3676652"/>
            <a:ext cx="3543300" cy="12065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ight Arrow 58"/>
          <p:cNvSpPr/>
          <p:nvPr/>
        </p:nvSpPr>
        <p:spPr>
          <a:xfrm>
            <a:off x="5486400" y="4067177"/>
            <a:ext cx="1905000" cy="12065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ight Arrow 59"/>
          <p:cNvSpPr/>
          <p:nvPr/>
        </p:nvSpPr>
        <p:spPr>
          <a:xfrm>
            <a:off x="2667000" y="4860927"/>
            <a:ext cx="5486400" cy="12065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ight Arrow 60"/>
          <p:cNvSpPr/>
          <p:nvPr/>
        </p:nvSpPr>
        <p:spPr>
          <a:xfrm>
            <a:off x="3619500" y="4476752"/>
            <a:ext cx="2476500" cy="12065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" name="Group 94"/>
          <p:cNvGrpSpPr/>
          <p:nvPr/>
        </p:nvGrpSpPr>
        <p:grpSpPr>
          <a:xfrm>
            <a:off x="1028811" y="5362575"/>
            <a:ext cx="7086378" cy="201168"/>
            <a:chOff x="1105494" y="4417230"/>
            <a:chExt cx="7086378" cy="201168"/>
          </a:xfrm>
        </p:grpSpPr>
        <p:grpSp>
          <p:nvGrpSpPr>
            <p:cNvPr id="63" name="Group 50"/>
            <p:cNvGrpSpPr/>
            <p:nvPr/>
          </p:nvGrpSpPr>
          <p:grpSpPr>
            <a:xfrm>
              <a:off x="1105494" y="4417230"/>
              <a:ext cx="1245947" cy="201168"/>
              <a:chOff x="2221306" y="3914656"/>
              <a:chExt cx="1245947" cy="201168"/>
            </a:xfrm>
          </p:grpSpPr>
          <p:sp>
            <p:nvSpPr>
              <p:cNvPr id="87" name="TextBox 86"/>
              <p:cNvSpPr txBox="1"/>
              <p:nvPr/>
            </p:nvSpPr>
            <p:spPr>
              <a:xfrm>
                <a:off x="2433317" y="3934938"/>
                <a:ext cx="103393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CONSTRUCTION</a:t>
                </a:r>
              </a:p>
            </p:txBody>
          </p:sp>
          <p:sp>
            <p:nvSpPr>
              <p:cNvPr id="89" name="Oval 88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45"/>
            <p:cNvGrpSpPr/>
            <p:nvPr/>
          </p:nvGrpSpPr>
          <p:grpSpPr>
            <a:xfrm>
              <a:off x="2483332" y="4417230"/>
              <a:ext cx="873098" cy="201168"/>
              <a:chOff x="3776442" y="3947915"/>
              <a:chExt cx="873098" cy="201168"/>
            </a:xfrm>
          </p:grpSpPr>
          <p:sp>
            <p:nvSpPr>
              <p:cNvPr id="84" name="TextBox 83"/>
              <p:cNvSpPr txBox="1"/>
              <p:nvPr/>
            </p:nvSpPr>
            <p:spPr>
              <a:xfrm>
                <a:off x="4001927" y="3968197"/>
                <a:ext cx="64761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ANALYSIS</a:t>
                </a:r>
              </a:p>
            </p:txBody>
          </p:sp>
          <p:sp>
            <p:nvSpPr>
              <p:cNvPr id="85" name="Oval 84"/>
              <p:cNvSpPr>
                <a:spLocks noChangeAspect="1"/>
              </p:cNvSpPr>
              <p:nvPr/>
            </p:nvSpPr>
            <p:spPr>
              <a:xfrm>
                <a:off x="3776442" y="3947915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5" name="Group 37"/>
            <p:cNvGrpSpPr/>
            <p:nvPr/>
          </p:nvGrpSpPr>
          <p:grpSpPr>
            <a:xfrm>
              <a:off x="3548888" y="4417230"/>
              <a:ext cx="1173634" cy="201168"/>
              <a:chOff x="4725932" y="3949014"/>
              <a:chExt cx="1173634" cy="201168"/>
            </a:xfrm>
          </p:grpSpPr>
          <p:sp>
            <p:nvSpPr>
              <p:cNvPr id="80" name="TextBox 79"/>
              <p:cNvSpPr txBox="1"/>
              <p:nvPr/>
            </p:nvSpPr>
            <p:spPr>
              <a:xfrm>
                <a:off x="4945779" y="3966831"/>
                <a:ext cx="95378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IMPROVEMENT</a:t>
                </a:r>
              </a:p>
            </p:txBody>
          </p:sp>
          <p:sp>
            <p:nvSpPr>
              <p:cNvPr id="81" name="Oval 80"/>
              <p:cNvSpPr>
                <a:spLocks noChangeAspect="1"/>
              </p:cNvSpPr>
              <p:nvPr/>
            </p:nvSpPr>
            <p:spPr>
              <a:xfrm>
                <a:off x="4725932" y="3949014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" name="Group 41"/>
            <p:cNvGrpSpPr/>
            <p:nvPr/>
          </p:nvGrpSpPr>
          <p:grpSpPr>
            <a:xfrm>
              <a:off x="4838700" y="4417230"/>
              <a:ext cx="1457801" cy="201168"/>
              <a:chOff x="6077268" y="3949014"/>
              <a:chExt cx="1457801" cy="201168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6323199" y="3976991"/>
                <a:ext cx="121187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RECONSTRUCTION</a:t>
                </a: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>
              <a:xfrm>
                <a:off x="6077268" y="3949014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41"/>
            <p:cNvGrpSpPr/>
            <p:nvPr/>
          </p:nvGrpSpPr>
          <p:grpSpPr>
            <a:xfrm>
              <a:off x="6433899" y="4417230"/>
              <a:ext cx="750877" cy="201168"/>
              <a:chOff x="6077268" y="3949014"/>
              <a:chExt cx="750877" cy="201168"/>
            </a:xfrm>
          </p:grpSpPr>
          <p:sp>
            <p:nvSpPr>
              <p:cNvPr id="71" name="TextBox 70"/>
              <p:cNvSpPr txBox="1"/>
              <p:nvPr/>
            </p:nvSpPr>
            <p:spPr>
              <a:xfrm>
                <a:off x="6323199" y="3976991"/>
                <a:ext cx="50494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REVIEW</a:t>
                </a:r>
              </a:p>
            </p:txBody>
          </p:sp>
          <p:sp>
            <p:nvSpPr>
              <p:cNvPr id="72" name="Oval 71"/>
              <p:cNvSpPr>
                <a:spLocks noChangeAspect="1"/>
              </p:cNvSpPr>
              <p:nvPr/>
            </p:nvSpPr>
            <p:spPr>
              <a:xfrm>
                <a:off x="6077268" y="3949014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8" name="Group 41"/>
            <p:cNvGrpSpPr/>
            <p:nvPr/>
          </p:nvGrpSpPr>
          <p:grpSpPr>
            <a:xfrm>
              <a:off x="7402523" y="4417230"/>
              <a:ext cx="789349" cy="201168"/>
              <a:chOff x="6077268" y="3949014"/>
              <a:chExt cx="789349" cy="201168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6323199" y="3976991"/>
                <a:ext cx="54341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LAUNCH</a:t>
                </a:r>
              </a:p>
            </p:txBody>
          </p:sp>
          <p:sp>
            <p:nvSpPr>
              <p:cNvPr id="70" name="Oval 69"/>
              <p:cNvSpPr>
                <a:spLocks noChangeAspect="1"/>
              </p:cNvSpPr>
              <p:nvPr/>
            </p:nvSpPr>
            <p:spPr>
              <a:xfrm>
                <a:off x="6077268" y="3949014"/>
                <a:ext cx="207097" cy="20116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51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 Infographic</a:t>
            </a:r>
            <a:endParaRPr lang="en-US" dirty="0"/>
          </a:p>
        </p:txBody>
      </p:sp>
      <p:sp>
        <p:nvSpPr>
          <p:cNvPr id="137" name="Text Placeholder 136"/>
          <p:cNvSpPr>
            <a:spLocks noGrp="1"/>
          </p:cNvSpPr>
          <p:nvPr>
            <p:ph type="body" sz="half" idx="2"/>
          </p:nvPr>
        </p:nvSpPr>
        <p:spPr>
          <a:xfrm>
            <a:off x="2514600" y="1247775"/>
            <a:ext cx="4114800" cy="200025"/>
          </a:xfrm>
        </p:spPr>
        <p:txBody>
          <a:bodyPr/>
          <a:lstStyle/>
          <a:p>
            <a:r>
              <a:rPr lang="en-US"/>
              <a:t>Gantt Chart Infographic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09600" y="2743202"/>
            <a:ext cx="1752600" cy="3937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136902"/>
            <a:ext cx="1752600" cy="3937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Two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3530602"/>
            <a:ext cx="1752600" cy="3937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Three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3924302"/>
            <a:ext cx="1752600" cy="39370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Four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318002"/>
            <a:ext cx="1752600" cy="3937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Five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4711702"/>
            <a:ext cx="1752600" cy="39370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Step Six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2362200" y="2362200"/>
          <a:ext cx="6096000" cy="27432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JAN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FEB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MAR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APR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MAY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JUN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JUL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AUG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SEP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ACT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NOV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DEC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7" name="Group 94"/>
          <p:cNvGrpSpPr/>
          <p:nvPr/>
        </p:nvGrpSpPr>
        <p:grpSpPr>
          <a:xfrm>
            <a:off x="1028811" y="5362575"/>
            <a:ext cx="7086378" cy="201168"/>
            <a:chOff x="1105494" y="4417230"/>
            <a:chExt cx="7086378" cy="201168"/>
          </a:xfrm>
        </p:grpSpPr>
        <p:grpSp>
          <p:nvGrpSpPr>
            <p:cNvPr id="38" name="Group 50"/>
            <p:cNvGrpSpPr/>
            <p:nvPr/>
          </p:nvGrpSpPr>
          <p:grpSpPr>
            <a:xfrm>
              <a:off x="1105494" y="4417230"/>
              <a:ext cx="1245947" cy="201168"/>
              <a:chOff x="2221306" y="3914656"/>
              <a:chExt cx="1245947" cy="201168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433317" y="3934938"/>
                <a:ext cx="103393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CONSTRUCTION</a:t>
                </a:r>
              </a:p>
            </p:txBody>
          </p:sp>
          <p:sp>
            <p:nvSpPr>
              <p:cNvPr id="62" name="Oval 61"/>
              <p:cNvSpPr>
                <a:spLocks noChangeAspect="1"/>
              </p:cNvSpPr>
              <p:nvPr/>
            </p:nvSpPr>
            <p:spPr>
              <a:xfrm>
                <a:off x="2221306" y="3914656"/>
                <a:ext cx="207097" cy="20116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45"/>
            <p:cNvGrpSpPr/>
            <p:nvPr/>
          </p:nvGrpSpPr>
          <p:grpSpPr>
            <a:xfrm>
              <a:off x="2483332" y="4417230"/>
              <a:ext cx="873098" cy="201168"/>
              <a:chOff x="3776442" y="3947915"/>
              <a:chExt cx="873098" cy="201168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4001927" y="3968197"/>
                <a:ext cx="64761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ANALYSIS</a:t>
                </a:r>
              </a:p>
            </p:txBody>
          </p:sp>
          <p:sp>
            <p:nvSpPr>
              <p:cNvPr id="60" name="Oval 59"/>
              <p:cNvSpPr>
                <a:spLocks noChangeAspect="1"/>
              </p:cNvSpPr>
              <p:nvPr/>
            </p:nvSpPr>
            <p:spPr>
              <a:xfrm>
                <a:off x="3776442" y="3947915"/>
                <a:ext cx="207097" cy="2011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" name="Group 37"/>
            <p:cNvGrpSpPr/>
            <p:nvPr/>
          </p:nvGrpSpPr>
          <p:grpSpPr>
            <a:xfrm>
              <a:off x="3548888" y="4417230"/>
              <a:ext cx="1173634" cy="201168"/>
              <a:chOff x="4725932" y="3949014"/>
              <a:chExt cx="1173634" cy="201168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4945779" y="3966831"/>
                <a:ext cx="95378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IMPROVEMENT</a:t>
                </a:r>
              </a:p>
            </p:txBody>
          </p:sp>
          <p:sp>
            <p:nvSpPr>
              <p:cNvPr id="58" name="Oval 57"/>
              <p:cNvSpPr>
                <a:spLocks noChangeAspect="1"/>
              </p:cNvSpPr>
              <p:nvPr/>
            </p:nvSpPr>
            <p:spPr>
              <a:xfrm>
                <a:off x="4725932" y="3949014"/>
                <a:ext cx="207097" cy="2011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838700" y="4417230"/>
              <a:ext cx="1457801" cy="201168"/>
              <a:chOff x="6077268" y="3949014"/>
              <a:chExt cx="1457801" cy="201168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6323199" y="3976991"/>
                <a:ext cx="121187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RECONSTRUCTION</a:t>
                </a:r>
              </a:p>
            </p:txBody>
          </p:sp>
          <p:sp>
            <p:nvSpPr>
              <p:cNvPr id="56" name="Oval 55"/>
              <p:cNvSpPr>
                <a:spLocks noChangeAspect="1"/>
              </p:cNvSpPr>
              <p:nvPr/>
            </p:nvSpPr>
            <p:spPr>
              <a:xfrm>
                <a:off x="6077268" y="3949014"/>
                <a:ext cx="207097" cy="2011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6433899" y="4417230"/>
              <a:ext cx="750877" cy="201168"/>
              <a:chOff x="6077268" y="3949014"/>
              <a:chExt cx="750877" cy="201168"/>
            </a:xfrm>
          </p:grpSpPr>
          <p:sp>
            <p:nvSpPr>
              <p:cNvPr id="53" name="TextBox 52"/>
              <p:cNvSpPr txBox="1"/>
              <p:nvPr/>
            </p:nvSpPr>
            <p:spPr>
              <a:xfrm>
                <a:off x="6323199" y="3976991"/>
                <a:ext cx="50494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REVIEW</a:t>
                </a:r>
              </a:p>
            </p:txBody>
          </p:sp>
          <p:sp>
            <p:nvSpPr>
              <p:cNvPr id="54" name="Oval 53"/>
              <p:cNvSpPr>
                <a:spLocks noChangeAspect="1"/>
              </p:cNvSpPr>
              <p:nvPr/>
            </p:nvSpPr>
            <p:spPr>
              <a:xfrm>
                <a:off x="6077268" y="3949014"/>
                <a:ext cx="207097" cy="20116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1"/>
            <p:cNvGrpSpPr/>
            <p:nvPr/>
          </p:nvGrpSpPr>
          <p:grpSpPr>
            <a:xfrm>
              <a:off x="7402523" y="4417230"/>
              <a:ext cx="789349" cy="201168"/>
              <a:chOff x="6077268" y="3949014"/>
              <a:chExt cx="789349" cy="201168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6323199" y="3976991"/>
                <a:ext cx="54341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LAUNCH</a:t>
                </a:r>
              </a:p>
            </p:txBody>
          </p:sp>
          <p:sp>
            <p:nvSpPr>
              <p:cNvPr id="52" name="Oval 51"/>
              <p:cNvSpPr>
                <a:spLocks noChangeAspect="1"/>
              </p:cNvSpPr>
              <p:nvPr/>
            </p:nvSpPr>
            <p:spPr>
              <a:xfrm>
                <a:off x="6077268" y="3949014"/>
                <a:ext cx="207097" cy="20116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01_Theme01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176490"/>
      </a:accent1>
      <a:accent2>
        <a:srgbClr val="0187AC"/>
      </a:accent2>
      <a:accent3>
        <a:srgbClr val="1AA4BE"/>
      </a:accent3>
      <a:accent4>
        <a:srgbClr val="52C3CB"/>
      </a:accent4>
      <a:accent5>
        <a:srgbClr val="42BDC6"/>
      </a:accent5>
      <a:accent6>
        <a:srgbClr val="168EA6"/>
      </a:accent6>
      <a:hlink>
        <a:srgbClr val="FFFFFF"/>
      </a:hlink>
      <a:folHlink>
        <a:srgbClr val="595959"/>
      </a:folHlink>
    </a:clrScheme>
    <a:fontScheme name="Roboto">
      <a:majorFont>
        <a:latin typeface="Roboto Medium"/>
        <a:ea typeface=""/>
        <a:cs typeface="Roboto Medium"/>
      </a:majorFont>
      <a:minorFont>
        <a:latin typeface="Roboto Condensed"/>
        <a:ea typeface=""/>
        <a:cs typeface="Roboto Condense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9E37A61AF954A92546B7EA577A930" ma:contentTypeVersion="7" ma:contentTypeDescription="Create a new document." ma:contentTypeScope="" ma:versionID="34d7926f1dc66f9d970bbaf38171237c">
  <xsd:schema xmlns:xsd="http://www.w3.org/2001/XMLSchema" xmlns:xs="http://www.w3.org/2001/XMLSchema" xmlns:p="http://schemas.microsoft.com/office/2006/metadata/properties" xmlns:ns2="c117099f-3274-47d3-a331-57749d93a4ca" targetNamespace="http://schemas.microsoft.com/office/2006/metadata/properties" ma:root="true" ma:fieldsID="86dfcc33178ba28dd3ebbeb2c633f112" ns2:_="">
    <xsd:import namespace="c117099f-3274-47d3-a331-57749d93a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7099f-3274-47d3-a331-57749d93a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DEDAF1-5AA2-41AF-830F-2CE9FB8B7323}"/>
</file>

<file path=customXml/itemProps2.xml><?xml version="1.0" encoding="utf-8"?>
<ds:datastoreItem xmlns:ds="http://schemas.openxmlformats.org/officeDocument/2006/customXml" ds:itemID="{F3954630-2B71-4298-80DC-7D6D5532ECE3}"/>
</file>

<file path=customXml/itemProps3.xml><?xml version="1.0" encoding="utf-8"?>
<ds:datastoreItem xmlns:ds="http://schemas.openxmlformats.org/officeDocument/2006/customXml" ds:itemID="{DD9AA956-3CA3-4BFD-A0E5-4B3433BCDD9B}"/>
</file>

<file path=docProps/app.xml><?xml version="1.0" encoding="utf-8"?>
<Properties xmlns="http://schemas.openxmlformats.org/officeDocument/2006/extended-properties" xmlns:vt="http://schemas.openxmlformats.org/officeDocument/2006/docPropsVTypes">
  <TotalTime>56433</TotalTime>
  <Words>3449</Words>
  <Application>Microsoft Office PowerPoint</Application>
  <PresentationFormat>On-screen Show (4:3)</PresentationFormat>
  <Paragraphs>855</Paragraphs>
  <Slides>52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Book Antiqua</vt:lpstr>
      <vt:lpstr>Calibri</vt:lpstr>
      <vt:lpstr>FontAwesome</vt:lpstr>
      <vt:lpstr>HP Simplified</vt:lpstr>
      <vt:lpstr>Roboto Condensed</vt:lpstr>
      <vt:lpstr>Roboto Medium</vt:lpstr>
      <vt:lpstr>Custom Design</vt:lpstr>
      <vt:lpstr>Data Chart Slide</vt:lpstr>
      <vt:lpstr>Data Chart Slide</vt:lpstr>
      <vt:lpstr>Data Chart Slide</vt:lpstr>
      <vt:lpstr>Comparison Slide</vt:lpstr>
      <vt:lpstr>Data Chart Slide</vt:lpstr>
      <vt:lpstr>Data Chart Slide</vt:lpstr>
      <vt:lpstr>Data Chart Slide</vt:lpstr>
      <vt:lpstr>Data Chart Slide</vt:lpstr>
      <vt:lpstr>Yearly Data Chart Slide</vt:lpstr>
      <vt:lpstr>Weekly Data Chart Slide</vt:lpstr>
      <vt:lpstr>Data Chart Slide</vt:lpstr>
      <vt:lpstr>Yearly Data Chart Slide</vt:lpstr>
      <vt:lpstr>3D Data Chart Slide</vt:lpstr>
      <vt:lpstr>3D Data Chart Slide</vt:lpstr>
      <vt:lpstr>Bar Data Chart Slide</vt:lpstr>
      <vt:lpstr>Bar Data Chart Slide</vt:lpstr>
      <vt:lpstr>Line Chart Slide</vt:lpstr>
      <vt:lpstr>3D Line Chart Slide</vt:lpstr>
      <vt:lpstr>Pie Chart Slide</vt:lpstr>
      <vt:lpstr>3D Pie Chart</vt:lpstr>
      <vt:lpstr>3D Pie Chart</vt:lpstr>
      <vt:lpstr>Pie Chart Slide</vt:lpstr>
      <vt:lpstr>Pie Chart Infographic</vt:lpstr>
      <vt:lpstr>3D Cylinder Chart</vt:lpstr>
      <vt:lpstr>3D Cylinder Chart</vt:lpstr>
      <vt:lpstr>3D Cylinder Chart</vt:lpstr>
      <vt:lpstr>3D Pie Chart</vt:lpstr>
      <vt:lpstr>Area Chart Slide</vt:lpstr>
      <vt:lpstr>Area Chart Slide</vt:lpstr>
      <vt:lpstr>Pie Chart Slide</vt:lpstr>
      <vt:lpstr>3D Pie Chart Slide</vt:lpstr>
      <vt:lpstr>Project Yearly Timeline</vt:lpstr>
      <vt:lpstr>Project Yearly Timeline</vt:lpstr>
      <vt:lpstr>Project Yearly Timeline</vt:lpstr>
      <vt:lpstr>Scatter Dots Chart Slide</vt:lpstr>
      <vt:lpstr>Bubble Chart Slide</vt:lpstr>
      <vt:lpstr>Scatter Line Chart Slide</vt:lpstr>
      <vt:lpstr>Circular Chart Slide</vt:lpstr>
      <vt:lpstr>Circular Chart Slide</vt:lpstr>
      <vt:lpstr>Circle Chart Slide</vt:lpstr>
      <vt:lpstr>Pyramids Chart Slide</vt:lpstr>
      <vt:lpstr>Data Chart Slide</vt:lpstr>
      <vt:lpstr>Pyramids Chart Slide</vt:lpstr>
      <vt:lpstr>Pyramids Chart Slide</vt:lpstr>
      <vt:lpstr>Stock Chart Slide</vt:lpstr>
      <vt:lpstr>Data Chart Slide</vt:lpstr>
      <vt:lpstr>Con Data Chart Slide</vt:lpstr>
      <vt:lpstr>Data Chart Slide</vt:lpstr>
      <vt:lpstr>Data Chart Slide</vt:lpstr>
      <vt:lpstr>Data Chart Slide</vt:lpstr>
      <vt:lpstr>Gantt Chart Infographic</vt:lpstr>
      <vt:lpstr>Gantt Chart Infographic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dfdfdfdfd</dc:title>
  <dc:creator>High Tech</dc:creator>
  <cp:lastModifiedBy>Sara Villegas</cp:lastModifiedBy>
  <cp:revision>10067</cp:revision>
  <dcterms:created xsi:type="dcterms:W3CDTF">2014-09-03T19:30:44Z</dcterms:created>
  <dcterms:modified xsi:type="dcterms:W3CDTF">2020-05-04T08:02:34Z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0x010100EB19E37A61AF954A92546B7EA577A930</vt:lpwstr>
  </property>
</Properties>
</file>